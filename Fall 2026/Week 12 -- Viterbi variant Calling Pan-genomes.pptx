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72" r:id="rId2"/>
    <p:sldId id="915" r:id="rId3"/>
    <p:sldId id="916" r:id="rId4"/>
    <p:sldId id="917" r:id="rId5"/>
    <p:sldId id="918" r:id="rId6"/>
    <p:sldId id="927" r:id="rId7"/>
    <p:sldId id="919" r:id="rId8"/>
    <p:sldId id="922" r:id="rId9"/>
    <p:sldId id="923" r:id="rId10"/>
    <p:sldId id="924" r:id="rId11"/>
    <p:sldId id="920" r:id="rId12"/>
    <p:sldId id="921" r:id="rId13"/>
    <p:sldId id="909" r:id="rId14"/>
    <p:sldId id="882" r:id="rId15"/>
    <p:sldId id="883" r:id="rId16"/>
    <p:sldId id="884" r:id="rId17"/>
    <p:sldId id="885" r:id="rId18"/>
    <p:sldId id="886" r:id="rId19"/>
    <p:sldId id="887" r:id="rId20"/>
    <p:sldId id="888" r:id="rId21"/>
    <p:sldId id="890" r:id="rId22"/>
    <p:sldId id="891" r:id="rId23"/>
    <p:sldId id="894" r:id="rId24"/>
    <p:sldId id="895" r:id="rId25"/>
    <p:sldId id="892" r:id="rId26"/>
    <p:sldId id="896" r:id="rId27"/>
    <p:sldId id="893" r:id="rId28"/>
    <p:sldId id="929" r:id="rId29"/>
    <p:sldId id="930" r:id="rId30"/>
    <p:sldId id="932" r:id="rId31"/>
    <p:sldId id="931" r:id="rId32"/>
    <p:sldId id="897" r:id="rId33"/>
    <p:sldId id="904" r:id="rId34"/>
    <p:sldId id="905" r:id="rId35"/>
    <p:sldId id="906" r:id="rId36"/>
    <p:sldId id="907" r:id="rId37"/>
    <p:sldId id="557" r:id="rId38"/>
    <p:sldId id="559" r:id="rId39"/>
    <p:sldId id="925" r:id="rId40"/>
    <p:sldId id="926" r:id="rId41"/>
    <p:sldId id="914" r:id="rId42"/>
    <p:sldId id="928" r:id="rId43"/>
    <p:sldId id="911" r:id="rId44"/>
    <p:sldId id="912" r:id="rId45"/>
    <p:sldId id="913" r:id="rId46"/>
    <p:sldId id="91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8ACF"/>
    <a:srgbClr val="D68B1C"/>
    <a:srgbClr val="BE0260"/>
    <a:srgbClr val="D0005E"/>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026759-4FCD-4161-A874-FA1D0B118643}" v="7" dt="2025-11-11T18:49:24.6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7" autoAdjust="0"/>
    <p:restoredTop sz="93721" autoAdjust="0"/>
  </p:normalViewPr>
  <p:slideViewPr>
    <p:cSldViewPr snapToGrid="0">
      <p:cViewPr varScale="1">
        <p:scale>
          <a:sx n="101" d="100"/>
          <a:sy n="101" d="100"/>
        </p:scale>
        <p:origin x="1068" y="108"/>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0391E343-A084-320D-B3D0-861FA1223EE2}"/>
    <pc:docChg chg="undo custSel modSld">
      <pc:chgData name="Aleksey Zimin" userId="7f2637d0bc515791" providerId="LiveId" clId="{0391E343-A084-320D-B3D0-861FA1223EE2}" dt="2025-11-10T02:25:31.809" v="126" actId="20577"/>
      <pc:docMkLst>
        <pc:docMk/>
      </pc:docMkLst>
      <pc:sldChg chg="modSp mod">
        <pc:chgData name="Aleksey Zimin" userId="7f2637d0bc515791" providerId="LiveId" clId="{0391E343-A084-320D-B3D0-861FA1223EE2}" dt="2025-11-10T02:25:31.809" v="126" actId="20577"/>
        <pc:sldMkLst>
          <pc:docMk/>
          <pc:sldMk cId="4041367344" sldId="909"/>
        </pc:sldMkLst>
        <pc:spChg chg="mod">
          <ac:chgData name="Aleksey Zimin" userId="7f2637d0bc515791" providerId="LiveId" clId="{0391E343-A084-320D-B3D0-861FA1223EE2}" dt="2025-11-10T02:25:31.809" v="126" actId="20577"/>
          <ac:spMkLst>
            <pc:docMk/>
            <pc:sldMk cId="4041367344" sldId="909"/>
            <ac:spMk id="3" creationId="{DC1FCB77-9759-C6B5-1779-46F8E35B2ABD}"/>
          </ac:spMkLst>
        </pc:spChg>
      </pc:sldChg>
    </pc:docChg>
  </pc:docChgLst>
  <pc:docChgLst>
    <pc:chgData name="Aleksey Zimin" userId="7f2637d0bc515791" providerId="LiveId" clId="{8553A319-8433-4677-8F80-E28D63617D4C}"/>
    <pc:docChg chg="undo custSel addSld delSld modSld sldOrd">
      <pc:chgData name="Aleksey Zimin" userId="7f2637d0bc515791" providerId="LiveId" clId="{8553A319-8433-4677-8F80-E28D63617D4C}" dt="2025-11-12T14:23:56.158" v="4447" actId="47"/>
      <pc:docMkLst>
        <pc:docMk/>
      </pc:docMkLst>
      <pc:sldChg chg="modSp add del mod">
        <pc:chgData name="Aleksey Zimin" userId="7f2637d0bc515791" providerId="LiveId" clId="{8553A319-8433-4677-8F80-E28D63617D4C}" dt="2025-11-12T14:23:56.158" v="4447" actId="47"/>
        <pc:sldMkLst>
          <pc:docMk/>
          <pc:sldMk cId="1052403946" sldId="272"/>
        </pc:sldMkLst>
      </pc:sldChg>
      <pc:sldChg chg="add del">
        <pc:chgData name="Aleksey Zimin" userId="7f2637d0bc515791" providerId="LiveId" clId="{8553A319-8433-4677-8F80-E28D63617D4C}" dt="2025-11-12T14:23:55.637" v="4446" actId="47"/>
        <pc:sldMkLst>
          <pc:docMk/>
          <pc:sldMk cId="702189588" sldId="882"/>
        </pc:sldMkLst>
      </pc:sldChg>
      <pc:sldChg chg="add del">
        <pc:chgData name="Aleksey Zimin" userId="7f2637d0bc515791" providerId="LiveId" clId="{8553A319-8433-4677-8F80-E28D63617D4C}" dt="2025-11-12T14:23:55.637" v="4446" actId="47"/>
        <pc:sldMkLst>
          <pc:docMk/>
          <pc:sldMk cId="1452179586" sldId="883"/>
        </pc:sldMkLst>
      </pc:sldChg>
      <pc:sldChg chg="add del">
        <pc:chgData name="Aleksey Zimin" userId="7f2637d0bc515791" providerId="LiveId" clId="{8553A319-8433-4677-8F80-E28D63617D4C}" dt="2025-11-12T14:23:55.637" v="4446" actId="47"/>
        <pc:sldMkLst>
          <pc:docMk/>
          <pc:sldMk cId="3549718570" sldId="884"/>
        </pc:sldMkLst>
      </pc:sldChg>
      <pc:sldChg chg="add del">
        <pc:chgData name="Aleksey Zimin" userId="7f2637d0bc515791" providerId="LiveId" clId="{8553A319-8433-4677-8F80-E28D63617D4C}" dt="2025-11-12T14:23:55.637" v="4446" actId="47"/>
        <pc:sldMkLst>
          <pc:docMk/>
          <pc:sldMk cId="941793736" sldId="885"/>
        </pc:sldMkLst>
      </pc:sldChg>
      <pc:sldChg chg="add del">
        <pc:chgData name="Aleksey Zimin" userId="7f2637d0bc515791" providerId="LiveId" clId="{8553A319-8433-4677-8F80-E28D63617D4C}" dt="2025-11-12T14:23:55.637" v="4446" actId="47"/>
        <pc:sldMkLst>
          <pc:docMk/>
          <pc:sldMk cId="2352345771" sldId="886"/>
        </pc:sldMkLst>
      </pc:sldChg>
      <pc:sldChg chg="add del">
        <pc:chgData name="Aleksey Zimin" userId="7f2637d0bc515791" providerId="LiveId" clId="{8553A319-8433-4677-8F80-E28D63617D4C}" dt="2025-11-12T14:23:55.637" v="4446" actId="47"/>
        <pc:sldMkLst>
          <pc:docMk/>
          <pc:sldMk cId="3197633200" sldId="887"/>
        </pc:sldMkLst>
      </pc:sldChg>
      <pc:sldChg chg="add del">
        <pc:chgData name="Aleksey Zimin" userId="7f2637d0bc515791" providerId="LiveId" clId="{8553A319-8433-4677-8F80-E28D63617D4C}" dt="2025-11-12T14:23:55.637" v="4446" actId="47"/>
        <pc:sldMkLst>
          <pc:docMk/>
          <pc:sldMk cId="2537798046" sldId="888"/>
        </pc:sldMkLst>
      </pc:sldChg>
      <pc:sldChg chg="add del">
        <pc:chgData name="Aleksey Zimin" userId="7f2637d0bc515791" providerId="LiveId" clId="{8553A319-8433-4677-8F80-E28D63617D4C}" dt="2025-11-12T14:23:55.637" v="4446" actId="47"/>
        <pc:sldMkLst>
          <pc:docMk/>
          <pc:sldMk cId="1574673349" sldId="890"/>
        </pc:sldMkLst>
      </pc:sldChg>
      <pc:sldChg chg="add del">
        <pc:chgData name="Aleksey Zimin" userId="7f2637d0bc515791" providerId="LiveId" clId="{8553A319-8433-4677-8F80-E28D63617D4C}" dt="2025-11-12T14:23:55.637" v="4446" actId="47"/>
        <pc:sldMkLst>
          <pc:docMk/>
          <pc:sldMk cId="3699968443" sldId="891"/>
        </pc:sldMkLst>
      </pc:sldChg>
      <pc:sldChg chg="add del">
        <pc:chgData name="Aleksey Zimin" userId="7f2637d0bc515791" providerId="LiveId" clId="{8553A319-8433-4677-8F80-E28D63617D4C}" dt="2025-11-12T14:23:55.637" v="4446" actId="47"/>
        <pc:sldMkLst>
          <pc:docMk/>
          <pc:sldMk cId="752308720" sldId="892"/>
        </pc:sldMkLst>
      </pc:sldChg>
      <pc:sldChg chg="add del">
        <pc:chgData name="Aleksey Zimin" userId="7f2637d0bc515791" providerId="LiveId" clId="{8553A319-8433-4677-8F80-E28D63617D4C}" dt="2025-11-12T14:23:55.637" v="4446" actId="47"/>
        <pc:sldMkLst>
          <pc:docMk/>
          <pc:sldMk cId="872453536" sldId="893"/>
        </pc:sldMkLst>
      </pc:sldChg>
      <pc:sldChg chg="add del">
        <pc:chgData name="Aleksey Zimin" userId="7f2637d0bc515791" providerId="LiveId" clId="{8553A319-8433-4677-8F80-E28D63617D4C}" dt="2025-11-12T14:23:55.637" v="4446" actId="47"/>
        <pc:sldMkLst>
          <pc:docMk/>
          <pc:sldMk cId="2702561878" sldId="894"/>
        </pc:sldMkLst>
      </pc:sldChg>
      <pc:sldChg chg="add del">
        <pc:chgData name="Aleksey Zimin" userId="7f2637d0bc515791" providerId="LiveId" clId="{8553A319-8433-4677-8F80-E28D63617D4C}" dt="2025-11-12T14:23:55.637" v="4446" actId="47"/>
        <pc:sldMkLst>
          <pc:docMk/>
          <pc:sldMk cId="1526773716" sldId="895"/>
        </pc:sldMkLst>
      </pc:sldChg>
      <pc:sldChg chg="add del">
        <pc:chgData name="Aleksey Zimin" userId="7f2637d0bc515791" providerId="LiveId" clId="{8553A319-8433-4677-8F80-E28D63617D4C}" dt="2025-11-12T14:23:55.637" v="4446" actId="47"/>
        <pc:sldMkLst>
          <pc:docMk/>
          <pc:sldMk cId="2253551215" sldId="896"/>
        </pc:sldMkLst>
      </pc:sldChg>
      <pc:sldChg chg="modAnim">
        <pc:chgData name="Aleksey Zimin" userId="7f2637d0bc515791" providerId="LiveId" clId="{8553A319-8433-4677-8F80-E28D63617D4C}" dt="2025-11-11T16:51:31.216" v="4248"/>
        <pc:sldMkLst>
          <pc:docMk/>
          <pc:sldMk cId="3477854863" sldId="907"/>
        </pc:sldMkLst>
      </pc:sldChg>
      <pc:sldChg chg="modSp new add del mod">
        <pc:chgData name="Aleksey Zimin" userId="7f2637d0bc515791" providerId="LiveId" clId="{8553A319-8433-4677-8F80-E28D63617D4C}" dt="2025-11-12T14:23:55.637" v="4446" actId="47"/>
        <pc:sldMkLst>
          <pc:docMk/>
          <pc:sldMk cId="4041367344" sldId="909"/>
        </pc:sldMkLst>
        <pc:spChg chg="mod">
          <ac:chgData name="Aleksey Zimin" userId="7f2637d0bc515791" providerId="LiveId" clId="{8553A319-8433-4677-8F80-E28D63617D4C}" dt="2025-11-07T18:12:02.204" v="53" actId="1076"/>
          <ac:spMkLst>
            <pc:docMk/>
            <pc:sldMk cId="4041367344" sldId="909"/>
            <ac:spMk id="2" creationId="{F73CB90E-4F93-2D9F-010E-6CD0D7C2A08D}"/>
          </ac:spMkLst>
        </pc:spChg>
        <pc:spChg chg="mod">
          <ac:chgData name="Aleksey Zimin" userId="7f2637d0bc515791" providerId="LiveId" clId="{8553A319-8433-4677-8F80-E28D63617D4C}" dt="2025-11-10T15:25:54.617" v="4172" actId="1076"/>
          <ac:spMkLst>
            <pc:docMk/>
            <pc:sldMk cId="4041367344" sldId="909"/>
            <ac:spMk id="3" creationId="{DC1FCB77-9759-C6B5-1779-46F8E35B2ABD}"/>
          </ac:spMkLst>
        </pc:spChg>
      </pc:sldChg>
      <pc:sldChg chg="addSp modSp new mod">
        <pc:chgData name="Aleksey Zimin" userId="7f2637d0bc515791" providerId="LiveId" clId="{8553A319-8433-4677-8F80-E28D63617D4C}" dt="2025-11-11T18:49:44.247" v="4437" actId="20577"/>
        <pc:sldMkLst>
          <pc:docMk/>
          <pc:sldMk cId="3453028118" sldId="910"/>
        </pc:sldMkLst>
        <pc:spChg chg="mod">
          <ac:chgData name="Aleksey Zimin" userId="7f2637d0bc515791" providerId="LiveId" clId="{8553A319-8433-4677-8F80-E28D63617D4C}" dt="2025-11-07T18:45:05.051" v="1329" actId="20577"/>
          <ac:spMkLst>
            <pc:docMk/>
            <pc:sldMk cId="3453028118" sldId="910"/>
            <ac:spMk id="2" creationId="{E842498E-8CD5-96BD-54BF-A37AB1AF279F}"/>
          </ac:spMkLst>
        </pc:spChg>
        <pc:spChg chg="mod">
          <ac:chgData name="Aleksey Zimin" userId="7f2637d0bc515791" providerId="LiveId" clId="{8553A319-8433-4677-8F80-E28D63617D4C}" dt="2025-11-11T18:49:44.247" v="4437" actId="20577"/>
          <ac:spMkLst>
            <pc:docMk/>
            <pc:sldMk cId="3453028118" sldId="910"/>
            <ac:spMk id="3" creationId="{2D3E7EFA-BAE7-E895-5944-EAF99944AD05}"/>
          </ac:spMkLst>
        </pc:spChg>
        <pc:spChg chg="add mod">
          <ac:chgData name="Aleksey Zimin" userId="7f2637d0bc515791" providerId="LiveId" clId="{8553A319-8433-4677-8F80-E28D63617D4C}" dt="2025-11-11T18:48:04.363" v="4366" actId="1076"/>
          <ac:spMkLst>
            <pc:docMk/>
            <pc:sldMk cId="3453028118" sldId="910"/>
            <ac:spMk id="7" creationId="{CFCB39D0-C0A1-890E-655C-D7119A827D35}"/>
          </ac:spMkLst>
        </pc:spChg>
        <pc:picChg chg="add mod">
          <ac:chgData name="Aleksey Zimin" userId="7f2637d0bc515791" providerId="LiveId" clId="{8553A319-8433-4677-8F80-E28D63617D4C}" dt="2025-11-11T18:48:00.204" v="4365" actId="1076"/>
          <ac:picMkLst>
            <pc:docMk/>
            <pc:sldMk cId="3453028118" sldId="910"/>
            <ac:picMk id="6" creationId="{E0B8DB3B-157F-C685-5885-369CAF27EDE2}"/>
          </ac:picMkLst>
        </pc:picChg>
      </pc:sldChg>
      <pc:sldChg chg="addSp modSp new mod ord">
        <pc:chgData name="Aleksey Zimin" userId="7f2637d0bc515791" providerId="LiveId" clId="{8553A319-8433-4677-8F80-E28D63617D4C}" dt="2025-11-11T18:51:09.495" v="4443"/>
        <pc:sldMkLst>
          <pc:docMk/>
          <pc:sldMk cId="517721296" sldId="911"/>
        </pc:sldMkLst>
        <pc:spChg chg="mod">
          <ac:chgData name="Aleksey Zimin" userId="7f2637d0bc515791" providerId="LiveId" clId="{8553A319-8433-4677-8F80-E28D63617D4C}" dt="2025-11-07T18:49:15.235" v="1882" actId="20577"/>
          <ac:spMkLst>
            <pc:docMk/>
            <pc:sldMk cId="517721296" sldId="911"/>
            <ac:spMk id="2" creationId="{DADD3355-0590-A447-40E5-EED30FDD128A}"/>
          </ac:spMkLst>
        </pc:spChg>
        <pc:spChg chg="mod">
          <ac:chgData name="Aleksey Zimin" userId="7f2637d0bc515791" providerId="LiveId" clId="{8553A319-8433-4677-8F80-E28D63617D4C}" dt="2025-11-07T18:59:07.648" v="2052" actId="20577"/>
          <ac:spMkLst>
            <pc:docMk/>
            <pc:sldMk cId="517721296" sldId="911"/>
            <ac:spMk id="3" creationId="{CE3B7942-6A25-C264-FE82-1828D166C1E8}"/>
          </ac:spMkLst>
        </pc:spChg>
        <pc:picChg chg="add mod">
          <ac:chgData name="Aleksey Zimin" userId="7f2637d0bc515791" providerId="LiveId" clId="{8553A319-8433-4677-8F80-E28D63617D4C}" dt="2025-11-07T18:50:52" v="1990" actId="1076"/>
          <ac:picMkLst>
            <pc:docMk/>
            <pc:sldMk cId="517721296" sldId="911"/>
            <ac:picMk id="6" creationId="{E169E7CD-074D-B97B-AE01-E60621020297}"/>
          </ac:picMkLst>
        </pc:picChg>
      </pc:sldChg>
      <pc:sldChg chg="addSp modSp new mod">
        <pc:chgData name="Aleksey Zimin" userId="7f2637d0bc515791" providerId="LiveId" clId="{8553A319-8433-4677-8F80-E28D63617D4C}" dt="2025-11-07T19:04:59.787" v="2221" actId="20577"/>
        <pc:sldMkLst>
          <pc:docMk/>
          <pc:sldMk cId="3169417761" sldId="912"/>
        </pc:sldMkLst>
        <pc:spChg chg="mod">
          <ac:chgData name="Aleksey Zimin" userId="7f2637d0bc515791" providerId="LiveId" clId="{8553A319-8433-4677-8F80-E28D63617D4C}" dt="2025-11-07T18:59:30.009" v="2088" actId="20577"/>
          <ac:spMkLst>
            <pc:docMk/>
            <pc:sldMk cId="3169417761" sldId="912"/>
            <ac:spMk id="2" creationId="{B35D5BEE-90ED-23E5-9EEB-61C351B83435}"/>
          </ac:spMkLst>
        </pc:spChg>
        <pc:spChg chg="mod">
          <ac:chgData name="Aleksey Zimin" userId="7f2637d0bc515791" providerId="LiveId" clId="{8553A319-8433-4677-8F80-E28D63617D4C}" dt="2025-11-07T19:04:59.787" v="2221" actId="20577"/>
          <ac:spMkLst>
            <pc:docMk/>
            <pc:sldMk cId="3169417761" sldId="912"/>
            <ac:spMk id="3" creationId="{66B3790C-0347-0BE8-B888-98C86F97EA63}"/>
          </ac:spMkLst>
        </pc:spChg>
        <pc:picChg chg="add mod">
          <ac:chgData name="Aleksey Zimin" userId="7f2637d0bc515791" providerId="LiveId" clId="{8553A319-8433-4677-8F80-E28D63617D4C}" dt="2025-11-07T19:00:06.567" v="2192" actId="1076"/>
          <ac:picMkLst>
            <pc:docMk/>
            <pc:sldMk cId="3169417761" sldId="912"/>
            <ac:picMk id="6" creationId="{3D6B4299-F247-3CCC-A977-F83CE6034ED6}"/>
          </ac:picMkLst>
        </pc:picChg>
      </pc:sldChg>
      <pc:sldChg chg="addSp delSp modSp add mod">
        <pc:chgData name="Aleksey Zimin" userId="7f2637d0bc515791" providerId="LiveId" clId="{8553A319-8433-4677-8F80-E28D63617D4C}" dt="2025-11-07T19:11:29.871" v="2280" actId="1076"/>
        <pc:sldMkLst>
          <pc:docMk/>
          <pc:sldMk cId="4222899637" sldId="913"/>
        </pc:sldMkLst>
        <pc:spChg chg="mod">
          <ac:chgData name="Aleksey Zimin" userId="7f2637d0bc515791" providerId="LiveId" clId="{8553A319-8433-4677-8F80-E28D63617D4C}" dt="2025-11-07T19:11:17.318" v="2276" actId="14100"/>
          <ac:spMkLst>
            <pc:docMk/>
            <pc:sldMk cId="4222899637" sldId="913"/>
            <ac:spMk id="3" creationId="{AB0E6307-3A01-3DC5-26A1-AE7B5C815A0E}"/>
          </ac:spMkLst>
        </pc:spChg>
        <pc:picChg chg="add mod">
          <ac:chgData name="Aleksey Zimin" userId="7f2637d0bc515791" providerId="LiveId" clId="{8553A319-8433-4677-8F80-E28D63617D4C}" dt="2025-11-07T19:11:27.534" v="2279" actId="14100"/>
          <ac:picMkLst>
            <pc:docMk/>
            <pc:sldMk cId="4222899637" sldId="913"/>
            <ac:picMk id="7" creationId="{F14EF346-5148-A1DC-6C7A-39457577D1DC}"/>
          </ac:picMkLst>
        </pc:picChg>
        <pc:picChg chg="add mod">
          <ac:chgData name="Aleksey Zimin" userId="7f2637d0bc515791" providerId="LiveId" clId="{8553A319-8433-4677-8F80-E28D63617D4C}" dt="2025-11-07T19:11:29.871" v="2280" actId="1076"/>
          <ac:picMkLst>
            <pc:docMk/>
            <pc:sldMk cId="4222899637" sldId="913"/>
            <ac:picMk id="9" creationId="{39DEAA15-7193-25D6-BBCA-FC1C0BB7962B}"/>
          </ac:picMkLst>
        </pc:picChg>
      </pc:sldChg>
      <pc:sldChg chg="addSp modSp new mod ord">
        <pc:chgData name="Aleksey Zimin" userId="7f2637d0bc515791" providerId="LiveId" clId="{8553A319-8433-4677-8F80-E28D63617D4C}" dt="2025-11-11T18:50:53.361" v="4439"/>
        <pc:sldMkLst>
          <pc:docMk/>
          <pc:sldMk cId="1532946543" sldId="914"/>
        </pc:sldMkLst>
        <pc:spChg chg="mod">
          <ac:chgData name="Aleksey Zimin" userId="7f2637d0bc515791" providerId="LiveId" clId="{8553A319-8433-4677-8F80-E28D63617D4C}" dt="2025-11-07T19:11:52.466" v="2297" actId="20577"/>
          <ac:spMkLst>
            <pc:docMk/>
            <pc:sldMk cId="1532946543" sldId="914"/>
            <ac:spMk id="2" creationId="{16B9B8F5-9DBA-32EE-C6C5-068C5F0672F5}"/>
          </ac:spMkLst>
        </pc:spChg>
        <pc:spChg chg="mod">
          <ac:chgData name="Aleksey Zimin" userId="7f2637d0bc515791" providerId="LiveId" clId="{8553A319-8433-4677-8F80-E28D63617D4C}" dt="2025-11-11T16:48:56.191" v="4227" actId="20577"/>
          <ac:spMkLst>
            <pc:docMk/>
            <pc:sldMk cId="1532946543" sldId="914"/>
            <ac:spMk id="3" creationId="{DD8351FA-2FEE-3BB6-D090-9867A620F645}"/>
          </ac:spMkLst>
        </pc:spChg>
        <pc:picChg chg="add mod">
          <ac:chgData name="Aleksey Zimin" userId="7f2637d0bc515791" providerId="LiveId" clId="{8553A319-8433-4677-8F80-E28D63617D4C}" dt="2025-11-11T16:49:18.560" v="4229" actId="1076"/>
          <ac:picMkLst>
            <pc:docMk/>
            <pc:sldMk cId="1532946543" sldId="914"/>
            <ac:picMk id="6" creationId="{10E9579D-4CE7-FE99-E328-FF27CD17A59F}"/>
          </ac:picMkLst>
        </pc:picChg>
      </pc:sldChg>
      <pc:sldChg chg="modSp new add del mod">
        <pc:chgData name="Aleksey Zimin" userId="7f2637d0bc515791" providerId="LiveId" clId="{8553A319-8433-4677-8F80-E28D63617D4C}" dt="2025-11-12T14:23:55.637" v="4446" actId="47"/>
        <pc:sldMkLst>
          <pc:docMk/>
          <pc:sldMk cId="2751715617" sldId="915"/>
        </pc:sldMkLst>
        <pc:spChg chg="mod">
          <ac:chgData name="Aleksey Zimin" userId="7f2637d0bc515791" providerId="LiveId" clId="{8553A319-8433-4677-8F80-E28D63617D4C}" dt="2025-11-07T19:13:16.762" v="2317" actId="20577"/>
          <ac:spMkLst>
            <pc:docMk/>
            <pc:sldMk cId="2751715617" sldId="915"/>
            <ac:spMk id="2" creationId="{A4325125-9095-5C54-C2D1-74402F977A0E}"/>
          </ac:spMkLst>
        </pc:spChg>
        <pc:spChg chg="mod">
          <ac:chgData name="Aleksey Zimin" userId="7f2637d0bc515791" providerId="LiveId" clId="{8553A319-8433-4677-8F80-E28D63617D4C}" dt="2025-11-07T19:18:36.183" v="2852" actId="20577"/>
          <ac:spMkLst>
            <pc:docMk/>
            <pc:sldMk cId="2751715617" sldId="915"/>
            <ac:spMk id="3" creationId="{C16FB1F7-3766-7314-227F-7A2227F6BC96}"/>
          </ac:spMkLst>
        </pc:spChg>
      </pc:sldChg>
      <pc:sldChg chg="addSp delSp modSp new add del mod">
        <pc:chgData name="Aleksey Zimin" userId="7f2637d0bc515791" providerId="LiveId" clId="{8553A319-8433-4677-8F80-E28D63617D4C}" dt="2025-11-12T14:23:55.637" v="4446" actId="47"/>
        <pc:sldMkLst>
          <pc:docMk/>
          <pc:sldMk cId="586534377" sldId="916"/>
        </pc:sldMkLst>
        <pc:spChg chg="mod">
          <ac:chgData name="Aleksey Zimin" userId="7f2637d0bc515791" providerId="LiveId" clId="{8553A319-8433-4677-8F80-E28D63617D4C}" dt="2025-11-07T19:18:59.087" v="2856" actId="14100"/>
          <ac:spMkLst>
            <pc:docMk/>
            <pc:sldMk cId="586534377" sldId="916"/>
            <ac:spMk id="2" creationId="{BAD64B2B-4FF1-9227-2D3F-A459E373D36D}"/>
          </ac:spMkLst>
        </pc:spChg>
        <pc:picChg chg="add mod">
          <ac:chgData name="Aleksey Zimin" userId="7f2637d0bc515791" providerId="LiveId" clId="{8553A319-8433-4677-8F80-E28D63617D4C}" dt="2025-11-07T19:19:37.230" v="2860" actId="1076"/>
          <ac:picMkLst>
            <pc:docMk/>
            <pc:sldMk cId="586534377" sldId="916"/>
            <ac:picMk id="6" creationId="{060CDBE6-7176-C936-B389-0BCEFD1BBDF1}"/>
          </ac:picMkLst>
        </pc:picChg>
      </pc:sldChg>
      <pc:sldChg chg="modSp new add del mod">
        <pc:chgData name="Aleksey Zimin" userId="7f2637d0bc515791" providerId="LiveId" clId="{8553A319-8433-4677-8F80-E28D63617D4C}" dt="2025-11-12T14:23:55.637" v="4446" actId="47"/>
        <pc:sldMkLst>
          <pc:docMk/>
          <pc:sldMk cId="1674740165" sldId="917"/>
        </pc:sldMkLst>
        <pc:spChg chg="mod">
          <ac:chgData name="Aleksey Zimin" userId="7f2637d0bc515791" providerId="LiveId" clId="{8553A319-8433-4677-8F80-E28D63617D4C}" dt="2025-11-07T19:19:51.608" v="2889" actId="20577"/>
          <ac:spMkLst>
            <pc:docMk/>
            <pc:sldMk cId="1674740165" sldId="917"/>
            <ac:spMk id="2" creationId="{A3B00A17-6577-2675-2787-5AE7BF63822F}"/>
          </ac:spMkLst>
        </pc:spChg>
        <pc:spChg chg="mod">
          <ac:chgData name="Aleksey Zimin" userId="7f2637d0bc515791" providerId="LiveId" clId="{8553A319-8433-4677-8F80-E28D63617D4C}" dt="2025-11-07T19:42:22.612" v="3685" actId="20577"/>
          <ac:spMkLst>
            <pc:docMk/>
            <pc:sldMk cId="1674740165" sldId="917"/>
            <ac:spMk id="3" creationId="{A5494619-3480-B492-6091-FC2915C69A21}"/>
          </ac:spMkLst>
        </pc:spChg>
      </pc:sldChg>
      <pc:sldChg chg="addSp delSp modSp new add del mod">
        <pc:chgData name="Aleksey Zimin" userId="7f2637d0bc515791" providerId="LiveId" clId="{8553A319-8433-4677-8F80-E28D63617D4C}" dt="2025-11-12T14:23:55.637" v="4446" actId="47"/>
        <pc:sldMkLst>
          <pc:docMk/>
          <pc:sldMk cId="2557872751" sldId="918"/>
        </pc:sldMkLst>
        <pc:spChg chg="mod">
          <ac:chgData name="Aleksey Zimin" userId="7f2637d0bc515791" providerId="LiveId" clId="{8553A319-8433-4677-8F80-E28D63617D4C}" dt="2025-11-07T19:34:06.223" v="3410" actId="20577"/>
          <ac:spMkLst>
            <pc:docMk/>
            <pc:sldMk cId="2557872751" sldId="918"/>
            <ac:spMk id="2" creationId="{BB5392CA-5924-C3D7-3EE9-7FB6F674D761}"/>
          </ac:spMkLst>
        </pc:spChg>
        <pc:spChg chg="mod">
          <ac:chgData name="Aleksey Zimin" userId="7f2637d0bc515791" providerId="LiveId" clId="{8553A319-8433-4677-8F80-E28D63617D4C}" dt="2025-11-07T19:34:34.928" v="3446" actId="113"/>
          <ac:spMkLst>
            <pc:docMk/>
            <pc:sldMk cId="2557872751" sldId="918"/>
            <ac:spMk id="3" creationId="{1A7F0F78-148F-1C42-0645-75833A47FB9F}"/>
          </ac:spMkLst>
        </pc:spChg>
        <pc:spChg chg="add mod">
          <ac:chgData name="Aleksey Zimin" userId="7f2637d0bc515791" providerId="LiveId" clId="{8553A319-8433-4677-8F80-E28D63617D4C}" dt="2025-11-07T19:31:11.733" v="3163" actId="1076"/>
          <ac:spMkLst>
            <pc:docMk/>
            <pc:sldMk cId="2557872751" sldId="918"/>
            <ac:spMk id="11" creationId="{1B9F0D29-6563-5178-3FC0-A9D40B8D9B12}"/>
          </ac:spMkLst>
        </pc:spChg>
        <pc:spChg chg="add mod">
          <ac:chgData name="Aleksey Zimin" userId="7f2637d0bc515791" providerId="LiveId" clId="{8553A319-8433-4677-8F80-E28D63617D4C}" dt="2025-11-07T19:32:05.229" v="3248" actId="14100"/>
          <ac:spMkLst>
            <pc:docMk/>
            <pc:sldMk cId="2557872751" sldId="918"/>
            <ac:spMk id="14" creationId="{1D4EC3B9-6B76-DBD8-E3C0-1DE819318A80}"/>
          </ac:spMkLst>
        </pc:spChg>
        <pc:spChg chg="add mod">
          <ac:chgData name="Aleksey Zimin" userId="7f2637d0bc515791" providerId="LiveId" clId="{8553A319-8433-4677-8F80-E28D63617D4C}" dt="2025-11-07T19:31:11.733" v="3163" actId="1076"/>
          <ac:spMkLst>
            <pc:docMk/>
            <pc:sldMk cId="2557872751" sldId="918"/>
            <ac:spMk id="21" creationId="{AB31F72E-CAED-522B-87F3-44445CD8763C}"/>
          </ac:spMkLst>
        </pc:spChg>
        <pc:spChg chg="add mod">
          <ac:chgData name="Aleksey Zimin" userId="7f2637d0bc515791" providerId="LiveId" clId="{8553A319-8433-4677-8F80-E28D63617D4C}" dt="2025-11-07T19:31:11.733" v="3163" actId="1076"/>
          <ac:spMkLst>
            <pc:docMk/>
            <pc:sldMk cId="2557872751" sldId="918"/>
            <ac:spMk id="22" creationId="{FAA910B3-8061-128D-33E5-7ADB1FFAA8C9}"/>
          </ac:spMkLst>
        </pc:spChg>
        <pc:spChg chg="add mod">
          <ac:chgData name="Aleksey Zimin" userId="7f2637d0bc515791" providerId="LiveId" clId="{8553A319-8433-4677-8F80-E28D63617D4C}" dt="2025-11-07T19:31:11.733" v="3163" actId="1076"/>
          <ac:spMkLst>
            <pc:docMk/>
            <pc:sldMk cId="2557872751" sldId="918"/>
            <ac:spMk id="23" creationId="{DF16E86D-B4E0-4131-51DC-2D0B9497FB17}"/>
          </ac:spMkLst>
        </pc:spChg>
        <pc:spChg chg="add mod">
          <ac:chgData name="Aleksey Zimin" userId="7f2637d0bc515791" providerId="LiveId" clId="{8553A319-8433-4677-8F80-E28D63617D4C}" dt="2025-11-07T19:31:11.733" v="3163" actId="1076"/>
          <ac:spMkLst>
            <pc:docMk/>
            <pc:sldMk cId="2557872751" sldId="918"/>
            <ac:spMk id="24" creationId="{636F41C2-30B3-67BE-9608-A58EF75BBE18}"/>
          </ac:spMkLst>
        </pc:spChg>
        <pc:spChg chg="add mod">
          <ac:chgData name="Aleksey Zimin" userId="7f2637d0bc515791" providerId="LiveId" clId="{8553A319-8433-4677-8F80-E28D63617D4C}" dt="2025-11-07T19:31:11.733" v="3163" actId="1076"/>
          <ac:spMkLst>
            <pc:docMk/>
            <pc:sldMk cId="2557872751" sldId="918"/>
            <ac:spMk id="25" creationId="{B848B195-8C56-BBBF-92B4-9EB1C4E9E56C}"/>
          </ac:spMkLst>
        </pc:spChg>
        <pc:spChg chg="add mod">
          <ac:chgData name="Aleksey Zimin" userId="7f2637d0bc515791" providerId="LiveId" clId="{8553A319-8433-4677-8F80-E28D63617D4C}" dt="2025-11-07T19:32:12.405" v="3250" actId="1076"/>
          <ac:spMkLst>
            <pc:docMk/>
            <pc:sldMk cId="2557872751" sldId="918"/>
            <ac:spMk id="27" creationId="{0EFF0444-1325-D64F-CA9C-B8F653665D9C}"/>
          </ac:spMkLst>
        </pc:spChg>
        <pc:spChg chg="add mod">
          <ac:chgData name="Aleksey Zimin" userId="7f2637d0bc515791" providerId="LiveId" clId="{8553A319-8433-4677-8F80-E28D63617D4C}" dt="2025-11-07T19:32:55.696" v="3315" actId="20577"/>
          <ac:spMkLst>
            <pc:docMk/>
            <pc:sldMk cId="2557872751" sldId="918"/>
            <ac:spMk id="28" creationId="{0D39E273-9C2B-AC8E-BD39-1DD116FBE377}"/>
          </ac:spMkLst>
        </pc:spChg>
        <pc:spChg chg="add mod">
          <ac:chgData name="Aleksey Zimin" userId="7f2637d0bc515791" providerId="LiveId" clId="{8553A319-8433-4677-8F80-E28D63617D4C}" dt="2025-11-07T19:33:03.172" v="3318" actId="20577"/>
          <ac:spMkLst>
            <pc:docMk/>
            <pc:sldMk cId="2557872751" sldId="918"/>
            <ac:spMk id="29" creationId="{ED59057B-356A-66E1-5F62-9BABADA2BA5F}"/>
          </ac:spMkLst>
        </pc:spChg>
        <pc:spChg chg="add mod">
          <ac:chgData name="Aleksey Zimin" userId="7f2637d0bc515791" providerId="LiveId" clId="{8553A319-8433-4677-8F80-E28D63617D4C}" dt="2025-11-07T19:33:12.999" v="3329" actId="20577"/>
          <ac:spMkLst>
            <pc:docMk/>
            <pc:sldMk cId="2557872751" sldId="918"/>
            <ac:spMk id="30" creationId="{EAE6CA76-7C74-4890-C575-BBC807B763B9}"/>
          </ac:spMkLst>
        </pc:spChg>
        <pc:cxnChg chg="add mod">
          <ac:chgData name="Aleksey Zimin" userId="7f2637d0bc515791" providerId="LiveId" clId="{8553A319-8433-4677-8F80-E28D63617D4C}" dt="2025-11-07T19:31:11.733" v="3163" actId="1076"/>
          <ac:cxnSpMkLst>
            <pc:docMk/>
            <pc:sldMk cId="2557872751" sldId="918"/>
            <ac:cxnSpMk id="6" creationId="{94359C31-79F2-83F6-8361-E42C880BD4A1}"/>
          </ac:cxnSpMkLst>
        </pc:cxnChg>
        <pc:cxnChg chg="add mod">
          <ac:chgData name="Aleksey Zimin" userId="7f2637d0bc515791" providerId="LiveId" clId="{8553A319-8433-4677-8F80-E28D63617D4C}" dt="2025-11-07T19:31:11.733" v="3163" actId="1076"/>
          <ac:cxnSpMkLst>
            <pc:docMk/>
            <pc:sldMk cId="2557872751" sldId="918"/>
            <ac:cxnSpMk id="7" creationId="{3C79E13E-18C9-719B-D3E0-E7DC2092F0E6}"/>
          </ac:cxnSpMkLst>
        </pc:cxnChg>
        <pc:cxnChg chg="add mod">
          <ac:chgData name="Aleksey Zimin" userId="7f2637d0bc515791" providerId="LiveId" clId="{8553A319-8433-4677-8F80-E28D63617D4C}" dt="2025-11-07T19:31:11.733" v="3163" actId="1076"/>
          <ac:cxnSpMkLst>
            <pc:docMk/>
            <pc:sldMk cId="2557872751" sldId="918"/>
            <ac:cxnSpMk id="8" creationId="{2ED7DE06-83BF-146A-D796-6EBB5E351185}"/>
          </ac:cxnSpMkLst>
        </pc:cxnChg>
      </pc:sldChg>
      <pc:sldChg chg="addSp delSp modSp new add del mod">
        <pc:chgData name="Aleksey Zimin" userId="7f2637d0bc515791" providerId="LiveId" clId="{8553A319-8433-4677-8F80-E28D63617D4C}" dt="2025-11-12T14:23:55.637" v="4446" actId="47"/>
        <pc:sldMkLst>
          <pc:docMk/>
          <pc:sldMk cId="3894539422" sldId="919"/>
        </pc:sldMkLst>
        <pc:spChg chg="mod">
          <ac:chgData name="Aleksey Zimin" userId="7f2637d0bc515791" providerId="LiveId" clId="{8553A319-8433-4677-8F80-E28D63617D4C}" dt="2025-11-07T19:43:01.654" v="3706" actId="14100"/>
          <ac:spMkLst>
            <pc:docMk/>
            <pc:sldMk cId="3894539422" sldId="919"/>
            <ac:spMk id="2" creationId="{FA468F5F-93A5-0FDB-7549-3D4A7B813DE3}"/>
          </ac:spMkLst>
        </pc:spChg>
        <pc:picChg chg="add mod">
          <ac:chgData name="Aleksey Zimin" userId="7f2637d0bc515791" providerId="LiveId" clId="{8553A319-8433-4677-8F80-E28D63617D4C}" dt="2025-11-07T19:36:22.628" v="3472" actId="1076"/>
          <ac:picMkLst>
            <pc:docMk/>
            <pc:sldMk cId="3894539422" sldId="919"/>
            <ac:picMk id="6" creationId="{8639BAF4-6B4D-3E29-3D2F-F9CE4264FFE5}"/>
          </ac:picMkLst>
        </pc:picChg>
        <pc:picChg chg="add mod">
          <ac:chgData name="Aleksey Zimin" userId="7f2637d0bc515791" providerId="LiveId" clId="{8553A319-8433-4677-8F80-E28D63617D4C}" dt="2025-11-07T19:36:24.916" v="3473" actId="1076"/>
          <ac:picMkLst>
            <pc:docMk/>
            <pc:sldMk cId="3894539422" sldId="919"/>
            <ac:picMk id="8" creationId="{4C23E2C8-0719-C497-2A33-F09AFFBF22E0}"/>
          </ac:picMkLst>
        </pc:picChg>
      </pc:sldChg>
      <pc:sldChg chg="addSp delSp modSp new add del mod">
        <pc:chgData name="Aleksey Zimin" userId="7f2637d0bc515791" providerId="LiveId" clId="{8553A319-8433-4677-8F80-E28D63617D4C}" dt="2025-11-12T14:23:55.637" v="4446" actId="47"/>
        <pc:sldMkLst>
          <pc:docMk/>
          <pc:sldMk cId="2146371151" sldId="920"/>
        </pc:sldMkLst>
        <pc:spChg chg="mod">
          <ac:chgData name="Aleksey Zimin" userId="7f2637d0bc515791" providerId="LiveId" clId="{8553A319-8433-4677-8F80-E28D63617D4C}" dt="2025-11-07T19:48:58.381" v="3865" actId="20577"/>
          <ac:spMkLst>
            <pc:docMk/>
            <pc:sldMk cId="2146371151" sldId="920"/>
            <ac:spMk id="2" creationId="{D9742DF8-08D0-4842-BF1A-10FC596454D3}"/>
          </ac:spMkLst>
        </pc:spChg>
        <pc:spChg chg="add del mod">
          <ac:chgData name="Aleksey Zimin" userId="7f2637d0bc515791" providerId="LiveId" clId="{8553A319-8433-4677-8F80-E28D63617D4C}" dt="2025-11-07T19:49:40.414" v="3900" actId="20577"/>
          <ac:spMkLst>
            <pc:docMk/>
            <pc:sldMk cId="2146371151" sldId="920"/>
            <ac:spMk id="3" creationId="{C1A92403-420F-6B5A-2128-97BB599221FE}"/>
          </ac:spMkLst>
        </pc:spChg>
        <pc:picChg chg="add mod">
          <ac:chgData name="Aleksey Zimin" userId="7f2637d0bc515791" providerId="LiveId" clId="{8553A319-8433-4677-8F80-E28D63617D4C}" dt="2025-11-07T19:41:13.979" v="3564" actId="1076"/>
          <ac:picMkLst>
            <pc:docMk/>
            <pc:sldMk cId="2146371151" sldId="920"/>
            <ac:picMk id="6" creationId="{1E83DDAE-C461-F8AE-AACE-F0F88A5219D4}"/>
          </ac:picMkLst>
        </pc:picChg>
      </pc:sldChg>
      <pc:sldChg chg="modSp new add del mod">
        <pc:chgData name="Aleksey Zimin" userId="7f2637d0bc515791" providerId="LiveId" clId="{8553A319-8433-4677-8F80-E28D63617D4C}" dt="2025-11-12T14:23:55.637" v="4446" actId="47"/>
        <pc:sldMkLst>
          <pc:docMk/>
          <pc:sldMk cId="2862472149" sldId="921"/>
        </pc:sldMkLst>
        <pc:spChg chg="mod">
          <ac:chgData name="Aleksey Zimin" userId="7f2637d0bc515791" providerId="LiveId" clId="{8553A319-8433-4677-8F80-E28D63617D4C}" dt="2025-11-07T19:41:23.805" v="3573" actId="20577"/>
          <ac:spMkLst>
            <pc:docMk/>
            <pc:sldMk cId="2862472149" sldId="921"/>
            <ac:spMk id="2" creationId="{F255F5BA-FDA9-E2D2-7F51-CD874B35E870}"/>
          </ac:spMkLst>
        </pc:spChg>
        <pc:spChg chg="mod">
          <ac:chgData name="Aleksey Zimin" userId="7f2637d0bc515791" providerId="LiveId" clId="{8553A319-8433-4677-8F80-E28D63617D4C}" dt="2025-11-07T19:52:34.073" v="4166" actId="6549"/>
          <ac:spMkLst>
            <pc:docMk/>
            <pc:sldMk cId="2862472149" sldId="921"/>
            <ac:spMk id="3" creationId="{76232C31-9C13-7764-0394-188D84A8FD08}"/>
          </ac:spMkLst>
        </pc:spChg>
      </pc:sldChg>
      <pc:sldChg chg="addSp delSp modSp new add del mod">
        <pc:chgData name="Aleksey Zimin" userId="7f2637d0bc515791" providerId="LiveId" clId="{8553A319-8433-4677-8F80-E28D63617D4C}" dt="2025-11-12T14:23:55.637" v="4446" actId="47"/>
        <pc:sldMkLst>
          <pc:docMk/>
          <pc:sldMk cId="1952634776" sldId="922"/>
        </pc:sldMkLst>
        <pc:spChg chg="mod">
          <ac:chgData name="Aleksey Zimin" userId="7f2637d0bc515791" providerId="LiveId" clId="{8553A319-8433-4677-8F80-E28D63617D4C}" dt="2025-11-07T19:43:14.103" v="3732" actId="20577"/>
          <ac:spMkLst>
            <pc:docMk/>
            <pc:sldMk cId="1952634776" sldId="922"/>
            <ac:spMk id="2" creationId="{5C792392-380D-1CF4-60C4-CA3A2A57FD92}"/>
          </ac:spMkLst>
        </pc:spChg>
        <pc:spChg chg="add mod">
          <ac:chgData name="Aleksey Zimin" userId="7f2637d0bc515791" providerId="LiveId" clId="{8553A319-8433-4677-8F80-E28D63617D4C}" dt="2025-11-07T19:43:31.340" v="3735" actId="1076"/>
          <ac:spMkLst>
            <pc:docMk/>
            <pc:sldMk cId="1952634776" sldId="922"/>
            <ac:spMk id="15" creationId="{D5D76E0A-D621-7E9E-62E2-E864AD1F4254}"/>
          </ac:spMkLst>
        </pc:spChg>
        <pc:spChg chg="add mod">
          <ac:chgData name="Aleksey Zimin" userId="7f2637d0bc515791" providerId="LiveId" clId="{8553A319-8433-4677-8F80-E28D63617D4C}" dt="2025-11-07T19:46:37.467" v="3807" actId="1076"/>
          <ac:spMkLst>
            <pc:docMk/>
            <pc:sldMk cId="1952634776" sldId="922"/>
            <ac:spMk id="16" creationId="{6E6845EE-8861-1E82-D9F4-DAF5A137B259}"/>
          </ac:spMkLst>
        </pc:spChg>
        <pc:spChg chg="add mod">
          <ac:chgData name="Aleksey Zimin" userId="7f2637d0bc515791" providerId="LiveId" clId="{8553A319-8433-4677-8F80-E28D63617D4C}" dt="2025-11-07T19:43:50.803" v="3746" actId="1076"/>
          <ac:spMkLst>
            <pc:docMk/>
            <pc:sldMk cId="1952634776" sldId="922"/>
            <ac:spMk id="17" creationId="{6ED0EF59-B1DE-B87B-824B-A9CD040EA984}"/>
          </ac:spMkLst>
        </pc:spChg>
        <pc:spChg chg="add mod">
          <ac:chgData name="Aleksey Zimin" userId="7f2637d0bc515791" providerId="LiveId" clId="{8553A319-8433-4677-8F80-E28D63617D4C}" dt="2025-11-07T19:45:24.356" v="3782" actId="207"/>
          <ac:spMkLst>
            <pc:docMk/>
            <pc:sldMk cId="1952634776" sldId="922"/>
            <ac:spMk id="25" creationId="{B51666D4-3182-9000-D1DC-F7F2DAF400CB}"/>
          </ac:spMkLst>
        </pc:spChg>
        <pc:spChg chg="add mod">
          <ac:chgData name="Aleksey Zimin" userId="7f2637d0bc515791" providerId="LiveId" clId="{8553A319-8433-4677-8F80-E28D63617D4C}" dt="2025-11-07T19:46:30.964" v="3805" actId="14100"/>
          <ac:spMkLst>
            <pc:docMk/>
            <pc:sldMk cId="1952634776" sldId="922"/>
            <ac:spMk id="30" creationId="{809301EB-17F4-DB25-380D-7C3E5E53B8D3}"/>
          </ac:spMkLst>
        </pc:spChg>
        <pc:cxnChg chg="mod">
          <ac:chgData name="Aleksey Zimin" userId="7f2637d0bc515791" providerId="LiveId" clId="{8553A319-8433-4677-8F80-E28D63617D4C}" dt="2025-11-07T19:45:59.763" v="3789" actId="14100"/>
          <ac:cxnSpMkLst>
            <pc:docMk/>
            <pc:sldMk cId="1952634776" sldId="922"/>
            <ac:cxnSpMk id="5" creationId="{970842E0-6E36-BFD1-F105-2923BD55CEED}"/>
          </ac:cxnSpMkLst>
        </pc:cxnChg>
        <pc:cxnChg chg="mod">
          <ac:chgData name="Aleksey Zimin" userId="7f2637d0bc515791" providerId="LiveId" clId="{8553A319-8433-4677-8F80-E28D63617D4C}" dt="2025-11-07T19:45:56.811" v="3788" actId="14100"/>
          <ac:cxnSpMkLst>
            <pc:docMk/>
            <pc:sldMk cId="1952634776" sldId="922"/>
            <ac:cxnSpMk id="6" creationId="{F3B862C4-4434-EF81-CE14-E9DE9C3326FF}"/>
          </ac:cxnSpMkLst>
        </pc:cxnChg>
        <pc:cxnChg chg="add mod">
          <ac:chgData name="Aleksey Zimin" userId="7f2637d0bc515791" providerId="LiveId" clId="{8553A319-8433-4677-8F80-E28D63617D4C}" dt="2025-11-07T19:43:54.123" v="3747" actId="1076"/>
          <ac:cxnSpMkLst>
            <pc:docMk/>
            <pc:sldMk cId="1952634776" sldId="922"/>
            <ac:cxnSpMk id="18" creationId="{E44E80D4-6E96-B88F-DF61-FC18ED6EBAC6}"/>
          </ac:cxnSpMkLst>
        </pc:cxnChg>
        <pc:cxnChg chg="add mod">
          <ac:chgData name="Aleksey Zimin" userId="7f2637d0bc515791" providerId="LiveId" clId="{8553A319-8433-4677-8F80-E28D63617D4C}" dt="2025-11-07T19:43:57.771" v="3748" actId="1076"/>
          <ac:cxnSpMkLst>
            <pc:docMk/>
            <pc:sldMk cId="1952634776" sldId="922"/>
            <ac:cxnSpMk id="19" creationId="{5FEFCAED-8FB7-9352-2704-1C20FBE8F9A3}"/>
          </ac:cxnSpMkLst>
        </pc:cxnChg>
        <pc:cxnChg chg="add mod">
          <ac:chgData name="Aleksey Zimin" userId="7f2637d0bc515791" providerId="LiveId" clId="{8553A319-8433-4677-8F80-E28D63617D4C}" dt="2025-11-07T19:44:01.108" v="3749" actId="1076"/>
          <ac:cxnSpMkLst>
            <pc:docMk/>
            <pc:sldMk cId="1952634776" sldId="922"/>
            <ac:cxnSpMk id="20" creationId="{6B8C9642-F938-7D31-4FEB-943F481D1C34}"/>
          </ac:cxnSpMkLst>
        </pc:cxnChg>
        <pc:cxnChg chg="add mod">
          <ac:chgData name="Aleksey Zimin" userId="7f2637d0bc515791" providerId="LiveId" clId="{8553A319-8433-4677-8F80-E28D63617D4C}" dt="2025-11-07T19:44:51.163" v="3757" actId="14100"/>
          <ac:cxnSpMkLst>
            <pc:docMk/>
            <pc:sldMk cId="1952634776" sldId="922"/>
            <ac:cxnSpMk id="21" creationId="{6A1355C1-BCD5-EDC5-647C-1371A70C0E65}"/>
          </ac:cxnSpMkLst>
        </pc:cxnChg>
        <pc:cxnChg chg="add mod">
          <ac:chgData name="Aleksey Zimin" userId="7f2637d0bc515791" providerId="LiveId" clId="{8553A319-8433-4677-8F80-E28D63617D4C}" dt="2025-11-07T19:44:07.956" v="3751" actId="1076"/>
          <ac:cxnSpMkLst>
            <pc:docMk/>
            <pc:sldMk cId="1952634776" sldId="922"/>
            <ac:cxnSpMk id="22" creationId="{B9286772-EAE1-7CD5-11D4-9ECC2224E726}"/>
          </ac:cxnSpMkLst>
        </pc:cxnChg>
        <pc:cxnChg chg="add mod">
          <ac:chgData name="Aleksey Zimin" userId="7f2637d0bc515791" providerId="LiveId" clId="{8553A319-8433-4677-8F80-E28D63617D4C}" dt="2025-11-07T19:46:12.075" v="3792" actId="1076"/>
          <ac:cxnSpMkLst>
            <pc:docMk/>
            <pc:sldMk cId="1952634776" sldId="922"/>
            <ac:cxnSpMk id="26" creationId="{E0B346D2-F63D-F704-1C79-96099B9DB62C}"/>
          </ac:cxnSpMkLst>
        </pc:cxnChg>
      </pc:sldChg>
      <pc:sldChg chg="addSp delSp modSp add del mod">
        <pc:chgData name="Aleksey Zimin" userId="7f2637d0bc515791" providerId="LiveId" clId="{8553A319-8433-4677-8F80-E28D63617D4C}" dt="2025-11-12T14:23:55.637" v="4446" actId="47"/>
        <pc:sldMkLst>
          <pc:docMk/>
          <pc:sldMk cId="3042641771" sldId="923"/>
        </pc:sldMkLst>
        <pc:spChg chg="mod">
          <ac:chgData name="Aleksey Zimin" userId="7f2637d0bc515791" providerId="LiveId" clId="{8553A319-8433-4677-8F80-E28D63617D4C}" dt="2025-11-07T19:47:36.419" v="3837" actId="1076"/>
          <ac:spMkLst>
            <pc:docMk/>
            <pc:sldMk cId="3042641771" sldId="923"/>
            <ac:spMk id="17" creationId="{14999542-5BC6-D144-C217-E1B0DBD9BB0C}"/>
          </ac:spMkLst>
        </pc:spChg>
        <pc:spChg chg="mod">
          <ac:chgData name="Aleksey Zimin" userId="7f2637d0bc515791" providerId="LiveId" clId="{8553A319-8433-4677-8F80-E28D63617D4C}" dt="2025-11-07T19:47:04.228" v="3827" actId="14100"/>
          <ac:spMkLst>
            <pc:docMk/>
            <pc:sldMk cId="3042641771" sldId="923"/>
            <ac:spMk id="25" creationId="{2E9FAACB-1B7E-0E6E-1359-3BA495A3EEB9}"/>
          </ac:spMkLst>
        </pc:spChg>
        <pc:cxnChg chg="add mod">
          <ac:chgData name="Aleksey Zimin" userId="7f2637d0bc515791" providerId="LiveId" clId="{8553A319-8433-4677-8F80-E28D63617D4C}" dt="2025-11-07T19:47:39.195" v="3838" actId="1076"/>
          <ac:cxnSpMkLst>
            <pc:docMk/>
            <pc:sldMk cId="3042641771" sldId="923"/>
            <ac:cxnSpMk id="3" creationId="{FAE29AAD-849F-6A38-F27D-027D8C76FA91}"/>
          </ac:cxnSpMkLst>
        </pc:cxnChg>
      </pc:sldChg>
      <pc:sldChg chg="delSp modSp add del mod">
        <pc:chgData name="Aleksey Zimin" userId="7f2637d0bc515791" providerId="LiveId" clId="{8553A319-8433-4677-8F80-E28D63617D4C}" dt="2025-11-12T14:23:55.637" v="4446" actId="47"/>
        <pc:sldMkLst>
          <pc:docMk/>
          <pc:sldMk cId="2504420400" sldId="924"/>
        </pc:sldMkLst>
        <pc:spChg chg="mod">
          <ac:chgData name="Aleksey Zimin" userId="7f2637d0bc515791" providerId="LiveId" clId="{8553A319-8433-4677-8F80-E28D63617D4C}" dt="2025-11-07T19:48:36.203" v="3863" actId="1076"/>
          <ac:spMkLst>
            <pc:docMk/>
            <pc:sldMk cId="2504420400" sldId="924"/>
            <ac:spMk id="15" creationId="{D1F50F43-4F59-7F49-C4EE-27E31ADC0202}"/>
          </ac:spMkLst>
        </pc:spChg>
        <pc:spChg chg="mod">
          <ac:chgData name="Aleksey Zimin" userId="7f2637d0bc515791" providerId="LiveId" clId="{8553A319-8433-4677-8F80-E28D63617D4C}" dt="2025-11-07T19:47:52.723" v="3844" actId="20577"/>
          <ac:spMkLst>
            <pc:docMk/>
            <pc:sldMk cId="2504420400" sldId="924"/>
            <ac:spMk id="17" creationId="{CBBF2A86-782C-5C87-B1A4-0725F10CF4C9}"/>
          </ac:spMkLst>
        </pc:spChg>
        <pc:cxnChg chg="mod">
          <ac:chgData name="Aleksey Zimin" userId="7f2637d0bc515791" providerId="LiveId" clId="{8553A319-8433-4677-8F80-E28D63617D4C}" dt="2025-11-07T19:48:24.731" v="3849" actId="1076"/>
          <ac:cxnSpMkLst>
            <pc:docMk/>
            <pc:sldMk cId="2504420400" sldId="924"/>
            <ac:cxnSpMk id="3" creationId="{FED97CAB-198C-0016-4027-685341684675}"/>
          </ac:cxnSpMkLst>
        </pc:cxnChg>
      </pc:sldChg>
      <pc:sldChg chg="addSp delSp modSp mod">
        <pc:chgData name="Aleksey Zimin" userId="7f2637d0bc515791" providerId="LiveId" clId="{8553A319-8433-4677-8F80-E28D63617D4C}" dt="2025-11-11T16:59:12.030" v="4332" actId="14100"/>
        <pc:sldMkLst>
          <pc:docMk/>
          <pc:sldMk cId="2349153104" sldId="925"/>
        </pc:sldMkLst>
        <pc:spChg chg="add mod">
          <ac:chgData name="Aleksey Zimin" userId="7f2637d0bc515791" providerId="LiveId" clId="{8553A319-8433-4677-8F80-E28D63617D4C}" dt="2025-11-11T16:55:12.941" v="4304" actId="1076"/>
          <ac:spMkLst>
            <pc:docMk/>
            <pc:sldMk cId="2349153104" sldId="925"/>
            <ac:spMk id="3" creationId="{185A2386-0758-8DD4-D579-FA675FDA77E0}"/>
          </ac:spMkLst>
        </pc:spChg>
        <pc:picChg chg="mod">
          <ac:chgData name="Aleksey Zimin" userId="7f2637d0bc515791" providerId="LiveId" clId="{8553A319-8433-4677-8F80-E28D63617D4C}" dt="2025-11-11T16:54:45.241" v="4301" actId="14100"/>
          <ac:picMkLst>
            <pc:docMk/>
            <pc:sldMk cId="2349153104" sldId="925"/>
            <ac:picMk id="6" creationId="{30DBBF84-F160-4B93-A3E6-EFFC40927008}"/>
          </ac:picMkLst>
        </pc:picChg>
        <pc:picChg chg="add mod">
          <ac:chgData name="Aleksey Zimin" userId="7f2637d0bc515791" providerId="LiveId" clId="{8553A319-8433-4677-8F80-E28D63617D4C}" dt="2025-11-11T16:55:18.111" v="4305" actId="1076"/>
          <ac:picMkLst>
            <pc:docMk/>
            <pc:sldMk cId="2349153104" sldId="925"/>
            <ac:picMk id="8" creationId="{22086C79-5857-7439-A06D-3853490A375B}"/>
          </ac:picMkLst>
        </pc:picChg>
        <pc:picChg chg="add del mod">
          <ac:chgData name="Aleksey Zimin" userId="7f2637d0bc515791" providerId="LiveId" clId="{8553A319-8433-4677-8F80-E28D63617D4C}" dt="2025-11-11T16:56:26.944" v="4311" actId="478"/>
          <ac:picMkLst>
            <pc:docMk/>
            <pc:sldMk cId="2349153104" sldId="925"/>
            <ac:picMk id="10" creationId="{C691B901-943A-4836-537E-B6FC33FC40FB}"/>
          </ac:picMkLst>
        </pc:picChg>
        <pc:picChg chg="add del mod">
          <ac:chgData name="Aleksey Zimin" userId="7f2637d0bc515791" providerId="LiveId" clId="{8553A319-8433-4677-8F80-E28D63617D4C}" dt="2025-11-11T16:57:36.495" v="4325" actId="478"/>
          <ac:picMkLst>
            <pc:docMk/>
            <pc:sldMk cId="2349153104" sldId="925"/>
            <ac:picMk id="12" creationId="{E2D69121-1212-21CF-8957-388E469A6EB6}"/>
          </ac:picMkLst>
        </pc:picChg>
        <pc:picChg chg="add mod">
          <ac:chgData name="Aleksey Zimin" userId="7f2637d0bc515791" providerId="LiveId" clId="{8553A319-8433-4677-8F80-E28D63617D4C}" dt="2025-11-11T16:59:12.030" v="4332" actId="14100"/>
          <ac:picMkLst>
            <pc:docMk/>
            <pc:sldMk cId="2349153104" sldId="925"/>
            <ac:picMk id="14" creationId="{B9AA4502-D409-201E-C6E3-B6924BB16E72}"/>
          </ac:picMkLst>
        </pc:picChg>
      </pc:sldChg>
      <pc:sldChg chg="add del">
        <pc:chgData name="Aleksey Zimin" userId="7f2637d0bc515791" providerId="LiveId" clId="{8553A319-8433-4677-8F80-E28D63617D4C}" dt="2025-11-12T14:23:55.637" v="4446" actId="47"/>
        <pc:sldMkLst>
          <pc:docMk/>
          <pc:sldMk cId="1418579465" sldId="927"/>
        </pc:sldMkLst>
      </pc:sldChg>
      <pc:sldChg chg="addSp delSp modSp add mod ord">
        <pc:chgData name="Aleksey Zimin" userId="7f2637d0bc515791" providerId="LiveId" clId="{8553A319-8433-4677-8F80-E28D63617D4C}" dt="2025-11-11T18:50:53.361" v="4439"/>
        <pc:sldMkLst>
          <pc:docMk/>
          <pc:sldMk cId="30014958" sldId="928"/>
        </pc:sldMkLst>
        <pc:spChg chg="mod">
          <ac:chgData name="Aleksey Zimin" userId="7f2637d0bc515791" providerId="LiveId" clId="{8553A319-8433-4677-8F80-E28D63617D4C}" dt="2025-11-11T16:49:30.896" v="4239" actId="20577"/>
          <ac:spMkLst>
            <pc:docMk/>
            <pc:sldMk cId="30014958" sldId="928"/>
            <ac:spMk id="2" creationId="{FCEE46A1-4D3D-7A01-026D-1AC6B49729E1}"/>
          </ac:spMkLst>
        </pc:spChg>
        <pc:spChg chg="del">
          <ac:chgData name="Aleksey Zimin" userId="7f2637d0bc515791" providerId="LiveId" clId="{8553A319-8433-4677-8F80-E28D63617D4C}" dt="2025-11-11T16:50:32.275" v="4244" actId="478"/>
          <ac:spMkLst>
            <pc:docMk/>
            <pc:sldMk cId="30014958" sldId="928"/>
            <ac:spMk id="3" creationId="{218A1170-48E6-A969-3D75-CF4A1B02E5B4}"/>
          </ac:spMkLst>
        </pc:spChg>
        <pc:spChg chg="add del mod">
          <ac:chgData name="Aleksey Zimin" userId="7f2637d0bc515791" providerId="LiveId" clId="{8553A319-8433-4677-8F80-E28D63617D4C}" dt="2025-11-11T16:50:45" v="4246" actId="478"/>
          <ac:spMkLst>
            <pc:docMk/>
            <pc:sldMk cId="30014958" sldId="928"/>
            <ac:spMk id="9" creationId="{D6C3D10C-0D43-D3B0-9E24-23CA189E7942}"/>
          </ac:spMkLst>
        </pc:spChg>
        <pc:picChg chg="del">
          <ac:chgData name="Aleksey Zimin" userId="7f2637d0bc515791" providerId="LiveId" clId="{8553A319-8433-4677-8F80-E28D63617D4C}" dt="2025-11-11T16:49:34.408" v="4240" actId="478"/>
          <ac:picMkLst>
            <pc:docMk/>
            <pc:sldMk cId="30014958" sldId="928"/>
            <ac:picMk id="6" creationId="{1A1DB722-52C3-297F-C85F-9F4A16179F40}"/>
          </ac:picMkLst>
        </pc:picChg>
        <pc:picChg chg="add mod">
          <ac:chgData name="Aleksey Zimin" userId="7f2637d0bc515791" providerId="LiveId" clId="{8553A319-8433-4677-8F80-E28D63617D4C}" dt="2025-11-11T16:50:41.622" v="4245" actId="14100"/>
          <ac:picMkLst>
            <pc:docMk/>
            <pc:sldMk cId="30014958" sldId="928"/>
            <ac:picMk id="7" creationId="{379B34A3-A541-08EF-A5F7-377561B34593}"/>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17.456"/>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03T19:26:28.090"/>
    </inkml:context>
    <inkml:brush xml:id="br0">
      <inkml:brushProperty name="width" value="0.035" units="cm"/>
      <inkml:brushProperty name="height" value="0.035" units="cm"/>
    </inkml:brush>
  </inkml:definitions>
  <inkml:trace contextRef="#ctx0" brushRef="#br0">82 868 24575,'31'-41'0,"2"1"0,67-63 0,-39 42 0,-17 16 0,1 1 0,96-68 0,-67 61 0,138-88 0,-172 117 0,1 1 0,0 2 0,71-21 0,-23 14 0,0 4 0,173-20 0,101 4 0,47 37 0,-358 4 0,-2 2 0,1 3 0,-1 1 0,0 3 0,-1 2 0,0 3 0,-1 1 0,-1 2 0,62 37 0,-66-29 0,0 2 0,-2 1 0,71 71 0,-55-41 0,83 114 0,-83-90 0,-3 2 0,-4 2 0,-4 3 0,36 100 0,-63-141 0,-3-10 0,11 43 0,-2 9 0,-10-45 0,-3 1 0,8 60 0,-11 49 0,-12 178 0,0-287 0,-2 0 0,-2-1 0,-2 0 0,-2 0 0,-3-1 0,-33 80 0,5-36 0,-4-3 0,-110 159 0,65-127 0,-132 134 0,173-201 0,14-13 0,-1-2 0,-2-1 0,-1-2 0,-75 50 0,53-50 0,-1-3 0,-1-2 0,-77 24 0,95-41 0,-1-1 0,1-2 0,-2-2 0,1-3 0,-79 0 0,35-6 0,51 3 0,0-2 0,-1-2 0,1-2 0,0-1 0,-76-21 0,-199-100 0,182 75 0,73 30 0,-88-45 0,92 36 0,1-2 0,2-2 0,2-3 0,1-1 0,-57-58 0,75 62 0,-190-188 0,197 197 0,2-2 0,0 0 0,-24-40 0,-3-2 0,27 40 0,1 0 0,2-2 0,1 0 0,1-1 0,-23-59 0,35 66 0,-3-4 0,5 33 0,0 21 0,2-11 0,0-1 0,1 1 0,1-1 0,0 1 0,1-1 0,1 1 0,0-1 0,1 0 0,0 0 0,1 0 0,0 0 0,1 0 0,0-1 0,11 17 0,28 65 0,-44-94 0,0 0 0,1 0 0,-1 1 0,0-1 0,0 0 0,0 0 0,0 0 0,0 0 0,0 0 0,0 0 0,0 0 0,0 0 0,1 0 0,-1 0 0,0 0 0,0 1 0,0-1 0,0 0 0,0 0 0,0 0 0,0 0 0,1 0 0,-1 0 0,0 0 0,0 0 0,0 0 0,0 0 0,0 0 0,0 0 0,1 0 0,-1 0 0,0 0 0,0-1 0,0 1 0,0 0 0,0 0 0,0 0 0,1 0 0,-1 0 0,0 0 0,0 0 0,0 0 0,0 0 0,0 0 0,0 0 0,0 0 0,0-1 0,0 1 0,0 0 0,0 0 0,1 0 0,-1 0 0,0 0 0,0 0 0,0-1 0,0 1 0,0 0 0,0 0 0,0 0 0,0 0 0,0 0 0,0-1 0,4-15 0,-1-17 0,-3 8 0,-2 1 0,-6-35 0,-3-37 0,11 90 0,-1 0 0,0 0 0,0 0 0,0 1 0,-1-1 0,1 1 0,-2-1 0,1 1 0,0-1 0,-1 1 0,0 0 0,0 0 0,-8-8 0,34 63 0,-2-19 0,41 47 0,-41-55 0,-2 2 0,33 52 0,-143-211 0,86 128-105,0 0 0,0 1 0,0 0 0,-1 0 0,0 1 0,0 0 0,0 0 0,-1 0 0,1 0 0,-1 1 0,0 0 0,-14-3 0,5 2-6721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11/12/2025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lekseyzimin/BME-Algorithms-for-Analysis-of-Genomic-Data/raw/refs/heads/main/testing20.txt" TargetMode="External"/><Relationship Id="rId2" Type="http://schemas.openxmlformats.org/officeDocument/2006/relationships/hyperlink" Target="https://github.com/alekseyzimin/BME-Algorithms-for-Analysis-of-Genomic-Data/raw/refs/heads/main/training.tx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customXml" Target="../ink/ink2.xml"/></Relationships>
</file>

<file path=ppt/slides/_rels/slide1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customXml" Target="../ink/ink4.xml"/></Relationships>
</file>

<file path=ppt/slides/_rels/slide1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customXml" Target="../ink/ink6.xml"/></Relationships>
</file>

<file path=ppt/slides/_rels/slide1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7.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customXml" Target="../ink/ink8.xml"/></Relationships>
</file>

<file path=ppt/slides/_rels/slide1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9.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6.png"/><Relationship Id="rId4" Type="http://schemas.openxmlformats.org/officeDocument/2006/relationships/customXml" Target="../ink/ink10.xml"/></Relationships>
</file>

<file path=ppt/slides/_rels/slide1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1.xml"/><Relationship Id="rId1" Type="http://schemas.openxmlformats.org/officeDocument/2006/relationships/slideLayout" Target="../slideLayouts/slideLayout2.xml"/><Relationship Id="rId4" Type="http://schemas.openxmlformats.org/officeDocument/2006/relationships/customXml" Target="../ink/ink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customXml" Target="../ink/ink13.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customXml" Target="../ink/ink14.xml"/></Relationships>
</file>

<file path=ppt/slides/_rels/slide2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5.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0.png"/><Relationship Id="rId4" Type="http://schemas.openxmlformats.org/officeDocument/2006/relationships/customXml" Target="../ink/ink16.xml"/></Relationships>
</file>

<file path=ppt/slides/_rels/slide2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80.png"/><Relationship Id="rId4" Type="http://schemas.openxmlformats.org/officeDocument/2006/relationships/customXml" Target="../ink/ink18.xml"/></Relationships>
</file>

<file path=ppt/slides/_rels/slide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19.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80.png"/><Relationship Id="rId4" Type="http://schemas.openxmlformats.org/officeDocument/2006/relationships/customXml" Target="../ink/ink20.xml"/></Relationships>
</file>

<file path=ppt/slides/_rels/slide2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20.png"/><Relationship Id="rId4" Type="http://schemas.openxmlformats.org/officeDocument/2006/relationships/customXml" Target="../ink/ink22.xml"/></Relationships>
</file>

<file path=ppt/slides/_rels/slide2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23.xml"/><Relationship Id="rId1" Type="http://schemas.openxmlformats.org/officeDocument/2006/relationships/slideLayout" Target="../slideLayouts/slideLayout2.xml"/><Relationship Id="rId4" Type="http://schemas.openxmlformats.org/officeDocument/2006/relationships/customXml" Target="../ink/ink24.xml"/></Relationships>
</file>

<file path=ppt/slides/_rels/slide2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25.xml"/><Relationship Id="rId1" Type="http://schemas.openxmlformats.org/officeDocument/2006/relationships/slideLayout" Target="../slideLayouts/slideLayout2.xml"/><Relationship Id="rId4" Type="http://schemas.openxmlformats.org/officeDocument/2006/relationships/customXml" Target="../ink/ink26.xml"/></Relationships>
</file>

<file path=ppt/slides/_rels/slide2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27.xml"/><Relationship Id="rId1" Type="http://schemas.openxmlformats.org/officeDocument/2006/relationships/slideLayout" Target="../slideLayouts/slideLayout2.xml"/><Relationship Id="rId4" Type="http://schemas.openxmlformats.org/officeDocument/2006/relationships/customXml" Target="../ink/ink28.xml"/></Relationships>
</file>

<file path=ppt/slides/_rels/slide2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2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customXml" Target="../ink/ink30.xml"/></Relationships>
</file>

<file path=ppt/slides/_rels/slide2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31.xml"/><Relationship Id="rId1" Type="http://schemas.openxmlformats.org/officeDocument/2006/relationships/slideLayout" Target="../slideLayouts/slideLayout2.xml"/><Relationship Id="rId4" Type="http://schemas.openxmlformats.org/officeDocument/2006/relationships/customXml" Target="../ink/ink32.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3.xml"/><Relationship Id="rId1" Type="http://schemas.openxmlformats.org/officeDocument/2006/relationships/slideLayout" Target="../slideLayouts/slideLayout2.xml"/><Relationship Id="rId4" Type="http://schemas.openxmlformats.org/officeDocument/2006/relationships/customXml" Target="../ink/ink34.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5.xml"/><Relationship Id="rId1" Type="http://schemas.openxmlformats.org/officeDocument/2006/relationships/slideLayout" Target="../slideLayouts/slideLayout2.xml"/><Relationship Id="rId4" Type="http://schemas.openxmlformats.org/officeDocument/2006/relationships/customXml" Target="../ink/ink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12</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25125-9095-5C54-C2D1-74402F977A0E}"/>
              </a:ext>
            </a:extLst>
          </p:cNvPr>
          <p:cNvSpPr>
            <a:spLocks noGrp="1"/>
          </p:cNvSpPr>
          <p:nvPr>
            <p:ph type="title"/>
          </p:nvPr>
        </p:nvSpPr>
        <p:spPr/>
        <p:txBody>
          <a:bodyPr>
            <a:normAutofit fontScale="90000"/>
          </a:bodyPr>
          <a:lstStyle/>
          <a:p>
            <a:r>
              <a:rPr lang="en-US" dirty="0"/>
              <a:t>Paper presentation</a:t>
            </a:r>
          </a:p>
        </p:txBody>
      </p:sp>
      <p:sp>
        <p:nvSpPr>
          <p:cNvPr id="3" name="Content Placeholder 2">
            <a:extLst>
              <a:ext uri="{FF2B5EF4-FFF2-40B4-BE49-F238E27FC236}">
                <a16:creationId xmlns:a16="http://schemas.microsoft.com/office/drawing/2014/main" id="{C16FB1F7-3766-7314-227F-7A2227F6BC96}"/>
              </a:ext>
            </a:extLst>
          </p:cNvPr>
          <p:cNvSpPr>
            <a:spLocks noGrp="1"/>
          </p:cNvSpPr>
          <p:nvPr>
            <p:ph idx="1"/>
          </p:nvPr>
        </p:nvSpPr>
        <p:spPr>
          <a:xfrm>
            <a:off x="598620" y="1596540"/>
            <a:ext cx="10972800" cy="4918560"/>
          </a:xfrm>
        </p:spPr>
        <p:txBody>
          <a:bodyPr>
            <a:normAutofit/>
          </a:bodyPr>
          <a:lstStyle/>
          <a:p>
            <a:r>
              <a:rPr lang="en-US" dirty="0"/>
              <a:t>You have 10 minutes:  no outline, 10 slides maximum</a:t>
            </a:r>
          </a:p>
          <a:p>
            <a:r>
              <a:rPr lang="en-US" dirty="0"/>
              <a:t>The best part is the abstract – it usually contains statement of the problem and conclusions</a:t>
            </a:r>
          </a:p>
          <a:p>
            <a:r>
              <a:rPr lang="en-US" dirty="0"/>
              <a:t>It is OK if you finish 1-2 minutes early, please try to not go over time limit</a:t>
            </a:r>
          </a:p>
          <a:p>
            <a:r>
              <a:rPr lang="en-US" dirty="0"/>
              <a:t>Please bring your talk to class in PDF or PPT format on a USB stick, or you can present from your laptop (USB-C or HDMI)</a:t>
            </a:r>
          </a:p>
          <a:p>
            <a:r>
              <a:rPr lang="en-US" dirty="0"/>
              <a:t>Don’t try to describe everything, describe the key point or key algorithm in the paper</a:t>
            </a:r>
          </a:p>
          <a:p>
            <a:r>
              <a:rPr lang="en-US" dirty="0"/>
              <a:t>You will get full credit for presenting</a:t>
            </a:r>
          </a:p>
        </p:txBody>
      </p:sp>
      <p:sp>
        <p:nvSpPr>
          <p:cNvPr id="4" name="Slide Number Placeholder 3">
            <a:extLst>
              <a:ext uri="{FF2B5EF4-FFF2-40B4-BE49-F238E27FC236}">
                <a16:creationId xmlns:a16="http://schemas.microsoft.com/office/drawing/2014/main" id="{67C7081B-7FDA-11D6-2EB0-2A35F6224DE8}"/>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2751715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64B2B-4FF1-9227-2D3F-A459E373D36D}"/>
              </a:ext>
            </a:extLst>
          </p:cNvPr>
          <p:cNvSpPr>
            <a:spLocks noGrp="1"/>
          </p:cNvSpPr>
          <p:nvPr>
            <p:ph type="title"/>
          </p:nvPr>
        </p:nvSpPr>
        <p:spPr>
          <a:xfrm>
            <a:off x="598620" y="680310"/>
            <a:ext cx="7326180" cy="458115"/>
          </a:xfrm>
        </p:spPr>
        <p:txBody>
          <a:bodyPr>
            <a:normAutofit fontScale="90000"/>
          </a:bodyPr>
          <a:lstStyle/>
          <a:p>
            <a:r>
              <a:rPr lang="en-US" b="1" dirty="0"/>
              <a:t>The SAMBA tool uses long reads to improve the contiguity of genome assemblies</a:t>
            </a:r>
            <a:br>
              <a:rPr lang="en-US" b="1" dirty="0"/>
            </a:br>
            <a:endParaRPr lang="en-US" dirty="0"/>
          </a:p>
        </p:txBody>
      </p:sp>
      <p:sp>
        <p:nvSpPr>
          <p:cNvPr id="4" name="Slide Number Placeholder 3">
            <a:extLst>
              <a:ext uri="{FF2B5EF4-FFF2-40B4-BE49-F238E27FC236}">
                <a16:creationId xmlns:a16="http://schemas.microsoft.com/office/drawing/2014/main" id="{A9F497CF-1182-FB10-3B57-13C41D666782}"/>
              </a:ext>
            </a:extLst>
          </p:cNvPr>
          <p:cNvSpPr>
            <a:spLocks noGrp="1"/>
          </p:cNvSpPr>
          <p:nvPr>
            <p:ph type="sldNum" sz="quarter" idx="12"/>
          </p:nvPr>
        </p:nvSpPr>
        <p:spPr/>
        <p:txBody>
          <a:bodyPr/>
          <a:lstStyle/>
          <a:p>
            <a:fld id="{B82CCC60-E8CD-4174-8B1A-7DF615B22EEF}" type="slidenum">
              <a:rPr lang="en-US" smtClean="0"/>
              <a:pPr/>
              <a:t>3</a:t>
            </a:fld>
            <a:endParaRPr lang="en-US"/>
          </a:p>
        </p:txBody>
      </p:sp>
      <p:pic>
        <p:nvPicPr>
          <p:cNvPr id="6" name="Picture 5">
            <a:extLst>
              <a:ext uri="{FF2B5EF4-FFF2-40B4-BE49-F238E27FC236}">
                <a16:creationId xmlns:a16="http://schemas.microsoft.com/office/drawing/2014/main" id="{060CDBE6-7176-C936-B389-0BCEFD1BBDF1}"/>
              </a:ext>
            </a:extLst>
          </p:cNvPr>
          <p:cNvPicPr>
            <a:picLocks noChangeAspect="1"/>
          </p:cNvPicPr>
          <p:nvPr/>
        </p:nvPicPr>
        <p:blipFill>
          <a:blip r:embed="rId2"/>
          <a:stretch>
            <a:fillRect/>
          </a:stretch>
        </p:blipFill>
        <p:spPr>
          <a:xfrm>
            <a:off x="1575883" y="2333440"/>
            <a:ext cx="7230484" cy="2648320"/>
          </a:xfrm>
          <a:prstGeom prst="rect">
            <a:avLst/>
          </a:prstGeom>
        </p:spPr>
      </p:pic>
    </p:spTree>
    <p:extLst>
      <p:ext uri="{BB962C8B-B14F-4D97-AF65-F5344CB8AC3E}">
        <p14:creationId xmlns:p14="http://schemas.microsoft.com/office/powerpoint/2010/main" val="586534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00A17-6577-2675-2787-5AE7BF63822F}"/>
              </a:ext>
            </a:extLst>
          </p:cNvPr>
          <p:cNvSpPr>
            <a:spLocks noGrp="1"/>
          </p:cNvSpPr>
          <p:nvPr>
            <p:ph type="title"/>
          </p:nvPr>
        </p:nvSpPr>
        <p:spPr/>
        <p:txBody>
          <a:bodyPr>
            <a:normAutofit fontScale="90000"/>
          </a:bodyPr>
          <a:lstStyle/>
          <a:p>
            <a:r>
              <a:rPr lang="en-US" dirty="0"/>
              <a:t>Scaffolding with long reads</a:t>
            </a:r>
          </a:p>
        </p:txBody>
      </p:sp>
      <p:sp>
        <p:nvSpPr>
          <p:cNvPr id="3" name="Content Placeholder 2">
            <a:extLst>
              <a:ext uri="{FF2B5EF4-FFF2-40B4-BE49-F238E27FC236}">
                <a16:creationId xmlns:a16="http://schemas.microsoft.com/office/drawing/2014/main" id="{A5494619-3480-B492-6091-FC2915C69A21}"/>
              </a:ext>
            </a:extLst>
          </p:cNvPr>
          <p:cNvSpPr>
            <a:spLocks noGrp="1"/>
          </p:cNvSpPr>
          <p:nvPr>
            <p:ph idx="1"/>
          </p:nvPr>
        </p:nvSpPr>
        <p:spPr/>
        <p:txBody>
          <a:bodyPr/>
          <a:lstStyle/>
          <a:p>
            <a:r>
              <a:rPr lang="en-US" dirty="0"/>
              <a:t>SAMBA (Scaffolding Assemblies with Multiple Big Alignments) tool uses long reads to re-scaffold contigs from an existing genome assembly and to fill gaps in those scaffolds</a:t>
            </a:r>
          </a:p>
          <a:p>
            <a:r>
              <a:rPr lang="en-US" dirty="0"/>
              <a:t>The tool is designed to use 10-30x coverage in long read data with a set of existing contigs, although it can function with lower or higher coverage as well.</a:t>
            </a:r>
          </a:p>
          <a:p>
            <a:r>
              <a:rPr lang="en-US" dirty="0"/>
              <a:t>Open-source, available on github, included into MaSuRCA genome assembly package</a:t>
            </a:r>
          </a:p>
        </p:txBody>
      </p:sp>
      <p:sp>
        <p:nvSpPr>
          <p:cNvPr id="4" name="Slide Number Placeholder 3">
            <a:extLst>
              <a:ext uri="{FF2B5EF4-FFF2-40B4-BE49-F238E27FC236}">
                <a16:creationId xmlns:a16="http://schemas.microsoft.com/office/drawing/2014/main" id="{48E03B59-C192-23B3-E87F-879592C3143B}"/>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1674740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92CA-5924-C3D7-3EE9-7FB6F674D761}"/>
              </a:ext>
            </a:extLst>
          </p:cNvPr>
          <p:cNvSpPr>
            <a:spLocks noGrp="1"/>
          </p:cNvSpPr>
          <p:nvPr>
            <p:ph type="title"/>
          </p:nvPr>
        </p:nvSpPr>
        <p:spPr/>
        <p:txBody>
          <a:bodyPr>
            <a:normAutofit fontScale="90000"/>
          </a:bodyPr>
          <a:lstStyle/>
          <a:p>
            <a:r>
              <a:rPr lang="en-US" dirty="0"/>
              <a:t>The SAMBA algorithm: links</a:t>
            </a:r>
          </a:p>
        </p:txBody>
      </p:sp>
      <p:sp>
        <p:nvSpPr>
          <p:cNvPr id="3" name="Content Placeholder 2">
            <a:extLst>
              <a:ext uri="{FF2B5EF4-FFF2-40B4-BE49-F238E27FC236}">
                <a16:creationId xmlns:a16="http://schemas.microsoft.com/office/drawing/2014/main" id="{1A7F0F78-148F-1C42-0645-75833A47FB9F}"/>
              </a:ext>
            </a:extLst>
          </p:cNvPr>
          <p:cNvSpPr>
            <a:spLocks noGrp="1"/>
          </p:cNvSpPr>
          <p:nvPr>
            <p:ph idx="1"/>
          </p:nvPr>
        </p:nvSpPr>
        <p:spPr/>
        <p:txBody>
          <a:bodyPr/>
          <a:lstStyle/>
          <a:p>
            <a:r>
              <a:rPr lang="en-US" dirty="0"/>
              <a:t>Align reads to the contigs with minimap2</a:t>
            </a:r>
          </a:p>
          <a:p>
            <a:r>
              <a:rPr lang="en-US" dirty="0"/>
              <a:t>Use reads that align to two different contigs in such a way that they can be joined to generate </a:t>
            </a:r>
            <a:r>
              <a:rPr lang="en-US" b="1" dirty="0"/>
              <a:t>links</a:t>
            </a:r>
            <a:r>
              <a:rPr lang="en-US" dirty="0"/>
              <a:t> between contigs:</a:t>
            </a:r>
          </a:p>
          <a:p>
            <a:pPr lvl="1"/>
            <a:r>
              <a:rPr lang="en-US" dirty="0"/>
              <a:t>Sum of overhangs&lt;500bp (default) on each side</a:t>
            </a:r>
          </a:p>
          <a:p>
            <a:pPr lvl="1"/>
            <a:r>
              <a:rPr lang="en-US" dirty="0"/>
              <a:t>Overlap &gt; 2500bp on each side</a:t>
            </a:r>
          </a:p>
          <a:p>
            <a:pPr lvl="1"/>
            <a:r>
              <a:rPr lang="en-US" dirty="0"/>
              <a:t>Mode than one read required to suggest a merge between two contigs, implied gap size must be consistent</a:t>
            </a:r>
          </a:p>
        </p:txBody>
      </p:sp>
      <p:sp>
        <p:nvSpPr>
          <p:cNvPr id="4" name="Slide Number Placeholder 3">
            <a:extLst>
              <a:ext uri="{FF2B5EF4-FFF2-40B4-BE49-F238E27FC236}">
                <a16:creationId xmlns:a16="http://schemas.microsoft.com/office/drawing/2014/main" id="{37DE477B-C661-5876-6BD4-5EAB3150DED5}"/>
              </a:ext>
            </a:extLst>
          </p:cNvPr>
          <p:cNvSpPr>
            <a:spLocks noGrp="1"/>
          </p:cNvSpPr>
          <p:nvPr>
            <p:ph type="sldNum" sz="quarter" idx="12"/>
          </p:nvPr>
        </p:nvSpPr>
        <p:spPr/>
        <p:txBody>
          <a:bodyPr/>
          <a:lstStyle/>
          <a:p>
            <a:fld id="{B82CCC60-E8CD-4174-8B1A-7DF615B22EEF}" type="slidenum">
              <a:rPr lang="en-US" smtClean="0"/>
              <a:pPr/>
              <a:t>5</a:t>
            </a:fld>
            <a:endParaRPr lang="en-US"/>
          </a:p>
        </p:txBody>
      </p:sp>
      <p:cxnSp>
        <p:nvCxnSpPr>
          <p:cNvPr id="6" name="Straight Connector 5">
            <a:extLst>
              <a:ext uri="{FF2B5EF4-FFF2-40B4-BE49-F238E27FC236}">
                <a16:creationId xmlns:a16="http://schemas.microsoft.com/office/drawing/2014/main" id="{94359C31-79F2-83F6-8361-E42C880BD4A1}"/>
              </a:ext>
            </a:extLst>
          </p:cNvPr>
          <p:cNvCxnSpPr>
            <a:cxnSpLocks/>
          </p:cNvCxnSpPr>
          <p:nvPr/>
        </p:nvCxnSpPr>
        <p:spPr>
          <a:xfrm>
            <a:off x="2219325" y="5878205"/>
            <a:ext cx="3076575" cy="8245"/>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Straight Connector 6">
            <a:extLst>
              <a:ext uri="{FF2B5EF4-FFF2-40B4-BE49-F238E27FC236}">
                <a16:creationId xmlns:a16="http://schemas.microsoft.com/office/drawing/2014/main" id="{3C79E13E-18C9-719B-D3E0-E7DC2092F0E6}"/>
              </a:ext>
            </a:extLst>
          </p:cNvPr>
          <p:cNvCxnSpPr>
            <a:cxnSpLocks/>
          </p:cNvCxnSpPr>
          <p:nvPr/>
        </p:nvCxnSpPr>
        <p:spPr>
          <a:xfrm flipV="1">
            <a:off x="5819775" y="5878205"/>
            <a:ext cx="3270250" cy="8245"/>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2ED7DE06-83BF-146A-D796-6EBB5E351185}"/>
              </a:ext>
            </a:extLst>
          </p:cNvPr>
          <p:cNvCxnSpPr>
            <a:cxnSpLocks/>
          </p:cNvCxnSpPr>
          <p:nvPr/>
        </p:nvCxnSpPr>
        <p:spPr>
          <a:xfrm>
            <a:off x="3057525" y="5610225"/>
            <a:ext cx="4562475" cy="0"/>
          </a:xfrm>
          <a:prstGeom prst="line">
            <a:avLst/>
          </a:prstGeom>
        </p:spPr>
        <p:style>
          <a:lnRef idx="3">
            <a:schemeClr val="accent6"/>
          </a:lnRef>
          <a:fillRef idx="0">
            <a:schemeClr val="accent6"/>
          </a:fillRef>
          <a:effectRef idx="2">
            <a:schemeClr val="accent6"/>
          </a:effectRef>
          <a:fontRef idx="minor">
            <a:schemeClr val="tx1"/>
          </a:fontRef>
        </p:style>
      </p:cxnSp>
      <p:sp>
        <p:nvSpPr>
          <p:cNvPr id="11" name="Rectangle 10">
            <a:extLst>
              <a:ext uri="{FF2B5EF4-FFF2-40B4-BE49-F238E27FC236}">
                <a16:creationId xmlns:a16="http://schemas.microsoft.com/office/drawing/2014/main" id="{1B9F0D29-6563-5178-3FC0-A9D40B8D9B12}"/>
              </a:ext>
            </a:extLst>
          </p:cNvPr>
          <p:cNvSpPr/>
          <p:nvPr/>
        </p:nvSpPr>
        <p:spPr>
          <a:xfrm>
            <a:off x="3610197" y="5638800"/>
            <a:ext cx="1238029" cy="239405"/>
          </a:xfrm>
          <a:prstGeom prst="rect">
            <a:avLst/>
          </a:prstGeom>
          <a:pattFill prst="narVert">
            <a:fgClr>
              <a:schemeClr val="accent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D4EC3B9-6B76-DBD8-E3C0-1DE819318A80}"/>
              </a:ext>
            </a:extLst>
          </p:cNvPr>
          <p:cNvSpPr/>
          <p:nvPr/>
        </p:nvSpPr>
        <p:spPr>
          <a:xfrm>
            <a:off x="6391275" y="5638800"/>
            <a:ext cx="1085852" cy="239405"/>
          </a:xfrm>
          <a:prstGeom prst="rect">
            <a:avLst/>
          </a:prstGeom>
          <a:pattFill prst="narVert">
            <a:fgClr>
              <a:schemeClr val="accent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Brace 20">
            <a:extLst>
              <a:ext uri="{FF2B5EF4-FFF2-40B4-BE49-F238E27FC236}">
                <a16:creationId xmlns:a16="http://schemas.microsoft.com/office/drawing/2014/main" id="{AB31F72E-CAED-522B-87F3-44445CD8763C}"/>
              </a:ext>
            </a:extLst>
          </p:cNvPr>
          <p:cNvSpPr/>
          <p:nvPr/>
        </p:nvSpPr>
        <p:spPr>
          <a:xfrm rot="5400000">
            <a:off x="3249926" y="5221380"/>
            <a:ext cx="171451" cy="54909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Left Brace 21">
            <a:extLst>
              <a:ext uri="{FF2B5EF4-FFF2-40B4-BE49-F238E27FC236}">
                <a16:creationId xmlns:a16="http://schemas.microsoft.com/office/drawing/2014/main" id="{FAA910B3-8061-128D-33E5-7ADB1FFAA8C9}"/>
              </a:ext>
            </a:extLst>
          </p:cNvPr>
          <p:cNvSpPr/>
          <p:nvPr/>
        </p:nvSpPr>
        <p:spPr>
          <a:xfrm rot="16200000">
            <a:off x="4981638" y="5811592"/>
            <a:ext cx="180851" cy="4476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DF16E86D-B4E0-4131-51DC-2D0B9497FB17}"/>
              </a:ext>
            </a:extLst>
          </p:cNvPr>
          <p:cNvSpPr txBox="1"/>
          <p:nvPr/>
        </p:nvSpPr>
        <p:spPr>
          <a:xfrm>
            <a:off x="4747032" y="6122288"/>
            <a:ext cx="1097736" cy="369332"/>
          </a:xfrm>
          <a:prstGeom prst="rect">
            <a:avLst/>
          </a:prstGeom>
          <a:noFill/>
        </p:spPr>
        <p:txBody>
          <a:bodyPr wrap="none" rtlCol="0">
            <a:spAutoFit/>
          </a:bodyPr>
          <a:lstStyle/>
          <a:p>
            <a:r>
              <a:rPr lang="en-US" dirty="0"/>
              <a:t>Overhang</a:t>
            </a:r>
          </a:p>
        </p:txBody>
      </p:sp>
      <p:sp>
        <p:nvSpPr>
          <p:cNvPr id="24" name="TextBox 23">
            <a:extLst>
              <a:ext uri="{FF2B5EF4-FFF2-40B4-BE49-F238E27FC236}">
                <a16:creationId xmlns:a16="http://schemas.microsoft.com/office/drawing/2014/main" id="{636F41C2-30B3-67BE-9608-A58EF75BBE18}"/>
              </a:ext>
            </a:extLst>
          </p:cNvPr>
          <p:cNvSpPr txBox="1"/>
          <p:nvPr/>
        </p:nvSpPr>
        <p:spPr>
          <a:xfrm>
            <a:off x="2786783" y="5040868"/>
            <a:ext cx="1097736" cy="369332"/>
          </a:xfrm>
          <a:prstGeom prst="rect">
            <a:avLst/>
          </a:prstGeom>
          <a:noFill/>
        </p:spPr>
        <p:txBody>
          <a:bodyPr wrap="none" rtlCol="0">
            <a:spAutoFit/>
          </a:bodyPr>
          <a:lstStyle/>
          <a:p>
            <a:r>
              <a:rPr lang="en-US" dirty="0"/>
              <a:t>Overhang</a:t>
            </a:r>
          </a:p>
        </p:txBody>
      </p:sp>
      <p:sp>
        <p:nvSpPr>
          <p:cNvPr id="25" name="TextBox 24">
            <a:extLst>
              <a:ext uri="{FF2B5EF4-FFF2-40B4-BE49-F238E27FC236}">
                <a16:creationId xmlns:a16="http://schemas.microsoft.com/office/drawing/2014/main" id="{B848B195-8C56-BBBF-92B4-9EB1C4E9E56C}"/>
              </a:ext>
            </a:extLst>
          </p:cNvPr>
          <p:cNvSpPr txBox="1"/>
          <p:nvPr/>
        </p:nvSpPr>
        <p:spPr>
          <a:xfrm>
            <a:off x="3649296" y="5573836"/>
            <a:ext cx="919804" cy="369332"/>
          </a:xfrm>
          <a:prstGeom prst="rect">
            <a:avLst/>
          </a:prstGeom>
          <a:noFill/>
        </p:spPr>
        <p:txBody>
          <a:bodyPr wrap="none" rtlCol="0">
            <a:spAutoFit/>
          </a:bodyPr>
          <a:lstStyle/>
          <a:p>
            <a:r>
              <a:rPr lang="en-US" dirty="0"/>
              <a:t>Overlap</a:t>
            </a:r>
          </a:p>
        </p:txBody>
      </p:sp>
      <p:sp>
        <p:nvSpPr>
          <p:cNvPr id="27" name="TextBox 26">
            <a:extLst>
              <a:ext uri="{FF2B5EF4-FFF2-40B4-BE49-F238E27FC236}">
                <a16:creationId xmlns:a16="http://schemas.microsoft.com/office/drawing/2014/main" id="{0EFF0444-1325-D64F-CA9C-B8F653665D9C}"/>
              </a:ext>
            </a:extLst>
          </p:cNvPr>
          <p:cNvSpPr txBox="1"/>
          <p:nvPr/>
        </p:nvSpPr>
        <p:spPr>
          <a:xfrm>
            <a:off x="6535096" y="5566515"/>
            <a:ext cx="919804" cy="369332"/>
          </a:xfrm>
          <a:prstGeom prst="rect">
            <a:avLst/>
          </a:prstGeom>
          <a:noFill/>
        </p:spPr>
        <p:txBody>
          <a:bodyPr wrap="none" rtlCol="0">
            <a:spAutoFit/>
          </a:bodyPr>
          <a:lstStyle/>
          <a:p>
            <a:r>
              <a:rPr lang="en-US" dirty="0"/>
              <a:t>Overlap</a:t>
            </a:r>
          </a:p>
        </p:txBody>
      </p:sp>
      <p:sp>
        <p:nvSpPr>
          <p:cNvPr id="28" name="TextBox 27">
            <a:extLst>
              <a:ext uri="{FF2B5EF4-FFF2-40B4-BE49-F238E27FC236}">
                <a16:creationId xmlns:a16="http://schemas.microsoft.com/office/drawing/2014/main" id="{0D39E273-9C2B-AC8E-BD39-1DD116FBE377}"/>
              </a:ext>
            </a:extLst>
          </p:cNvPr>
          <p:cNvSpPr txBox="1"/>
          <p:nvPr/>
        </p:nvSpPr>
        <p:spPr>
          <a:xfrm>
            <a:off x="1739173" y="5935847"/>
            <a:ext cx="958404" cy="369332"/>
          </a:xfrm>
          <a:prstGeom prst="rect">
            <a:avLst/>
          </a:prstGeom>
          <a:noFill/>
        </p:spPr>
        <p:txBody>
          <a:bodyPr wrap="none" rtlCol="0">
            <a:spAutoFit/>
          </a:bodyPr>
          <a:lstStyle/>
          <a:p>
            <a:r>
              <a:rPr lang="en-US" dirty="0"/>
              <a:t>Contig 1</a:t>
            </a:r>
          </a:p>
        </p:txBody>
      </p:sp>
      <p:sp>
        <p:nvSpPr>
          <p:cNvPr id="29" name="TextBox 28">
            <a:extLst>
              <a:ext uri="{FF2B5EF4-FFF2-40B4-BE49-F238E27FC236}">
                <a16:creationId xmlns:a16="http://schemas.microsoft.com/office/drawing/2014/main" id="{ED59057B-356A-66E1-5F62-9BABADA2BA5F}"/>
              </a:ext>
            </a:extLst>
          </p:cNvPr>
          <p:cNvSpPr txBox="1"/>
          <p:nvPr/>
        </p:nvSpPr>
        <p:spPr>
          <a:xfrm>
            <a:off x="8258398" y="6007128"/>
            <a:ext cx="958404" cy="369332"/>
          </a:xfrm>
          <a:prstGeom prst="rect">
            <a:avLst/>
          </a:prstGeom>
          <a:noFill/>
        </p:spPr>
        <p:txBody>
          <a:bodyPr wrap="none" rtlCol="0">
            <a:spAutoFit/>
          </a:bodyPr>
          <a:lstStyle/>
          <a:p>
            <a:r>
              <a:rPr lang="en-US" dirty="0"/>
              <a:t>Contig 2</a:t>
            </a:r>
          </a:p>
        </p:txBody>
      </p:sp>
      <p:sp>
        <p:nvSpPr>
          <p:cNvPr id="30" name="TextBox 29">
            <a:extLst>
              <a:ext uri="{FF2B5EF4-FFF2-40B4-BE49-F238E27FC236}">
                <a16:creationId xmlns:a16="http://schemas.microsoft.com/office/drawing/2014/main" id="{EAE6CA76-7C74-4890-C575-BBC807B763B9}"/>
              </a:ext>
            </a:extLst>
          </p:cNvPr>
          <p:cNvSpPr txBox="1"/>
          <p:nvPr/>
        </p:nvSpPr>
        <p:spPr>
          <a:xfrm>
            <a:off x="4987198" y="5182340"/>
            <a:ext cx="1112997" cy="369332"/>
          </a:xfrm>
          <a:prstGeom prst="rect">
            <a:avLst/>
          </a:prstGeom>
          <a:noFill/>
        </p:spPr>
        <p:txBody>
          <a:bodyPr wrap="none" rtlCol="0">
            <a:spAutoFit/>
          </a:bodyPr>
          <a:lstStyle/>
          <a:p>
            <a:r>
              <a:rPr lang="en-US" dirty="0"/>
              <a:t>Long read</a:t>
            </a:r>
          </a:p>
        </p:txBody>
      </p:sp>
    </p:spTree>
    <p:extLst>
      <p:ext uri="{BB962C8B-B14F-4D97-AF65-F5344CB8AC3E}">
        <p14:creationId xmlns:p14="http://schemas.microsoft.com/office/powerpoint/2010/main" val="2557872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92CA-5924-C3D7-3EE9-7FB6F674D761}"/>
              </a:ext>
            </a:extLst>
          </p:cNvPr>
          <p:cNvSpPr>
            <a:spLocks noGrp="1"/>
          </p:cNvSpPr>
          <p:nvPr>
            <p:ph type="title"/>
          </p:nvPr>
        </p:nvSpPr>
        <p:spPr/>
        <p:txBody>
          <a:bodyPr>
            <a:normAutofit fontScale="90000"/>
          </a:bodyPr>
          <a:lstStyle/>
          <a:p>
            <a:r>
              <a:rPr lang="en-US" dirty="0"/>
              <a:t>The SAMBA algorithm: links</a:t>
            </a:r>
          </a:p>
        </p:txBody>
      </p:sp>
      <p:sp>
        <p:nvSpPr>
          <p:cNvPr id="3" name="Content Placeholder 2">
            <a:extLst>
              <a:ext uri="{FF2B5EF4-FFF2-40B4-BE49-F238E27FC236}">
                <a16:creationId xmlns:a16="http://schemas.microsoft.com/office/drawing/2014/main" id="{1A7F0F78-148F-1C42-0645-75833A47FB9F}"/>
              </a:ext>
            </a:extLst>
          </p:cNvPr>
          <p:cNvSpPr>
            <a:spLocks noGrp="1"/>
          </p:cNvSpPr>
          <p:nvPr>
            <p:ph idx="1"/>
          </p:nvPr>
        </p:nvSpPr>
        <p:spPr/>
        <p:txBody>
          <a:bodyPr/>
          <a:lstStyle/>
          <a:p>
            <a:r>
              <a:rPr lang="en-US" dirty="0"/>
              <a:t>The set of links yields the graph of contigs:</a:t>
            </a:r>
            <a:br>
              <a:rPr lang="en-US" dirty="0"/>
            </a:br>
            <a:br>
              <a:rPr lang="en-US" dirty="0"/>
            </a:br>
            <a:r>
              <a:rPr lang="en-US" dirty="0"/>
              <a:t>Contig1 Contig2 gap orientation</a:t>
            </a:r>
            <a:br>
              <a:rPr lang="en-US" dirty="0"/>
            </a:br>
            <a:r>
              <a:rPr lang="en-US" dirty="0"/>
              <a:t>Contig1 Contig3 gap orientation</a:t>
            </a:r>
            <a:br>
              <a:rPr lang="en-US" dirty="0"/>
            </a:br>
            <a:r>
              <a:rPr lang="en-US" dirty="0"/>
              <a:t>Contig2 Contig3 gap orientation</a:t>
            </a:r>
            <a:br>
              <a:rPr lang="en-US" dirty="0"/>
            </a:br>
            <a:r>
              <a:rPr lang="en-US" dirty="0"/>
              <a:t>…</a:t>
            </a:r>
          </a:p>
        </p:txBody>
      </p:sp>
      <p:sp>
        <p:nvSpPr>
          <p:cNvPr id="4" name="Slide Number Placeholder 3">
            <a:extLst>
              <a:ext uri="{FF2B5EF4-FFF2-40B4-BE49-F238E27FC236}">
                <a16:creationId xmlns:a16="http://schemas.microsoft.com/office/drawing/2014/main" id="{37DE477B-C661-5876-6BD4-5EAB3150DED5}"/>
              </a:ext>
            </a:extLst>
          </p:cNvPr>
          <p:cNvSpPr>
            <a:spLocks noGrp="1"/>
          </p:cNvSpPr>
          <p:nvPr>
            <p:ph type="sldNum" sz="quarter" idx="12"/>
          </p:nvPr>
        </p:nvSpPr>
        <p:spPr/>
        <p:txBody>
          <a:bodyPr/>
          <a:lstStyle/>
          <a:p>
            <a:fld id="{B82CCC60-E8CD-4174-8B1A-7DF615B22EEF}" type="slidenum">
              <a:rPr lang="en-US" smtClean="0"/>
              <a:pPr/>
              <a:t>6</a:t>
            </a:fld>
            <a:endParaRPr lang="en-US"/>
          </a:p>
        </p:txBody>
      </p:sp>
      <p:cxnSp>
        <p:nvCxnSpPr>
          <p:cNvPr id="6" name="Straight Connector 5">
            <a:extLst>
              <a:ext uri="{FF2B5EF4-FFF2-40B4-BE49-F238E27FC236}">
                <a16:creationId xmlns:a16="http://schemas.microsoft.com/office/drawing/2014/main" id="{94359C31-79F2-83F6-8361-E42C880BD4A1}"/>
              </a:ext>
            </a:extLst>
          </p:cNvPr>
          <p:cNvCxnSpPr>
            <a:cxnSpLocks/>
          </p:cNvCxnSpPr>
          <p:nvPr/>
        </p:nvCxnSpPr>
        <p:spPr>
          <a:xfrm>
            <a:off x="2219325" y="5878205"/>
            <a:ext cx="3076575" cy="8245"/>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Straight Connector 6">
            <a:extLst>
              <a:ext uri="{FF2B5EF4-FFF2-40B4-BE49-F238E27FC236}">
                <a16:creationId xmlns:a16="http://schemas.microsoft.com/office/drawing/2014/main" id="{3C79E13E-18C9-719B-D3E0-E7DC2092F0E6}"/>
              </a:ext>
            </a:extLst>
          </p:cNvPr>
          <p:cNvCxnSpPr>
            <a:cxnSpLocks/>
          </p:cNvCxnSpPr>
          <p:nvPr/>
        </p:nvCxnSpPr>
        <p:spPr>
          <a:xfrm flipV="1">
            <a:off x="5819775" y="5878205"/>
            <a:ext cx="3270250" cy="8245"/>
          </a:xfrm>
          <a:prstGeom prst="line">
            <a:avLst/>
          </a:prstGeom>
        </p:spPr>
        <p:style>
          <a:lnRef idx="3">
            <a:schemeClr val="accent1"/>
          </a:lnRef>
          <a:fillRef idx="0">
            <a:schemeClr val="accent1"/>
          </a:fillRef>
          <a:effectRef idx="2">
            <a:schemeClr val="accent1"/>
          </a:effectRef>
          <a:fontRef idx="minor">
            <a:schemeClr val="tx1"/>
          </a:fontRef>
        </p:style>
      </p:cxnSp>
      <p:cxnSp>
        <p:nvCxnSpPr>
          <p:cNvPr id="8" name="Straight Connector 7">
            <a:extLst>
              <a:ext uri="{FF2B5EF4-FFF2-40B4-BE49-F238E27FC236}">
                <a16:creationId xmlns:a16="http://schemas.microsoft.com/office/drawing/2014/main" id="{2ED7DE06-83BF-146A-D796-6EBB5E351185}"/>
              </a:ext>
            </a:extLst>
          </p:cNvPr>
          <p:cNvCxnSpPr>
            <a:cxnSpLocks/>
          </p:cNvCxnSpPr>
          <p:nvPr/>
        </p:nvCxnSpPr>
        <p:spPr>
          <a:xfrm>
            <a:off x="3057525" y="5610225"/>
            <a:ext cx="4562475" cy="0"/>
          </a:xfrm>
          <a:prstGeom prst="line">
            <a:avLst/>
          </a:prstGeom>
        </p:spPr>
        <p:style>
          <a:lnRef idx="3">
            <a:schemeClr val="accent6"/>
          </a:lnRef>
          <a:fillRef idx="0">
            <a:schemeClr val="accent6"/>
          </a:fillRef>
          <a:effectRef idx="2">
            <a:schemeClr val="accent6"/>
          </a:effectRef>
          <a:fontRef idx="minor">
            <a:schemeClr val="tx1"/>
          </a:fontRef>
        </p:style>
      </p:cxnSp>
      <p:sp>
        <p:nvSpPr>
          <p:cNvPr id="11" name="Rectangle 10">
            <a:extLst>
              <a:ext uri="{FF2B5EF4-FFF2-40B4-BE49-F238E27FC236}">
                <a16:creationId xmlns:a16="http://schemas.microsoft.com/office/drawing/2014/main" id="{1B9F0D29-6563-5178-3FC0-A9D40B8D9B12}"/>
              </a:ext>
            </a:extLst>
          </p:cNvPr>
          <p:cNvSpPr/>
          <p:nvPr/>
        </p:nvSpPr>
        <p:spPr>
          <a:xfrm>
            <a:off x="3610197" y="5638800"/>
            <a:ext cx="1238029" cy="239405"/>
          </a:xfrm>
          <a:prstGeom prst="rect">
            <a:avLst/>
          </a:prstGeom>
          <a:pattFill prst="narVert">
            <a:fgClr>
              <a:schemeClr val="accent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D4EC3B9-6B76-DBD8-E3C0-1DE819318A80}"/>
              </a:ext>
            </a:extLst>
          </p:cNvPr>
          <p:cNvSpPr/>
          <p:nvPr/>
        </p:nvSpPr>
        <p:spPr>
          <a:xfrm>
            <a:off x="6391275" y="5638800"/>
            <a:ext cx="1085852" cy="239405"/>
          </a:xfrm>
          <a:prstGeom prst="rect">
            <a:avLst/>
          </a:prstGeom>
          <a:pattFill prst="narVert">
            <a:fgClr>
              <a:schemeClr val="accent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Brace 20">
            <a:extLst>
              <a:ext uri="{FF2B5EF4-FFF2-40B4-BE49-F238E27FC236}">
                <a16:creationId xmlns:a16="http://schemas.microsoft.com/office/drawing/2014/main" id="{AB31F72E-CAED-522B-87F3-44445CD8763C}"/>
              </a:ext>
            </a:extLst>
          </p:cNvPr>
          <p:cNvSpPr/>
          <p:nvPr/>
        </p:nvSpPr>
        <p:spPr>
          <a:xfrm rot="5400000">
            <a:off x="3249926" y="5221380"/>
            <a:ext cx="171451" cy="54909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Left Brace 21">
            <a:extLst>
              <a:ext uri="{FF2B5EF4-FFF2-40B4-BE49-F238E27FC236}">
                <a16:creationId xmlns:a16="http://schemas.microsoft.com/office/drawing/2014/main" id="{FAA910B3-8061-128D-33E5-7ADB1FFAA8C9}"/>
              </a:ext>
            </a:extLst>
          </p:cNvPr>
          <p:cNvSpPr/>
          <p:nvPr/>
        </p:nvSpPr>
        <p:spPr>
          <a:xfrm rot="16200000">
            <a:off x="4981638" y="5811592"/>
            <a:ext cx="180851" cy="44767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DF16E86D-B4E0-4131-51DC-2D0B9497FB17}"/>
              </a:ext>
            </a:extLst>
          </p:cNvPr>
          <p:cNvSpPr txBox="1"/>
          <p:nvPr/>
        </p:nvSpPr>
        <p:spPr>
          <a:xfrm>
            <a:off x="4747032" y="6122288"/>
            <a:ext cx="1097736" cy="369332"/>
          </a:xfrm>
          <a:prstGeom prst="rect">
            <a:avLst/>
          </a:prstGeom>
          <a:noFill/>
        </p:spPr>
        <p:txBody>
          <a:bodyPr wrap="none" rtlCol="0">
            <a:spAutoFit/>
          </a:bodyPr>
          <a:lstStyle/>
          <a:p>
            <a:r>
              <a:rPr lang="en-US" dirty="0"/>
              <a:t>Overhang</a:t>
            </a:r>
          </a:p>
        </p:txBody>
      </p:sp>
      <p:sp>
        <p:nvSpPr>
          <p:cNvPr id="24" name="TextBox 23">
            <a:extLst>
              <a:ext uri="{FF2B5EF4-FFF2-40B4-BE49-F238E27FC236}">
                <a16:creationId xmlns:a16="http://schemas.microsoft.com/office/drawing/2014/main" id="{636F41C2-30B3-67BE-9608-A58EF75BBE18}"/>
              </a:ext>
            </a:extLst>
          </p:cNvPr>
          <p:cNvSpPr txBox="1"/>
          <p:nvPr/>
        </p:nvSpPr>
        <p:spPr>
          <a:xfrm>
            <a:off x="2786783" y="5040868"/>
            <a:ext cx="1097736" cy="369332"/>
          </a:xfrm>
          <a:prstGeom prst="rect">
            <a:avLst/>
          </a:prstGeom>
          <a:noFill/>
        </p:spPr>
        <p:txBody>
          <a:bodyPr wrap="none" rtlCol="0">
            <a:spAutoFit/>
          </a:bodyPr>
          <a:lstStyle/>
          <a:p>
            <a:r>
              <a:rPr lang="en-US" dirty="0"/>
              <a:t>Overhang</a:t>
            </a:r>
          </a:p>
        </p:txBody>
      </p:sp>
      <p:sp>
        <p:nvSpPr>
          <p:cNvPr id="25" name="TextBox 24">
            <a:extLst>
              <a:ext uri="{FF2B5EF4-FFF2-40B4-BE49-F238E27FC236}">
                <a16:creationId xmlns:a16="http://schemas.microsoft.com/office/drawing/2014/main" id="{B848B195-8C56-BBBF-92B4-9EB1C4E9E56C}"/>
              </a:ext>
            </a:extLst>
          </p:cNvPr>
          <p:cNvSpPr txBox="1"/>
          <p:nvPr/>
        </p:nvSpPr>
        <p:spPr>
          <a:xfrm>
            <a:off x="3649296" y="5573836"/>
            <a:ext cx="919804" cy="369332"/>
          </a:xfrm>
          <a:prstGeom prst="rect">
            <a:avLst/>
          </a:prstGeom>
          <a:noFill/>
        </p:spPr>
        <p:txBody>
          <a:bodyPr wrap="none" rtlCol="0">
            <a:spAutoFit/>
          </a:bodyPr>
          <a:lstStyle/>
          <a:p>
            <a:r>
              <a:rPr lang="en-US" dirty="0"/>
              <a:t>Overlap</a:t>
            </a:r>
          </a:p>
        </p:txBody>
      </p:sp>
      <p:sp>
        <p:nvSpPr>
          <p:cNvPr id="27" name="TextBox 26">
            <a:extLst>
              <a:ext uri="{FF2B5EF4-FFF2-40B4-BE49-F238E27FC236}">
                <a16:creationId xmlns:a16="http://schemas.microsoft.com/office/drawing/2014/main" id="{0EFF0444-1325-D64F-CA9C-B8F653665D9C}"/>
              </a:ext>
            </a:extLst>
          </p:cNvPr>
          <p:cNvSpPr txBox="1"/>
          <p:nvPr/>
        </p:nvSpPr>
        <p:spPr>
          <a:xfrm>
            <a:off x="6535096" y="5566515"/>
            <a:ext cx="919804" cy="369332"/>
          </a:xfrm>
          <a:prstGeom prst="rect">
            <a:avLst/>
          </a:prstGeom>
          <a:noFill/>
        </p:spPr>
        <p:txBody>
          <a:bodyPr wrap="none" rtlCol="0">
            <a:spAutoFit/>
          </a:bodyPr>
          <a:lstStyle/>
          <a:p>
            <a:r>
              <a:rPr lang="en-US" dirty="0"/>
              <a:t>Overlap</a:t>
            </a:r>
          </a:p>
        </p:txBody>
      </p:sp>
      <p:sp>
        <p:nvSpPr>
          <p:cNvPr id="28" name="TextBox 27">
            <a:extLst>
              <a:ext uri="{FF2B5EF4-FFF2-40B4-BE49-F238E27FC236}">
                <a16:creationId xmlns:a16="http://schemas.microsoft.com/office/drawing/2014/main" id="{0D39E273-9C2B-AC8E-BD39-1DD116FBE377}"/>
              </a:ext>
            </a:extLst>
          </p:cNvPr>
          <p:cNvSpPr txBox="1"/>
          <p:nvPr/>
        </p:nvSpPr>
        <p:spPr>
          <a:xfrm>
            <a:off x="1739173" y="5935847"/>
            <a:ext cx="958404" cy="369332"/>
          </a:xfrm>
          <a:prstGeom prst="rect">
            <a:avLst/>
          </a:prstGeom>
          <a:noFill/>
        </p:spPr>
        <p:txBody>
          <a:bodyPr wrap="none" rtlCol="0">
            <a:spAutoFit/>
          </a:bodyPr>
          <a:lstStyle/>
          <a:p>
            <a:r>
              <a:rPr lang="en-US" dirty="0"/>
              <a:t>Contig 1</a:t>
            </a:r>
          </a:p>
        </p:txBody>
      </p:sp>
      <p:sp>
        <p:nvSpPr>
          <p:cNvPr id="29" name="TextBox 28">
            <a:extLst>
              <a:ext uri="{FF2B5EF4-FFF2-40B4-BE49-F238E27FC236}">
                <a16:creationId xmlns:a16="http://schemas.microsoft.com/office/drawing/2014/main" id="{ED59057B-356A-66E1-5F62-9BABADA2BA5F}"/>
              </a:ext>
            </a:extLst>
          </p:cNvPr>
          <p:cNvSpPr txBox="1"/>
          <p:nvPr/>
        </p:nvSpPr>
        <p:spPr>
          <a:xfrm>
            <a:off x="8258398" y="6007128"/>
            <a:ext cx="958404" cy="369332"/>
          </a:xfrm>
          <a:prstGeom prst="rect">
            <a:avLst/>
          </a:prstGeom>
          <a:noFill/>
        </p:spPr>
        <p:txBody>
          <a:bodyPr wrap="none" rtlCol="0">
            <a:spAutoFit/>
          </a:bodyPr>
          <a:lstStyle/>
          <a:p>
            <a:r>
              <a:rPr lang="en-US" dirty="0"/>
              <a:t>Contig 2</a:t>
            </a:r>
          </a:p>
        </p:txBody>
      </p:sp>
      <p:sp>
        <p:nvSpPr>
          <p:cNvPr id="30" name="TextBox 29">
            <a:extLst>
              <a:ext uri="{FF2B5EF4-FFF2-40B4-BE49-F238E27FC236}">
                <a16:creationId xmlns:a16="http://schemas.microsoft.com/office/drawing/2014/main" id="{EAE6CA76-7C74-4890-C575-BBC807B763B9}"/>
              </a:ext>
            </a:extLst>
          </p:cNvPr>
          <p:cNvSpPr txBox="1"/>
          <p:nvPr/>
        </p:nvSpPr>
        <p:spPr>
          <a:xfrm>
            <a:off x="4987198" y="5182340"/>
            <a:ext cx="1112997" cy="369332"/>
          </a:xfrm>
          <a:prstGeom prst="rect">
            <a:avLst/>
          </a:prstGeom>
          <a:noFill/>
        </p:spPr>
        <p:txBody>
          <a:bodyPr wrap="none" rtlCol="0">
            <a:spAutoFit/>
          </a:bodyPr>
          <a:lstStyle/>
          <a:p>
            <a:r>
              <a:rPr lang="en-US" dirty="0"/>
              <a:t>Long read</a:t>
            </a:r>
          </a:p>
        </p:txBody>
      </p:sp>
    </p:spTree>
    <p:extLst>
      <p:ext uri="{BB962C8B-B14F-4D97-AF65-F5344CB8AC3E}">
        <p14:creationId xmlns:p14="http://schemas.microsoft.com/office/powerpoint/2010/main" val="1418579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68F5F-93A5-0FDB-7549-3D4A7B813DE3}"/>
              </a:ext>
            </a:extLst>
          </p:cNvPr>
          <p:cNvSpPr>
            <a:spLocks noGrp="1"/>
          </p:cNvSpPr>
          <p:nvPr>
            <p:ph type="title"/>
          </p:nvPr>
        </p:nvSpPr>
        <p:spPr/>
        <p:txBody>
          <a:bodyPr>
            <a:normAutofit fontScale="90000"/>
          </a:bodyPr>
          <a:lstStyle/>
          <a:p>
            <a:r>
              <a:rPr lang="en-US" dirty="0"/>
              <a:t>The SAMBA algorithm: Graph of contigs</a:t>
            </a:r>
          </a:p>
        </p:txBody>
      </p:sp>
      <p:sp>
        <p:nvSpPr>
          <p:cNvPr id="4" name="Slide Number Placeholder 3">
            <a:extLst>
              <a:ext uri="{FF2B5EF4-FFF2-40B4-BE49-F238E27FC236}">
                <a16:creationId xmlns:a16="http://schemas.microsoft.com/office/drawing/2014/main" id="{94E8AF21-6AF3-EF73-E0D1-153822AC6B5E}"/>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5">
            <a:extLst>
              <a:ext uri="{FF2B5EF4-FFF2-40B4-BE49-F238E27FC236}">
                <a16:creationId xmlns:a16="http://schemas.microsoft.com/office/drawing/2014/main" id="{8639BAF4-6B4D-3E29-3D2F-F9CE4264FFE5}"/>
              </a:ext>
            </a:extLst>
          </p:cNvPr>
          <p:cNvPicPr>
            <a:picLocks noChangeAspect="1"/>
          </p:cNvPicPr>
          <p:nvPr/>
        </p:nvPicPr>
        <p:blipFill>
          <a:blip r:embed="rId2"/>
          <a:stretch>
            <a:fillRect/>
          </a:stretch>
        </p:blipFill>
        <p:spPr>
          <a:xfrm>
            <a:off x="709308" y="1470906"/>
            <a:ext cx="4353533" cy="5068007"/>
          </a:xfrm>
          <a:prstGeom prst="rect">
            <a:avLst/>
          </a:prstGeom>
        </p:spPr>
      </p:pic>
      <p:pic>
        <p:nvPicPr>
          <p:cNvPr id="8" name="Picture 7">
            <a:extLst>
              <a:ext uri="{FF2B5EF4-FFF2-40B4-BE49-F238E27FC236}">
                <a16:creationId xmlns:a16="http://schemas.microsoft.com/office/drawing/2014/main" id="{4C23E2C8-0719-C497-2A33-F09AFFBF22E0}"/>
              </a:ext>
            </a:extLst>
          </p:cNvPr>
          <p:cNvPicPr>
            <a:picLocks noChangeAspect="1"/>
          </p:cNvPicPr>
          <p:nvPr/>
        </p:nvPicPr>
        <p:blipFill>
          <a:blip r:embed="rId3"/>
          <a:stretch>
            <a:fillRect/>
          </a:stretch>
        </p:blipFill>
        <p:spPr>
          <a:xfrm>
            <a:off x="6373876" y="3864586"/>
            <a:ext cx="4048690" cy="2391109"/>
          </a:xfrm>
          <a:prstGeom prst="rect">
            <a:avLst/>
          </a:prstGeom>
        </p:spPr>
      </p:pic>
      <p:sp>
        <p:nvSpPr>
          <p:cNvPr id="3" name="TextBox 2">
            <a:extLst>
              <a:ext uri="{FF2B5EF4-FFF2-40B4-BE49-F238E27FC236}">
                <a16:creationId xmlns:a16="http://schemas.microsoft.com/office/drawing/2014/main" id="{A760ABC9-DD62-449E-B544-DD78F3220C3E}"/>
              </a:ext>
            </a:extLst>
          </p:cNvPr>
          <p:cNvSpPr txBox="1"/>
          <p:nvPr/>
        </p:nvSpPr>
        <p:spPr>
          <a:xfrm>
            <a:off x="6373876" y="1378121"/>
            <a:ext cx="3069125" cy="2246769"/>
          </a:xfrm>
          <a:prstGeom prst="rect">
            <a:avLst/>
          </a:prstGeom>
          <a:noFill/>
        </p:spPr>
        <p:txBody>
          <a:bodyPr wrap="square" rtlCol="0">
            <a:spAutoFit/>
          </a:bodyPr>
          <a:lstStyle/>
          <a:p>
            <a:r>
              <a:rPr lang="en-US" sz="2800" dirty="0"/>
              <a:t>Resolve three features:</a:t>
            </a:r>
            <a:br>
              <a:rPr lang="en-US" sz="2800" dirty="0"/>
            </a:br>
            <a:r>
              <a:rPr lang="en-US" sz="2800" dirty="0"/>
              <a:t>1. Linear paths</a:t>
            </a:r>
          </a:p>
          <a:p>
            <a:r>
              <a:rPr lang="en-US" sz="2800" dirty="0"/>
              <a:t>2. Bubbles</a:t>
            </a:r>
          </a:p>
          <a:p>
            <a:r>
              <a:rPr lang="en-US" sz="2800" dirty="0"/>
              <a:t>3. Short repeats</a:t>
            </a:r>
          </a:p>
        </p:txBody>
      </p:sp>
    </p:spTree>
    <p:extLst>
      <p:ext uri="{BB962C8B-B14F-4D97-AF65-F5344CB8AC3E}">
        <p14:creationId xmlns:p14="http://schemas.microsoft.com/office/powerpoint/2010/main" val="3894539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92392-380D-1CF4-60C4-CA3A2A57FD92}"/>
              </a:ext>
            </a:extLst>
          </p:cNvPr>
          <p:cNvSpPr>
            <a:spLocks noGrp="1"/>
          </p:cNvSpPr>
          <p:nvPr>
            <p:ph type="title"/>
          </p:nvPr>
        </p:nvSpPr>
        <p:spPr/>
        <p:txBody>
          <a:bodyPr>
            <a:normAutofit fontScale="90000"/>
          </a:bodyPr>
          <a:lstStyle/>
          <a:p>
            <a:r>
              <a:rPr lang="en-US" dirty="0"/>
              <a:t>The SAMBA algorithm: Consensus</a:t>
            </a:r>
          </a:p>
        </p:txBody>
      </p:sp>
      <p:sp>
        <p:nvSpPr>
          <p:cNvPr id="4" name="Slide Number Placeholder 3">
            <a:extLst>
              <a:ext uri="{FF2B5EF4-FFF2-40B4-BE49-F238E27FC236}">
                <a16:creationId xmlns:a16="http://schemas.microsoft.com/office/drawing/2014/main" id="{2CD978E6-B556-AC5B-9F99-B6FDEC2D79E3}"/>
              </a:ext>
            </a:extLst>
          </p:cNvPr>
          <p:cNvSpPr>
            <a:spLocks noGrp="1"/>
          </p:cNvSpPr>
          <p:nvPr>
            <p:ph type="sldNum" sz="quarter" idx="12"/>
          </p:nvPr>
        </p:nvSpPr>
        <p:spPr/>
        <p:txBody>
          <a:bodyPr/>
          <a:lstStyle/>
          <a:p>
            <a:fld id="{B82CCC60-E8CD-4174-8B1A-7DF615B22EEF}" type="slidenum">
              <a:rPr lang="en-US" smtClean="0"/>
              <a:pPr/>
              <a:t>8</a:t>
            </a:fld>
            <a:endParaRPr lang="en-US"/>
          </a:p>
        </p:txBody>
      </p:sp>
      <p:cxnSp>
        <p:nvCxnSpPr>
          <p:cNvPr id="5" name="Straight Connector 4">
            <a:extLst>
              <a:ext uri="{FF2B5EF4-FFF2-40B4-BE49-F238E27FC236}">
                <a16:creationId xmlns:a16="http://schemas.microsoft.com/office/drawing/2014/main" id="{970842E0-6E36-BFD1-F105-2923BD55CEED}"/>
              </a:ext>
            </a:extLst>
          </p:cNvPr>
          <p:cNvCxnSpPr>
            <a:cxnSpLocks/>
          </p:cNvCxnSpPr>
          <p:nvPr/>
        </p:nvCxnSpPr>
        <p:spPr>
          <a:xfrm>
            <a:off x="1933575" y="3649355"/>
            <a:ext cx="247400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Straight Connector 5">
            <a:extLst>
              <a:ext uri="{FF2B5EF4-FFF2-40B4-BE49-F238E27FC236}">
                <a16:creationId xmlns:a16="http://schemas.microsoft.com/office/drawing/2014/main" id="{F3B862C4-4434-EF81-CE14-E9DE9C3326FF}"/>
              </a:ext>
            </a:extLst>
          </p:cNvPr>
          <p:cNvCxnSpPr>
            <a:cxnSpLocks/>
          </p:cNvCxnSpPr>
          <p:nvPr/>
        </p:nvCxnSpPr>
        <p:spPr>
          <a:xfrm>
            <a:off x="6162675" y="3649355"/>
            <a:ext cx="264160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7" name="Straight Connector 6">
            <a:extLst>
              <a:ext uri="{FF2B5EF4-FFF2-40B4-BE49-F238E27FC236}">
                <a16:creationId xmlns:a16="http://schemas.microsoft.com/office/drawing/2014/main" id="{F0F55664-BCEF-0419-801D-E90E07B09253}"/>
              </a:ext>
            </a:extLst>
          </p:cNvPr>
          <p:cNvCxnSpPr>
            <a:cxnSpLocks/>
          </p:cNvCxnSpPr>
          <p:nvPr/>
        </p:nvCxnSpPr>
        <p:spPr>
          <a:xfrm>
            <a:off x="2771775" y="3381375"/>
            <a:ext cx="4562475" cy="0"/>
          </a:xfrm>
          <a:prstGeom prst="line">
            <a:avLst/>
          </a:prstGeom>
        </p:spPr>
        <p:style>
          <a:lnRef idx="3">
            <a:schemeClr val="accent6"/>
          </a:lnRef>
          <a:fillRef idx="0">
            <a:schemeClr val="accent6"/>
          </a:fillRef>
          <a:effectRef idx="2">
            <a:schemeClr val="accent6"/>
          </a:effectRef>
          <a:fontRef idx="minor">
            <a:schemeClr val="tx1"/>
          </a:fontRef>
        </p:style>
      </p:cxnSp>
      <p:sp>
        <p:nvSpPr>
          <p:cNvPr id="15" name="TextBox 14">
            <a:extLst>
              <a:ext uri="{FF2B5EF4-FFF2-40B4-BE49-F238E27FC236}">
                <a16:creationId xmlns:a16="http://schemas.microsoft.com/office/drawing/2014/main" id="{D5D76E0A-D621-7E9E-62E2-E864AD1F4254}"/>
              </a:ext>
            </a:extLst>
          </p:cNvPr>
          <p:cNvSpPr txBox="1"/>
          <p:nvPr/>
        </p:nvSpPr>
        <p:spPr>
          <a:xfrm>
            <a:off x="1453423" y="3706997"/>
            <a:ext cx="958404" cy="369332"/>
          </a:xfrm>
          <a:prstGeom prst="rect">
            <a:avLst/>
          </a:prstGeom>
          <a:noFill/>
        </p:spPr>
        <p:txBody>
          <a:bodyPr wrap="none" rtlCol="0">
            <a:spAutoFit/>
          </a:bodyPr>
          <a:lstStyle/>
          <a:p>
            <a:r>
              <a:rPr lang="en-US" dirty="0"/>
              <a:t>Contig 1</a:t>
            </a:r>
          </a:p>
        </p:txBody>
      </p:sp>
      <p:sp>
        <p:nvSpPr>
          <p:cNvPr id="16" name="TextBox 15">
            <a:extLst>
              <a:ext uri="{FF2B5EF4-FFF2-40B4-BE49-F238E27FC236}">
                <a16:creationId xmlns:a16="http://schemas.microsoft.com/office/drawing/2014/main" id="{6E6845EE-8861-1E82-D9F4-DAF5A137B259}"/>
              </a:ext>
            </a:extLst>
          </p:cNvPr>
          <p:cNvSpPr txBox="1"/>
          <p:nvPr/>
        </p:nvSpPr>
        <p:spPr>
          <a:xfrm>
            <a:off x="7921402" y="3706997"/>
            <a:ext cx="958404" cy="369332"/>
          </a:xfrm>
          <a:prstGeom prst="rect">
            <a:avLst/>
          </a:prstGeom>
          <a:noFill/>
        </p:spPr>
        <p:txBody>
          <a:bodyPr wrap="none" rtlCol="0">
            <a:spAutoFit/>
          </a:bodyPr>
          <a:lstStyle/>
          <a:p>
            <a:r>
              <a:rPr lang="en-US" dirty="0"/>
              <a:t>Contig 3</a:t>
            </a:r>
          </a:p>
        </p:txBody>
      </p:sp>
      <p:sp>
        <p:nvSpPr>
          <p:cNvPr id="17" name="TextBox 16">
            <a:extLst>
              <a:ext uri="{FF2B5EF4-FFF2-40B4-BE49-F238E27FC236}">
                <a16:creationId xmlns:a16="http://schemas.microsoft.com/office/drawing/2014/main" id="{6ED0EF59-B1DE-B87B-824B-A9CD040EA984}"/>
              </a:ext>
            </a:extLst>
          </p:cNvPr>
          <p:cNvSpPr txBox="1"/>
          <p:nvPr/>
        </p:nvSpPr>
        <p:spPr>
          <a:xfrm>
            <a:off x="4331260" y="1782102"/>
            <a:ext cx="1202765" cy="369332"/>
          </a:xfrm>
          <a:prstGeom prst="rect">
            <a:avLst/>
          </a:prstGeom>
          <a:noFill/>
        </p:spPr>
        <p:txBody>
          <a:bodyPr wrap="none" rtlCol="0">
            <a:spAutoFit/>
          </a:bodyPr>
          <a:lstStyle/>
          <a:p>
            <a:r>
              <a:rPr lang="en-US" dirty="0"/>
              <a:t>Long reads</a:t>
            </a:r>
          </a:p>
        </p:txBody>
      </p:sp>
      <p:cxnSp>
        <p:nvCxnSpPr>
          <p:cNvPr id="18" name="Straight Connector 17">
            <a:extLst>
              <a:ext uri="{FF2B5EF4-FFF2-40B4-BE49-F238E27FC236}">
                <a16:creationId xmlns:a16="http://schemas.microsoft.com/office/drawing/2014/main" id="{E44E80D4-6E96-B88F-DF61-FC18ED6EBAC6}"/>
              </a:ext>
            </a:extLst>
          </p:cNvPr>
          <p:cNvCxnSpPr>
            <a:cxnSpLocks/>
          </p:cNvCxnSpPr>
          <p:nvPr/>
        </p:nvCxnSpPr>
        <p:spPr>
          <a:xfrm>
            <a:off x="3133726" y="3181350"/>
            <a:ext cx="4562475"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19" name="Straight Connector 18">
            <a:extLst>
              <a:ext uri="{FF2B5EF4-FFF2-40B4-BE49-F238E27FC236}">
                <a16:creationId xmlns:a16="http://schemas.microsoft.com/office/drawing/2014/main" id="{5FEFCAED-8FB7-9352-2704-1C20FBE8F9A3}"/>
              </a:ext>
            </a:extLst>
          </p:cNvPr>
          <p:cNvCxnSpPr>
            <a:cxnSpLocks/>
          </p:cNvCxnSpPr>
          <p:nvPr/>
        </p:nvCxnSpPr>
        <p:spPr>
          <a:xfrm>
            <a:off x="2524125" y="3000375"/>
            <a:ext cx="4562475"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0" name="Straight Connector 19">
            <a:extLst>
              <a:ext uri="{FF2B5EF4-FFF2-40B4-BE49-F238E27FC236}">
                <a16:creationId xmlns:a16="http://schemas.microsoft.com/office/drawing/2014/main" id="{6B8C9642-F938-7D31-4FEB-943F481D1C34}"/>
              </a:ext>
            </a:extLst>
          </p:cNvPr>
          <p:cNvCxnSpPr>
            <a:cxnSpLocks/>
          </p:cNvCxnSpPr>
          <p:nvPr/>
        </p:nvCxnSpPr>
        <p:spPr>
          <a:xfrm>
            <a:off x="3533775" y="2828925"/>
            <a:ext cx="4562475"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1" name="Straight Connector 20">
            <a:extLst>
              <a:ext uri="{FF2B5EF4-FFF2-40B4-BE49-F238E27FC236}">
                <a16:creationId xmlns:a16="http://schemas.microsoft.com/office/drawing/2014/main" id="{6A1355C1-BCD5-EDC5-647C-1371A70C0E65}"/>
              </a:ext>
            </a:extLst>
          </p:cNvPr>
          <p:cNvCxnSpPr>
            <a:cxnSpLocks/>
          </p:cNvCxnSpPr>
          <p:nvPr/>
        </p:nvCxnSpPr>
        <p:spPr>
          <a:xfrm>
            <a:off x="2786062" y="2638425"/>
            <a:ext cx="5453063"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2" name="Straight Connector 21">
            <a:extLst>
              <a:ext uri="{FF2B5EF4-FFF2-40B4-BE49-F238E27FC236}">
                <a16:creationId xmlns:a16="http://schemas.microsoft.com/office/drawing/2014/main" id="{B9286772-EAE1-7CD5-11D4-9ECC2224E726}"/>
              </a:ext>
            </a:extLst>
          </p:cNvPr>
          <p:cNvCxnSpPr>
            <a:cxnSpLocks/>
          </p:cNvCxnSpPr>
          <p:nvPr/>
        </p:nvCxnSpPr>
        <p:spPr>
          <a:xfrm>
            <a:off x="3471862" y="2438400"/>
            <a:ext cx="4562475" cy="0"/>
          </a:xfrm>
          <a:prstGeom prst="line">
            <a:avLst/>
          </a:prstGeom>
        </p:spPr>
        <p:style>
          <a:lnRef idx="3">
            <a:schemeClr val="accent6"/>
          </a:lnRef>
          <a:fillRef idx="0">
            <a:schemeClr val="accent6"/>
          </a:fillRef>
          <a:effectRef idx="2">
            <a:schemeClr val="accent6"/>
          </a:effectRef>
          <a:fontRef idx="minor">
            <a:schemeClr val="tx1"/>
          </a:fontRef>
        </p:style>
      </p:cxnSp>
      <p:sp>
        <p:nvSpPr>
          <p:cNvPr id="25" name="Rectangle 24">
            <a:extLst>
              <a:ext uri="{FF2B5EF4-FFF2-40B4-BE49-F238E27FC236}">
                <a16:creationId xmlns:a16="http://schemas.microsoft.com/office/drawing/2014/main" id="{B51666D4-3182-9000-D1DC-F7F2DAF400CB}"/>
              </a:ext>
            </a:extLst>
          </p:cNvPr>
          <p:cNvSpPr/>
          <p:nvPr/>
        </p:nvSpPr>
        <p:spPr>
          <a:xfrm>
            <a:off x="3567333" y="2419350"/>
            <a:ext cx="3519267" cy="1238250"/>
          </a:xfrm>
          <a:prstGeom prst="rect">
            <a:avLst/>
          </a:prstGeom>
          <a:solidFill>
            <a:schemeClr val="accent1">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E0B346D2-F63D-F704-1C79-96099B9DB62C}"/>
              </a:ext>
            </a:extLst>
          </p:cNvPr>
          <p:cNvCxnSpPr>
            <a:cxnSpLocks/>
          </p:cNvCxnSpPr>
          <p:nvPr/>
        </p:nvCxnSpPr>
        <p:spPr>
          <a:xfrm>
            <a:off x="4767261" y="3649355"/>
            <a:ext cx="1047751" cy="0"/>
          </a:xfrm>
          <a:prstGeom prst="line">
            <a:avLst/>
          </a:prstGeom>
        </p:spPr>
        <p:style>
          <a:lnRef idx="3">
            <a:schemeClr val="accent1"/>
          </a:lnRef>
          <a:fillRef idx="0">
            <a:schemeClr val="accent1"/>
          </a:fillRef>
          <a:effectRef idx="2">
            <a:schemeClr val="accent1"/>
          </a:effectRef>
          <a:fontRef idx="minor">
            <a:schemeClr val="tx1"/>
          </a:fontRef>
        </p:style>
      </p:cxnSp>
      <p:sp>
        <p:nvSpPr>
          <p:cNvPr id="30" name="TextBox 29">
            <a:extLst>
              <a:ext uri="{FF2B5EF4-FFF2-40B4-BE49-F238E27FC236}">
                <a16:creationId xmlns:a16="http://schemas.microsoft.com/office/drawing/2014/main" id="{809301EB-17F4-DB25-380D-7C3E5E53B8D3}"/>
              </a:ext>
            </a:extLst>
          </p:cNvPr>
          <p:cNvSpPr txBox="1"/>
          <p:nvPr/>
        </p:nvSpPr>
        <p:spPr>
          <a:xfrm>
            <a:off x="4805362" y="3669267"/>
            <a:ext cx="1009650" cy="646331"/>
          </a:xfrm>
          <a:prstGeom prst="rect">
            <a:avLst/>
          </a:prstGeom>
          <a:noFill/>
        </p:spPr>
        <p:txBody>
          <a:bodyPr wrap="square" rtlCol="0">
            <a:spAutoFit/>
          </a:bodyPr>
          <a:lstStyle/>
          <a:p>
            <a:r>
              <a:rPr lang="en-US" dirty="0"/>
              <a:t>Contig 2 (repeat)</a:t>
            </a:r>
          </a:p>
        </p:txBody>
      </p:sp>
    </p:spTree>
    <p:extLst>
      <p:ext uri="{BB962C8B-B14F-4D97-AF65-F5344CB8AC3E}">
        <p14:creationId xmlns:p14="http://schemas.microsoft.com/office/powerpoint/2010/main" val="1952634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C492BA-03FA-CC6D-3459-ACDB0EC1D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F9EEAC-12EC-94F0-C4FF-6005D74BBCF3}"/>
              </a:ext>
            </a:extLst>
          </p:cNvPr>
          <p:cNvSpPr>
            <a:spLocks noGrp="1"/>
          </p:cNvSpPr>
          <p:nvPr>
            <p:ph type="title"/>
          </p:nvPr>
        </p:nvSpPr>
        <p:spPr/>
        <p:txBody>
          <a:bodyPr>
            <a:normAutofit fontScale="90000"/>
          </a:bodyPr>
          <a:lstStyle/>
          <a:p>
            <a:r>
              <a:rPr lang="en-US" dirty="0"/>
              <a:t>The SAMBA algorithm: Consensus</a:t>
            </a:r>
          </a:p>
        </p:txBody>
      </p:sp>
      <p:sp>
        <p:nvSpPr>
          <p:cNvPr id="4" name="Slide Number Placeholder 3">
            <a:extLst>
              <a:ext uri="{FF2B5EF4-FFF2-40B4-BE49-F238E27FC236}">
                <a16:creationId xmlns:a16="http://schemas.microsoft.com/office/drawing/2014/main" id="{A853D09C-8A92-A8A4-DEDF-4DA82EA0F598}"/>
              </a:ext>
            </a:extLst>
          </p:cNvPr>
          <p:cNvSpPr>
            <a:spLocks noGrp="1"/>
          </p:cNvSpPr>
          <p:nvPr>
            <p:ph type="sldNum" sz="quarter" idx="12"/>
          </p:nvPr>
        </p:nvSpPr>
        <p:spPr/>
        <p:txBody>
          <a:bodyPr/>
          <a:lstStyle/>
          <a:p>
            <a:fld id="{B82CCC60-E8CD-4174-8B1A-7DF615B22EEF}" type="slidenum">
              <a:rPr lang="en-US" smtClean="0"/>
              <a:pPr/>
              <a:t>9</a:t>
            </a:fld>
            <a:endParaRPr lang="en-US"/>
          </a:p>
        </p:txBody>
      </p:sp>
      <p:cxnSp>
        <p:nvCxnSpPr>
          <p:cNvPr id="5" name="Straight Connector 4">
            <a:extLst>
              <a:ext uri="{FF2B5EF4-FFF2-40B4-BE49-F238E27FC236}">
                <a16:creationId xmlns:a16="http://schemas.microsoft.com/office/drawing/2014/main" id="{87BB6DCB-5F95-8B16-A7D4-80BFC115E40E}"/>
              </a:ext>
            </a:extLst>
          </p:cNvPr>
          <p:cNvCxnSpPr>
            <a:cxnSpLocks/>
          </p:cNvCxnSpPr>
          <p:nvPr/>
        </p:nvCxnSpPr>
        <p:spPr>
          <a:xfrm>
            <a:off x="1933575" y="3649355"/>
            <a:ext cx="247400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Straight Connector 5">
            <a:extLst>
              <a:ext uri="{FF2B5EF4-FFF2-40B4-BE49-F238E27FC236}">
                <a16:creationId xmlns:a16="http://schemas.microsoft.com/office/drawing/2014/main" id="{F5399514-92E4-4EAC-A9AB-341ACC07BC7A}"/>
              </a:ext>
            </a:extLst>
          </p:cNvPr>
          <p:cNvCxnSpPr>
            <a:cxnSpLocks/>
          </p:cNvCxnSpPr>
          <p:nvPr/>
        </p:nvCxnSpPr>
        <p:spPr>
          <a:xfrm>
            <a:off x="6162675" y="3649355"/>
            <a:ext cx="2641600" cy="0"/>
          </a:xfrm>
          <a:prstGeom prst="line">
            <a:avLst/>
          </a:prstGeom>
        </p:spPr>
        <p:style>
          <a:lnRef idx="3">
            <a:schemeClr val="accent1"/>
          </a:lnRef>
          <a:fillRef idx="0">
            <a:schemeClr val="accent1"/>
          </a:fillRef>
          <a:effectRef idx="2">
            <a:schemeClr val="accent1"/>
          </a:effectRef>
          <a:fontRef idx="minor">
            <a:schemeClr val="tx1"/>
          </a:fontRef>
        </p:style>
      </p:cxnSp>
      <p:sp>
        <p:nvSpPr>
          <p:cNvPr id="15" name="TextBox 14">
            <a:extLst>
              <a:ext uri="{FF2B5EF4-FFF2-40B4-BE49-F238E27FC236}">
                <a16:creationId xmlns:a16="http://schemas.microsoft.com/office/drawing/2014/main" id="{31876672-A291-FC11-F0E1-F5120889346F}"/>
              </a:ext>
            </a:extLst>
          </p:cNvPr>
          <p:cNvSpPr txBox="1"/>
          <p:nvPr/>
        </p:nvSpPr>
        <p:spPr>
          <a:xfrm>
            <a:off x="1453423" y="3706997"/>
            <a:ext cx="958404" cy="369332"/>
          </a:xfrm>
          <a:prstGeom prst="rect">
            <a:avLst/>
          </a:prstGeom>
          <a:noFill/>
        </p:spPr>
        <p:txBody>
          <a:bodyPr wrap="none" rtlCol="0">
            <a:spAutoFit/>
          </a:bodyPr>
          <a:lstStyle/>
          <a:p>
            <a:r>
              <a:rPr lang="en-US" dirty="0"/>
              <a:t>Contig 1</a:t>
            </a:r>
          </a:p>
        </p:txBody>
      </p:sp>
      <p:sp>
        <p:nvSpPr>
          <p:cNvPr id="16" name="TextBox 15">
            <a:extLst>
              <a:ext uri="{FF2B5EF4-FFF2-40B4-BE49-F238E27FC236}">
                <a16:creationId xmlns:a16="http://schemas.microsoft.com/office/drawing/2014/main" id="{39ABAFBD-D536-F38F-1318-EEE5EDFDA512}"/>
              </a:ext>
            </a:extLst>
          </p:cNvPr>
          <p:cNvSpPr txBox="1"/>
          <p:nvPr/>
        </p:nvSpPr>
        <p:spPr>
          <a:xfrm>
            <a:off x="7921402" y="3706997"/>
            <a:ext cx="958404" cy="369332"/>
          </a:xfrm>
          <a:prstGeom prst="rect">
            <a:avLst/>
          </a:prstGeom>
          <a:noFill/>
        </p:spPr>
        <p:txBody>
          <a:bodyPr wrap="none" rtlCol="0">
            <a:spAutoFit/>
          </a:bodyPr>
          <a:lstStyle/>
          <a:p>
            <a:r>
              <a:rPr lang="en-US" dirty="0"/>
              <a:t>Contig 3</a:t>
            </a:r>
          </a:p>
        </p:txBody>
      </p:sp>
      <p:sp>
        <p:nvSpPr>
          <p:cNvPr id="17" name="TextBox 16">
            <a:extLst>
              <a:ext uri="{FF2B5EF4-FFF2-40B4-BE49-F238E27FC236}">
                <a16:creationId xmlns:a16="http://schemas.microsoft.com/office/drawing/2014/main" id="{14999542-5BC6-D144-C217-E1B0DBD9BB0C}"/>
              </a:ext>
            </a:extLst>
          </p:cNvPr>
          <p:cNvSpPr txBox="1"/>
          <p:nvPr/>
        </p:nvSpPr>
        <p:spPr>
          <a:xfrm>
            <a:off x="4367385" y="2467902"/>
            <a:ext cx="1728615" cy="369332"/>
          </a:xfrm>
          <a:prstGeom prst="rect">
            <a:avLst/>
          </a:prstGeom>
          <a:noFill/>
        </p:spPr>
        <p:txBody>
          <a:bodyPr wrap="none" rtlCol="0">
            <a:spAutoFit/>
          </a:bodyPr>
          <a:lstStyle/>
          <a:p>
            <a:r>
              <a:rPr lang="en-US" dirty="0"/>
              <a:t>Create a “patch”</a:t>
            </a:r>
          </a:p>
        </p:txBody>
      </p:sp>
      <p:sp>
        <p:nvSpPr>
          <p:cNvPr id="25" name="Rectangle 24">
            <a:extLst>
              <a:ext uri="{FF2B5EF4-FFF2-40B4-BE49-F238E27FC236}">
                <a16:creationId xmlns:a16="http://schemas.microsoft.com/office/drawing/2014/main" id="{2E9FAACB-1B7E-0E6E-1359-3BA495A3EEB9}"/>
              </a:ext>
            </a:extLst>
          </p:cNvPr>
          <p:cNvSpPr/>
          <p:nvPr/>
        </p:nvSpPr>
        <p:spPr>
          <a:xfrm>
            <a:off x="3567333" y="3401286"/>
            <a:ext cx="3519267" cy="256313"/>
          </a:xfrm>
          <a:prstGeom prst="rect">
            <a:avLst/>
          </a:prstGeom>
          <a:solidFill>
            <a:schemeClr val="accent1">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3327077D-08F6-04EA-4A40-179A69225840}"/>
              </a:ext>
            </a:extLst>
          </p:cNvPr>
          <p:cNvCxnSpPr>
            <a:cxnSpLocks/>
          </p:cNvCxnSpPr>
          <p:nvPr/>
        </p:nvCxnSpPr>
        <p:spPr>
          <a:xfrm>
            <a:off x="4767261" y="3649355"/>
            <a:ext cx="1047751" cy="0"/>
          </a:xfrm>
          <a:prstGeom prst="line">
            <a:avLst/>
          </a:prstGeom>
        </p:spPr>
        <p:style>
          <a:lnRef idx="3">
            <a:schemeClr val="accent1"/>
          </a:lnRef>
          <a:fillRef idx="0">
            <a:schemeClr val="accent1"/>
          </a:fillRef>
          <a:effectRef idx="2">
            <a:schemeClr val="accent1"/>
          </a:effectRef>
          <a:fontRef idx="minor">
            <a:schemeClr val="tx1"/>
          </a:fontRef>
        </p:style>
      </p:cxnSp>
      <p:sp>
        <p:nvSpPr>
          <p:cNvPr id="30" name="TextBox 29">
            <a:extLst>
              <a:ext uri="{FF2B5EF4-FFF2-40B4-BE49-F238E27FC236}">
                <a16:creationId xmlns:a16="http://schemas.microsoft.com/office/drawing/2014/main" id="{EFADCADF-030E-2AED-361A-BE30394214A6}"/>
              </a:ext>
            </a:extLst>
          </p:cNvPr>
          <p:cNvSpPr txBox="1"/>
          <p:nvPr/>
        </p:nvSpPr>
        <p:spPr>
          <a:xfrm>
            <a:off x="4805362" y="3669267"/>
            <a:ext cx="1009650" cy="646331"/>
          </a:xfrm>
          <a:prstGeom prst="rect">
            <a:avLst/>
          </a:prstGeom>
          <a:noFill/>
        </p:spPr>
        <p:txBody>
          <a:bodyPr wrap="square" rtlCol="0">
            <a:spAutoFit/>
          </a:bodyPr>
          <a:lstStyle/>
          <a:p>
            <a:r>
              <a:rPr lang="en-US" dirty="0"/>
              <a:t>Contig 2 (repeat)</a:t>
            </a:r>
          </a:p>
        </p:txBody>
      </p:sp>
      <p:cxnSp>
        <p:nvCxnSpPr>
          <p:cNvPr id="3" name="Straight Connector 2">
            <a:extLst>
              <a:ext uri="{FF2B5EF4-FFF2-40B4-BE49-F238E27FC236}">
                <a16:creationId xmlns:a16="http://schemas.microsoft.com/office/drawing/2014/main" id="{FAE29AAD-849F-6A38-F27D-027D8C76FA91}"/>
              </a:ext>
            </a:extLst>
          </p:cNvPr>
          <p:cNvCxnSpPr>
            <a:cxnSpLocks/>
          </p:cNvCxnSpPr>
          <p:nvPr/>
        </p:nvCxnSpPr>
        <p:spPr>
          <a:xfrm>
            <a:off x="3567333" y="3412091"/>
            <a:ext cx="3519267"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2641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0D135D-887B-82BE-58FD-A65F53162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529E2-655B-86FB-0294-77F06E57A767}"/>
              </a:ext>
            </a:extLst>
          </p:cNvPr>
          <p:cNvSpPr>
            <a:spLocks noGrp="1"/>
          </p:cNvSpPr>
          <p:nvPr>
            <p:ph type="title"/>
          </p:nvPr>
        </p:nvSpPr>
        <p:spPr/>
        <p:txBody>
          <a:bodyPr>
            <a:normAutofit fontScale="90000"/>
          </a:bodyPr>
          <a:lstStyle/>
          <a:p>
            <a:r>
              <a:rPr lang="en-US" dirty="0"/>
              <a:t>The SAMBA algorithm: Consensus</a:t>
            </a:r>
          </a:p>
        </p:txBody>
      </p:sp>
      <p:sp>
        <p:nvSpPr>
          <p:cNvPr id="4" name="Slide Number Placeholder 3">
            <a:extLst>
              <a:ext uri="{FF2B5EF4-FFF2-40B4-BE49-F238E27FC236}">
                <a16:creationId xmlns:a16="http://schemas.microsoft.com/office/drawing/2014/main" id="{B446D0B7-0909-29FC-17AD-24730019CC5A}"/>
              </a:ext>
            </a:extLst>
          </p:cNvPr>
          <p:cNvSpPr>
            <a:spLocks noGrp="1"/>
          </p:cNvSpPr>
          <p:nvPr>
            <p:ph type="sldNum" sz="quarter" idx="12"/>
          </p:nvPr>
        </p:nvSpPr>
        <p:spPr/>
        <p:txBody>
          <a:bodyPr/>
          <a:lstStyle/>
          <a:p>
            <a:fld id="{B82CCC60-E8CD-4174-8B1A-7DF615B22EEF}" type="slidenum">
              <a:rPr lang="en-US" smtClean="0"/>
              <a:pPr/>
              <a:t>10</a:t>
            </a:fld>
            <a:endParaRPr lang="en-US"/>
          </a:p>
        </p:txBody>
      </p:sp>
      <p:cxnSp>
        <p:nvCxnSpPr>
          <p:cNvPr id="5" name="Straight Connector 4">
            <a:extLst>
              <a:ext uri="{FF2B5EF4-FFF2-40B4-BE49-F238E27FC236}">
                <a16:creationId xmlns:a16="http://schemas.microsoft.com/office/drawing/2014/main" id="{22116A26-B63B-AEAF-BB82-528841EEA422}"/>
              </a:ext>
            </a:extLst>
          </p:cNvPr>
          <p:cNvCxnSpPr>
            <a:cxnSpLocks/>
          </p:cNvCxnSpPr>
          <p:nvPr/>
        </p:nvCxnSpPr>
        <p:spPr>
          <a:xfrm>
            <a:off x="1933575" y="3649355"/>
            <a:ext cx="2474009"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6" name="Straight Connector 5">
            <a:extLst>
              <a:ext uri="{FF2B5EF4-FFF2-40B4-BE49-F238E27FC236}">
                <a16:creationId xmlns:a16="http://schemas.microsoft.com/office/drawing/2014/main" id="{4292FE8C-6C2A-CAF1-00DE-D7E60454DA73}"/>
              </a:ext>
            </a:extLst>
          </p:cNvPr>
          <p:cNvCxnSpPr>
            <a:cxnSpLocks/>
          </p:cNvCxnSpPr>
          <p:nvPr/>
        </p:nvCxnSpPr>
        <p:spPr>
          <a:xfrm>
            <a:off x="6162675" y="3649355"/>
            <a:ext cx="2641600" cy="0"/>
          </a:xfrm>
          <a:prstGeom prst="line">
            <a:avLst/>
          </a:prstGeom>
        </p:spPr>
        <p:style>
          <a:lnRef idx="3">
            <a:schemeClr val="accent1"/>
          </a:lnRef>
          <a:fillRef idx="0">
            <a:schemeClr val="accent1"/>
          </a:fillRef>
          <a:effectRef idx="2">
            <a:schemeClr val="accent1"/>
          </a:effectRef>
          <a:fontRef idx="minor">
            <a:schemeClr val="tx1"/>
          </a:fontRef>
        </p:style>
      </p:cxnSp>
      <p:sp>
        <p:nvSpPr>
          <p:cNvPr id="15" name="TextBox 14">
            <a:extLst>
              <a:ext uri="{FF2B5EF4-FFF2-40B4-BE49-F238E27FC236}">
                <a16:creationId xmlns:a16="http://schemas.microsoft.com/office/drawing/2014/main" id="{D1F50F43-4F59-7F49-C4EE-27E31ADC0202}"/>
              </a:ext>
            </a:extLst>
          </p:cNvPr>
          <p:cNvSpPr txBox="1"/>
          <p:nvPr/>
        </p:nvSpPr>
        <p:spPr>
          <a:xfrm>
            <a:off x="4367385" y="3758908"/>
            <a:ext cx="1547731" cy="369332"/>
          </a:xfrm>
          <a:prstGeom prst="rect">
            <a:avLst/>
          </a:prstGeom>
          <a:noFill/>
        </p:spPr>
        <p:txBody>
          <a:bodyPr wrap="none" rtlCol="0">
            <a:spAutoFit/>
          </a:bodyPr>
          <a:lstStyle/>
          <a:p>
            <a:r>
              <a:rPr lang="en-US" dirty="0"/>
              <a:t>Merged contig</a:t>
            </a:r>
          </a:p>
        </p:txBody>
      </p:sp>
      <p:sp>
        <p:nvSpPr>
          <p:cNvPr id="17" name="TextBox 16">
            <a:extLst>
              <a:ext uri="{FF2B5EF4-FFF2-40B4-BE49-F238E27FC236}">
                <a16:creationId xmlns:a16="http://schemas.microsoft.com/office/drawing/2014/main" id="{CBBF2A86-782C-5C87-B1A4-0725F10CF4C9}"/>
              </a:ext>
            </a:extLst>
          </p:cNvPr>
          <p:cNvSpPr txBox="1"/>
          <p:nvPr/>
        </p:nvSpPr>
        <p:spPr>
          <a:xfrm>
            <a:off x="4367385" y="2467902"/>
            <a:ext cx="796757" cy="369332"/>
          </a:xfrm>
          <a:prstGeom prst="rect">
            <a:avLst/>
          </a:prstGeom>
          <a:noFill/>
        </p:spPr>
        <p:txBody>
          <a:bodyPr wrap="none" rtlCol="0">
            <a:spAutoFit/>
          </a:bodyPr>
          <a:lstStyle/>
          <a:p>
            <a:r>
              <a:rPr lang="en-US" dirty="0"/>
              <a:t>Merge</a:t>
            </a:r>
          </a:p>
        </p:txBody>
      </p:sp>
      <p:cxnSp>
        <p:nvCxnSpPr>
          <p:cNvPr id="26" name="Straight Connector 25">
            <a:extLst>
              <a:ext uri="{FF2B5EF4-FFF2-40B4-BE49-F238E27FC236}">
                <a16:creationId xmlns:a16="http://schemas.microsoft.com/office/drawing/2014/main" id="{13CC24E5-15D9-965A-609F-E881C1C064B0}"/>
              </a:ext>
            </a:extLst>
          </p:cNvPr>
          <p:cNvCxnSpPr>
            <a:cxnSpLocks/>
          </p:cNvCxnSpPr>
          <p:nvPr/>
        </p:nvCxnSpPr>
        <p:spPr>
          <a:xfrm>
            <a:off x="4767261" y="3649355"/>
            <a:ext cx="1047751"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 name="Straight Connector 2">
            <a:extLst>
              <a:ext uri="{FF2B5EF4-FFF2-40B4-BE49-F238E27FC236}">
                <a16:creationId xmlns:a16="http://schemas.microsoft.com/office/drawing/2014/main" id="{FED97CAB-198C-0016-4027-685341684675}"/>
              </a:ext>
            </a:extLst>
          </p:cNvPr>
          <p:cNvCxnSpPr>
            <a:cxnSpLocks/>
          </p:cNvCxnSpPr>
          <p:nvPr/>
        </p:nvCxnSpPr>
        <p:spPr>
          <a:xfrm>
            <a:off x="3559400" y="3649355"/>
            <a:ext cx="3519267"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4420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2DF8-08D0-4842-BF1A-10FC596454D3}"/>
              </a:ext>
            </a:extLst>
          </p:cNvPr>
          <p:cNvSpPr>
            <a:spLocks noGrp="1"/>
          </p:cNvSpPr>
          <p:nvPr>
            <p:ph type="title"/>
          </p:nvPr>
        </p:nvSpPr>
        <p:spPr>
          <a:xfrm>
            <a:off x="598620" y="526474"/>
            <a:ext cx="7059480" cy="458115"/>
          </a:xfrm>
        </p:spPr>
        <p:txBody>
          <a:bodyPr>
            <a:normAutofit fontScale="90000"/>
          </a:bodyPr>
          <a:lstStyle/>
          <a:p>
            <a:r>
              <a:rPr lang="en-US" dirty="0"/>
              <a:t>Result: Arabidopsis thaliana assembly, PacBio reads</a:t>
            </a:r>
          </a:p>
        </p:txBody>
      </p:sp>
      <p:sp>
        <p:nvSpPr>
          <p:cNvPr id="3" name="Content Placeholder 2">
            <a:extLst>
              <a:ext uri="{FF2B5EF4-FFF2-40B4-BE49-F238E27FC236}">
                <a16:creationId xmlns:a16="http://schemas.microsoft.com/office/drawing/2014/main" id="{C1A92403-420F-6B5A-2128-97BB599221FE}"/>
              </a:ext>
            </a:extLst>
          </p:cNvPr>
          <p:cNvSpPr>
            <a:spLocks noGrp="1"/>
          </p:cNvSpPr>
          <p:nvPr>
            <p:ph idx="1"/>
          </p:nvPr>
        </p:nvSpPr>
        <p:spPr/>
        <p:txBody>
          <a:bodyPr/>
          <a:lstStyle/>
          <a:p>
            <a:r>
              <a:rPr lang="en-US" dirty="0"/>
              <a:t>Longer contigs, fewer errors compared to </a:t>
            </a:r>
            <a:r>
              <a:rPr lang="en-US" dirty="0" err="1"/>
              <a:t>LRScaf</a:t>
            </a:r>
            <a:r>
              <a:rPr lang="en-US" dirty="0"/>
              <a:t>, SMIS and LINKS</a:t>
            </a:r>
          </a:p>
        </p:txBody>
      </p:sp>
      <p:sp>
        <p:nvSpPr>
          <p:cNvPr id="4" name="Slide Number Placeholder 3">
            <a:extLst>
              <a:ext uri="{FF2B5EF4-FFF2-40B4-BE49-F238E27FC236}">
                <a16:creationId xmlns:a16="http://schemas.microsoft.com/office/drawing/2014/main" id="{0A8B6E58-1D95-B1F1-83E7-4FA196196B5A}"/>
              </a:ext>
            </a:extLst>
          </p:cNvPr>
          <p:cNvSpPr>
            <a:spLocks noGrp="1"/>
          </p:cNvSpPr>
          <p:nvPr>
            <p:ph type="sldNum" sz="quarter" idx="12"/>
          </p:nvPr>
        </p:nvSpPr>
        <p:spPr/>
        <p:txBody>
          <a:bodyPr/>
          <a:lstStyle/>
          <a:p>
            <a:fld id="{B82CCC60-E8CD-4174-8B1A-7DF615B22EEF}" type="slidenum">
              <a:rPr lang="en-US" smtClean="0"/>
              <a:pPr/>
              <a:t>11</a:t>
            </a:fld>
            <a:endParaRPr lang="en-US"/>
          </a:p>
        </p:txBody>
      </p:sp>
      <p:pic>
        <p:nvPicPr>
          <p:cNvPr id="6" name="Picture 5">
            <a:extLst>
              <a:ext uri="{FF2B5EF4-FFF2-40B4-BE49-F238E27FC236}">
                <a16:creationId xmlns:a16="http://schemas.microsoft.com/office/drawing/2014/main" id="{1E83DDAE-C461-F8AE-AACE-F0F88A5219D4}"/>
              </a:ext>
            </a:extLst>
          </p:cNvPr>
          <p:cNvPicPr>
            <a:picLocks noChangeAspect="1"/>
          </p:cNvPicPr>
          <p:nvPr/>
        </p:nvPicPr>
        <p:blipFill>
          <a:blip r:embed="rId2"/>
          <a:stretch>
            <a:fillRect/>
          </a:stretch>
        </p:blipFill>
        <p:spPr>
          <a:xfrm>
            <a:off x="1224303" y="2072627"/>
            <a:ext cx="8935697" cy="4648849"/>
          </a:xfrm>
          <a:prstGeom prst="rect">
            <a:avLst/>
          </a:prstGeom>
        </p:spPr>
      </p:pic>
    </p:spTree>
    <p:extLst>
      <p:ext uri="{BB962C8B-B14F-4D97-AF65-F5344CB8AC3E}">
        <p14:creationId xmlns:p14="http://schemas.microsoft.com/office/powerpoint/2010/main" val="214637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5F5BA-FDA9-E2D2-7F51-CD874B35E870}"/>
              </a:ext>
            </a:extLst>
          </p:cNvPr>
          <p:cNvSpPr>
            <a:spLocks noGrp="1"/>
          </p:cNvSpPr>
          <p:nvPr>
            <p:ph type="title"/>
          </p:nvPr>
        </p:nvSpPr>
        <p:spPr/>
        <p:txBody>
          <a:bodyPr>
            <a:normAutofit fontScale="90000"/>
          </a:bodyPr>
          <a:lstStyle/>
          <a:p>
            <a:r>
              <a:rPr lang="en-US" dirty="0"/>
              <a:t>Summary</a:t>
            </a:r>
          </a:p>
        </p:txBody>
      </p:sp>
      <p:sp>
        <p:nvSpPr>
          <p:cNvPr id="3" name="Content Placeholder 2">
            <a:extLst>
              <a:ext uri="{FF2B5EF4-FFF2-40B4-BE49-F238E27FC236}">
                <a16:creationId xmlns:a16="http://schemas.microsoft.com/office/drawing/2014/main" id="{76232C31-9C13-7764-0394-188D84A8FD08}"/>
              </a:ext>
            </a:extLst>
          </p:cNvPr>
          <p:cNvSpPr>
            <a:spLocks noGrp="1"/>
          </p:cNvSpPr>
          <p:nvPr>
            <p:ph idx="1"/>
          </p:nvPr>
        </p:nvSpPr>
        <p:spPr/>
        <p:txBody>
          <a:bodyPr/>
          <a:lstStyle/>
          <a:p>
            <a:r>
              <a:rPr lang="en-US" dirty="0"/>
              <a:t>SAMBA is an effective tool aimed at improving contiguity of existing genome assemblies with long reads</a:t>
            </a:r>
          </a:p>
          <a:p>
            <a:r>
              <a:rPr lang="en-US" dirty="0"/>
              <a:t>No need to re-assemble, useful in cases where original data is no longer available</a:t>
            </a:r>
          </a:p>
          <a:p>
            <a:r>
              <a:rPr lang="en-US" dirty="0"/>
              <a:t>Can use both PacBio and Oxford nanopore long reads</a:t>
            </a:r>
          </a:p>
        </p:txBody>
      </p:sp>
      <p:sp>
        <p:nvSpPr>
          <p:cNvPr id="4" name="Slide Number Placeholder 3">
            <a:extLst>
              <a:ext uri="{FF2B5EF4-FFF2-40B4-BE49-F238E27FC236}">
                <a16:creationId xmlns:a16="http://schemas.microsoft.com/office/drawing/2014/main" id="{A2617015-753A-FA5C-8F18-06A5C58211E7}"/>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2862472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CB90E-4F93-2D9F-010E-6CD0D7C2A08D}"/>
              </a:ext>
            </a:extLst>
          </p:cNvPr>
          <p:cNvSpPr>
            <a:spLocks noGrp="1"/>
          </p:cNvSpPr>
          <p:nvPr>
            <p:ph type="title"/>
          </p:nvPr>
        </p:nvSpPr>
        <p:spPr>
          <a:xfrm>
            <a:off x="454241" y="488864"/>
            <a:ext cx="10972800" cy="458115"/>
          </a:xfrm>
        </p:spPr>
        <p:txBody>
          <a:bodyPr>
            <a:normAutofit fontScale="90000"/>
          </a:bodyPr>
          <a:lstStyle/>
          <a:p>
            <a:r>
              <a:rPr lang="en-US" dirty="0"/>
              <a:t>Lab #6: Training and scoring with </a:t>
            </a:r>
            <a:br>
              <a:rPr lang="en-US" dirty="0"/>
            </a:br>
            <a:r>
              <a:rPr lang="en-US" dirty="0"/>
              <a:t>PWM and WAM</a:t>
            </a:r>
          </a:p>
        </p:txBody>
      </p:sp>
      <p:sp>
        <p:nvSpPr>
          <p:cNvPr id="3" name="Content Placeholder 2">
            <a:extLst>
              <a:ext uri="{FF2B5EF4-FFF2-40B4-BE49-F238E27FC236}">
                <a16:creationId xmlns:a16="http://schemas.microsoft.com/office/drawing/2014/main" id="{DC1FCB77-9759-C6B5-1779-46F8E35B2ABD}"/>
              </a:ext>
            </a:extLst>
          </p:cNvPr>
          <p:cNvSpPr>
            <a:spLocks noGrp="1"/>
          </p:cNvSpPr>
          <p:nvPr>
            <p:ph idx="1"/>
          </p:nvPr>
        </p:nvSpPr>
        <p:spPr>
          <a:xfrm>
            <a:off x="290092" y="1609977"/>
            <a:ext cx="11034398" cy="5248023"/>
          </a:xfrm>
        </p:spPr>
        <p:txBody>
          <a:bodyPr>
            <a:normAutofit fontScale="62500" lnSpcReduction="20000"/>
          </a:bodyPr>
          <a:lstStyle/>
          <a:p>
            <a:r>
              <a:rPr lang="en-US" dirty="0"/>
              <a:t>Lab #6: Due Friday November 21</a:t>
            </a:r>
            <a:r>
              <a:rPr lang="en-US" baseline="30000" dirty="0"/>
              <a:t>st</a:t>
            </a:r>
            <a:r>
              <a:rPr lang="en-US" dirty="0"/>
              <a:t> at 8:00pm.  In this lab assignment you will implement training and scoring with Positional Weight and Weight Array (graduate only) matrices. Submit through </a:t>
            </a:r>
            <a:r>
              <a:rPr lang="en-US" dirty="0" err="1"/>
              <a:t>GradeScope’s</a:t>
            </a:r>
            <a:r>
              <a:rPr lang="en-US" dirty="0"/>
              <a:t> </a:t>
            </a:r>
            <a:r>
              <a:rPr lang="en-US" dirty="0" err="1"/>
              <a:t>autograder</a:t>
            </a:r>
            <a:r>
              <a:rPr lang="en-US" dirty="0"/>
              <a:t>.</a:t>
            </a:r>
          </a:p>
          <a:p>
            <a:r>
              <a:rPr lang="en-US" dirty="0"/>
              <a:t>Data: training </a:t>
            </a:r>
            <a:r>
              <a:rPr lang="en-US" dirty="0">
                <a:hlinkClick r:id="rId2"/>
              </a:rPr>
              <a:t>https://github.com/alekseyzimin/BME-Algorithms-for-Analysis-of-Genomic-Data/raw/refs/heads/main/training.txt</a:t>
            </a:r>
            <a:r>
              <a:rPr lang="en-US" dirty="0"/>
              <a:t> testing </a:t>
            </a:r>
            <a:r>
              <a:rPr lang="en-US" dirty="0">
                <a:hlinkClick r:id="rId3"/>
              </a:rPr>
              <a:t>https://github.com/alekseyzimin/BME-Algorithms-for-Analysis-of-Genomic-Data/raw/refs/heads/main/testing20.txt</a:t>
            </a:r>
            <a:r>
              <a:rPr lang="en-US" dirty="0"/>
              <a:t>. When computing logs of probabilities, add 1e-16 to the probability to avoid getting log(0)</a:t>
            </a:r>
          </a:p>
          <a:p>
            <a:r>
              <a:rPr lang="en-US" dirty="0"/>
              <a:t>The assignment is to write the following functions in python and submit them through </a:t>
            </a:r>
            <a:r>
              <a:rPr lang="en-US" dirty="0" err="1"/>
              <a:t>autograder</a:t>
            </a:r>
            <a:r>
              <a:rPr lang="en-US" dirty="0"/>
              <a:t> in </a:t>
            </a:r>
            <a:r>
              <a:rPr lang="en-US" i="1" dirty="0"/>
              <a:t>train_score_pwm.py </a:t>
            </a:r>
            <a:r>
              <a:rPr lang="en-US" dirty="0"/>
              <a:t>file:</a:t>
            </a:r>
          </a:p>
          <a:p>
            <a:pPr lvl="1"/>
            <a:r>
              <a:rPr lang="en-US" dirty="0"/>
              <a:t>(G:10pts,U:10pts) </a:t>
            </a:r>
            <a:r>
              <a:rPr lang="en-US" i="1" dirty="0" err="1"/>
              <a:t>load_sequences</a:t>
            </a:r>
            <a:r>
              <a:rPr lang="en-US" i="1" dirty="0"/>
              <a:t>(file) </a:t>
            </a:r>
            <a:r>
              <a:rPr lang="en-US" dirty="0"/>
              <a:t>: reads strings from file, one string per line, returns array of strings</a:t>
            </a:r>
          </a:p>
          <a:p>
            <a:pPr lvl="1"/>
            <a:r>
              <a:rPr lang="en-US" dirty="0"/>
              <a:t>(G:25pts,U:50pts) </a:t>
            </a:r>
            <a:r>
              <a:rPr lang="en-US" i="1" dirty="0" err="1"/>
              <a:t>compute_pwm</a:t>
            </a:r>
            <a:r>
              <a:rPr lang="en-US" i="1" dirty="0"/>
              <a:t>(sequences) </a:t>
            </a:r>
            <a:r>
              <a:rPr lang="en-US" dirty="0"/>
              <a:t>:</a:t>
            </a:r>
            <a:r>
              <a:rPr lang="en-US" i="1" dirty="0"/>
              <a:t> </a:t>
            </a:r>
            <a:r>
              <a:rPr lang="en-US" dirty="0"/>
              <a:t>computes positional weights from training data in the array of strings </a:t>
            </a:r>
            <a:r>
              <a:rPr lang="en-US" i="1" dirty="0"/>
              <a:t>sequences</a:t>
            </a:r>
            <a:r>
              <a:rPr lang="en-US" dirty="0"/>
              <a:t>, returns dictionary of positional weights </a:t>
            </a:r>
            <a:r>
              <a:rPr lang="en-US" i="1" dirty="0" err="1"/>
              <a:t>pwm</a:t>
            </a:r>
            <a:r>
              <a:rPr lang="en-US" i="1" dirty="0"/>
              <a:t>[base][position]=weight</a:t>
            </a:r>
            <a:r>
              <a:rPr lang="en-US" dirty="0"/>
              <a:t>; base is “ACGT”, position is from </a:t>
            </a:r>
            <a:r>
              <a:rPr lang="en-US" i="1" dirty="0"/>
              <a:t>0</a:t>
            </a:r>
            <a:r>
              <a:rPr lang="en-US" dirty="0"/>
              <a:t> to </a:t>
            </a:r>
            <a:r>
              <a:rPr lang="en-US" i="1" dirty="0" err="1"/>
              <a:t>len</a:t>
            </a:r>
            <a:r>
              <a:rPr lang="en-US" i="1" dirty="0"/>
              <a:t>(sequences[0])-1</a:t>
            </a:r>
          </a:p>
          <a:p>
            <a:pPr lvl="1"/>
            <a:r>
              <a:rPr lang="en-US" dirty="0"/>
              <a:t>(G:20pts,U:40pts) </a:t>
            </a:r>
            <a:r>
              <a:rPr lang="en-US" i="1" dirty="0" err="1"/>
              <a:t>score_pwm</a:t>
            </a:r>
            <a:r>
              <a:rPr lang="en-US" i="1" dirty="0"/>
              <a:t>(</a:t>
            </a:r>
            <a:r>
              <a:rPr lang="en-US" i="1" dirty="0" err="1"/>
              <a:t>sequences,pwm</a:t>
            </a:r>
            <a:r>
              <a:rPr lang="en-US" i="1" dirty="0"/>
              <a:t>) </a:t>
            </a:r>
            <a:r>
              <a:rPr lang="en-US" dirty="0"/>
              <a:t>: returns array of numerical positional weight scores for array of DNA sequences </a:t>
            </a:r>
            <a:r>
              <a:rPr lang="en-US" i="1" dirty="0" err="1"/>
              <a:t>sequences</a:t>
            </a:r>
            <a:r>
              <a:rPr lang="en-US" dirty="0"/>
              <a:t> and positional weight matrix (dictionary) </a:t>
            </a:r>
            <a:r>
              <a:rPr lang="en-US" i="1" dirty="0" err="1"/>
              <a:t>pwm</a:t>
            </a:r>
            <a:endParaRPr lang="en-US" i="1" dirty="0"/>
          </a:p>
          <a:p>
            <a:r>
              <a:rPr lang="en-US" dirty="0"/>
              <a:t>Graduate students only:</a:t>
            </a:r>
          </a:p>
          <a:p>
            <a:pPr lvl="1"/>
            <a:r>
              <a:rPr lang="en-US" dirty="0"/>
              <a:t>(G:25pts) </a:t>
            </a:r>
            <a:r>
              <a:rPr lang="en-US" i="1" dirty="0" err="1"/>
              <a:t>compute_wam</a:t>
            </a:r>
            <a:r>
              <a:rPr lang="en-US" i="1" dirty="0"/>
              <a:t>(sequences) </a:t>
            </a:r>
            <a:r>
              <a:rPr lang="en-US" dirty="0"/>
              <a:t>: computes Weight Array Matrix from training data in the array of strings sequences, returns dictionary of weights </a:t>
            </a:r>
            <a:r>
              <a:rPr lang="en-US" i="1" dirty="0" err="1"/>
              <a:t>wam</a:t>
            </a:r>
            <a:r>
              <a:rPr lang="en-US" i="1" dirty="0"/>
              <a:t>[tuple][position]=weight</a:t>
            </a:r>
            <a:r>
              <a:rPr lang="en-US" dirty="0"/>
              <a:t>; tuple is “AA, “AC”,...,”TT”, position is from </a:t>
            </a:r>
            <a:r>
              <a:rPr lang="en-US" i="1" dirty="0"/>
              <a:t>0</a:t>
            </a:r>
            <a:r>
              <a:rPr lang="en-US" dirty="0"/>
              <a:t> to </a:t>
            </a:r>
            <a:r>
              <a:rPr lang="en-US" i="1" dirty="0" err="1"/>
              <a:t>len</a:t>
            </a:r>
            <a:r>
              <a:rPr lang="en-US" i="1" dirty="0"/>
              <a:t>(sequences[0])-2</a:t>
            </a:r>
          </a:p>
          <a:p>
            <a:pPr lvl="1"/>
            <a:r>
              <a:rPr lang="en-US" dirty="0"/>
              <a:t>(G:20pts) </a:t>
            </a:r>
            <a:r>
              <a:rPr lang="en-US" i="1" dirty="0" err="1"/>
              <a:t>score_wam</a:t>
            </a:r>
            <a:r>
              <a:rPr lang="en-US" i="1" dirty="0"/>
              <a:t>(</a:t>
            </a:r>
            <a:r>
              <a:rPr lang="en-US" i="1" dirty="0" err="1"/>
              <a:t>sequences,pwm,wam</a:t>
            </a:r>
            <a:r>
              <a:rPr lang="en-US" i="1" dirty="0"/>
              <a:t>) </a:t>
            </a:r>
            <a:r>
              <a:rPr lang="en-US" dirty="0"/>
              <a:t>: returns array of numerical Weight Array scores for array of DNA sequences </a:t>
            </a:r>
            <a:r>
              <a:rPr lang="en-US" i="1" dirty="0" err="1"/>
              <a:t>sequences</a:t>
            </a:r>
            <a:r>
              <a:rPr lang="en-US" dirty="0"/>
              <a:t>, positional weight matrix (dictionary) </a:t>
            </a:r>
            <a:r>
              <a:rPr lang="en-US" i="1" dirty="0" err="1"/>
              <a:t>pwm</a:t>
            </a:r>
            <a:r>
              <a:rPr lang="en-US" dirty="0"/>
              <a:t>, and weight array matrix (dictionary) </a:t>
            </a:r>
            <a:r>
              <a:rPr lang="en-US" i="1" dirty="0" err="1"/>
              <a:t>wam</a:t>
            </a:r>
            <a:endParaRPr lang="en-US" i="1" dirty="0"/>
          </a:p>
          <a:p>
            <a:pPr lvl="1"/>
            <a:endParaRPr lang="en-US" i="1" dirty="0"/>
          </a:p>
        </p:txBody>
      </p:sp>
      <p:sp>
        <p:nvSpPr>
          <p:cNvPr id="4" name="Slide Number Placeholder 3">
            <a:extLst>
              <a:ext uri="{FF2B5EF4-FFF2-40B4-BE49-F238E27FC236}">
                <a16:creationId xmlns:a16="http://schemas.microsoft.com/office/drawing/2014/main" id="{07F44356-1842-3AF4-773F-C9432856F9F3}"/>
              </a:ext>
            </a:extLst>
          </p:cNvPr>
          <p:cNvSpPr>
            <a:spLocks noGrp="1"/>
          </p:cNvSpPr>
          <p:nvPr>
            <p:ph type="sldNum" sz="quarter" idx="12"/>
          </p:nvPr>
        </p:nvSpPr>
        <p:spPr/>
        <p:txBody>
          <a:bodyPr/>
          <a:lstStyle/>
          <a:p>
            <a:fld id="{B82CCC60-E8CD-4174-8B1A-7DF615B22EEF}" type="slidenum">
              <a:rPr lang="en-US" smtClean="0"/>
              <a:pPr/>
              <a:t>13</a:t>
            </a:fld>
            <a:endParaRPr lang="en-US"/>
          </a:p>
        </p:txBody>
      </p:sp>
    </p:spTree>
    <p:extLst>
      <p:ext uri="{BB962C8B-B14F-4D97-AF65-F5344CB8AC3E}">
        <p14:creationId xmlns:p14="http://schemas.microsoft.com/office/powerpoint/2010/main" val="4041367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383B-57E8-8426-E9B2-F8B08888C8F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1E004E40-D459-3413-C789-D3A6249A7A21}"/>
              </a:ext>
            </a:extLst>
          </p:cNvPr>
          <p:cNvSpPr>
            <a:spLocks noGrp="1"/>
          </p:cNvSpPr>
          <p:nvPr>
            <p:ph idx="1"/>
          </p:nvPr>
        </p:nvSpPr>
        <p:spPr>
          <a:xfrm>
            <a:off x="462013" y="5040427"/>
            <a:ext cx="11109407" cy="1232033"/>
          </a:xfrm>
        </p:spPr>
        <p:txBody>
          <a:bodyPr>
            <a:normAutofit fontScale="92500"/>
          </a:bodyPr>
          <a:lstStyle/>
          <a:p>
            <a:r>
              <a:rPr lang="en-US" dirty="0"/>
              <a:t>Let's consider the following simple HMM for coding/non-coding regions of DNA. This model is composed of 2 states, C (coding) and N (non-coding). </a:t>
            </a:r>
          </a:p>
        </p:txBody>
      </p:sp>
      <p:sp>
        <p:nvSpPr>
          <p:cNvPr id="4" name="Slide Number Placeholder 3">
            <a:extLst>
              <a:ext uri="{FF2B5EF4-FFF2-40B4-BE49-F238E27FC236}">
                <a16:creationId xmlns:a16="http://schemas.microsoft.com/office/drawing/2014/main" id="{DF3AC70A-40B1-7BE0-0F13-CC7563BB660D}"/>
              </a:ext>
            </a:extLst>
          </p:cNvPr>
          <p:cNvSpPr>
            <a:spLocks noGrp="1"/>
          </p:cNvSpPr>
          <p:nvPr>
            <p:ph type="sldNum" sz="quarter" idx="12"/>
          </p:nvPr>
        </p:nvSpPr>
        <p:spPr/>
        <p:txBody>
          <a:bodyPr/>
          <a:lstStyle/>
          <a:p>
            <a:fld id="{B82CCC60-E8CD-4174-8B1A-7DF615B22EEF}" type="slidenum">
              <a:rPr lang="en-US" smtClean="0"/>
              <a:pPr/>
              <a:t>14</a:t>
            </a:fld>
            <a:endParaRPr lang="en-US"/>
          </a:p>
        </p:txBody>
      </p:sp>
      <p:sp>
        <p:nvSpPr>
          <p:cNvPr id="5" name="TextBox 4">
            <a:extLst>
              <a:ext uri="{FF2B5EF4-FFF2-40B4-BE49-F238E27FC236}">
                <a16:creationId xmlns:a16="http://schemas.microsoft.com/office/drawing/2014/main" id="{E4D00B5C-8833-0573-6433-CDF16FFC3174}"/>
              </a:ext>
            </a:extLst>
          </p:cNvPr>
          <p:cNvSpPr txBox="1"/>
          <p:nvPr/>
        </p:nvSpPr>
        <p:spPr>
          <a:xfrm>
            <a:off x="5909911" y="1514877"/>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41837D1E-C824-4D38-3E44-175345078A28}"/>
              </a:ext>
            </a:extLst>
          </p:cNvPr>
          <p:cNvCxnSpPr>
            <a:cxnSpLocks/>
          </p:cNvCxnSpPr>
          <p:nvPr/>
        </p:nvCxnSpPr>
        <p:spPr>
          <a:xfrm flipH="1">
            <a:off x="5303520" y="2082767"/>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DD98F8D4-32E2-D22F-CDAB-D4B025E2D5D2}"/>
              </a:ext>
            </a:extLst>
          </p:cNvPr>
          <p:cNvCxnSpPr>
            <a:cxnSpLocks/>
          </p:cNvCxnSpPr>
          <p:nvPr/>
        </p:nvCxnSpPr>
        <p:spPr>
          <a:xfrm>
            <a:off x="6420050" y="2082767"/>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5E275128-51D8-4160-7033-96D9AEF08A83}"/>
              </a:ext>
            </a:extLst>
          </p:cNvPr>
          <p:cNvSpPr txBox="1"/>
          <p:nvPr/>
        </p:nvSpPr>
        <p:spPr>
          <a:xfrm>
            <a:off x="5274683" y="1898101"/>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2E881E24-0825-D9BE-3589-7B7020E83921}"/>
              </a:ext>
            </a:extLst>
          </p:cNvPr>
          <p:cNvSpPr txBox="1"/>
          <p:nvPr/>
        </p:nvSpPr>
        <p:spPr>
          <a:xfrm>
            <a:off x="6729663" y="1898101"/>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4EE1E9DE-2BE4-3551-D4F8-5D6090DD44B5}"/>
              </a:ext>
            </a:extLst>
          </p:cNvPr>
          <p:cNvSpPr txBox="1"/>
          <p:nvPr/>
        </p:nvSpPr>
        <p:spPr>
          <a:xfrm>
            <a:off x="4803518"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152400C1-5A91-B00F-70E1-31311B6AE0D5}"/>
              </a:ext>
            </a:extLst>
          </p:cNvPr>
          <p:cNvSpPr txBox="1"/>
          <p:nvPr/>
        </p:nvSpPr>
        <p:spPr>
          <a:xfrm>
            <a:off x="6698084"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A2786695-1B52-A7A6-6691-CF75F66DA301}"/>
              </a:ext>
            </a:extLst>
          </p:cNvPr>
          <p:cNvCxnSpPr>
            <a:cxnSpLocks/>
          </p:cNvCxnSpPr>
          <p:nvPr/>
        </p:nvCxnSpPr>
        <p:spPr>
          <a:xfrm>
            <a:off x="5919961" y="3095530"/>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500EEE9E-980C-529C-7B73-FFE2D84E5420}"/>
              </a:ext>
            </a:extLst>
          </p:cNvPr>
          <p:cNvCxnSpPr>
            <a:cxnSpLocks/>
          </p:cNvCxnSpPr>
          <p:nvPr/>
        </p:nvCxnSpPr>
        <p:spPr>
          <a:xfrm flipH="1">
            <a:off x="5919961" y="347226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58063C21-A161-3C73-63C1-1151A03E276F}"/>
              </a:ext>
            </a:extLst>
          </p:cNvPr>
          <p:cNvSpPr txBox="1"/>
          <p:nvPr/>
        </p:nvSpPr>
        <p:spPr>
          <a:xfrm>
            <a:off x="5951515" y="2756425"/>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45E84933-3B96-B7B4-31B8-874CE728A0D4}"/>
              </a:ext>
            </a:extLst>
          </p:cNvPr>
          <p:cNvSpPr txBox="1"/>
          <p:nvPr/>
        </p:nvSpPr>
        <p:spPr>
          <a:xfrm>
            <a:off x="5957893" y="3497847"/>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74198DD9-E962-1FF0-F53E-0E125156FE8E}"/>
                  </a:ext>
                </a:extLst>
              </p14:cNvPr>
              <p14:cNvContentPartPr/>
              <p14:nvPr/>
            </p14:nvContentPartPr>
            <p14:xfrm>
              <a:off x="7819170" y="2627049"/>
              <a:ext cx="1329840" cy="1373040"/>
            </p14:xfrm>
          </p:contentPart>
        </mc:Choice>
        <mc:Fallback xmlns="">
          <p:pic>
            <p:nvPicPr>
              <p:cNvPr id="27" name="Ink 26">
                <a:extLst>
                  <a:ext uri="{FF2B5EF4-FFF2-40B4-BE49-F238E27FC236}">
                    <a16:creationId xmlns:a16="http://schemas.microsoft.com/office/drawing/2014/main" id="{74198DD9-E962-1FF0-F53E-0E125156FE8E}"/>
                  </a:ext>
                </a:extLst>
              </p:cNvPr>
              <p:cNvPicPr/>
              <p:nvPr/>
            </p:nvPicPr>
            <p:blipFill>
              <a:blip r:embed="rId3"/>
              <a:stretch>
                <a:fillRect/>
              </a:stretch>
            </p:blipFill>
            <p:spPr>
              <a:xfrm>
                <a:off x="7813050" y="2620929"/>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94FA7466-D832-6FE4-6427-054900F9CB3D}"/>
                  </a:ext>
                </a:extLst>
              </p14:cNvPr>
              <p14:cNvContentPartPr/>
              <p14:nvPr/>
            </p14:nvContentPartPr>
            <p14:xfrm rot="10800000">
              <a:off x="3297754" y="2494139"/>
              <a:ext cx="1329840" cy="1373040"/>
            </p14:xfrm>
          </p:contentPart>
        </mc:Choice>
        <mc:Fallback xmlns="">
          <p:pic>
            <p:nvPicPr>
              <p:cNvPr id="28" name="Ink 27">
                <a:extLst>
                  <a:ext uri="{FF2B5EF4-FFF2-40B4-BE49-F238E27FC236}">
                    <a16:creationId xmlns:a16="http://schemas.microsoft.com/office/drawing/2014/main" id="{94FA7466-D832-6FE4-6427-054900F9CB3D}"/>
                  </a:ext>
                </a:extLst>
              </p:cNvPr>
              <p:cNvPicPr/>
              <p:nvPr/>
            </p:nvPicPr>
            <p:blipFill>
              <a:blip r:embed="rId3"/>
              <a:stretch>
                <a:fillRect/>
              </a:stretch>
            </p:blipFill>
            <p:spPr>
              <a:xfrm rot="10800000">
                <a:off x="3291634" y="2488019"/>
                <a:ext cx="1342080" cy="1385280"/>
              </a:xfrm>
              <a:prstGeom prst="rect">
                <a:avLst/>
              </a:prstGeom>
            </p:spPr>
          </p:pic>
        </mc:Fallback>
      </mc:AlternateContent>
      <p:sp>
        <p:nvSpPr>
          <p:cNvPr id="29" name="TextBox 28">
            <a:extLst>
              <a:ext uri="{FF2B5EF4-FFF2-40B4-BE49-F238E27FC236}">
                <a16:creationId xmlns:a16="http://schemas.microsoft.com/office/drawing/2014/main" id="{9233339F-F742-0CAF-3AAA-F7CFF71F34DA}"/>
              </a:ext>
            </a:extLst>
          </p:cNvPr>
          <p:cNvSpPr txBox="1"/>
          <p:nvPr/>
        </p:nvSpPr>
        <p:spPr>
          <a:xfrm>
            <a:off x="2798313" y="2995993"/>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FC2AA1FD-571E-DA41-2ED3-8CAC942F260D}"/>
              </a:ext>
            </a:extLst>
          </p:cNvPr>
          <p:cNvSpPr txBox="1"/>
          <p:nvPr/>
        </p:nvSpPr>
        <p:spPr>
          <a:xfrm>
            <a:off x="9193778" y="3059126"/>
            <a:ext cx="476412" cy="369332"/>
          </a:xfrm>
          <a:prstGeom prst="rect">
            <a:avLst/>
          </a:prstGeom>
          <a:noFill/>
        </p:spPr>
        <p:txBody>
          <a:bodyPr wrap="none" rtlCol="0">
            <a:spAutoFit/>
          </a:bodyPr>
          <a:lstStyle/>
          <a:p>
            <a:r>
              <a:rPr lang="en-US" dirty="0"/>
              <a:t>0.6</a:t>
            </a:r>
          </a:p>
        </p:txBody>
      </p:sp>
    </p:spTree>
    <p:extLst>
      <p:ext uri="{BB962C8B-B14F-4D97-AF65-F5344CB8AC3E}">
        <p14:creationId xmlns:p14="http://schemas.microsoft.com/office/powerpoint/2010/main" val="702189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BE885-5B7D-EBFD-B63D-C48C87FF6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936A0-2AF5-CC22-A801-101F9251518E}"/>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4A7508DC-02E3-40FF-DD97-23370E304C90}"/>
              </a:ext>
            </a:extLst>
          </p:cNvPr>
          <p:cNvSpPr>
            <a:spLocks noGrp="1"/>
          </p:cNvSpPr>
          <p:nvPr>
            <p:ph idx="1"/>
          </p:nvPr>
        </p:nvSpPr>
        <p:spPr>
          <a:xfrm>
            <a:off x="462013" y="5040427"/>
            <a:ext cx="11109407" cy="1569657"/>
          </a:xfrm>
        </p:spPr>
        <p:txBody>
          <a:bodyPr>
            <a:normAutofit fontScale="92500" lnSpcReduction="20000"/>
          </a:bodyPr>
          <a:lstStyle/>
          <a:p>
            <a:r>
              <a:rPr lang="en-US" dirty="0"/>
              <a:t>Consider the sequence S = </a:t>
            </a:r>
            <a:r>
              <a:rPr lang="en-US" b="1" dirty="0"/>
              <a:t>GGCACTGAA</a:t>
            </a:r>
          </a:p>
          <a:p>
            <a:r>
              <a:rPr lang="en-US" dirty="0"/>
              <a:t>There are several paths through hidden states (C and N) that lead to this sequence, e.g. NNCCCCNNN</a:t>
            </a:r>
          </a:p>
          <a:p>
            <a:r>
              <a:rPr lang="en-US" dirty="0"/>
              <a:t>Prob(S) through this path is 0.5*0.2*0.6*0.2*0.4*0.3*...</a:t>
            </a:r>
          </a:p>
        </p:txBody>
      </p:sp>
      <p:sp>
        <p:nvSpPr>
          <p:cNvPr id="4" name="Slide Number Placeholder 3">
            <a:extLst>
              <a:ext uri="{FF2B5EF4-FFF2-40B4-BE49-F238E27FC236}">
                <a16:creationId xmlns:a16="http://schemas.microsoft.com/office/drawing/2014/main" id="{63B4668E-8F8D-4864-CF40-178AA1C80751}"/>
              </a:ext>
            </a:extLst>
          </p:cNvPr>
          <p:cNvSpPr>
            <a:spLocks noGrp="1"/>
          </p:cNvSpPr>
          <p:nvPr>
            <p:ph type="sldNum" sz="quarter" idx="12"/>
          </p:nvPr>
        </p:nvSpPr>
        <p:spPr/>
        <p:txBody>
          <a:bodyPr/>
          <a:lstStyle/>
          <a:p>
            <a:fld id="{B82CCC60-E8CD-4174-8B1A-7DF615B22EEF}" type="slidenum">
              <a:rPr lang="en-US" smtClean="0"/>
              <a:pPr/>
              <a:t>15</a:t>
            </a:fld>
            <a:endParaRPr lang="en-US"/>
          </a:p>
        </p:txBody>
      </p:sp>
      <p:sp>
        <p:nvSpPr>
          <p:cNvPr id="5" name="TextBox 4">
            <a:extLst>
              <a:ext uri="{FF2B5EF4-FFF2-40B4-BE49-F238E27FC236}">
                <a16:creationId xmlns:a16="http://schemas.microsoft.com/office/drawing/2014/main" id="{A55A5AD5-1C70-75F5-CD55-0E615525E654}"/>
              </a:ext>
            </a:extLst>
          </p:cNvPr>
          <p:cNvSpPr txBox="1"/>
          <p:nvPr/>
        </p:nvSpPr>
        <p:spPr>
          <a:xfrm>
            <a:off x="5909911" y="1514877"/>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12DB8BD0-3C2B-7318-5E5A-108B163A329A}"/>
              </a:ext>
            </a:extLst>
          </p:cNvPr>
          <p:cNvCxnSpPr>
            <a:cxnSpLocks/>
          </p:cNvCxnSpPr>
          <p:nvPr/>
        </p:nvCxnSpPr>
        <p:spPr>
          <a:xfrm flipH="1">
            <a:off x="5303520" y="2082767"/>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8CC31601-05E6-FB18-C3D9-D4BE2E314B35}"/>
              </a:ext>
            </a:extLst>
          </p:cNvPr>
          <p:cNvCxnSpPr>
            <a:cxnSpLocks/>
          </p:cNvCxnSpPr>
          <p:nvPr/>
        </p:nvCxnSpPr>
        <p:spPr>
          <a:xfrm>
            <a:off x="6420050" y="2082767"/>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A0F4F18-07F0-CC7A-F542-F9F6F3CEF0D1}"/>
              </a:ext>
            </a:extLst>
          </p:cNvPr>
          <p:cNvSpPr txBox="1"/>
          <p:nvPr/>
        </p:nvSpPr>
        <p:spPr>
          <a:xfrm>
            <a:off x="5274683" y="1898101"/>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527D4C40-8A7C-873B-D500-CFA1DD00F7A2}"/>
              </a:ext>
            </a:extLst>
          </p:cNvPr>
          <p:cNvSpPr txBox="1"/>
          <p:nvPr/>
        </p:nvSpPr>
        <p:spPr>
          <a:xfrm>
            <a:off x="6729663" y="1898101"/>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0E6EC965-B672-2760-4B9C-19FE288D2FFB}"/>
              </a:ext>
            </a:extLst>
          </p:cNvPr>
          <p:cNvSpPr txBox="1"/>
          <p:nvPr/>
        </p:nvSpPr>
        <p:spPr>
          <a:xfrm>
            <a:off x="4803518"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F74C7DA6-7FB4-9D00-EE84-79E38DCEDB84}"/>
              </a:ext>
            </a:extLst>
          </p:cNvPr>
          <p:cNvSpPr txBox="1"/>
          <p:nvPr/>
        </p:nvSpPr>
        <p:spPr>
          <a:xfrm>
            <a:off x="6698084"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6353836A-20D7-0C0B-00D2-5189014D038D}"/>
              </a:ext>
            </a:extLst>
          </p:cNvPr>
          <p:cNvCxnSpPr>
            <a:cxnSpLocks/>
          </p:cNvCxnSpPr>
          <p:nvPr/>
        </p:nvCxnSpPr>
        <p:spPr>
          <a:xfrm>
            <a:off x="5919961" y="3095530"/>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211056B-78D3-5B4F-73BE-0CDA64BA9C00}"/>
              </a:ext>
            </a:extLst>
          </p:cNvPr>
          <p:cNvCxnSpPr>
            <a:cxnSpLocks/>
          </p:cNvCxnSpPr>
          <p:nvPr/>
        </p:nvCxnSpPr>
        <p:spPr>
          <a:xfrm flipH="1">
            <a:off x="5919961" y="347226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40CF8B3D-60F9-A3F3-903D-A4987CD080C1}"/>
              </a:ext>
            </a:extLst>
          </p:cNvPr>
          <p:cNvSpPr txBox="1"/>
          <p:nvPr/>
        </p:nvSpPr>
        <p:spPr>
          <a:xfrm>
            <a:off x="5951515" y="2756425"/>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412BDD48-899E-48CD-C89A-C7E741E79F14}"/>
              </a:ext>
            </a:extLst>
          </p:cNvPr>
          <p:cNvSpPr txBox="1"/>
          <p:nvPr/>
        </p:nvSpPr>
        <p:spPr>
          <a:xfrm>
            <a:off x="5957893" y="3497847"/>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F339CE19-8BFF-BCBE-3B49-853277366905}"/>
                  </a:ext>
                </a:extLst>
              </p14:cNvPr>
              <p14:cNvContentPartPr/>
              <p14:nvPr/>
            </p14:nvContentPartPr>
            <p14:xfrm>
              <a:off x="7819170" y="2627049"/>
              <a:ext cx="1329840" cy="1373040"/>
            </p14:xfrm>
          </p:contentPart>
        </mc:Choice>
        <mc:Fallback xmlns="">
          <p:pic>
            <p:nvPicPr>
              <p:cNvPr id="27" name="Ink 26">
                <a:extLst>
                  <a:ext uri="{FF2B5EF4-FFF2-40B4-BE49-F238E27FC236}">
                    <a16:creationId xmlns:a16="http://schemas.microsoft.com/office/drawing/2014/main" id="{F339CE19-8BFF-BCBE-3B49-853277366905}"/>
                  </a:ext>
                </a:extLst>
              </p:cNvPr>
              <p:cNvPicPr/>
              <p:nvPr/>
            </p:nvPicPr>
            <p:blipFill>
              <a:blip r:embed="rId3"/>
              <a:stretch>
                <a:fillRect/>
              </a:stretch>
            </p:blipFill>
            <p:spPr>
              <a:xfrm>
                <a:off x="7813050" y="2620929"/>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2A3A51AD-2F7D-3A31-E52E-877075D65435}"/>
                  </a:ext>
                </a:extLst>
              </p14:cNvPr>
              <p14:cNvContentPartPr/>
              <p14:nvPr/>
            </p14:nvContentPartPr>
            <p14:xfrm rot="10800000">
              <a:off x="3297754" y="2494139"/>
              <a:ext cx="1329840" cy="1373040"/>
            </p14:xfrm>
          </p:contentPart>
        </mc:Choice>
        <mc:Fallback xmlns="">
          <p:pic>
            <p:nvPicPr>
              <p:cNvPr id="28" name="Ink 27">
                <a:extLst>
                  <a:ext uri="{FF2B5EF4-FFF2-40B4-BE49-F238E27FC236}">
                    <a16:creationId xmlns:a16="http://schemas.microsoft.com/office/drawing/2014/main" id="{2A3A51AD-2F7D-3A31-E52E-877075D65435}"/>
                  </a:ext>
                </a:extLst>
              </p:cNvPr>
              <p:cNvPicPr/>
              <p:nvPr/>
            </p:nvPicPr>
            <p:blipFill>
              <a:blip r:embed="rId3"/>
              <a:stretch>
                <a:fillRect/>
              </a:stretch>
            </p:blipFill>
            <p:spPr>
              <a:xfrm rot="10800000">
                <a:off x="3291634" y="2488019"/>
                <a:ext cx="1342080" cy="1385280"/>
              </a:xfrm>
              <a:prstGeom prst="rect">
                <a:avLst/>
              </a:prstGeom>
            </p:spPr>
          </p:pic>
        </mc:Fallback>
      </mc:AlternateContent>
      <p:sp>
        <p:nvSpPr>
          <p:cNvPr id="29" name="TextBox 28">
            <a:extLst>
              <a:ext uri="{FF2B5EF4-FFF2-40B4-BE49-F238E27FC236}">
                <a16:creationId xmlns:a16="http://schemas.microsoft.com/office/drawing/2014/main" id="{38C73F6E-54D5-45BD-0317-CADFE5EF115B}"/>
              </a:ext>
            </a:extLst>
          </p:cNvPr>
          <p:cNvSpPr txBox="1"/>
          <p:nvPr/>
        </p:nvSpPr>
        <p:spPr>
          <a:xfrm>
            <a:off x="2798313" y="2995993"/>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FD144901-6FAD-6A63-B0D1-1A35879DC63F}"/>
              </a:ext>
            </a:extLst>
          </p:cNvPr>
          <p:cNvSpPr txBox="1"/>
          <p:nvPr/>
        </p:nvSpPr>
        <p:spPr>
          <a:xfrm>
            <a:off x="9193778" y="3059126"/>
            <a:ext cx="476412" cy="369332"/>
          </a:xfrm>
          <a:prstGeom prst="rect">
            <a:avLst/>
          </a:prstGeom>
          <a:noFill/>
        </p:spPr>
        <p:txBody>
          <a:bodyPr wrap="none" rtlCol="0">
            <a:spAutoFit/>
          </a:bodyPr>
          <a:lstStyle/>
          <a:p>
            <a:r>
              <a:rPr lang="en-US" dirty="0"/>
              <a:t>0.6</a:t>
            </a:r>
          </a:p>
        </p:txBody>
      </p:sp>
    </p:spTree>
    <p:extLst>
      <p:ext uri="{BB962C8B-B14F-4D97-AF65-F5344CB8AC3E}">
        <p14:creationId xmlns:p14="http://schemas.microsoft.com/office/powerpoint/2010/main" val="1452179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BD082-5C55-91A8-2DD1-B537010F6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711A75-8B5B-119B-131F-1CB7FAEBE57A}"/>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E27E8D11-182B-65B5-2D67-E39B819B0035}"/>
              </a:ext>
            </a:extLst>
          </p:cNvPr>
          <p:cNvSpPr>
            <a:spLocks noGrp="1"/>
          </p:cNvSpPr>
          <p:nvPr>
            <p:ph idx="1"/>
          </p:nvPr>
        </p:nvSpPr>
        <p:spPr>
          <a:xfrm>
            <a:off x="462013" y="5040427"/>
            <a:ext cx="11109407" cy="1569657"/>
          </a:xfrm>
        </p:spPr>
        <p:txBody>
          <a:bodyPr>
            <a:normAutofit fontScale="92500" lnSpcReduction="20000"/>
          </a:bodyPr>
          <a:lstStyle/>
          <a:p>
            <a:r>
              <a:rPr lang="en-US" dirty="0"/>
              <a:t>Consider the sequence S = </a:t>
            </a:r>
            <a:r>
              <a:rPr lang="en-US" b="1" dirty="0"/>
              <a:t>GGCACTGAA</a:t>
            </a:r>
          </a:p>
          <a:p>
            <a:r>
              <a:rPr lang="en-US" dirty="0"/>
              <a:t>There are several paths through hidden states (C and N) that lead to this sequence, but they do not have the same </a:t>
            </a:r>
            <a:r>
              <a:rPr lang="en-US" b="1" dirty="0"/>
              <a:t>probability</a:t>
            </a:r>
          </a:p>
          <a:p>
            <a:r>
              <a:rPr lang="en-US" dirty="0"/>
              <a:t>The </a:t>
            </a:r>
            <a:r>
              <a:rPr lang="en-US" b="1" dirty="0"/>
              <a:t>Viterbi algorithm </a:t>
            </a:r>
            <a:r>
              <a:rPr lang="en-US" dirty="0"/>
              <a:t>allows us to compute the most probable (best) path</a:t>
            </a:r>
          </a:p>
        </p:txBody>
      </p:sp>
      <p:sp>
        <p:nvSpPr>
          <p:cNvPr id="4" name="Slide Number Placeholder 3">
            <a:extLst>
              <a:ext uri="{FF2B5EF4-FFF2-40B4-BE49-F238E27FC236}">
                <a16:creationId xmlns:a16="http://schemas.microsoft.com/office/drawing/2014/main" id="{274E68D9-D3B9-51CE-7241-35739725B91E}"/>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5" name="TextBox 4">
            <a:extLst>
              <a:ext uri="{FF2B5EF4-FFF2-40B4-BE49-F238E27FC236}">
                <a16:creationId xmlns:a16="http://schemas.microsoft.com/office/drawing/2014/main" id="{BB2D2E36-8E38-DCEA-6168-39EB78FC9426}"/>
              </a:ext>
            </a:extLst>
          </p:cNvPr>
          <p:cNvSpPr txBox="1"/>
          <p:nvPr/>
        </p:nvSpPr>
        <p:spPr>
          <a:xfrm>
            <a:off x="5909911" y="1514877"/>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8E5C7B58-2C9D-24AD-7336-05BFF06A5BEF}"/>
              </a:ext>
            </a:extLst>
          </p:cNvPr>
          <p:cNvCxnSpPr>
            <a:cxnSpLocks/>
          </p:cNvCxnSpPr>
          <p:nvPr/>
        </p:nvCxnSpPr>
        <p:spPr>
          <a:xfrm flipH="1">
            <a:off x="5303520" y="2082767"/>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B1C9963E-310B-3C2D-F2CC-D2625714C7BD}"/>
              </a:ext>
            </a:extLst>
          </p:cNvPr>
          <p:cNvCxnSpPr>
            <a:cxnSpLocks/>
          </p:cNvCxnSpPr>
          <p:nvPr/>
        </p:nvCxnSpPr>
        <p:spPr>
          <a:xfrm>
            <a:off x="6420050" y="2082767"/>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E0FE7B12-B90C-F781-B178-878211277959}"/>
              </a:ext>
            </a:extLst>
          </p:cNvPr>
          <p:cNvSpPr txBox="1"/>
          <p:nvPr/>
        </p:nvSpPr>
        <p:spPr>
          <a:xfrm>
            <a:off x="5274683" y="1898101"/>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5C062B0A-345E-390C-230B-D14C8823FA56}"/>
              </a:ext>
            </a:extLst>
          </p:cNvPr>
          <p:cNvSpPr txBox="1"/>
          <p:nvPr/>
        </p:nvSpPr>
        <p:spPr>
          <a:xfrm>
            <a:off x="6729663" y="1898101"/>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378CC1B7-E00B-29C7-7426-7184E2C0FB6F}"/>
              </a:ext>
            </a:extLst>
          </p:cNvPr>
          <p:cNvSpPr txBox="1"/>
          <p:nvPr/>
        </p:nvSpPr>
        <p:spPr>
          <a:xfrm>
            <a:off x="4803518"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E75AECA3-9CDF-21BB-2BCF-EF5DBC86D1C6}"/>
              </a:ext>
            </a:extLst>
          </p:cNvPr>
          <p:cNvSpPr txBox="1"/>
          <p:nvPr/>
        </p:nvSpPr>
        <p:spPr>
          <a:xfrm>
            <a:off x="6698084" y="2459504"/>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0EE80D44-E5D9-1FDB-66DF-B4F3FE62A62A}"/>
              </a:ext>
            </a:extLst>
          </p:cNvPr>
          <p:cNvCxnSpPr>
            <a:cxnSpLocks/>
          </p:cNvCxnSpPr>
          <p:nvPr/>
        </p:nvCxnSpPr>
        <p:spPr>
          <a:xfrm>
            <a:off x="5919961" y="3095530"/>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684BDDE-1FC4-0472-F878-77337369E192}"/>
              </a:ext>
            </a:extLst>
          </p:cNvPr>
          <p:cNvCxnSpPr>
            <a:cxnSpLocks/>
          </p:cNvCxnSpPr>
          <p:nvPr/>
        </p:nvCxnSpPr>
        <p:spPr>
          <a:xfrm flipH="1">
            <a:off x="5919961" y="347226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6CB1928-36C4-766A-C76E-E2227B19D406}"/>
              </a:ext>
            </a:extLst>
          </p:cNvPr>
          <p:cNvSpPr txBox="1"/>
          <p:nvPr/>
        </p:nvSpPr>
        <p:spPr>
          <a:xfrm>
            <a:off x="5951515" y="2756425"/>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269E99DB-20A5-5D4D-EBA0-F50AB1315FAC}"/>
              </a:ext>
            </a:extLst>
          </p:cNvPr>
          <p:cNvSpPr txBox="1"/>
          <p:nvPr/>
        </p:nvSpPr>
        <p:spPr>
          <a:xfrm>
            <a:off x="5957893" y="3497847"/>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78A8C1BA-B8F4-67C8-6C0C-1788529C0F4B}"/>
                  </a:ext>
                </a:extLst>
              </p14:cNvPr>
              <p14:cNvContentPartPr/>
              <p14:nvPr/>
            </p14:nvContentPartPr>
            <p14:xfrm>
              <a:off x="7819170" y="2627049"/>
              <a:ext cx="1329840" cy="1373040"/>
            </p14:xfrm>
          </p:contentPart>
        </mc:Choice>
        <mc:Fallback xmlns="">
          <p:pic>
            <p:nvPicPr>
              <p:cNvPr id="27" name="Ink 26">
                <a:extLst>
                  <a:ext uri="{FF2B5EF4-FFF2-40B4-BE49-F238E27FC236}">
                    <a16:creationId xmlns:a16="http://schemas.microsoft.com/office/drawing/2014/main" id="{78A8C1BA-B8F4-67C8-6C0C-1788529C0F4B}"/>
                  </a:ext>
                </a:extLst>
              </p:cNvPr>
              <p:cNvPicPr/>
              <p:nvPr/>
            </p:nvPicPr>
            <p:blipFill>
              <a:blip r:embed="rId3"/>
              <a:stretch>
                <a:fillRect/>
              </a:stretch>
            </p:blipFill>
            <p:spPr>
              <a:xfrm>
                <a:off x="7813050" y="2620929"/>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7D6A4E78-26AC-134B-D5D9-7AB5835D6DB9}"/>
                  </a:ext>
                </a:extLst>
              </p14:cNvPr>
              <p14:cNvContentPartPr/>
              <p14:nvPr/>
            </p14:nvContentPartPr>
            <p14:xfrm rot="10800000">
              <a:off x="3297754" y="2494139"/>
              <a:ext cx="1329840" cy="1373040"/>
            </p14:xfrm>
          </p:contentPart>
        </mc:Choice>
        <mc:Fallback xmlns="">
          <p:pic>
            <p:nvPicPr>
              <p:cNvPr id="28" name="Ink 27">
                <a:extLst>
                  <a:ext uri="{FF2B5EF4-FFF2-40B4-BE49-F238E27FC236}">
                    <a16:creationId xmlns:a16="http://schemas.microsoft.com/office/drawing/2014/main" id="{7D6A4E78-26AC-134B-D5D9-7AB5835D6DB9}"/>
                  </a:ext>
                </a:extLst>
              </p:cNvPr>
              <p:cNvPicPr/>
              <p:nvPr/>
            </p:nvPicPr>
            <p:blipFill>
              <a:blip r:embed="rId3"/>
              <a:stretch>
                <a:fillRect/>
              </a:stretch>
            </p:blipFill>
            <p:spPr>
              <a:xfrm rot="10800000">
                <a:off x="3291634" y="2488019"/>
                <a:ext cx="1342080" cy="1385280"/>
              </a:xfrm>
              <a:prstGeom prst="rect">
                <a:avLst/>
              </a:prstGeom>
            </p:spPr>
          </p:pic>
        </mc:Fallback>
      </mc:AlternateContent>
      <p:sp>
        <p:nvSpPr>
          <p:cNvPr id="29" name="TextBox 28">
            <a:extLst>
              <a:ext uri="{FF2B5EF4-FFF2-40B4-BE49-F238E27FC236}">
                <a16:creationId xmlns:a16="http://schemas.microsoft.com/office/drawing/2014/main" id="{80E6B3BD-0D75-E8F5-41C5-FDA5616DC628}"/>
              </a:ext>
            </a:extLst>
          </p:cNvPr>
          <p:cNvSpPr txBox="1"/>
          <p:nvPr/>
        </p:nvSpPr>
        <p:spPr>
          <a:xfrm>
            <a:off x="2798313" y="2995993"/>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1310C1D9-FC1E-1B1C-0493-3C6B1D0D1D03}"/>
              </a:ext>
            </a:extLst>
          </p:cNvPr>
          <p:cNvSpPr txBox="1"/>
          <p:nvPr/>
        </p:nvSpPr>
        <p:spPr>
          <a:xfrm>
            <a:off x="9193778" y="3059126"/>
            <a:ext cx="476412" cy="369332"/>
          </a:xfrm>
          <a:prstGeom prst="rect">
            <a:avLst/>
          </a:prstGeom>
          <a:noFill/>
        </p:spPr>
        <p:txBody>
          <a:bodyPr wrap="none" rtlCol="0">
            <a:spAutoFit/>
          </a:bodyPr>
          <a:lstStyle/>
          <a:p>
            <a:r>
              <a:rPr lang="en-US" dirty="0"/>
              <a:t>0.6</a:t>
            </a:r>
          </a:p>
        </p:txBody>
      </p:sp>
      <p:pic>
        <p:nvPicPr>
          <p:cNvPr id="8" name="Picture 7">
            <a:extLst>
              <a:ext uri="{FF2B5EF4-FFF2-40B4-BE49-F238E27FC236}">
                <a16:creationId xmlns:a16="http://schemas.microsoft.com/office/drawing/2014/main" id="{A4E4ABB4-3AB9-DDB5-60B9-79A733FB0CFB}"/>
              </a:ext>
            </a:extLst>
          </p:cNvPr>
          <p:cNvPicPr>
            <a:picLocks noChangeAspect="1"/>
          </p:cNvPicPr>
          <p:nvPr/>
        </p:nvPicPr>
        <p:blipFill>
          <a:blip r:embed="rId5"/>
          <a:stretch>
            <a:fillRect/>
          </a:stretch>
        </p:blipFill>
        <p:spPr>
          <a:xfrm>
            <a:off x="9818262" y="1290780"/>
            <a:ext cx="2257740" cy="3410426"/>
          </a:xfrm>
          <a:prstGeom prst="rect">
            <a:avLst/>
          </a:prstGeom>
        </p:spPr>
      </p:pic>
      <p:sp>
        <p:nvSpPr>
          <p:cNvPr id="10" name="TextBox 9">
            <a:extLst>
              <a:ext uri="{FF2B5EF4-FFF2-40B4-BE49-F238E27FC236}">
                <a16:creationId xmlns:a16="http://schemas.microsoft.com/office/drawing/2014/main" id="{95053595-BADF-4C23-EF16-2321CE20CD0A}"/>
              </a:ext>
            </a:extLst>
          </p:cNvPr>
          <p:cNvSpPr txBox="1"/>
          <p:nvPr/>
        </p:nvSpPr>
        <p:spPr>
          <a:xfrm>
            <a:off x="9663347" y="4673451"/>
            <a:ext cx="2407903" cy="646331"/>
          </a:xfrm>
          <a:prstGeom prst="rect">
            <a:avLst/>
          </a:prstGeom>
          <a:noFill/>
        </p:spPr>
        <p:txBody>
          <a:bodyPr wrap="none" rtlCol="0">
            <a:spAutoFit/>
          </a:bodyPr>
          <a:lstStyle/>
          <a:p>
            <a:r>
              <a:rPr lang="en-US" dirty="0"/>
              <a:t>Andrew James Viterbi</a:t>
            </a:r>
          </a:p>
          <a:p>
            <a:r>
              <a:rPr lang="en-US" dirty="0"/>
              <a:t>Image credit: Wikipedia</a:t>
            </a:r>
          </a:p>
        </p:txBody>
      </p:sp>
    </p:spTree>
    <p:extLst>
      <p:ext uri="{BB962C8B-B14F-4D97-AF65-F5344CB8AC3E}">
        <p14:creationId xmlns:p14="http://schemas.microsoft.com/office/powerpoint/2010/main" val="3549718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9F87-CF8C-7154-EBA1-24BB49DEC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4AF11-B67B-03F1-BFA8-4D940D2B2A8F}"/>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3C9C5ADF-09CC-14A1-E031-F2DC938B9829}"/>
              </a:ext>
            </a:extLst>
          </p:cNvPr>
          <p:cNvSpPr>
            <a:spLocks noGrp="1"/>
          </p:cNvSpPr>
          <p:nvPr>
            <p:ph idx="1"/>
          </p:nvPr>
        </p:nvSpPr>
        <p:spPr>
          <a:xfrm>
            <a:off x="279133" y="1819053"/>
            <a:ext cx="10847671" cy="4822379"/>
          </a:xfrm>
        </p:spPr>
        <p:txBody>
          <a:bodyPr>
            <a:normAutofit/>
          </a:bodyPr>
          <a:lstStyle/>
          <a:p>
            <a:r>
              <a:rPr lang="en-US" dirty="0"/>
              <a:t>Consider the sequence S = </a:t>
            </a:r>
            <a:r>
              <a:rPr lang="en-US" b="1" dirty="0"/>
              <a:t>GGCACTGAA</a:t>
            </a:r>
          </a:p>
          <a:p>
            <a:r>
              <a:rPr lang="en-US" dirty="0"/>
              <a:t>The probability of the best </a:t>
            </a:r>
            <a:br>
              <a:rPr lang="en-US" dirty="0"/>
            </a:br>
            <a:r>
              <a:rPr lang="en-US" dirty="0"/>
              <a:t>path ending in state </a:t>
            </a:r>
            <a:r>
              <a:rPr lang="en-US" i="1" dirty="0"/>
              <a:t>l</a:t>
            </a:r>
            <a:r>
              <a:rPr lang="en-US" dirty="0"/>
              <a:t> </a:t>
            </a:r>
            <a:br>
              <a:rPr lang="en-US" dirty="0"/>
            </a:br>
            <a:r>
              <a:rPr lang="en-US" dirty="0"/>
              <a:t>with observation </a:t>
            </a:r>
            <a:r>
              <a:rPr lang="en-US" i="1" dirty="0" err="1"/>
              <a:t>i</a:t>
            </a:r>
            <a:r>
              <a:rPr lang="en-US" dirty="0"/>
              <a:t> is:</a:t>
            </a:r>
            <a:endParaRPr lang="en-US" i="1" dirty="0"/>
          </a:p>
        </p:txBody>
      </p:sp>
      <p:sp>
        <p:nvSpPr>
          <p:cNvPr id="4" name="Slide Number Placeholder 3">
            <a:extLst>
              <a:ext uri="{FF2B5EF4-FFF2-40B4-BE49-F238E27FC236}">
                <a16:creationId xmlns:a16="http://schemas.microsoft.com/office/drawing/2014/main" id="{8F32EB87-43A9-2C77-497C-37E12F7056BA}"/>
              </a:ext>
            </a:extLst>
          </p:cNvPr>
          <p:cNvSpPr>
            <a:spLocks noGrp="1"/>
          </p:cNvSpPr>
          <p:nvPr>
            <p:ph type="sldNum" sz="quarter" idx="12"/>
          </p:nvPr>
        </p:nvSpPr>
        <p:spPr/>
        <p:txBody>
          <a:bodyPr/>
          <a:lstStyle/>
          <a:p>
            <a:fld id="{B82CCC60-E8CD-4174-8B1A-7DF615B22EEF}" type="slidenum">
              <a:rPr lang="en-US" smtClean="0"/>
              <a:pPr/>
              <a:t>17</a:t>
            </a:fld>
            <a:endParaRPr lang="en-US"/>
          </a:p>
        </p:txBody>
      </p:sp>
      <p:sp>
        <p:nvSpPr>
          <p:cNvPr id="5" name="TextBox 4">
            <a:extLst>
              <a:ext uri="{FF2B5EF4-FFF2-40B4-BE49-F238E27FC236}">
                <a16:creationId xmlns:a16="http://schemas.microsoft.com/office/drawing/2014/main" id="{56FEA932-9DAB-7801-2761-66315AC986C7}"/>
              </a:ext>
            </a:extLst>
          </p:cNvPr>
          <p:cNvSpPr txBox="1"/>
          <p:nvPr/>
        </p:nvSpPr>
        <p:spPr>
          <a:xfrm>
            <a:off x="8325852" y="1659255"/>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410134AF-7567-8095-EDAD-572184BD70B8}"/>
              </a:ext>
            </a:extLst>
          </p:cNvPr>
          <p:cNvCxnSpPr>
            <a:cxnSpLocks/>
          </p:cNvCxnSpPr>
          <p:nvPr/>
        </p:nvCxnSpPr>
        <p:spPr>
          <a:xfrm flipH="1">
            <a:off x="7719461" y="2227145"/>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22B6A63-EB49-0F73-8F3C-B40D637B43FA}"/>
              </a:ext>
            </a:extLst>
          </p:cNvPr>
          <p:cNvCxnSpPr>
            <a:cxnSpLocks/>
          </p:cNvCxnSpPr>
          <p:nvPr/>
        </p:nvCxnSpPr>
        <p:spPr>
          <a:xfrm>
            <a:off x="8835991" y="2227145"/>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ADD76057-D642-7806-D58F-1779B42EAC64}"/>
              </a:ext>
            </a:extLst>
          </p:cNvPr>
          <p:cNvSpPr txBox="1"/>
          <p:nvPr/>
        </p:nvSpPr>
        <p:spPr>
          <a:xfrm>
            <a:off x="7690624" y="2042479"/>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246D1124-EC66-4315-10D0-081B71D07B7F}"/>
              </a:ext>
            </a:extLst>
          </p:cNvPr>
          <p:cNvSpPr txBox="1"/>
          <p:nvPr/>
        </p:nvSpPr>
        <p:spPr>
          <a:xfrm>
            <a:off x="9145604" y="2042479"/>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EA8FBE85-4D34-004F-987A-03D1B0304CD9}"/>
              </a:ext>
            </a:extLst>
          </p:cNvPr>
          <p:cNvSpPr txBox="1"/>
          <p:nvPr/>
        </p:nvSpPr>
        <p:spPr>
          <a:xfrm>
            <a:off x="7219459"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8BEC7037-E4D7-7BAE-9C8F-AA19AE39ADFD}"/>
              </a:ext>
            </a:extLst>
          </p:cNvPr>
          <p:cNvSpPr txBox="1"/>
          <p:nvPr/>
        </p:nvSpPr>
        <p:spPr>
          <a:xfrm>
            <a:off x="9114025"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B31EEEA7-CE97-6D1F-12D1-0EE13619D70B}"/>
              </a:ext>
            </a:extLst>
          </p:cNvPr>
          <p:cNvCxnSpPr>
            <a:cxnSpLocks/>
          </p:cNvCxnSpPr>
          <p:nvPr/>
        </p:nvCxnSpPr>
        <p:spPr>
          <a:xfrm>
            <a:off x="8335902" y="3239908"/>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F923779-5FFB-EDBC-FD70-681BEBAF7E25}"/>
              </a:ext>
            </a:extLst>
          </p:cNvPr>
          <p:cNvCxnSpPr>
            <a:cxnSpLocks/>
          </p:cNvCxnSpPr>
          <p:nvPr/>
        </p:nvCxnSpPr>
        <p:spPr>
          <a:xfrm flipH="1">
            <a:off x="8335902" y="3616645"/>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80D9A03D-49CD-EA22-B420-804E7F96B24A}"/>
              </a:ext>
            </a:extLst>
          </p:cNvPr>
          <p:cNvSpPr txBox="1"/>
          <p:nvPr/>
        </p:nvSpPr>
        <p:spPr>
          <a:xfrm>
            <a:off x="8367456" y="2900803"/>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700F0219-6BB7-4E7C-4AC7-54B2A5BB1E5C}"/>
              </a:ext>
            </a:extLst>
          </p:cNvPr>
          <p:cNvSpPr txBox="1"/>
          <p:nvPr/>
        </p:nvSpPr>
        <p:spPr>
          <a:xfrm>
            <a:off x="8373834" y="3642225"/>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56599EEB-12F8-0722-89B5-3BBBA55E9E00}"/>
                  </a:ext>
                </a:extLst>
              </p14:cNvPr>
              <p14:cNvContentPartPr/>
              <p14:nvPr/>
            </p14:nvContentPartPr>
            <p14:xfrm>
              <a:off x="10235111" y="2771427"/>
              <a:ext cx="1329840" cy="1373040"/>
            </p14:xfrm>
          </p:contentPart>
        </mc:Choice>
        <mc:Fallback xmlns="">
          <p:pic>
            <p:nvPicPr>
              <p:cNvPr id="27" name="Ink 26">
                <a:extLst>
                  <a:ext uri="{FF2B5EF4-FFF2-40B4-BE49-F238E27FC236}">
                    <a16:creationId xmlns:a16="http://schemas.microsoft.com/office/drawing/2014/main" id="{56599EEB-12F8-0722-89B5-3BBBA55E9E00}"/>
                  </a:ext>
                </a:extLst>
              </p:cNvPr>
              <p:cNvPicPr/>
              <p:nvPr/>
            </p:nvPicPr>
            <p:blipFill>
              <a:blip r:embed="rId3"/>
              <a:stretch>
                <a:fillRect/>
              </a:stretch>
            </p:blipFill>
            <p:spPr>
              <a:xfrm>
                <a:off x="10228991" y="276530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5C4C6E1D-FCF8-A7BC-5B96-8906A40803EC}"/>
                  </a:ext>
                </a:extLst>
              </p14:cNvPr>
              <p14:cNvContentPartPr/>
              <p14:nvPr/>
            </p14:nvContentPartPr>
            <p14:xfrm rot="10800000">
              <a:off x="5713695" y="2638517"/>
              <a:ext cx="1329840" cy="1373040"/>
            </p14:xfrm>
          </p:contentPart>
        </mc:Choice>
        <mc:Fallback xmlns="">
          <p:pic>
            <p:nvPicPr>
              <p:cNvPr id="28" name="Ink 27">
                <a:extLst>
                  <a:ext uri="{FF2B5EF4-FFF2-40B4-BE49-F238E27FC236}">
                    <a16:creationId xmlns:a16="http://schemas.microsoft.com/office/drawing/2014/main" id="{5C4C6E1D-FCF8-A7BC-5B96-8906A40803EC}"/>
                  </a:ext>
                </a:extLst>
              </p:cNvPr>
              <p:cNvPicPr/>
              <p:nvPr/>
            </p:nvPicPr>
            <p:blipFill>
              <a:blip r:embed="rId3"/>
              <a:stretch>
                <a:fillRect/>
              </a:stretch>
            </p:blipFill>
            <p:spPr>
              <a:xfrm rot="10800000">
                <a:off x="5707575" y="2632397"/>
                <a:ext cx="1342080" cy="1385280"/>
              </a:xfrm>
              <a:prstGeom prst="rect">
                <a:avLst/>
              </a:prstGeom>
            </p:spPr>
          </p:pic>
        </mc:Fallback>
      </mc:AlternateContent>
      <p:sp>
        <p:nvSpPr>
          <p:cNvPr id="29" name="TextBox 28">
            <a:extLst>
              <a:ext uri="{FF2B5EF4-FFF2-40B4-BE49-F238E27FC236}">
                <a16:creationId xmlns:a16="http://schemas.microsoft.com/office/drawing/2014/main" id="{230F779E-563F-19DD-605A-20EDC1AC5F57}"/>
              </a:ext>
            </a:extLst>
          </p:cNvPr>
          <p:cNvSpPr txBox="1"/>
          <p:nvPr/>
        </p:nvSpPr>
        <p:spPr>
          <a:xfrm>
            <a:off x="5214254" y="3140371"/>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10ABD210-2224-FC93-F1D8-C2235AC73F53}"/>
              </a:ext>
            </a:extLst>
          </p:cNvPr>
          <p:cNvSpPr txBox="1"/>
          <p:nvPr/>
        </p:nvSpPr>
        <p:spPr>
          <a:xfrm>
            <a:off x="11609719" y="3203504"/>
            <a:ext cx="476412" cy="369332"/>
          </a:xfrm>
          <a:prstGeom prst="rect">
            <a:avLst/>
          </a:prstGeom>
          <a:noFill/>
        </p:spPr>
        <p:txBody>
          <a:bodyPr wrap="none" rtlCol="0">
            <a:spAutoFit/>
          </a:bodyPr>
          <a:lstStyle/>
          <a:p>
            <a:r>
              <a:rPr lang="en-US" dirty="0"/>
              <a:t>0.6</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607D650-3E93-BC0D-4C08-09A227AD354A}"/>
                  </a:ext>
                </a:extLst>
              </p:cNvPr>
              <p:cNvSpPr txBox="1"/>
              <p:nvPr/>
            </p:nvSpPr>
            <p:spPr>
              <a:xfrm>
                <a:off x="598620" y="4574406"/>
                <a:ext cx="6379128" cy="619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b="0" i="1" smtClean="0">
                              <a:latin typeface="Cambria Math" panose="02040503050406030204" pitchFamily="18" charset="0"/>
                            </a:rPr>
                            <m:t>𝑒</m:t>
                          </m:r>
                        </m:e>
                        <m:sub>
                          <m:r>
                            <a:rPr lang="en-US" sz="2800" i="1">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e>
                      </m:d>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𝑘</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𝐶</m:t>
                              </m:r>
                              <m:r>
                                <a:rPr lang="en-US" sz="2800" b="0" i="1" smtClean="0">
                                  <a:latin typeface="Cambria Math" panose="02040503050406030204" pitchFamily="18" charset="0"/>
                                </a:rPr>
                                <m:t>)</m:t>
                              </m:r>
                            </m:lim>
                          </m:limLow>
                        </m:fName>
                        <m:e>
                          <m:r>
                            <a:rPr lang="en-US" sz="2800" b="0" i="1" smtClean="0">
                              <a:latin typeface="Cambria Math" panose="02040503050406030204" pitchFamily="18" charset="0"/>
                            </a:rPr>
                            <m:t>(</m:t>
                          </m:r>
                        </m:e>
                      </m:func>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m:t>
                          </m:r>
                        </m:sub>
                      </m:sSub>
                      <m:d>
                        <m:dPr>
                          <m:ctrlPr>
                            <a:rPr lang="en-US" sz="2800" i="1">
                              <a:latin typeface="Cambria Math" panose="02040503050406030204" pitchFamily="18" charset="0"/>
                            </a:rPr>
                          </m:ctrlPr>
                        </m:dPr>
                        <m:e>
                          <m:r>
                            <a:rPr lang="en-US" sz="2800" b="0" i="1" smtClean="0">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𝑥</m:t>
                          </m:r>
                          <m:r>
                            <a:rPr lang="en-US" sz="2800" b="0" i="1" smtClean="0">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𝑘𝑙</m:t>
                          </m:r>
                        </m:sub>
                      </m:sSub>
                      <m:r>
                        <a:rPr lang="en-US" sz="2800" b="0" i="1" smtClean="0">
                          <a:latin typeface="Cambria Math" panose="02040503050406030204" pitchFamily="18" charset="0"/>
                        </a:rPr>
                        <m:t>)</m:t>
                      </m:r>
                    </m:oMath>
                  </m:oMathPara>
                </a14:m>
                <a:endParaRPr lang="en-US" sz="2800" dirty="0"/>
              </a:p>
            </p:txBody>
          </p:sp>
        </mc:Choice>
        <mc:Fallback xmlns="">
          <p:sp>
            <p:nvSpPr>
              <p:cNvPr id="6" name="TextBox 5">
                <a:extLst>
                  <a:ext uri="{FF2B5EF4-FFF2-40B4-BE49-F238E27FC236}">
                    <a16:creationId xmlns:a16="http://schemas.microsoft.com/office/drawing/2014/main" id="{7607D650-3E93-BC0D-4C08-09A227AD354A}"/>
                  </a:ext>
                </a:extLst>
              </p:cNvPr>
              <p:cNvSpPr txBox="1">
                <a:spLocks noRot="1" noChangeAspect="1" noMove="1" noResize="1" noEditPoints="1" noAdjustHandles="1" noChangeArrowheads="1" noChangeShapeType="1" noTextEdit="1"/>
              </p:cNvSpPr>
              <p:nvPr/>
            </p:nvSpPr>
            <p:spPr>
              <a:xfrm>
                <a:off x="598620" y="4574406"/>
                <a:ext cx="6379128" cy="619272"/>
              </a:xfrm>
              <a:prstGeom prst="rect">
                <a:avLst/>
              </a:prstGeom>
              <a:blipFill>
                <a:blip r:embed="rId5"/>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5B44FF7F-3A92-FE2D-25CF-60CDC4012A93}"/>
              </a:ext>
            </a:extLst>
          </p:cNvPr>
          <p:cNvCxnSpPr>
            <a:cxnSpLocks/>
            <a:stCxn id="11" idx="0"/>
          </p:cNvCxnSpPr>
          <p:nvPr/>
        </p:nvCxnSpPr>
        <p:spPr>
          <a:xfrm flipV="1">
            <a:off x="1530417" y="5121801"/>
            <a:ext cx="749450" cy="319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A998A6AA-09A9-E4F1-A9D7-FD298D159A57}"/>
              </a:ext>
            </a:extLst>
          </p:cNvPr>
          <p:cNvSpPr txBox="1"/>
          <p:nvPr/>
        </p:nvSpPr>
        <p:spPr>
          <a:xfrm>
            <a:off x="799557" y="5441103"/>
            <a:ext cx="1461720" cy="1200329"/>
          </a:xfrm>
          <a:prstGeom prst="rect">
            <a:avLst/>
          </a:prstGeom>
          <a:noFill/>
        </p:spPr>
        <p:txBody>
          <a:bodyPr wrap="square" rtlCol="0">
            <a:spAutoFit/>
          </a:bodyPr>
          <a:lstStyle/>
          <a:p>
            <a:r>
              <a:rPr lang="en-US" dirty="0"/>
              <a:t>Probability to observe element </a:t>
            </a:r>
            <a:r>
              <a:rPr lang="en-US" i="1" dirty="0" err="1"/>
              <a:t>i</a:t>
            </a:r>
            <a:r>
              <a:rPr lang="en-US" dirty="0"/>
              <a:t> in state </a:t>
            </a:r>
            <a:r>
              <a:rPr lang="en-US" i="1" dirty="0"/>
              <a:t>l</a:t>
            </a:r>
          </a:p>
        </p:txBody>
      </p:sp>
      <p:sp>
        <p:nvSpPr>
          <p:cNvPr id="15" name="TextBox 14">
            <a:extLst>
              <a:ext uri="{FF2B5EF4-FFF2-40B4-BE49-F238E27FC236}">
                <a16:creationId xmlns:a16="http://schemas.microsoft.com/office/drawing/2014/main" id="{03E1730B-B539-4973-B04D-C977F07144F6}"/>
              </a:ext>
            </a:extLst>
          </p:cNvPr>
          <p:cNvSpPr txBox="1"/>
          <p:nvPr/>
        </p:nvSpPr>
        <p:spPr>
          <a:xfrm>
            <a:off x="5844189" y="5568142"/>
            <a:ext cx="2105260" cy="923330"/>
          </a:xfrm>
          <a:prstGeom prst="rect">
            <a:avLst/>
          </a:prstGeom>
          <a:noFill/>
        </p:spPr>
        <p:txBody>
          <a:bodyPr wrap="square" rtlCol="0">
            <a:spAutoFit/>
          </a:bodyPr>
          <a:lstStyle/>
          <a:p>
            <a:r>
              <a:rPr lang="en-US" dirty="0"/>
              <a:t>Probability of transition from state </a:t>
            </a:r>
            <a:r>
              <a:rPr lang="en-US" i="1" dirty="0"/>
              <a:t>k</a:t>
            </a:r>
            <a:r>
              <a:rPr lang="en-US" dirty="0"/>
              <a:t> to state </a:t>
            </a:r>
            <a:r>
              <a:rPr lang="en-US" i="1" dirty="0"/>
              <a:t>l</a:t>
            </a:r>
          </a:p>
        </p:txBody>
      </p:sp>
      <p:cxnSp>
        <p:nvCxnSpPr>
          <p:cNvPr id="18" name="Straight Arrow Connector 17">
            <a:extLst>
              <a:ext uri="{FF2B5EF4-FFF2-40B4-BE49-F238E27FC236}">
                <a16:creationId xmlns:a16="http://schemas.microsoft.com/office/drawing/2014/main" id="{E70B330A-BD8E-5430-50B8-4A5A35E2ABCB}"/>
              </a:ext>
            </a:extLst>
          </p:cNvPr>
          <p:cNvCxnSpPr>
            <a:cxnSpLocks/>
            <a:stCxn id="15" idx="0"/>
          </p:cNvCxnSpPr>
          <p:nvPr/>
        </p:nvCxnSpPr>
        <p:spPr>
          <a:xfrm flipH="1" flipV="1">
            <a:off x="6036881" y="4979960"/>
            <a:ext cx="859938" cy="5881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AD48E0BE-3D82-AF73-B276-DD51CC2D44E6}"/>
              </a:ext>
            </a:extLst>
          </p:cNvPr>
          <p:cNvCxnSpPr>
            <a:cxnSpLocks/>
          </p:cNvCxnSpPr>
          <p:nvPr/>
        </p:nvCxnSpPr>
        <p:spPr>
          <a:xfrm flipV="1">
            <a:off x="1530417" y="5121801"/>
            <a:ext cx="749450" cy="2923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2C49823B-D7B2-432F-E88E-4A0D04A39672}"/>
              </a:ext>
            </a:extLst>
          </p:cNvPr>
          <p:cNvSpPr txBox="1"/>
          <p:nvPr/>
        </p:nvSpPr>
        <p:spPr>
          <a:xfrm>
            <a:off x="3347200" y="5568142"/>
            <a:ext cx="2105260" cy="1200329"/>
          </a:xfrm>
          <a:prstGeom prst="rect">
            <a:avLst/>
          </a:prstGeom>
          <a:noFill/>
        </p:spPr>
        <p:txBody>
          <a:bodyPr wrap="square" rtlCol="0">
            <a:spAutoFit/>
          </a:bodyPr>
          <a:lstStyle/>
          <a:p>
            <a:r>
              <a:rPr lang="en-US" dirty="0"/>
              <a:t>Probability of the best path ending at position </a:t>
            </a:r>
            <a:r>
              <a:rPr lang="en-US" i="1" dirty="0"/>
              <a:t>x-1</a:t>
            </a:r>
            <a:r>
              <a:rPr lang="en-US" dirty="0"/>
              <a:t> in state </a:t>
            </a:r>
            <a:r>
              <a:rPr lang="en-US" i="1" dirty="0"/>
              <a:t>k </a:t>
            </a:r>
            <a:r>
              <a:rPr lang="en-US" dirty="0"/>
              <a:t>with element </a:t>
            </a:r>
            <a:r>
              <a:rPr lang="en-US" i="1" dirty="0"/>
              <a:t>j</a:t>
            </a:r>
          </a:p>
        </p:txBody>
      </p:sp>
      <p:cxnSp>
        <p:nvCxnSpPr>
          <p:cNvPr id="31" name="Straight Arrow Connector 30">
            <a:extLst>
              <a:ext uri="{FF2B5EF4-FFF2-40B4-BE49-F238E27FC236}">
                <a16:creationId xmlns:a16="http://schemas.microsoft.com/office/drawing/2014/main" id="{21CE15B0-47EC-AD2F-5BB2-20E0276C8898}"/>
              </a:ext>
            </a:extLst>
          </p:cNvPr>
          <p:cNvCxnSpPr>
            <a:cxnSpLocks/>
            <a:stCxn id="24" idx="0"/>
          </p:cNvCxnSpPr>
          <p:nvPr/>
        </p:nvCxnSpPr>
        <p:spPr>
          <a:xfrm flipV="1">
            <a:off x="4399830" y="5118326"/>
            <a:ext cx="143294" cy="44981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41793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EE50-7F12-051A-5DF8-FDAA47F02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9833A-C2AE-0CF3-7399-28B5B8BDFEF4}"/>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C910ADDA-A0FC-A89D-6DCD-DF12C3CB423D}"/>
              </a:ext>
            </a:extLst>
          </p:cNvPr>
          <p:cNvSpPr>
            <a:spLocks noGrp="1"/>
          </p:cNvSpPr>
          <p:nvPr>
            <p:ph idx="1"/>
          </p:nvPr>
        </p:nvSpPr>
        <p:spPr>
          <a:xfrm>
            <a:off x="279133" y="1819053"/>
            <a:ext cx="10847671" cy="4822379"/>
          </a:xfrm>
        </p:spPr>
        <p:txBody>
          <a:bodyPr>
            <a:normAutofit/>
          </a:bodyPr>
          <a:lstStyle/>
          <a:p>
            <a:r>
              <a:rPr lang="en-US" dirty="0"/>
              <a:t>Consider the sequence S = </a:t>
            </a:r>
            <a:r>
              <a:rPr lang="en-US" b="1" dirty="0"/>
              <a:t>GG</a:t>
            </a:r>
            <a:r>
              <a:rPr lang="en-US" b="1" dirty="0">
                <a:solidFill>
                  <a:srgbClr val="018ACF"/>
                </a:solidFill>
              </a:rPr>
              <a:t>C</a:t>
            </a:r>
            <a:r>
              <a:rPr lang="en-US" b="1" dirty="0">
                <a:solidFill>
                  <a:srgbClr val="FF0000"/>
                </a:solidFill>
              </a:rPr>
              <a:t>A</a:t>
            </a:r>
            <a:r>
              <a:rPr lang="en-US" b="1" dirty="0"/>
              <a:t>CTGAA</a:t>
            </a:r>
          </a:p>
          <a:p>
            <a:r>
              <a:rPr lang="en-US" dirty="0"/>
              <a:t>The probability of the best </a:t>
            </a:r>
            <a:br>
              <a:rPr lang="en-US" dirty="0"/>
            </a:br>
            <a:r>
              <a:rPr lang="en-US" dirty="0"/>
              <a:t>path ending in state </a:t>
            </a:r>
            <a:r>
              <a:rPr lang="en-US" i="1" dirty="0"/>
              <a:t>l</a:t>
            </a:r>
            <a:r>
              <a:rPr lang="en-US" dirty="0"/>
              <a:t> </a:t>
            </a:r>
            <a:br>
              <a:rPr lang="en-US" dirty="0"/>
            </a:br>
            <a:r>
              <a:rPr lang="en-US" dirty="0"/>
              <a:t>with observation </a:t>
            </a:r>
            <a:r>
              <a:rPr lang="en-US" i="1" dirty="0" err="1"/>
              <a:t>i</a:t>
            </a:r>
            <a:r>
              <a:rPr lang="en-US" dirty="0"/>
              <a:t> is:</a:t>
            </a:r>
          </a:p>
          <a:p>
            <a:endParaRPr lang="en-US" i="1" dirty="0"/>
          </a:p>
          <a:p>
            <a:endParaRPr lang="en-US" i="1" dirty="0"/>
          </a:p>
          <a:p>
            <a:r>
              <a:rPr lang="en-US" dirty="0"/>
              <a:t>In our example, the probability of the best path ending in state </a:t>
            </a:r>
            <a:r>
              <a:rPr lang="en-US" i="1" dirty="0"/>
              <a:t>l=</a:t>
            </a:r>
            <a:r>
              <a:rPr lang="en-US" dirty="0"/>
              <a:t>C with “A” at the 4</a:t>
            </a:r>
            <a:r>
              <a:rPr lang="en-US" baseline="30000" dirty="0"/>
              <a:t>th</a:t>
            </a:r>
            <a:r>
              <a:rPr lang="en-US" dirty="0"/>
              <a:t> position is:</a:t>
            </a:r>
          </a:p>
        </p:txBody>
      </p:sp>
      <p:sp>
        <p:nvSpPr>
          <p:cNvPr id="4" name="Slide Number Placeholder 3">
            <a:extLst>
              <a:ext uri="{FF2B5EF4-FFF2-40B4-BE49-F238E27FC236}">
                <a16:creationId xmlns:a16="http://schemas.microsoft.com/office/drawing/2014/main" id="{B4B7C4BE-2845-4B25-7913-9152BB88B46A}"/>
              </a:ext>
            </a:extLst>
          </p:cNvPr>
          <p:cNvSpPr>
            <a:spLocks noGrp="1"/>
          </p:cNvSpPr>
          <p:nvPr>
            <p:ph type="sldNum" sz="quarter" idx="12"/>
          </p:nvPr>
        </p:nvSpPr>
        <p:spPr/>
        <p:txBody>
          <a:bodyPr/>
          <a:lstStyle/>
          <a:p>
            <a:fld id="{B82CCC60-E8CD-4174-8B1A-7DF615B22EEF}" type="slidenum">
              <a:rPr lang="en-US" smtClean="0"/>
              <a:pPr/>
              <a:t>18</a:t>
            </a:fld>
            <a:endParaRPr lang="en-US"/>
          </a:p>
        </p:txBody>
      </p:sp>
      <p:sp>
        <p:nvSpPr>
          <p:cNvPr id="5" name="TextBox 4">
            <a:extLst>
              <a:ext uri="{FF2B5EF4-FFF2-40B4-BE49-F238E27FC236}">
                <a16:creationId xmlns:a16="http://schemas.microsoft.com/office/drawing/2014/main" id="{DE298B4D-B013-AB3E-3384-8691EF5821B7}"/>
              </a:ext>
            </a:extLst>
          </p:cNvPr>
          <p:cNvSpPr txBox="1"/>
          <p:nvPr/>
        </p:nvSpPr>
        <p:spPr>
          <a:xfrm>
            <a:off x="8325852" y="1659255"/>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E38C976B-2976-6F70-C194-102B2B565E32}"/>
              </a:ext>
            </a:extLst>
          </p:cNvPr>
          <p:cNvCxnSpPr>
            <a:cxnSpLocks/>
          </p:cNvCxnSpPr>
          <p:nvPr/>
        </p:nvCxnSpPr>
        <p:spPr>
          <a:xfrm flipH="1">
            <a:off x="7719461" y="2227145"/>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62F830A4-F212-DFCA-77F4-3AA7BF73FD87}"/>
              </a:ext>
            </a:extLst>
          </p:cNvPr>
          <p:cNvCxnSpPr>
            <a:cxnSpLocks/>
          </p:cNvCxnSpPr>
          <p:nvPr/>
        </p:nvCxnSpPr>
        <p:spPr>
          <a:xfrm>
            <a:off x="8835991" y="2227145"/>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61C928DF-2FB4-5FE7-BC93-870CB938D21B}"/>
              </a:ext>
            </a:extLst>
          </p:cNvPr>
          <p:cNvSpPr txBox="1"/>
          <p:nvPr/>
        </p:nvSpPr>
        <p:spPr>
          <a:xfrm>
            <a:off x="7690624" y="2042479"/>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BD6E66B2-FBDC-B875-1D36-D88C4F2CB12B}"/>
              </a:ext>
            </a:extLst>
          </p:cNvPr>
          <p:cNvSpPr txBox="1"/>
          <p:nvPr/>
        </p:nvSpPr>
        <p:spPr>
          <a:xfrm>
            <a:off x="9145604" y="2042479"/>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CECF9BCC-AE7F-D0C8-DC14-3ECB78E14455}"/>
              </a:ext>
            </a:extLst>
          </p:cNvPr>
          <p:cNvSpPr txBox="1"/>
          <p:nvPr/>
        </p:nvSpPr>
        <p:spPr>
          <a:xfrm>
            <a:off x="7219459"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19289828-0853-1236-9EC2-6FEC9F8AC4D7}"/>
              </a:ext>
            </a:extLst>
          </p:cNvPr>
          <p:cNvSpPr txBox="1"/>
          <p:nvPr/>
        </p:nvSpPr>
        <p:spPr>
          <a:xfrm>
            <a:off x="9114025" y="2603882"/>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F2D761C4-C1CB-65FC-0E84-BA63FE7E6ECA}"/>
              </a:ext>
            </a:extLst>
          </p:cNvPr>
          <p:cNvCxnSpPr>
            <a:cxnSpLocks/>
          </p:cNvCxnSpPr>
          <p:nvPr/>
        </p:nvCxnSpPr>
        <p:spPr>
          <a:xfrm>
            <a:off x="8335902" y="3239908"/>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4ECC020-E28D-66B8-C85D-48AE928C857B}"/>
              </a:ext>
            </a:extLst>
          </p:cNvPr>
          <p:cNvCxnSpPr>
            <a:cxnSpLocks/>
          </p:cNvCxnSpPr>
          <p:nvPr/>
        </p:nvCxnSpPr>
        <p:spPr>
          <a:xfrm flipH="1">
            <a:off x="8335902" y="3616645"/>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F31C4918-0036-6716-488C-748E653A1175}"/>
              </a:ext>
            </a:extLst>
          </p:cNvPr>
          <p:cNvSpPr txBox="1"/>
          <p:nvPr/>
        </p:nvSpPr>
        <p:spPr>
          <a:xfrm>
            <a:off x="8367456" y="2900803"/>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4B00D219-4765-79D9-A0CA-8F5EF857D865}"/>
              </a:ext>
            </a:extLst>
          </p:cNvPr>
          <p:cNvSpPr txBox="1"/>
          <p:nvPr/>
        </p:nvSpPr>
        <p:spPr>
          <a:xfrm>
            <a:off x="8373834" y="3642225"/>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75F49128-EA5C-C56C-978A-F0E5E6023245}"/>
                  </a:ext>
                </a:extLst>
              </p14:cNvPr>
              <p14:cNvContentPartPr/>
              <p14:nvPr/>
            </p14:nvContentPartPr>
            <p14:xfrm>
              <a:off x="10235111" y="2771427"/>
              <a:ext cx="1329840" cy="1373040"/>
            </p14:xfrm>
          </p:contentPart>
        </mc:Choice>
        <mc:Fallback xmlns="">
          <p:pic>
            <p:nvPicPr>
              <p:cNvPr id="27" name="Ink 26">
                <a:extLst>
                  <a:ext uri="{FF2B5EF4-FFF2-40B4-BE49-F238E27FC236}">
                    <a16:creationId xmlns:a16="http://schemas.microsoft.com/office/drawing/2014/main" id="{75F49128-EA5C-C56C-978A-F0E5E6023245}"/>
                  </a:ext>
                </a:extLst>
              </p:cNvPr>
              <p:cNvPicPr/>
              <p:nvPr/>
            </p:nvPicPr>
            <p:blipFill>
              <a:blip r:embed="rId3"/>
              <a:stretch>
                <a:fillRect/>
              </a:stretch>
            </p:blipFill>
            <p:spPr>
              <a:xfrm>
                <a:off x="10228991" y="276530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6320151B-7E63-A31B-F602-1D3A4EB30FC2}"/>
                  </a:ext>
                </a:extLst>
              </p14:cNvPr>
              <p14:cNvContentPartPr/>
              <p14:nvPr/>
            </p14:nvContentPartPr>
            <p14:xfrm rot="10800000">
              <a:off x="5713695" y="2638517"/>
              <a:ext cx="1329840" cy="1373040"/>
            </p14:xfrm>
          </p:contentPart>
        </mc:Choice>
        <mc:Fallback xmlns="">
          <p:pic>
            <p:nvPicPr>
              <p:cNvPr id="28" name="Ink 27">
                <a:extLst>
                  <a:ext uri="{FF2B5EF4-FFF2-40B4-BE49-F238E27FC236}">
                    <a16:creationId xmlns:a16="http://schemas.microsoft.com/office/drawing/2014/main" id="{6320151B-7E63-A31B-F602-1D3A4EB30FC2}"/>
                  </a:ext>
                </a:extLst>
              </p:cNvPr>
              <p:cNvPicPr/>
              <p:nvPr/>
            </p:nvPicPr>
            <p:blipFill>
              <a:blip r:embed="rId3"/>
              <a:stretch>
                <a:fillRect/>
              </a:stretch>
            </p:blipFill>
            <p:spPr>
              <a:xfrm rot="10800000">
                <a:off x="5707575" y="2632397"/>
                <a:ext cx="1342080" cy="1385280"/>
              </a:xfrm>
              <a:prstGeom prst="rect">
                <a:avLst/>
              </a:prstGeom>
            </p:spPr>
          </p:pic>
        </mc:Fallback>
      </mc:AlternateContent>
      <p:sp>
        <p:nvSpPr>
          <p:cNvPr id="29" name="TextBox 28">
            <a:extLst>
              <a:ext uri="{FF2B5EF4-FFF2-40B4-BE49-F238E27FC236}">
                <a16:creationId xmlns:a16="http://schemas.microsoft.com/office/drawing/2014/main" id="{A3921464-E8AF-2738-9C3B-DEB070FA88D5}"/>
              </a:ext>
            </a:extLst>
          </p:cNvPr>
          <p:cNvSpPr txBox="1"/>
          <p:nvPr/>
        </p:nvSpPr>
        <p:spPr>
          <a:xfrm>
            <a:off x="5214254" y="3140371"/>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5F2AAB16-CF45-9B5A-4D0F-D9D9332BA76B}"/>
              </a:ext>
            </a:extLst>
          </p:cNvPr>
          <p:cNvSpPr txBox="1"/>
          <p:nvPr/>
        </p:nvSpPr>
        <p:spPr>
          <a:xfrm>
            <a:off x="11609719" y="3203504"/>
            <a:ext cx="476412" cy="369332"/>
          </a:xfrm>
          <a:prstGeom prst="rect">
            <a:avLst/>
          </a:prstGeom>
          <a:noFill/>
        </p:spPr>
        <p:txBody>
          <a:bodyPr wrap="none" rtlCol="0">
            <a:spAutoFit/>
          </a:bodyPr>
          <a:lstStyle/>
          <a:p>
            <a:r>
              <a:rPr lang="en-US" dirty="0"/>
              <a:t>0.6</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67A5F7B-8CEF-5D1E-C6C0-5703C9D4D65F}"/>
                  </a:ext>
                </a:extLst>
              </p:cNvPr>
              <p:cNvSpPr txBox="1"/>
              <p:nvPr/>
            </p:nvSpPr>
            <p:spPr>
              <a:xfrm>
                <a:off x="541142" y="4125373"/>
                <a:ext cx="6379128" cy="619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r>
                            <a:rPr lang="en-US" sz="2800" b="0" i="1" smtClean="0">
                              <a:latin typeface="Cambria Math" panose="02040503050406030204" pitchFamily="18" charset="0"/>
                            </a:rPr>
                            <m:t>,</m:t>
                          </m:r>
                          <m:r>
                            <a:rPr lang="en-US" sz="2800" b="0" i="1" smtClean="0">
                              <a:latin typeface="Cambria Math" panose="02040503050406030204" pitchFamily="18" charset="0"/>
                            </a:rPr>
                            <m:t>𝑥</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b="0" i="1" smtClean="0">
                              <a:latin typeface="Cambria Math" panose="02040503050406030204" pitchFamily="18" charset="0"/>
                            </a:rPr>
                            <m:t>𝑒</m:t>
                          </m:r>
                        </m:e>
                        <m:sub>
                          <m:r>
                            <a:rPr lang="en-US" sz="2800" i="1">
                              <a:latin typeface="Cambria Math" panose="02040503050406030204" pitchFamily="18" charset="0"/>
                            </a:rPr>
                            <m:t>𝑙</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𝑖</m:t>
                          </m:r>
                        </m:e>
                      </m:d>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𝑘</m:t>
                              </m:r>
                              <m:r>
                                <a:rPr lang="en-US" sz="2800" b="0" i="1" smtClean="0">
                                  <a:latin typeface="Cambria Math" panose="02040503050406030204" pitchFamily="18" charset="0"/>
                                </a:rPr>
                                <m:t>=(</m:t>
                              </m:r>
                              <m:r>
                                <a:rPr lang="en-US" sz="2800" b="0" i="1" smtClean="0">
                                  <a:latin typeface="Cambria Math" panose="02040503050406030204" pitchFamily="18" charset="0"/>
                                </a:rPr>
                                <m:t>𝑁</m:t>
                              </m:r>
                              <m:r>
                                <a:rPr lang="en-US" sz="2800" b="0" i="1" smtClean="0">
                                  <a:latin typeface="Cambria Math" panose="02040503050406030204" pitchFamily="18" charset="0"/>
                                </a:rPr>
                                <m:t>,</m:t>
                              </m:r>
                              <m:r>
                                <a:rPr lang="en-US" sz="2800" b="0" i="1" smtClean="0">
                                  <a:latin typeface="Cambria Math" panose="02040503050406030204" pitchFamily="18" charset="0"/>
                                </a:rPr>
                                <m:t>𝐶</m:t>
                              </m:r>
                              <m:r>
                                <a:rPr lang="en-US" sz="2800" b="0" i="1" smtClean="0">
                                  <a:latin typeface="Cambria Math" panose="02040503050406030204" pitchFamily="18" charset="0"/>
                                </a:rPr>
                                <m:t>)</m:t>
                              </m:r>
                            </m:lim>
                          </m:limLow>
                        </m:fName>
                        <m:e>
                          <m:r>
                            <a:rPr lang="en-US" sz="2800" b="0" i="1" smtClean="0">
                              <a:latin typeface="Cambria Math" panose="02040503050406030204" pitchFamily="18" charset="0"/>
                            </a:rPr>
                            <m:t>(</m:t>
                          </m:r>
                        </m:e>
                      </m:func>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m:t>
                          </m:r>
                        </m:sub>
                      </m:sSub>
                      <m:d>
                        <m:dPr>
                          <m:ctrlPr>
                            <a:rPr lang="en-US" sz="2800" i="1">
                              <a:latin typeface="Cambria Math" panose="02040503050406030204" pitchFamily="18" charset="0"/>
                            </a:rPr>
                          </m:ctrlPr>
                        </m:dPr>
                        <m:e>
                          <m:r>
                            <a:rPr lang="en-US" sz="2800" b="0" i="1" smtClean="0">
                              <a:latin typeface="Cambria Math" panose="02040503050406030204" pitchFamily="18" charset="0"/>
                            </a:rPr>
                            <m:t>𝑗</m:t>
                          </m:r>
                          <m:r>
                            <a:rPr lang="en-US" sz="2800" i="1">
                              <a:latin typeface="Cambria Math" panose="02040503050406030204" pitchFamily="18" charset="0"/>
                            </a:rPr>
                            <m:t>,</m:t>
                          </m:r>
                          <m:r>
                            <a:rPr lang="en-US" sz="2800" i="1">
                              <a:latin typeface="Cambria Math" panose="02040503050406030204" pitchFamily="18" charset="0"/>
                            </a:rPr>
                            <m:t>𝑥</m:t>
                          </m:r>
                          <m:r>
                            <a:rPr lang="en-US" sz="2800" b="0" i="1" smtClean="0">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𝑘𝑙</m:t>
                          </m:r>
                        </m:sub>
                      </m:sSub>
                      <m:r>
                        <a:rPr lang="en-US" sz="2800" b="0" i="1" smtClean="0">
                          <a:latin typeface="Cambria Math" panose="02040503050406030204" pitchFamily="18" charset="0"/>
                        </a:rPr>
                        <m:t>)</m:t>
                      </m:r>
                    </m:oMath>
                  </m:oMathPara>
                </a14:m>
                <a:endParaRPr lang="en-US" sz="2800" dirty="0"/>
              </a:p>
            </p:txBody>
          </p:sp>
        </mc:Choice>
        <mc:Fallback xmlns="">
          <p:sp>
            <p:nvSpPr>
              <p:cNvPr id="6" name="TextBox 5">
                <a:extLst>
                  <a:ext uri="{FF2B5EF4-FFF2-40B4-BE49-F238E27FC236}">
                    <a16:creationId xmlns:a16="http://schemas.microsoft.com/office/drawing/2014/main" id="{467A5F7B-8CEF-5D1E-C6C0-5703C9D4D65F}"/>
                  </a:ext>
                </a:extLst>
              </p:cNvPr>
              <p:cNvSpPr txBox="1">
                <a:spLocks noRot="1" noChangeAspect="1" noMove="1" noResize="1" noEditPoints="1" noAdjustHandles="1" noChangeArrowheads="1" noChangeShapeType="1" noTextEdit="1"/>
              </p:cNvSpPr>
              <p:nvPr/>
            </p:nvSpPr>
            <p:spPr>
              <a:xfrm>
                <a:off x="541142" y="4125373"/>
                <a:ext cx="6379128" cy="61927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BC214B-5B3C-57E5-6757-EAEC9FF0575B}"/>
                  </a:ext>
                </a:extLst>
              </p:cNvPr>
              <p:cNvSpPr txBox="1"/>
              <p:nvPr/>
            </p:nvSpPr>
            <p:spPr>
              <a:xfrm>
                <a:off x="541141" y="5746803"/>
                <a:ext cx="8121595" cy="5636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solidFill>
                                <a:srgbClr val="FF0000"/>
                              </a:solidFill>
                              <a:latin typeface="Cambria Math" panose="02040503050406030204" pitchFamily="18" charset="0"/>
                            </a:rPr>
                            <m:t>𝐴</m:t>
                          </m:r>
                          <m:r>
                            <a:rPr lang="en-US" sz="2800" b="0" i="1" smtClean="0">
                              <a:latin typeface="Cambria Math" panose="02040503050406030204" pitchFamily="18" charset="0"/>
                            </a:rPr>
                            <m:t>,4</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b="0" i="1" smtClean="0">
                              <a:latin typeface="Cambria Math" panose="02040503050406030204" pitchFamily="18" charset="0"/>
                            </a:rPr>
                            <m:t>𝑒</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solidFill>
                                <a:srgbClr val="FF0000"/>
                              </a:solidFill>
                              <a:latin typeface="Cambria Math" panose="02040503050406030204" pitchFamily="18" charset="0"/>
                            </a:rPr>
                            <m:t>𝐴</m:t>
                          </m:r>
                        </m:e>
                      </m:d>
                      <m:func>
                        <m:funcPr>
                          <m:ctrlPr>
                            <a:rPr lang="en-US" sz="2800" b="0" i="1" smtClean="0">
                              <a:latin typeface="Cambria Math" panose="02040503050406030204" pitchFamily="18" charset="0"/>
                            </a:rPr>
                          </m:ctrlPr>
                        </m:funcPr>
                        <m:fName>
                          <m:limLow>
                            <m:limLowPr>
                              <m:ctrlPr>
                                <a:rPr lang="en-US" sz="2800" b="0" i="1" smtClean="0">
                                  <a:latin typeface="Cambria Math" panose="02040503050406030204" pitchFamily="18" charset="0"/>
                                </a:rPr>
                              </m:ctrlPr>
                            </m:limLowPr>
                            <m:e>
                              <m:r>
                                <m:rPr>
                                  <m:sty m:val="p"/>
                                </m:rPr>
                                <a:rPr lang="en-US" sz="2800" b="0" i="0" smtClean="0">
                                  <a:latin typeface="Cambria Math" panose="02040503050406030204" pitchFamily="18" charset="0"/>
                                </a:rPr>
                                <m:t>max</m:t>
                              </m:r>
                            </m:e>
                            <m:lim>
                              <m:r>
                                <a:rPr lang="en-US" sz="2800" b="0" i="1" smtClean="0">
                                  <a:latin typeface="Cambria Math" panose="02040503050406030204" pitchFamily="18" charset="0"/>
                                </a:rPr>
                                <m:t>𝑘</m:t>
                              </m:r>
                            </m:lim>
                          </m:limLow>
                        </m:fName>
                        <m:e>
                          <m:r>
                            <a:rPr lang="en-US" sz="2800" b="0" i="1" smtClean="0">
                              <a:latin typeface="Cambria Math" panose="02040503050406030204" pitchFamily="18" charset="0"/>
                            </a:rPr>
                            <m:t>(</m:t>
                          </m:r>
                        </m:e>
                      </m:func>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b="0" i="1" smtClean="0">
                              <a:solidFill>
                                <a:srgbClr val="018ACF"/>
                              </a:solidFill>
                              <a:latin typeface="Cambria Math" panose="02040503050406030204" pitchFamily="18" charset="0"/>
                            </a:rPr>
                            <m:t>𝐶</m:t>
                          </m:r>
                          <m:r>
                            <a:rPr lang="en-US" sz="2800" i="1">
                              <a:latin typeface="Cambria Math" panose="02040503050406030204" pitchFamily="18" charset="0"/>
                            </a:rPr>
                            <m:t>,</m:t>
                          </m:r>
                          <m:r>
                            <a:rPr lang="en-US" sz="2800" b="0" i="1" smtClean="0">
                              <a:latin typeface="Cambria Math" panose="02040503050406030204" pitchFamily="18" charset="0"/>
                            </a:rPr>
                            <m:t>3</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i="1">
                              <a:latin typeface="Cambria Math" panose="02040503050406030204" pitchFamily="18" charset="0"/>
                            </a:rPr>
                          </m:ctrlPr>
                        </m:dPr>
                        <m:e>
                          <m:r>
                            <a:rPr lang="en-US" sz="2800" i="1" smtClean="0">
                              <a:solidFill>
                                <a:srgbClr val="018ACF"/>
                              </a:solidFill>
                              <a:latin typeface="Cambria Math" panose="02040503050406030204" pitchFamily="18" charset="0"/>
                            </a:rPr>
                            <m:t>𝐶</m:t>
                          </m:r>
                          <m:r>
                            <a:rPr lang="en-US" sz="2800" i="1">
                              <a:latin typeface="Cambria Math" panose="02040503050406030204" pitchFamily="18" charset="0"/>
                            </a:rPr>
                            <m:t>,3</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m:t>
                          </m:r>
                          <m:r>
                            <a:rPr lang="en-US" sz="2800" i="1">
                              <a:latin typeface="Cambria Math" panose="02040503050406030204" pitchFamily="18" charset="0"/>
                            </a:rPr>
                            <m:t>𝐶</m:t>
                          </m:r>
                        </m:sub>
                      </m:sSub>
                      <m:r>
                        <a:rPr lang="en-US" sz="2800" b="0" i="1" smtClean="0">
                          <a:latin typeface="Cambria Math" panose="02040503050406030204" pitchFamily="18" charset="0"/>
                        </a:rPr>
                        <m:t>)</m:t>
                      </m:r>
                    </m:oMath>
                  </m:oMathPara>
                </a14:m>
                <a:endParaRPr lang="en-US" sz="2800" dirty="0"/>
              </a:p>
            </p:txBody>
          </p:sp>
        </mc:Choice>
        <mc:Fallback xmlns="">
          <p:sp>
            <p:nvSpPr>
              <p:cNvPr id="10" name="TextBox 9">
                <a:extLst>
                  <a:ext uri="{FF2B5EF4-FFF2-40B4-BE49-F238E27FC236}">
                    <a16:creationId xmlns:a16="http://schemas.microsoft.com/office/drawing/2014/main" id="{C8BC214B-5B3C-57E5-6757-EAEC9FF0575B}"/>
                  </a:ext>
                </a:extLst>
              </p:cNvPr>
              <p:cNvSpPr txBox="1">
                <a:spLocks noRot="1" noChangeAspect="1" noMove="1" noResize="1" noEditPoints="1" noAdjustHandles="1" noChangeArrowheads="1" noChangeShapeType="1" noTextEdit="1"/>
              </p:cNvSpPr>
              <p:nvPr/>
            </p:nvSpPr>
            <p:spPr>
              <a:xfrm>
                <a:off x="541141" y="5746803"/>
                <a:ext cx="8121595" cy="56368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52345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5944D-9524-E455-1A40-0F20734DC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0C750-9DB6-EB1A-24CD-74966419303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AB61C6BE-2041-35F3-3B28-0A3B3F9025C8}"/>
              </a:ext>
            </a:extLst>
          </p:cNvPr>
          <p:cNvSpPr>
            <a:spLocks noGrp="1"/>
          </p:cNvSpPr>
          <p:nvPr>
            <p:ph idx="1"/>
          </p:nvPr>
        </p:nvSpPr>
        <p:spPr>
          <a:xfrm>
            <a:off x="231007" y="1761423"/>
            <a:ext cx="10895798" cy="4880009"/>
          </a:xfrm>
        </p:spPr>
        <p:txBody>
          <a:bodyPr>
            <a:normAutofit/>
          </a:bodyPr>
          <a:lstStyle/>
          <a:p>
            <a:r>
              <a:rPr lang="en-US" dirty="0"/>
              <a:t>For simplicity, let’s convert </a:t>
            </a:r>
            <a:br>
              <a:rPr lang="en-US" dirty="0"/>
            </a:br>
            <a:r>
              <a:rPr lang="en-US" dirty="0"/>
              <a:t>everything to log</a:t>
            </a:r>
            <a:r>
              <a:rPr lang="en-US" baseline="-25000" dirty="0"/>
              <a:t>2</a:t>
            </a:r>
            <a:r>
              <a:rPr lang="en-US" dirty="0"/>
              <a:t>(p):</a:t>
            </a:r>
          </a:p>
        </p:txBody>
      </p:sp>
      <p:sp>
        <p:nvSpPr>
          <p:cNvPr id="4" name="Slide Number Placeholder 3">
            <a:extLst>
              <a:ext uri="{FF2B5EF4-FFF2-40B4-BE49-F238E27FC236}">
                <a16:creationId xmlns:a16="http://schemas.microsoft.com/office/drawing/2014/main" id="{47D17DEB-E4EC-E871-B749-95D9250FBB79}"/>
              </a:ext>
            </a:extLst>
          </p:cNvPr>
          <p:cNvSpPr>
            <a:spLocks noGrp="1"/>
          </p:cNvSpPr>
          <p:nvPr>
            <p:ph type="sldNum" sz="quarter" idx="12"/>
          </p:nvPr>
        </p:nvSpPr>
        <p:spPr/>
        <p:txBody>
          <a:bodyPr/>
          <a:lstStyle/>
          <a:p>
            <a:fld id="{B82CCC60-E8CD-4174-8B1A-7DF615B22EEF}" type="slidenum">
              <a:rPr lang="en-US" smtClean="0"/>
              <a:pPr/>
              <a:t>19</a:t>
            </a:fld>
            <a:endParaRPr lang="en-US"/>
          </a:p>
        </p:txBody>
      </p:sp>
      <p:sp>
        <p:nvSpPr>
          <p:cNvPr id="5" name="TextBox 4">
            <a:extLst>
              <a:ext uri="{FF2B5EF4-FFF2-40B4-BE49-F238E27FC236}">
                <a16:creationId xmlns:a16="http://schemas.microsoft.com/office/drawing/2014/main" id="{E577C657-FEBD-6103-9932-95AF30413860}"/>
              </a:ext>
            </a:extLst>
          </p:cNvPr>
          <p:cNvSpPr txBox="1"/>
          <p:nvPr/>
        </p:nvSpPr>
        <p:spPr>
          <a:xfrm>
            <a:off x="7366526" y="1947884"/>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48B82A3E-0485-1797-48E6-7BCEA460F3B5}"/>
              </a:ext>
            </a:extLst>
          </p:cNvPr>
          <p:cNvCxnSpPr>
            <a:cxnSpLocks/>
          </p:cNvCxnSpPr>
          <p:nvPr/>
        </p:nvCxnSpPr>
        <p:spPr>
          <a:xfrm flipH="1">
            <a:off x="6760135" y="2515774"/>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AE28BB0B-3FDF-5D1C-799D-9F0DED6BDD39}"/>
              </a:ext>
            </a:extLst>
          </p:cNvPr>
          <p:cNvCxnSpPr>
            <a:cxnSpLocks/>
          </p:cNvCxnSpPr>
          <p:nvPr/>
        </p:nvCxnSpPr>
        <p:spPr>
          <a:xfrm>
            <a:off x="7876665" y="2515774"/>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3FF821A0-B59A-A203-11DC-6273E1C8D880}"/>
              </a:ext>
            </a:extLst>
          </p:cNvPr>
          <p:cNvSpPr txBox="1"/>
          <p:nvPr/>
        </p:nvSpPr>
        <p:spPr>
          <a:xfrm>
            <a:off x="6731298" y="2331108"/>
            <a:ext cx="476412" cy="369332"/>
          </a:xfrm>
          <a:prstGeom prst="rect">
            <a:avLst/>
          </a:prstGeom>
          <a:noFill/>
        </p:spPr>
        <p:txBody>
          <a:bodyPr wrap="none" rtlCol="0">
            <a:spAutoFit/>
          </a:bodyPr>
          <a:lstStyle/>
          <a:p>
            <a:r>
              <a:rPr lang="en-US" dirty="0"/>
              <a:t>0.5</a:t>
            </a:r>
          </a:p>
        </p:txBody>
      </p:sp>
      <p:sp>
        <p:nvSpPr>
          <p:cNvPr id="13" name="TextBox 12">
            <a:extLst>
              <a:ext uri="{FF2B5EF4-FFF2-40B4-BE49-F238E27FC236}">
                <a16:creationId xmlns:a16="http://schemas.microsoft.com/office/drawing/2014/main" id="{4B1FD3A1-AA3D-D987-8417-5E4CF4A784B2}"/>
              </a:ext>
            </a:extLst>
          </p:cNvPr>
          <p:cNvSpPr txBox="1"/>
          <p:nvPr/>
        </p:nvSpPr>
        <p:spPr>
          <a:xfrm>
            <a:off x="8186278" y="2331108"/>
            <a:ext cx="476412" cy="369332"/>
          </a:xfrm>
          <a:prstGeom prst="rect">
            <a:avLst/>
          </a:prstGeom>
          <a:noFill/>
        </p:spPr>
        <p:txBody>
          <a:bodyPr wrap="none" rtlCol="0">
            <a:spAutoFit/>
          </a:bodyPr>
          <a:lstStyle/>
          <a:p>
            <a:r>
              <a:rPr lang="en-US" dirty="0"/>
              <a:t>0.5</a:t>
            </a:r>
          </a:p>
        </p:txBody>
      </p:sp>
      <p:sp>
        <p:nvSpPr>
          <p:cNvPr id="14" name="TextBox 13">
            <a:extLst>
              <a:ext uri="{FF2B5EF4-FFF2-40B4-BE49-F238E27FC236}">
                <a16:creationId xmlns:a16="http://schemas.microsoft.com/office/drawing/2014/main" id="{AA5291CE-F004-E685-F4FF-D5D4207D864D}"/>
              </a:ext>
            </a:extLst>
          </p:cNvPr>
          <p:cNvSpPr txBox="1"/>
          <p:nvPr/>
        </p:nvSpPr>
        <p:spPr>
          <a:xfrm>
            <a:off x="6260133" y="2892511"/>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0.2</a:t>
            </a:r>
          </a:p>
          <a:p>
            <a:r>
              <a:rPr lang="en-US" b="1" dirty="0">
                <a:latin typeface="Courier New" panose="02070309020205020404" pitchFamily="49" charset="0"/>
                <a:cs typeface="Courier New" panose="02070309020205020404" pitchFamily="49" charset="0"/>
              </a:rPr>
              <a:t>C 0.3</a:t>
            </a:r>
          </a:p>
          <a:p>
            <a:r>
              <a:rPr lang="en-US" b="1" dirty="0">
                <a:latin typeface="Courier New" panose="02070309020205020404" pitchFamily="49" charset="0"/>
                <a:cs typeface="Courier New" panose="02070309020205020404" pitchFamily="49" charset="0"/>
              </a:rPr>
              <a:t>G 0.3</a:t>
            </a:r>
          </a:p>
          <a:p>
            <a:r>
              <a:rPr lang="en-US" b="1" dirty="0">
                <a:latin typeface="Courier New" panose="02070309020205020404" pitchFamily="49" charset="0"/>
                <a:cs typeface="Courier New" panose="02070309020205020404" pitchFamily="49" charset="0"/>
              </a:rPr>
              <a:t>T 0.2</a:t>
            </a:r>
          </a:p>
        </p:txBody>
      </p:sp>
      <p:sp>
        <p:nvSpPr>
          <p:cNvPr id="16" name="TextBox 15">
            <a:extLst>
              <a:ext uri="{FF2B5EF4-FFF2-40B4-BE49-F238E27FC236}">
                <a16:creationId xmlns:a16="http://schemas.microsoft.com/office/drawing/2014/main" id="{A7C7B471-A4E8-D3F5-7A09-997EDE56D8BF}"/>
              </a:ext>
            </a:extLst>
          </p:cNvPr>
          <p:cNvSpPr txBox="1"/>
          <p:nvPr/>
        </p:nvSpPr>
        <p:spPr>
          <a:xfrm>
            <a:off x="8154699" y="2892511"/>
            <a:ext cx="873957"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0.3</a:t>
            </a:r>
          </a:p>
          <a:p>
            <a:r>
              <a:rPr lang="en-US" b="1" dirty="0">
                <a:latin typeface="Courier New" panose="02070309020205020404" pitchFamily="49" charset="0"/>
                <a:cs typeface="Courier New" panose="02070309020205020404" pitchFamily="49" charset="0"/>
              </a:rPr>
              <a:t>C 0.2</a:t>
            </a:r>
          </a:p>
          <a:p>
            <a:r>
              <a:rPr lang="en-US" b="1" dirty="0">
                <a:latin typeface="Courier New" panose="02070309020205020404" pitchFamily="49" charset="0"/>
                <a:cs typeface="Courier New" panose="02070309020205020404" pitchFamily="49" charset="0"/>
              </a:rPr>
              <a:t>G 0.2</a:t>
            </a:r>
          </a:p>
          <a:p>
            <a:r>
              <a:rPr lang="en-US" b="1" dirty="0">
                <a:latin typeface="Courier New" panose="02070309020205020404" pitchFamily="49" charset="0"/>
                <a:cs typeface="Courier New" panose="02070309020205020404" pitchFamily="49" charset="0"/>
              </a:rPr>
              <a:t>T 0.3</a:t>
            </a:r>
          </a:p>
        </p:txBody>
      </p:sp>
      <p:cxnSp>
        <p:nvCxnSpPr>
          <p:cNvPr id="17" name="Straight Arrow Connector 16">
            <a:extLst>
              <a:ext uri="{FF2B5EF4-FFF2-40B4-BE49-F238E27FC236}">
                <a16:creationId xmlns:a16="http://schemas.microsoft.com/office/drawing/2014/main" id="{E8AD3631-8975-424F-BE34-92C20566789D}"/>
              </a:ext>
            </a:extLst>
          </p:cNvPr>
          <p:cNvCxnSpPr>
            <a:cxnSpLocks/>
          </p:cNvCxnSpPr>
          <p:nvPr/>
        </p:nvCxnSpPr>
        <p:spPr>
          <a:xfrm>
            <a:off x="7376576" y="3528537"/>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444C5F2-4673-D30F-1B53-C88530371C40}"/>
              </a:ext>
            </a:extLst>
          </p:cNvPr>
          <p:cNvCxnSpPr>
            <a:cxnSpLocks/>
          </p:cNvCxnSpPr>
          <p:nvPr/>
        </p:nvCxnSpPr>
        <p:spPr>
          <a:xfrm flipH="1">
            <a:off x="7376576" y="390527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6DA3F4DE-931B-FFB9-E05A-2C5D2AE510CC}"/>
              </a:ext>
            </a:extLst>
          </p:cNvPr>
          <p:cNvSpPr txBox="1"/>
          <p:nvPr/>
        </p:nvSpPr>
        <p:spPr>
          <a:xfrm>
            <a:off x="7408130" y="3189432"/>
            <a:ext cx="476412" cy="369332"/>
          </a:xfrm>
          <a:prstGeom prst="rect">
            <a:avLst/>
          </a:prstGeom>
          <a:noFill/>
        </p:spPr>
        <p:txBody>
          <a:bodyPr wrap="none" rtlCol="0">
            <a:spAutoFit/>
          </a:bodyPr>
          <a:lstStyle/>
          <a:p>
            <a:r>
              <a:rPr lang="en-US" dirty="0"/>
              <a:t>0.5</a:t>
            </a:r>
          </a:p>
        </p:txBody>
      </p:sp>
      <p:sp>
        <p:nvSpPr>
          <p:cNvPr id="26" name="TextBox 25">
            <a:extLst>
              <a:ext uri="{FF2B5EF4-FFF2-40B4-BE49-F238E27FC236}">
                <a16:creationId xmlns:a16="http://schemas.microsoft.com/office/drawing/2014/main" id="{5A879C79-0019-BA09-55C4-01EF3FCDD2A9}"/>
              </a:ext>
            </a:extLst>
          </p:cNvPr>
          <p:cNvSpPr txBox="1"/>
          <p:nvPr/>
        </p:nvSpPr>
        <p:spPr>
          <a:xfrm>
            <a:off x="7414508" y="3930854"/>
            <a:ext cx="476412" cy="369332"/>
          </a:xfrm>
          <a:prstGeom prst="rect">
            <a:avLst/>
          </a:prstGeom>
          <a:noFill/>
        </p:spPr>
        <p:txBody>
          <a:bodyPr wrap="none" rtlCol="0">
            <a:spAutoFit/>
          </a:bodyPr>
          <a:lstStyle/>
          <a:p>
            <a:r>
              <a:rPr lang="en-US" dirty="0"/>
              <a:t>0.4</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662B38B4-A41A-67EA-8A0A-5878B9F1406C}"/>
                  </a:ext>
                </a:extLst>
              </p14:cNvPr>
              <p14:cNvContentPartPr/>
              <p14:nvPr/>
            </p14:nvContentPartPr>
            <p14:xfrm>
              <a:off x="9275785" y="3060056"/>
              <a:ext cx="1329840" cy="1373040"/>
            </p14:xfrm>
          </p:contentPart>
        </mc:Choice>
        <mc:Fallback xmlns="">
          <p:pic>
            <p:nvPicPr>
              <p:cNvPr id="27" name="Ink 26">
                <a:extLst>
                  <a:ext uri="{FF2B5EF4-FFF2-40B4-BE49-F238E27FC236}">
                    <a16:creationId xmlns:a16="http://schemas.microsoft.com/office/drawing/2014/main" id="{662B38B4-A41A-67EA-8A0A-5878B9F1406C}"/>
                  </a:ext>
                </a:extLst>
              </p:cNvPr>
              <p:cNvPicPr/>
              <p:nvPr/>
            </p:nvPicPr>
            <p:blipFill>
              <a:blip r:embed="rId3"/>
              <a:stretch>
                <a:fillRect/>
              </a:stretch>
            </p:blipFill>
            <p:spPr>
              <a:xfrm>
                <a:off x="9269665" y="3053936"/>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21E48CD5-8ED7-20F7-39A3-541DE932D956}"/>
                  </a:ext>
                </a:extLst>
              </p14:cNvPr>
              <p14:cNvContentPartPr/>
              <p14:nvPr/>
            </p14:nvContentPartPr>
            <p14:xfrm rot="10800000">
              <a:off x="4754369" y="2927146"/>
              <a:ext cx="1329840" cy="1373040"/>
            </p14:xfrm>
          </p:contentPart>
        </mc:Choice>
        <mc:Fallback xmlns="">
          <p:pic>
            <p:nvPicPr>
              <p:cNvPr id="28" name="Ink 27">
                <a:extLst>
                  <a:ext uri="{FF2B5EF4-FFF2-40B4-BE49-F238E27FC236}">
                    <a16:creationId xmlns:a16="http://schemas.microsoft.com/office/drawing/2014/main" id="{21E48CD5-8ED7-20F7-39A3-541DE932D956}"/>
                  </a:ext>
                </a:extLst>
              </p:cNvPr>
              <p:cNvPicPr/>
              <p:nvPr/>
            </p:nvPicPr>
            <p:blipFill>
              <a:blip r:embed="rId3"/>
              <a:stretch>
                <a:fillRect/>
              </a:stretch>
            </p:blipFill>
            <p:spPr>
              <a:xfrm rot="10800000">
                <a:off x="4748249" y="2921026"/>
                <a:ext cx="1342080" cy="1385280"/>
              </a:xfrm>
              <a:prstGeom prst="rect">
                <a:avLst/>
              </a:prstGeom>
            </p:spPr>
          </p:pic>
        </mc:Fallback>
      </mc:AlternateContent>
      <p:sp>
        <p:nvSpPr>
          <p:cNvPr id="29" name="TextBox 28">
            <a:extLst>
              <a:ext uri="{FF2B5EF4-FFF2-40B4-BE49-F238E27FC236}">
                <a16:creationId xmlns:a16="http://schemas.microsoft.com/office/drawing/2014/main" id="{D0A320EC-7F46-0796-DDB9-D13004868453}"/>
              </a:ext>
            </a:extLst>
          </p:cNvPr>
          <p:cNvSpPr txBox="1"/>
          <p:nvPr/>
        </p:nvSpPr>
        <p:spPr>
          <a:xfrm>
            <a:off x="4254928" y="3429000"/>
            <a:ext cx="476412" cy="369332"/>
          </a:xfrm>
          <a:prstGeom prst="rect">
            <a:avLst/>
          </a:prstGeom>
          <a:noFill/>
        </p:spPr>
        <p:txBody>
          <a:bodyPr wrap="none" rtlCol="0">
            <a:spAutoFit/>
          </a:bodyPr>
          <a:lstStyle/>
          <a:p>
            <a:r>
              <a:rPr lang="en-US" dirty="0"/>
              <a:t>0.5</a:t>
            </a:r>
          </a:p>
        </p:txBody>
      </p:sp>
      <p:sp>
        <p:nvSpPr>
          <p:cNvPr id="30" name="TextBox 29">
            <a:extLst>
              <a:ext uri="{FF2B5EF4-FFF2-40B4-BE49-F238E27FC236}">
                <a16:creationId xmlns:a16="http://schemas.microsoft.com/office/drawing/2014/main" id="{D750B36E-962F-5E03-1E90-7396FA491A9F}"/>
              </a:ext>
            </a:extLst>
          </p:cNvPr>
          <p:cNvSpPr txBox="1"/>
          <p:nvPr/>
        </p:nvSpPr>
        <p:spPr>
          <a:xfrm>
            <a:off x="10650393" y="3492133"/>
            <a:ext cx="476412" cy="369332"/>
          </a:xfrm>
          <a:prstGeom prst="rect">
            <a:avLst/>
          </a:prstGeom>
          <a:noFill/>
        </p:spPr>
        <p:txBody>
          <a:bodyPr wrap="none" rtlCol="0">
            <a:spAutoFit/>
          </a:bodyPr>
          <a:lstStyle/>
          <a:p>
            <a:r>
              <a:rPr lang="en-US" dirty="0"/>
              <a:t>0.6</a:t>
            </a:r>
          </a:p>
        </p:txBody>
      </p:sp>
    </p:spTree>
    <p:extLst>
      <p:ext uri="{BB962C8B-B14F-4D97-AF65-F5344CB8AC3E}">
        <p14:creationId xmlns:p14="http://schemas.microsoft.com/office/powerpoint/2010/main" val="3197633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2E577-C5ED-CCEB-3703-88F38B90DA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749E75-3209-CCB0-7188-C2507BD0C1C1}"/>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B849527A-14E6-96AD-7488-4AC360433817}"/>
              </a:ext>
            </a:extLst>
          </p:cNvPr>
          <p:cNvSpPr>
            <a:spLocks noGrp="1"/>
          </p:cNvSpPr>
          <p:nvPr>
            <p:ph idx="1"/>
          </p:nvPr>
        </p:nvSpPr>
        <p:spPr>
          <a:xfrm>
            <a:off x="231007" y="1761423"/>
            <a:ext cx="10895798" cy="4880009"/>
          </a:xfrm>
        </p:spPr>
        <p:txBody>
          <a:bodyPr>
            <a:normAutofit/>
          </a:bodyPr>
          <a:lstStyle/>
          <a:p>
            <a:r>
              <a:rPr lang="en-US" dirty="0"/>
              <a:t>For simplicity, let’s convert </a:t>
            </a:r>
            <a:br>
              <a:rPr lang="en-US" dirty="0"/>
            </a:br>
            <a:r>
              <a:rPr lang="en-US" dirty="0"/>
              <a:t>everything to log</a:t>
            </a:r>
            <a:r>
              <a:rPr lang="en-US" baseline="-25000" dirty="0"/>
              <a:t>2</a:t>
            </a:r>
            <a:r>
              <a:rPr lang="en-US" dirty="0"/>
              <a:t>(p):</a:t>
            </a:r>
          </a:p>
          <a:p>
            <a:endParaRPr lang="en-US" dirty="0"/>
          </a:p>
          <a:p>
            <a:r>
              <a:rPr lang="en-US" dirty="0"/>
              <a:t>This allows us to add</a:t>
            </a:r>
            <a:br>
              <a:rPr lang="en-US" dirty="0"/>
            </a:br>
            <a:r>
              <a:rPr lang="en-US" dirty="0"/>
              <a:t>probabilities instead of</a:t>
            </a:r>
            <a:br>
              <a:rPr lang="en-US" dirty="0"/>
            </a:br>
            <a:r>
              <a:rPr lang="en-US" dirty="0"/>
              <a:t>multiplying, which is</a:t>
            </a:r>
            <a:br>
              <a:rPr lang="en-US" dirty="0"/>
            </a:br>
            <a:r>
              <a:rPr lang="en-US" dirty="0"/>
              <a:t>more efficient and accurate</a:t>
            </a:r>
          </a:p>
        </p:txBody>
      </p:sp>
      <p:sp>
        <p:nvSpPr>
          <p:cNvPr id="4" name="Slide Number Placeholder 3">
            <a:extLst>
              <a:ext uri="{FF2B5EF4-FFF2-40B4-BE49-F238E27FC236}">
                <a16:creationId xmlns:a16="http://schemas.microsoft.com/office/drawing/2014/main" id="{923F1210-5606-4BD3-D789-0683B276E921}"/>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5" name="TextBox 4">
            <a:extLst>
              <a:ext uri="{FF2B5EF4-FFF2-40B4-BE49-F238E27FC236}">
                <a16:creationId xmlns:a16="http://schemas.microsoft.com/office/drawing/2014/main" id="{7B91244F-0D89-6457-BE1E-D53CFA222DE0}"/>
              </a:ext>
            </a:extLst>
          </p:cNvPr>
          <p:cNvSpPr txBox="1"/>
          <p:nvPr/>
        </p:nvSpPr>
        <p:spPr>
          <a:xfrm>
            <a:off x="7366526" y="1947884"/>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9309ABE6-53B0-517B-5A65-71627E4731DA}"/>
              </a:ext>
            </a:extLst>
          </p:cNvPr>
          <p:cNvCxnSpPr>
            <a:cxnSpLocks/>
          </p:cNvCxnSpPr>
          <p:nvPr/>
        </p:nvCxnSpPr>
        <p:spPr>
          <a:xfrm flipH="1">
            <a:off x="6760135" y="2515774"/>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1E132741-4680-E44E-6C2C-BDF23273CFE0}"/>
              </a:ext>
            </a:extLst>
          </p:cNvPr>
          <p:cNvCxnSpPr>
            <a:cxnSpLocks/>
          </p:cNvCxnSpPr>
          <p:nvPr/>
        </p:nvCxnSpPr>
        <p:spPr>
          <a:xfrm>
            <a:off x="7876665" y="2515774"/>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54E37393-F444-7840-A7D4-338583C70398}"/>
              </a:ext>
            </a:extLst>
          </p:cNvPr>
          <p:cNvSpPr txBox="1"/>
          <p:nvPr/>
        </p:nvSpPr>
        <p:spPr>
          <a:xfrm>
            <a:off x="6731298" y="2331108"/>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1C9B785-62F4-D44B-C80C-490A5EB36254}"/>
              </a:ext>
            </a:extLst>
          </p:cNvPr>
          <p:cNvSpPr txBox="1"/>
          <p:nvPr/>
        </p:nvSpPr>
        <p:spPr>
          <a:xfrm>
            <a:off x="8186278" y="2331108"/>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7BB59851-821A-8094-AA7B-9DD70073DBCA}"/>
              </a:ext>
            </a:extLst>
          </p:cNvPr>
          <p:cNvSpPr txBox="1"/>
          <p:nvPr/>
        </p:nvSpPr>
        <p:spPr>
          <a:xfrm>
            <a:off x="5961822" y="2892511"/>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09F47C8-9CAF-9575-4EE4-F6C3FEECACA8}"/>
              </a:ext>
            </a:extLst>
          </p:cNvPr>
          <p:cNvSpPr txBox="1"/>
          <p:nvPr/>
        </p:nvSpPr>
        <p:spPr>
          <a:xfrm>
            <a:off x="8154699" y="2892511"/>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BA3060B-CA71-FA12-D2B1-7A8358B3ED6E}"/>
              </a:ext>
            </a:extLst>
          </p:cNvPr>
          <p:cNvCxnSpPr>
            <a:cxnSpLocks/>
          </p:cNvCxnSpPr>
          <p:nvPr/>
        </p:nvCxnSpPr>
        <p:spPr>
          <a:xfrm>
            <a:off x="7376576" y="3608625"/>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3620E1F6-7AF6-86FE-D2EA-4896592671DE}"/>
              </a:ext>
            </a:extLst>
          </p:cNvPr>
          <p:cNvCxnSpPr>
            <a:cxnSpLocks/>
          </p:cNvCxnSpPr>
          <p:nvPr/>
        </p:nvCxnSpPr>
        <p:spPr>
          <a:xfrm flipH="1">
            <a:off x="7376576" y="390527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2AC32336-7B9B-65EA-E5AA-DBE52D3F82D8}"/>
              </a:ext>
            </a:extLst>
          </p:cNvPr>
          <p:cNvSpPr txBox="1"/>
          <p:nvPr/>
        </p:nvSpPr>
        <p:spPr>
          <a:xfrm>
            <a:off x="7449637" y="3171305"/>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2675C1AD-9059-15EF-77E3-A35CB9C3670B}"/>
              </a:ext>
            </a:extLst>
          </p:cNvPr>
          <p:cNvSpPr txBox="1"/>
          <p:nvPr/>
        </p:nvSpPr>
        <p:spPr>
          <a:xfrm>
            <a:off x="7311535" y="3931683"/>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9A4B3183-0557-32C1-755A-EE89B9ACE3BE}"/>
                  </a:ext>
                </a:extLst>
              </p14:cNvPr>
              <p14:cNvContentPartPr/>
              <p14:nvPr/>
            </p14:nvContentPartPr>
            <p14:xfrm>
              <a:off x="9532722" y="3060868"/>
              <a:ext cx="1329840" cy="1373040"/>
            </p14:xfrm>
          </p:contentPart>
        </mc:Choice>
        <mc:Fallback xmlns="">
          <p:pic>
            <p:nvPicPr>
              <p:cNvPr id="27" name="Ink 26">
                <a:extLst>
                  <a:ext uri="{FF2B5EF4-FFF2-40B4-BE49-F238E27FC236}">
                    <a16:creationId xmlns:a16="http://schemas.microsoft.com/office/drawing/2014/main" id="{9A4B3183-0557-32C1-755A-EE89B9ACE3BE}"/>
                  </a:ext>
                </a:extLst>
              </p:cNvPr>
              <p:cNvPicPr/>
              <p:nvPr/>
            </p:nvPicPr>
            <p:blipFill>
              <a:blip r:embed="rId3"/>
              <a:stretch>
                <a:fillRect/>
              </a:stretch>
            </p:blipFill>
            <p:spPr>
              <a:xfrm>
                <a:off x="9526602" y="3054748"/>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6E038DFD-8B9C-7BAD-A21E-4B3CC9494039}"/>
                  </a:ext>
                </a:extLst>
              </p14:cNvPr>
              <p14:cNvContentPartPr/>
              <p14:nvPr/>
            </p14:nvContentPartPr>
            <p14:xfrm rot="10800000">
              <a:off x="4549405" y="2928705"/>
              <a:ext cx="1329840" cy="1373040"/>
            </p14:xfrm>
          </p:contentPart>
        </mc:Choice>
        <mc:Fallback xmlns="">
          <p:pic>
            <p:nvPicPr>
              <p:cNvPr id="28" name="Ink 27">
                <a:extLst>
                  <a:ext uri="{FF2B5EF4-FFF2-40B4-BE49-F238E27FC236}">
                    <a16:creationId xmlns:a16="http://schemas.microsoft.com/office/drawing/2014/main" id="{6E038DFD-8B9C-7BAD-A21E-4B3CC9494039}"/>
                  </a:ext>
                </a:extLst>
              </p:cNvPr>
              <p:cNvPicPr/>
              <p:nvPr/>
            </p:nvPicPr>
            <p:blipFill>
              <a:blip r:embed="rId5"/>
              <a:stretch>
                <a:fillRect/>
              </a:stretch>
            </p:blipFill>
            <p:spPr>
              <a:xfrm rot="10800000">
                <a:off x="4543285" y="2922585"/>
                <a:ext cx="1342080" cy="1385280"/>
              </a:xfrm>
              <a:prstGeom prst="rect">
                <a:avLst/>
              </a:prstGeom>
            </p:spPr>
          </p:pic>
        </mc:Fallback>
      </mc:AlternateContent>
      <p:sp>
        <p:nvSpPr>
          <p:cNvPr id="29" name="TextBox 28">
            <a:extLst>
              <a:ext uri="{FF2B5EF4-FFF2-40B4-BE49-F238E27FC236}">
                <a16:creationId xmlns:a16="http://schemas.microsoft.com/office/drawing/2014/main" id="{4D3277C0-11C2-C212-D4F2-0F9A5D7D4F7C}"/>
              </a:ext>
            </a:extLst>
          </p:cNvPr>
          <p:cNvSpPr txBox="1"/>
          <p:nvPr/>
        </p:nvSpPr>
        <p:spPr>
          <a:xfrm>
            <a:off x="5033400" y="3423959"/>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CC646632-9461-9334-6023-8EFD6FE1A7B5}"/>
              </a:ext>
            </a:extLst>
          </p:cNvPr>
          <p:cNvSpPr txBox="1"/>
          <p:nvPr/>
        </p:nvSpPr>
        <p:spPr>
          <a:xfrm>
            <a:off x="9823209" y="3504889"/>
            <a:ext cx="780983" cy="369332"/>
          </a:xfrm>
          <a:prstGeom prst="rect">
            <a:avLst/>
          </a:prstGeom>
          <a:noFill/>
        </p:spPr>
        <p:txBody>
          <a:bodyPr wrap="none" rtlCol="0">
            <a:spAutoFit/>
          </a:bodyPr>
          <a:lstStyle/>
          <a:p>
            <a:r>
              <a:rPr lang="en-US" dirty="0"/>
              <a:t>-0.737</a:t>
            </a:r>
          </a:p>
        </p:txBody>
      </p:sp>
    </p:spTree>
    <p:extLst>
      <p:ext uri="{BB962C8B-B14F-4D97-AF65-F5344CB8AC3E}">
        <p14:creationId xmlns:p14="http://schemas.microsoft.com/office/powerpoint/2010/main" val="2537798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AE38-039B-4447-2245-CF422E701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F7082-FFD8-E80B-D0E8-FE1803A74868}"/>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C06C58E6-2353-4477-3014-F10A2B206E1D}"/>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rgbClr val="FF0000"/>
                </a:solidFill>
              </a:rPr>
              <a:t>G</a:t>
            </a:r>
            <a:r>
              <a:rPr lang="en-US" b="1" dirty="0"/>
              <a:t>GCACTGAA</a:t>
            </a:r>
            <a:endParaRPr lang="en-US" dirty="0"/>
          </a:p>
          <a:p>
            <a:r>
              <a:rPr lang="en-US" dirty="0"/>
              <a:t>Log probability that the first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first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56AF6888-5503-D188-CEDA-D9026FD626C9}"/>
              </a:ext>
            </a:extLst>
          </p:cNvPr>
          <p:cNvSpPr>
            <a:spLocks noGrp="1"/>
          </p:cNvSpPr>
          <p:nvPr>
            <p:ph type="sldNum" sz="quarter" idx="12"/>
          </p:nvPr>
        </p:nvSpPr>
        <p:spPr/>
        <p:txBody>
          <a:bodyPr/>
          <a:lstStyle/>
          <a:p>
            <a:fld id="{B82CCC60-E8CD-4174-8B1A-7DF615B22EEF}" type="slidenum">
              <a:rPr lang="en-US" smtClean="0"/>
              <a:pPr/>
              <a:t>21</a:t>
            </a:fld>
            <a:endParaRPr lang="en-US"/>
          </a:p>
        </p:txBody>
      </p:sp>
      <p:sp>
        <p:nvSpPr>
          <p:cNvPr id="5" name="TextBox 4">
            <a:extLst>
              <a:ext uri="{FF2B5EF4-FFF2-40B4-BE49-F238E27FC236}">
                <a16:creationId xmlns:a16="http://schemas.microsoft.com/office/drawing/2014/main" id="{3DF5CC4C-6DCD-E279-592D-413B231C9AB1}"/>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0A2F671A-4534-4F1B-19A8-8275662BDDE2}"/>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A7D70554-9BC3-4745-9BE3-7597885C8A8E}"/>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075BE31F-5B7B-D8F2-833C-14D2331F80F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C1169E1-A8F9-F089-3EB0-5600DDCD00D4}"/>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46D161F2-10C0-AAD1-82C2-07982963B0C2}"/>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F36F3175-EF6C-AC89-B6B4-BEA534D3BC26}"/>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FB935BEC-E80A-4901-0E69-A806229EE6C5}"/>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746D4757-B552-D285-3EEB-71DC3921D923}"/>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4D77DA30-59BA-D2C0-3FD0-226CA3FEAE4A}"/>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C434D29-F9DA-8510-9F7F-9F629B373AD6}"/>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AF3EBFD-97E7-1DDF-9460-CE45B409A8B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AF3EBFD-97E7-1DDF-9460-CE45B409A8B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0719D1FF-015E-2CFD-D7B4-AADB312CAC7D}"/>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0719D1FF-015E-2CFD-D7B4-AADB312CAC7D}"/>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F44C4D70-C0C3-4E13-8150-BC09B025A391}"/>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2768F922-B83B-1E70-6AD9-D17981785E20}"/>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5D57122-3615-587B-0E96-78F13F620B8E}"/>
                  </a:ext>
                </a:extLst>
              </p:cNvPr>
              <p:cNvSpPr txBox="1"/>
              <p:nvPr/>
            </p:nvSpPr>
            <p:spPr>
              <a:xfrm>
                <a:off x="76444" y="3429000"/>
                <a:ext cx="520884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i="1">
                          <a:latin typeface="Cambria Math" panose="02040503050406030204" pitchFamily="18" charset="0"/>
                        </a:rPr>
                        <m:t>−1−1.737=−2.737</m:t>
                      </m:r>
                    </m:oMath>
                  </m:oMathPara>
                </a14:m>
                <a:endParaRPr lang="en-US" sz="2800" dirty="0"/>
              </a:p>
            </p:txBody>
          </p:sp>
        </mc:Choice>
        <mc:Fallback xmlns="">
          <p:sp>
            <p:nvSpPr>
              <p:cNvPr id="6" name="TextBox 5">
                <a:extLst>
                  <a:ext uri="{FF2B5EF4-FFF2-40B4-BE49-F238E27FC236}">
                    <a16:creationId xmlns:a16="http://schemas.microsoft.com/office/drawing/2014/main" id="{95D57122-3615-587B-0E96-78F13F620B8E}"/>
                  </a:ext>
                </a:extLst>
              </p:cNvPr>
              <p:cNvSpPr txBox="1">
                <a:spLocks noRot="1" noChangeAspect="1" noMove="1" noResize="1" noEditPoints="1" noAdjustHandles="1" noChangeArrowheads="1" noChangeShapeType="1" noTextEdit="1"/>
              </p:cNvSpPr>
              <p:nvPr/>
            </p:nvSpPr>
            <p:spPr>
              <a:xfrm>
                <a:off x="76444" y="3429000"/>
                <a:ext cx="5208841"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D1EF8F-78D7-6810-488E-BDAE9C386E3E}"/>
                  </a:ext>
                </a:extLst>
              </p:cNvPr>
              <p:cNvSpPr txBox="1"/>
              <p:nvPr/>
            </p:nvSpPr>
            <p:spPr>
              <a:xfrm>
                <a:off x="76444" y="5527464"/>
                <a:ext cx="520884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i="1">
                          <a:latin typeface="Cambria Math" panose="02040503050406030204" pitchFamily="18" charset="0"/>
                        </a:rPr>
                        <m:t>−1−</m:t>
                      </m:r>
                      <m:r>
                        <a:rPr lang="en-US" sz="2800" b="0" i="1" smtClean="0">
                          <a:latin typeface="Cambria Math" panose="02040503050406030204" pitchFamily="18" charset="0"/>
                        </a:rPr>
                        <m:t>2.322</m:t>
                      </m:r>
                      <m:r>
                        <a:rPr lang="en-US" sz="2800" i="1">
                          <a:latin typeface="Cambria Math" panose="02040503050406030204" pitchFamily="18" charset="0"/>
                        </a:rPr>
                        <m:t>=−</m:t>
                      </m:r>
                      <m:r>
                        <a:rPr lang="en-US" sz="2800" b="0" i="1" smtClean="0">
                          <a:latin typeface="Cambria Math" panose="02040503050406030204" pitchFamily="18" charset="0"/>
                        </a:rPr>
                        <m:t>3.322</m:t>
                      </m:r>
                    </m:oMath>
                  </m:oMathPara>
                </a14:m>
                <a:endParaRPr lang="en-US" sz="2800" dirty="0"/>
              </a:p>
            </p:txBody>
          </p:sp>
        </mc:Choice>
        <mc:Fallback xmlns="">
          <p:sp>
            <p:nvSpPr>
              <p:cNvPr id="8" name="TextBox 7">
                <a:extLst>
                  <a:ext uri="{FF2B5EF4-FFF2-40B4-BE49-F238E27FC236}">
                    <a16:creationId xmlns:a16="http://schemas.microsoft.com/office/drawing/2014/main" id="{EDD1EF8F-78D7-6810-488E-BDAE9C386E3E}"/>
                  </a:ext>
                </a:extLst>
              </p:cNvPr>
              <p:cNvSpPr txBox="1">
                <a:spLocks noRot="1" noChangeAspect="1" noMove="1" noResize="1" noEditPoints="1" noAdjustHandles="1" noChangeArrowheads="1" noChangeShapeType="1" noTextEdit="1"/>
              </p:cNvSpPr>
              <p:nvPr/>
            </p:nvSpPr>
            <p:spPr>
              <a:xfrm>
                <a:off x="76444" y="5527464"/>
                <a:ext cx="5208841" cy="43088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74673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2C62D-3DA5-D05D-1AC7-41483E899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C9BD5-0AC4-3B0D-4A73-A13D3B77AC16}"/>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5969A435-D433-07A6-8B5E-BCE4BC84522E}"/>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8E903A0E-2681-075D-844A-70B853F54877}"/>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5" name="TextBox 4">
            <a:extLst>
              <a:ext uri="{FF2B5EF4-FFF2-40B4-BE49-F238E27FC236}">
                <a16:creationId xmlns:a16="http://schemas.microsoft.com/office/drawing/2014/main" id="{041599CF-D883-70DB-5541-6ECFA4535EC4}"/>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1508747C-7137-2AF6-0D8E-179CA5750C95}"/>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2656253-496D-923C-29FD-CC7A01CB84F0}"/>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740AD09-D3EC-DE80-C01A-4F8C0FA36208}"/>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7954D5AC-4FA2-AD81-96FE-5497875FA6C2}"/>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5DDFA975-00D6-1694-134D-60B7508F57C6}"/>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C50C56A9-E1CB-7EA1-4B15-0A4988449ACC}"/>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2498D920-BF07-330B-CF83-7BE0C216A494}"/>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B69B9CA2-1F4A-C01A-30CA-AE82555289D9}"/>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31A8E76-DE19-BE1E-EFD1-1E4169D7701A}"/>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2750610-170B-389C-4D8E-AAFE8200A21D}"/>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17E33069-29D3-8807-E0B8-23D12AA9426E}"/>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17E33069-29D3-8807-E0B8-23D12AA9426E}"/>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B77136E-ED72-7E25-8A04-B354660B1229}"/>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B77136E-ED72-7E25-8A04-B354660B1229}"/>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E5057914-1D20-5CCA-79F4-F0BC16A23466}"/>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3F9CFC80-AB6F-5FC1-B9E8-B02338367128}"/>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D01EF8-4402-C8E2-9971-B56E100D8CD5}"/>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r>
                                    <a:rPr lang="en-US" sz="2800" b="0" i="1" smtClean="0">
                                      <a:latin typeface="Cambria Math" panose="02040503050406030204" pitchFamily="18" charset="0"/>
                                    </a:rPr>
                                    <m:t>𝐶</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=−5.474</m:t>
                      </m:r>
                    </m:oMath>
                  </m:oMathPara>
                </a14:m>
                <a:endParaRPr lang="en-US" sz="2800" dirty="0"/>
              </a:p>
            </p:txBody>
          </p:sp>
        </mc:Choice>
        <mc:Fallback xmlns="">
          <p:sp>
            <p:nvSpPr>
              <p:cNvPr id="6" name="TextBox 5">
                <a:extLst>
                  <a:ext uri="{FF2B5EF4-FFF2-40B4-BE49-F238E27FC236}">
                    <a16:creationId xmlns:a16="http://schemas.microsoft.com/office/drawing/2014/main" id="{50D01EF8-4402-C8E2-9971-B56E100D8CD5}"/>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248F9EE-B4BC-1B3A-4E63-862CEA5D5FF7}"/>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𝐶𝑁</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𝑁𝑁</m:t>
                                  </m:r>
                                </m:sub>
                              </m:sSub>
                            </m:e>
                          </m:d>
                        </m:e>
                      </m:func>
                      <m:r>
                        <a:rPr lang="en-US" sz="2800" b="0" i="1" smtClean="0">
                          <a:latin typeface="Cambria Math" panose="02040503050406030204" pitchFamily="18" charset="0"/>
                        </a:rPr>
                        <m:t>=−6.059</m:t>
                      </m:r>
                    </m:oMath>
                  </m:oMathPara>
                </a14:m>
                <a:endParaRPr lang="en-US" sz="2800" dirty="0"/>
              </a:p>
            </p:txBody>
          </p:sp>
        </mc:Choice>
        <mc:Fallback xmlns="">
          <p:sp>
            <p:nvSpPr>
              <p:cNvPr id="10" name="TextBox 9">
                <a:extLst>
                  <a:ext uri="{FF2B5EF4-FFF2-40B4-BE49-F238E27FC236}">
                    <a16:creationId xmlns:a16="http://schemas.microsoft.com/office/drawing/2014/main" id="{5248F9EE-B4BC-1B3A-4E63-862CEA5D5FF7}"/>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99968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388EF-D146-06E0-F841-86B60A46A5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20023-2A85-7B34-0AC9-AD76C74D6680}"/>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6EC04BBE-5CB5-9A21-94B8-99329501EE71}"/>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F21B8868-33B7-A429-ACCA-5C76B437D7EC}"/>
              </a:ext>
            </a:extLst>
          </p:cNvPr>
          <p:cNvSpPr>
            <a:spLocks noGrp="1"/>
          </p:cNvSpPr>
          <p:nvPr>
            <p:ph type="sldNum" sz="quarter" idx="12"/>
          </p:nvPr>
        </p:nvSpPr>
        <p:spPr/>
        <p:txBody>
          <a:bodyPr/>
          <a:lstStyle/>
          <a:p>
            <a:fld id="{B82CCC60-E8CD-4174-8B1A-7DF615B22EEF}" type="slidenum">
              <a:rPr lang="en-US" smtClean="0"/>
              <a:pPr/>
              <a:t>23</a:t>
            </a:fld>
            <a:endParaRPr lang="en-US" dirty="0"/>
          </a:p>
        </p:txBody>
      </p:sp>
      <p:sp>
        <p:nvSpPr>
          <p:cNvPr id="5" name="TextBox 4">
            <a:extLst>
              <a:ext uri="{FF2B5EF4-FFF2-40B4-BE49-F238E27FC236}">
                <a16:creationId xmlns:a16="http://schemas.microsoft.com/office/drawing/2014/main" id="{1A7D3883-5E4B-8893-A248-D83D5797DF2E}"/>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95ECE31C-F41C-AD07-2BC1-3ABA9F7034D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373E8E49-8039-3826-D3C4-B1C2A03B5303}"/>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54551B2-5464-652C-6358-F0EABAC07FFD}"/>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16CB6DD-1A54-1BE0-C652-2468CF9B9B8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2FDF38AB-524F-D723-DC74-98D4467F6CC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43235F08-914F-9041-022F-075CC67824E4}"/>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0E0E059C-9872-DFD0-F099-6A7C448095D5}"/>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6E83DF9-CD2F-2B8B-079C-891A3DD17D1C}"/>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2419E6B-9CBE-329F-803F-D4876AFAF5FB}"/>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C6086DB1-DCE0-1F5C-2752-62DC222B7B7B}"/>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EEAD7D7D-56CB-1290-2796-7D3AFD60BACE}"/>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EEAD7D7D-56CB-1290-2796-7D3AFD60BACE}"/>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98C021A9-9344-302C-F924-7611D8C59C4C}"/>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98C021A9-9344-302C-F924-7611D8C59C4C}"/>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4889560-51D9-9C4F-16C3-7B8F66243073}"/>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BC69D2F9-4DAF-7EB9-9507-6129B6FB920B}"/>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F70661C-6DE6-E023-6B01-C5617F40FCF0}"/>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r>
                                    <a:rPr lang="en-US" sz="2800" b="0" i="1" smtClean="0">
                                      <a:latin typeface="Cambria Math" panose="02040503050406030204" pitchFamily="18" charset="0"/>
                                    </a:rPr>
                                    <m:t>𝐶</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=−5.474</m:t>
                      </m:r>
                    </m:oMath>
                  </m:oMathPara>
                </a14:m>
                <a:endParaRPr lang="en-US" sz="2800" dirty="0"/>
              </a:p>
            </p:txBody>
          </p:sp>
        </mc:Choice>
        <mc:Fallback xmlns="">
          <p:sp>
            <p:nvSpPr>
              <p:cNvPr id="6" name="TextBox 5">
                <a:extLst>
                  <a:ext uri="{FF2B5EF4-FFF2-40B4-BE49-F238E27FC236}">
                    <a16:creationId xmlns:a16="http://schemas.microsoft.com/office/drawing/2014/main" id="{9F70661C-6DE6-E023-6B01-C5617F40FCF0}"/>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92928E1-309C-82CC-5433-BF1BA91A35A3}"/>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i="1">
                                      <a:latin typeface="Cambria Math" panose="02040503050406030204" pitchFamily="18" charset="0"/>
                                    </a:rPr>
                                    <m:t>𝐶</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𝐶𝑁</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𝑁𝑁</m:t>
                                  </m:r>
                                </m:sub>
                              </m:sSub>
                            </m:e>
                          </m:d>
                        </m:e>
                      </m:func>
                      <m:r>
                        <a:rPr lang="en-US" sz="2800" b="0" i="1" smtClean="0">
                          <a:latin typeface="Cambria Math" panose="02040503050406030204" pitchFamily="18" charset="0"/>
                        </a:rPr>
                        <m:t>=−6.059</m:t>
                      </m:r>
                    </m:oMath>
                  </m:oMathPara>
                </a14:m>
                <a:endParaRPr lang="en-US" sz="2800" dirty="0"/>
              </a:p>
            </p:txBody>
          </p:sp>
        </mc:Choice>
        <mc:Fallback xmlns="">
          <p:sp>
            <p:nvSpPr>
              <p:cNvPr id="10" name="TextBox 9">
                <a:extLst>
                  <a:ext uri="{FF2B5EF4-FFF2-40B4-BE49-F238E27FC236}">
                    <a16:creationId xmlns:a16="http://schemas.microsoft.com/office/drawing/2014/main" id="{092928E1-309C-82CC-5433-BF1BA91A35A3}"/>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26D895C-F46C-748E-8484-3DABAA5CC9E9}"/>
              </a:ext>
            </a:extLst>
          </p:cNvPr>
          <p:cNvSpPr txBox="1"/>
          <p:nvPr/>
        </p:nvSpPr>
        <p:spPr>
          <a:xfrm>
            <a:off x="5344220" y="4573208"/>
            <a:ext cx="968535" cy="369332"/>
          </a:xfrm>
          <a:prstGeom prst="rect">
            <a:avLst/>
          </a:prstGeom>
          <a:noFill/>
        </p:spPr>
        <p:txBody>
          <a:bodyPr wrap="none" rtlCol="0">
            <a:spAutoFit/>
          </a:bodyPr>
          <a:lstStyle/>
          <a:p>
            <a:r>
              <a:rPr lang="en-US" dirty="0"/>
              <a:t>-2.737-1</a:t>
            </a:r>
          </a:p>
        </p:txBody>
      </p:sp>
      <p:sp>
        <p:nvSpPr>
          <p:cNvPr id="8" name="TextBox 7">
            <a:extLst>
              <a:ext uri="{FF2B5EF4-FFF2-40B4-BE49-F238E27FC236}">
                <a16:creationId xmlns:a16="http://schemas.microsoft.com/office/drawing/2014/main" id="{9345B030-0901-7137-02D1-41294CF03029}"/>
              </a:ext>
            </a:extLst>
          </p:cNvPr>
          <p:cNvSpPr txBox="1"/>
          <p:nvPr/>
        </p:nvSpPr>
        <p:spPr>
          <a:xfrm>
            <a:off x="7496422" y="4582656"/>
            <a:ext cx="1377300" cy="369332"/>
          </a:xfrm>
          <a:prstGeom prst="rect">
            <a:avLst/>
          </a:prstGeom>
          <a:noFill/>
        </p:spPr>
        <p:txBody>
          <a:bodyPr wrap="none" rtlCol="0">
            <a:spAutoFit/>
          </a:bodyPr>
          <a:lstStyle/>
          <a:p>
            <a:r>
              <a:rPr lang="en-US" dirty="0"/>
              <a:t>-3.322-1.322</a:t>
            </a:r>
          </a:p>
        </p:txBody>
      </p:sp>
      <p:sp>
        <p:nvSpPr>
          <p:cNvPr id="15" name="TextBox 14">
            <a:extLst>
              <a:ext uri="{FF2B5EF4-FFF2-40B4-BE49-F238E27FC236}">
                <a16:creationId xmlns:a16="http://schemas.microsoft.com/office/drawing/2014/main" id="{FF721369-2FDA-447F-7223-E5700F53F534}"/>
              </a:ext>
            </a:extLst>
          </p:cNvPr>
          <p:cNvSpPr txBox="1"/>
          <p:nvPr/>
        </p:nvSpPr>
        <p:spPr>
          <a:xfrm>
            <a:off x="5194638" y="6192431"/>
            <a:ext cx="968535" cy="369332"/>
          </a:xfrm>
          <a:prstGeom prst="rect">
            <a:avLst/>
          </a:prstGeom>
          <a:noFill/>
        </p:spPr>
        <p:txBody>
          <a:bodyPr wrap="none" rtlCol="0">
            <a:spAutoFit/>
          </a:bodyPr>
          <a:lstStyle/>
          <a:p>
            <a:r>
              <a:rPr lang="en-US" dirty="0"/>
              <a:t>-2.737-1</a:t>
            </a:r>
          </a:p>
        </p:txBody>
      </p:sp>
      <p:sp>
        <p:nvSpPr>
          <p:cNvPr id="18" name="TextBox 17">
            <a:extLst>
              <a:ext uri="{FF2B5EF4-FFF2-40B4-BE49-F238E27FC236}">
                <a16:creationId xmlns:a16="http://schemas.microsoft.com/office/drawing/2014/main" id="{5F32D477-882D-BC60-8AB1-4A2A79351211}"/>
              </a:ext>
            </a:extLst>
          </p:cNvPr>
          <p:cNvSpPr txBox="1"/>
          <p:nvPr/>
        </p:nvSpPr>
        <p:spPr>
          <a:xfrm>
            <a:off x="7472071" y="6186246"/>
            <a:ext cx="1377300" cy="369332"/>
          </a:xfrm>
          <a:prstGeom prst="rect">
            <a:avLst/>
          </a:prstGeom>
          <a:noFill/>
        </p:spPr>
        <p:txBody>
          <a:bodyPr wrap="none" rtlCol="0">
            <a:spAutoFit/>
          </a:bodyPr>
          <a:lstStyle/>
          <a:p>
            <a:r>
              <a:rPr lang="en-US" dirty="0"/>
              <a:t>-3.322-0.737</a:t>
            </a:r>
          </a:p>
        </p:txBody>
      </p:sp>
    </p:spTree>
    <p:extLst>
      <p:ext uri="{BB962C8B-B14F-4D97-AF65-F5344CB8AC3E}">
        <p14:creationId xmlns:p14="http://schemas.microsoft.com/office/powerpoint/2010/main" val="27025618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6D47-634F-495A-ACA9-6DAB8815D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45CF8-0F74-D3F9-48FF-DD6E7F5F431E}"/>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55550C50-0842-F47C-561F-930B2F9E0FEF}"/>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EBF01CD7-ACC8-D651-D96E-B59D7B5EAC52}"/>
              </a:ext>
            </a:extLst>
          </p:cNvPr>
          <p:cNvSpPr>
            <a:spLocks noGrp="1"/>
          </p:cNvSpPr>
          <p:nvPr>
            <p:ph type="sldNum" sz="quarter" idx="12"/>
          </p:nvPr>
        </p:nvSpPr>
        <p:spPr/>
        <p:txBody>
          <a:bodyPr/>
          <a:lstStyle/>
          <a:p>
            <a:fld id="{B82CCC60-E8CD-4174-8B1A-7DF615B22EEF}" type="slidenum">
              <a:rPr lang="en-US" smtClean="0"/>
              <a:pPr/>
              <a:t>24</a:t>
            </a:fld>
            <a:endParaRPr lang="en-US" dirty="0"/>
          </a:p>
        </p:txBody>
      </p:sp>
      <p:sp>
        <p:nvSpPr>
          <p:cNvPr id="5" name="TextBox 4">
            <a:extLst>
              <a:ext uri="{FF2B5EF4-FFF2-40B4-BE49-F238E27FC236}">
                <a16:creationId xmlns:a16="http://schemas.microsoft.com/office/drawing/2014/main" id="{67570C68-B793-E963-305F-027C30E016E2}"/>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2E462C03-E70F-C153-2996-3FB2ECC316A6}"/>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F0DEC7AA-2018-27D8-3663-E974A88F2C60}"/>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A087A251-D48B-D07F-A799-21EF7753BC2D}"/>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9F685725-A9E2-76C5-390A-4E7D61F611AA}"/>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08A7AD5D-5D29-FC53-B569-5807381282D4}"/>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92A58C9D-A2B3-2194-9CBE-EC0E4DFE5025}"/>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66F6BE74-FB6F-9BB1-ACBE-6C1AC237618C}"/>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9642B51-1C40-C41B-9CEB-CC1ED7968683}"/>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FEC2E37-8F78-0566-7C59-F771F111CA15}"/>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03BE4FF2-6BDD-366A-B125-A05804E16EC4}"/>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B34C872-C7E9-9C97-073A-0AFE83519DB0}"/>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B34C872-C7E9-9C97-073A-0AFE83519DB0}"/>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841CBFED-A52E-AF75-1585-8193672F260B}"/>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841CBFED-A52E-AF75-1585-8193672F260B}"/>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11EBF042-3A73-39CA-C761-BE776F54381C}"/>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23E80CAA-BA41-8F19-5B65-83C5133432EF}"/>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E93069F-CBC2-F7DC-1549-1FEDA6C5C9D0}"/>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smtClean="0">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r>
                                    <a:rPr lang="en-US" sz="2800" b="1" i="1" smtClean="0">
                                      <a:latin typeface="Cambria Math" panose="02040503050406030204" pitchFamily="18" charset="0"/>
                                    </a:rPr>
                                    <m:t>𝑪</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=−5.474</m:t>
                      </m:r>
                    </m:oMath>
                  </m:oMathPara>
                </a14:m>
                <a:endParaRPr lang="en-US" sz="2800" dirty="0"/>
              </a:p>
            </p:txBody>
          </p:sp>
        </mc:Choice>
        <mc:Fallback xmlns="">
          <p:sp>
            <p:nvSpPr>
              <p:cNvPr id="6" name="TextBox 5">
                <a:extLst>
                  <a:ext uri="{FF2B5EF4-FFF2-40B4-BE49-F238E27FC236}">
                    <a16:creationId xmlns:a16="http://schemas.microsoft.com/office/drawing/2014/main" id="{2E93069F-CBC2-F7DC-1549-1FEDA6C5C9D0}"/>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1201C8-F9D7-BB99-0797-D1EC388D1484}"/>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smtClean="0">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smtClean="0">
                                      <a:latin typeface="Cambria Math" panose="02040503050406030204" pitchFamily="18" charset="0"/>
                                    </a:rPr>
                                    <m:t>𝑪𝑵</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𝑁𝑁</m:t>
                                  </m:r>
                                </m:sub>
                              </m:sSub>
                            </m:e>
                          </m:d>
                        </m:e>
                      </m:func>
                      <m:r>
                        <a:rPr lang="en-US" sz="2800" b="0" i="1" smtClean="0">
                          <a:latin typeface="Cambria Math" panose="02040503050406030204" pitchFamily="18" charset="0"/>
                        </a:rPr>
                        <m:t>=−6.059</m:t>
                      </m:r>
                    </m:oMath>
                  </m:oMathPara>
                </a14:m>
                <a:endParaRPr lang="en-US" sz="2800" dirty="0"/>
              </a:p>
            </p:txBody>
          </p:sp>
        </mc:Choice>
        <mc:Fallback xmlns="">
          <p:sp>
            <p:nvSpPr>
              <p:cNvPr id="10" name="TextBox 9">
                <a:extLst>
                  <a:ext uri="{FF2B5EF4-FFF2-40B4-BE49-F238E27FC236}">
                    <a16:creationId xmlns:a16="http://schemas.microsoft.com/office/drawing/2014/main" id="{DF1201C8-F9D7-BB99-0797-D1EC388D1484}"/>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C6074DB-AFD4-F645-03E7-891C764A230F}"/>
              </a:ext>
            </a:extLst>
          </p:cNvPr>
          <p:cNvSpPr txBox="1"/>
          <p:nvPr/>
        </p:nvSpPr>
        <p:spPr>
          <a:xfrm>
            <a:off x="5344220" y="4573208"/>
            <a:ext cx="968535" cy="369332"/>
          </a:xfrm>
          <a:prstGeom prst="rect">
            <a:avLst/>
          </a:prstGeom>
          <a:noFill/>
        </p:spPr>
        <p:txBody>
          <a:bodyPr wrap="none" rtlCol="0">
            <a:spAutoFit/>
          </a:bodyPr>
          <a:lstStyle/>
          <a:p>
            <a:r>
              <a:rPr lang="en-US" dirty="0"/>
              <a:t>-2.737-1</a:t>
            </a:r>
          </a:p>
        </p:txBody>
      </p:sp>
      <p:sp>
        <p:nvSpPr>
          <p:cNvPr id="8" name="TextBox 7">
            <a:extLst>
              <a:ext uri="{FF2B5EF4-FFF2-40B4-BE49-F238E27FC236}">
                <a16:creationId xmlns:a16="http://schemas.microsoft.com/office/drawing/2014/main" id="{09A4DE38-328F-87F6-76B4-989C064CE5B1}"/>
              </a:ext>
            </a:extLst>
          </p:cNvPr>
          <p:cNvSpPr txBox="1"/>
          <p:nvPr/>
        </p:nvSpPr>
        <p:spPr>
          <a:xfrm>
            <a:off x="7496422" y="4582656"/>
            <a:ext cx="1377300" cy="369332"/>
          </a:xfrm>
          <a:prstGeom prst="rect">
            <a:avLst/>
          </a:prstGeom>
          <a:noFill/>
        </p:spPr>
        <p:txBody>
          <a:bodyPr wrap="none" rtlCol="0">
            <a:spAutoFit/>
          </a:bodyPr>
          <a:lstStyle/>
          <a:p>
            <a:r>
              <a:rPr lang="en-US" dirty="0"/>
              <a:t>-3.322-1.322</a:t>
            </a:r>
          </a:p>
        </p:txBody>
      </p:sp>
      <p:sp>
        <p:nvSpPr>
          <p:cNvPr id="15" name="TextBox 14">
            <a:extLst>
              <a:ext uri="{FF2B5EF4-FFF2-40B4-BE49-F238E27FC236}">
                <a16:creationId xmlns:a16="http://schemas.microsoft.com/office/drawing/2014/main" id="{9CCA705D-C9FB-E1F5-8A5C-CDFC85810C79}"/>
              </a:ext>
            </a:extLst>
          </p:cNvPr>
          <p:cNvSpPr txBox="1"/>
          <p:nvPr/>
        </p:nvSpPr>
        <p:spPr>
          <a:xfrm>
            <a:off x="5194638" y="6192431"/>
            <a:ext cx="968535" cy="369332"/>
          </a:xfrm>
          <a:prstGeom prst="rect">
            <a:avLst/>
          </a:prstGeom>
          <a:noFill/>
        </p:spPr>
        <p:txBody>
          <a:bodyPr wrap="none" rtlCol="0">
            <a:spAutoFit/>
          </a:bodyPr>
          <a:lstStyle/>
          <a:p>
            <a:r>
              <a:rPr lang="en-US" dirty="0"/>
              <a:t>-2.737-1</a:t>
            </a:r>
          </a:p>
        </p:txBody>
      </p:sp>
      <p:sp>
        <p:nvSpPr>
          <p:cNvPr id="18" name="TextBox 17">
            <a:extLst>
              <a:ext uri="{FF2B5EF4-FFF2-40B4-BE49-F238E27FC236}">
                <a16:creationId xmlns:a16="http://schemas.microsoft.com/office/drawing/2014/main" id="{F782CB2C-5BF9-2717-48FE-2E0717D2B0C9}"/>
              </a:ext>
            </a:extLst>
          </p:cNvPr>
          <p:cNvSpPr txBox="1"/>
          <p:nvPr/>
        </p:nvSpPr>
        <p:spPr>
          <a:xfrm>
            <a:off x="7472071" y="6186246"/>
            <a:ext cx="1377300" cy="369332"/>
          </a:xfrm>
          <a:prstGeom prst="rect">
            <a:avLst/>
          </a:prstGeom>
          <a:noFill/>
        </p:spPr>
        <p:txBody>
          <a:bodyPr wrap="none" rtlCol="0">
            <a:spAutoFit/>
          </a:bodyPr>
          <a:lstStyle/>
          <a:p>
            <a:r>
              <a:rPr lang="en-US" dirty="0"/>
              <a:t>-3.322-0.737</a:t>
            </a:r>
          </a:p>
        </p:txBody>
      </p:sp>
    </p:spTree>
    <p:extLst>
      <p:ext uri="{BB962C8B-B14F-4D97-AF65-F5344CB8AC3E}">
        <p14:creationId xmlns:p14="http://schemas.microsoft.com/office/powerpoint/2010/main" val="1526773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25</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extLst>
              <p:ext uri="{D42A27DB-BD31-4B8C-83A1-F6EECF244321}">
                <p14:modId xmlns:p14="http://schemas.microsoft.com/office/powerpoint/2010/main" val="871422240"/>
              </p:ext>
            </p:extLst>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-5.47</a:t>
                      </a:r>
                    </a:p>
                  </a:txBody>
                  <a:tcPr/>
                </a:tc>
                <a:tc>
                  <a:txBody>
                    <a:bodyPr/>
                    <a:lstStyle/>
                    <a:p>
                      <a:pPr algn="ctr"/>
                      <a:r>
                        <a:rPr lang="en-US" dirty="0"/>
                        <a:t>-8.21</a:t>
                      </a:r>
                    </a:p>
                  </a:txBody>
                  <a:tcPr/>
                </a:tc>
                <a:tc>
                  <a:txBody>
                    <a:bodyPr/>
                    <a:lstStyle/>
                    <a:p>
                      <a:pPr algn="ctr"/>
                      <a:r>
                        <a:rPr lang="en-US" dirty="0"/>
                        <a:t>-11.53</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-25.65</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-6.06</a:t>
                      </a:r>
                    </a:p>
                  </a:txBody>
                  <a:tcPr/>
                </a:tc>
                <a:tc>
                  <a:txBody>
                    <a:bodyPr/>
                    <a:lstStyle/>
                    <a:p>
                      <a:pPr algn="ctr"/>
                      <a:r>
                        <a:rPr lang="en-US" dirty="0"/>
                        <a:t>-8.79</a:t>
                      </a:r>
                    </a:p>
                  </a:txBody>
                  <a:tcPr/>
                </a:tc>
                <a:tc>
                  <a:txBody>
                    <a:bodyPr/>
                    <a:lstStyle/>
                    <a:p>
                      <a:pPr algn="ctr"/>
                      <a:r>
                        <a:rPr lang="en-US" dirty="0"/>
                        <a:t>-10.94</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-24.49</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56D49546-E012-AEC5-CE31-BEA827415CE7}"/>
              </a:ext>
            </a:extLst>
          </p:cNvPr>
          <p:cNvCxnSpPr>
            <a:cxnSpLocks/>
          </p:cNvCxnSpPr>
          <p:nvPr/>
        </p:nvCxnSpPr>
        <p:spPr>
          <a:xfrm>
            <a:off x="2596202"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A64A706A-D802-09AC-9EFC-623F8C25A58A}"/>
              </a:ext>
            </a:extLst>
          </p:cNvPr>
          <p:cNvCxnSpPr>
            <a:cxnSpLocks/>
          </p:cNvCxnSpPr>
          <p:nvPr/>
        </p:nvCxnSpPr>
        <p:spPr>
          <a:xfrm>
            <a:off x="2596202" y="5937044"/>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36B0FBC-CE1C-014D-18E0-E43CCD765982}"/>
              </a:ext>
            </a:extLst>
          </p:cNvPr>
          <p:cNvCxnSpPr>
            <a:cxnSpLocks/>
          </p:cNvCxnSpPr>
          <p:nvPr/>
        </p:nvCxnSpPr>
        <p:spPr>
          <a:xfrm>
            <a:off x="3605251"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0E5B8E87-5E0C-E484-CC70-6FAE56CE469E}"/>
              </a:ext>
            </a:extLst>
          </p:cNvPr>
          <p:cNvCxnSpPr>
            <a:cxnSpLocks/>
          </p:cNvCxnSpPr>
          <p:nvPr/>
        </p:nvCxnSpPr>
        <p:spPr>
          <a:xfrm>
            <a:off x="3605251" y="5937044"/>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0C3E83A8-2A3C-21BD-96EF-F11AC1518989}"/>
              </a:ext>
            </a:extLst>
          </p:cNvPr>
          <p:cNvCxnSpPr>
            <a:cxnSpLocks/>
          </p:cNvCxnSpPr>
          <p:nvPr/>
        </p:nvCxnSpPr>
        <p:spPr>
          <a:xfrm>
            <a:off x="4614300"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A682A854-33B1-B945-8F04-46AE8EF3545D}"/>
              </a:ext>
            </a:extLst>
          </p:cNvPr>
          <p:cNvCxnSpPr>
            <a:cxnSpLocks/>
          </p:cNvCxnSpPr>
          <p:nvPr/>
        </p:nvCxnSpPr>
        <p:spPr>
          <a:xfrm>
            <a:off x="4614300" y="5937044"/>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7878DA0-24E9-B52B-8605-F3A8FC6CE4ED}"/>
              </a:ext>
            </a:extLst>
          </p:cNvPr>
          <p:cNvCxnSpPr>
            <a:cxnSpLocks/>
          </p:cNvCxnSpPr>
          <p:nvPr/>
        </p:nvCxnSpPr>
        <p:spPr>
          <a:xfrm>
            <a:off x="5645806"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54C04903-636C-6488-6801-1AB4EEDC269F}"/>
              </a:ext>
            </a:extLst>
          </p:cNvPr>
          <p:cNvCxnSpPr>
            <a:cxnSpLocks/>
          </p:cNvCxnSpPr>
          <p:nvPr/>
        </p:nvCxnSpPr>
        <p:spPr>
          <a:xfrm flipV="1">
            <a:off x="5681817" y="5805072"/>
            <a:ext cx="284106" cy="2323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EF733F80-EB56-9DF5-891B-7649115CEF88}"/>
              </a:ext>
            </a:extLst>
          </p:cNvPr>
          <p:cNvCxnSpPr>
            <a:cxnSpLocks/>
          </p:cNvCxnSpPr>
          <p:nvPr/>
        </p:nvCxnSpPr>
        <p:spPr>
          <a:xfrm>
            <a:off x="6674105"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94A0F28-ECDC-5ABF-2134-780E32B5EB16}"/>
              </a:ext>
            </a:extLst>
          </p:cNvPr>
          <p:cNvCxnSpPr>
            <a:cxnSpLocks/>
          </p:cNvCxnSpPr>
          <p:nvPr/>
        </p:nvCxnSpPr>
        <p:spPr>
          <a:xfrm>
            <a:off x="9743419"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16FF031-AD16-6A23-0AE2-A29F442D3FCE}"/>
              </a:ext>
            </a:extLst>
          </p:cNvPr>
          <p:cNvCxnSpPr>
            <a:cxnSpLocks/>
          </p:cNvCxnSpPr>
          <p:nvPr/>
        </p:nvCxnSpPr>
        <p:spPr>
          <a:xfrm>
            <a:off x="7688566"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3A231164-5FB9-077F-6276-16F5B3E39305}"/>
              </a:ext>
            </a:extLst>
          </p:cNvPr>
          <p:cNvCxnSpPr>
            <a:cxnSpLocks/>
          </p:cNvCxnSpPr>
          <p:nvPr/>
        </p:nvCxnSpPr>
        <p:spPr>
          <a:xfrm>
            <a:off x="8743955"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752308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0A2DB-67C4-514E-DA41-67A03FA63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7157C-7C57-7FDF-366C-CFC85C29D2E6}"/>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E17F5083-295F-6E63-6FD2-C483D62B7CD7}"/>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a:t>
            </a:r>
            <a:r>
              <a:rPr lang="en-US" b="1" dirty="0"/>
              <a:t>CACTGAA</a:t>
            </a:r>
          </a:p>
          <a:p>
            <a:endParaRPr lang="en-US" b="1" dirty="0"/>
          </a:p>
          <a:p>
            <a:endParaRPr lang="en-US" b="1" dirty="0"/>
          </a:p>
          <a:p>
            <a:endParaRPr lang="en-US" b="1" dirty="0"/>
          </a:p>
          <a:p>
            <a:r>
              <a:rPr lang="en-US" dirty="0"/>
              <a:t>Backtrack:</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D509A93-6C6E-E4A9-7E80-DE5191542472}"/>
              </a:ext>
            </a:extLst>
          </p:cNvPr>
          <p:cNvSpPr>
            <a:spLocks noGrp="1"/>
          </p:cNvSpPr>
          <p:nvPr>
            <p:ph type="sldNum" sz="quarter" idx="12"/>
          </p:nvPr>
        </p:nvSpPr>
        <p:spPr/>
        <p:txBody>
          <a:bodyPr/>
          <a:lstStyle/>
          <a:p>
            <a:fld id="{B82CCC60-E8CD-4174-8B1A-7DF615B22EEF}" type="slidenum">
              <a:rPr lang="en-US" smtClean="0"/>
              <a:pPr/>
              <a:t>26</a:t>
            </a:fld>
            <a:endParaRPr lang="en-US"/>
          </a:p>
        </p:txBody>
      </p:sp>
      <p:sp>
        <p:nvSpPr>
          <p:cNvPr id="5" name="TextBox 4">
            <a:extLst>
              <a:ext uri="{FF2B5EF4-FFF2-40B4-BE49-F238E27FC236}">
                <a16:creationId xmlns:a16="http://schemas.microsoft.com/office/drawing/2014/main" id="{36537713-8E4F-5E95-1893-411F318234A0}"/>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2A865345-2291-7144-2E7E-99087C9F9C5F}"/>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CF51FEE8-ECD3-A558-51B6-CE3218CDE8B3}"/>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8BECC602-8A90-47C9-8042-A517A9727FD5}"/>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E7D108E0-483A-730C-C1E6-2E7907A254A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13C96E0C-C401-801D-CF35-29E631BCE4EE}"/>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B43E0AFD-E681-FE74-65B2-8BE2CC307CB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B78035F8-BBA5-5DCA-7ECC-8FB71846D08E}"/>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A3A50CC-8E07-7D32-E147-480C1EEF959B}"/>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024479ED-1BA4-B907-7D62-474DDDBCC598}"/>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B88A16F-C6BD-14C9-FF0F-AB380B2A3E64}"/>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20CEF2F5-5355-52AF-C3E4-BB40D88CB5B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20CEF2F5-5355-52AF-C3E4-BB40D88CB5B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867936D0-A0CC-F857-CE2B-DFED9E5F21A7}"/>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867936D0-A0CC-F857-CE2B-DFED9E5F21A7}"/>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E67B7B1E-690D-0C15-64FC-A8901452A210}"/>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D7EA518B-CCA9-5071-41F8-F8DA1A44E775}"/>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p:graphicFrame>
        <p:nvGraphicFramePr>
          <p:cNvPr id="8" name="Table 7">
            <a:extLst>
              <a:ext uri="{FF2B5EF4-FFF2-40B4-BE49-F238E27FC236}">
                <a16:creationId xmlns:a16="http://schemas.microsoft.com/office/drawing/2014/main" id="{02A6B515-9E10-C0AC-C993-FE057971DAC7}"/>
              </a:ext>
            </a:extLst>
          </p:cNvPr>
          <p:cNvGraphicFramePr>
            <a:graphicFrameLocks noGrp="1"/>
          </p:cNvGraphicFramePr>
          <p:nvPr/>
        </p:nvGraphicFramePr>
        <p:xfrm>
          <a:off x="598618" y="4592103"/>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-5.47</a:t>
                      </a:r>
                    </a:p>
                  </a:txBody>
                  <a:tcPr/>
                </a:tc>
                <a:tc>
                  <a:txBody>
                    <a:bodyPr/>
                    <a:lstStyle/>
                    <a:p>
                      <a:pPr algn="ctr"/>
                      <a:r>
                        <a:rPr lang="en-US" dirty="0"/>
                        <a:t>-8.21</a:t>
                      </a:r>
                    </a:p>
                  </a:txBody>
                  <a:tcPr/>
                </a:tc>
                <a:tc>
                  <a:txBody>
                    <a:bodyPr/>
                    <a:lstStyle/>
                    <a:p>
                      <a:pPr algn="ctr"/>
                      <a:r>
                        <a:rPr lang="en-US" dirty="0"/>
                        <a:t>-11.53</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-25.65</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-6.06</a:t>
                      </a:r>
                    </a:p>
                  </a:txBody>
                  <a:tcPr/>
                </a:tc>
                <a:tc>
                  <a:txBody>
                    <a:bodyPr/>
                    <a:lstStyle/>
                    <a:p>
                      <a:pPr algn="ctr"/>
                      <a:r>
                        <a:rPr lang="en-US" dirty="0"/>
                        <a:t>-8.79</a:t>
                      </a:r>
                    </a:p>
                  </a:txBody>
                  <a:tcPr/>
                </a:tc>
                <a:tc>
                  <a:txBody>
                    <a:bodyPr/>
                    <a:lstStyle/>
                    <a:p>
                      <a:pPr algn="ctr"/>
                      <a:r>
                        <a:rPr lang="en-US" dirty="0"/>
                        <a:t>-10.94</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-24.49</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E59BB902-625D-028B-4ED3-3EFC9ACAB179}"/>
              </a:ext>
            </a:extLst>
          </p:cNvPr>
          <p:cNvCxnSpPr>
            <a:cxnSpLocks/>
          </p:cNvCxnSpPr>
          <p:nvPr/>
        </p:nvCxnSpPr>
        <p:spPr>
          <a:xfrm>
            <a:off x="2509710" y="512031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F51FA353-F12B-CFE8-A72D-5E6B190EF97C}"/>
              </a:ext>
            </a:extLst>
          </p:cNvPr>
          <p:cNvCxnSpPr>
            <a:cxnSpLocks/>
          </p:cNvCxnSpPr>
          <p:nvPr/>
        </p:nvCxnSpPr>
        <p:spPr>
          <a:xfrm>
            <a:off x="2509710"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B9A92606-CBDF-9EC8-E9C7-3AE242D51A0C}"/>
              </a:ext>
            </a:extLst>
          </p:cNvPr>
          <p:cNvCxnSpPr>
            <a:cxnSpLocks/>
          </p:cNvCxnSpPr>
          <p:nvPr/>
        </p:nvCxnSpPr>
        <p:spPr>
          <a:xfrm>
            <a:off x="3518759" y="512031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628AB39C-0E3A-28BD-7564-86B1A4941FC9}"/>
              </a:ext>
            </a:extLst>
          </p:cNvPr>
          <p:cNvCxnSpPr>
            <a:cxnSpLocks/>
          </p:cNvCxnSpPr>
          <p:nvPr/>
        </p:nvCxnSpPr>
        <p:spPr>
          <a:xfrm>
            <a:off x="3518759" y="5272715"/>
            <a:ext cx="243115" cy="2233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AA7E2809-D547-B87D-6A08-DBC557D25B1A}"/>
              </a:ext>
            </a:extLst>
          </p:cNvPr>
          <p:cNvCxnSpPr>
            <a:cxnSpLocks/>
          </p:cNvCxnSpPr>
          <p:nvPr/>
        </p:nvCxnSpPr>
        <p:spPr>
          <a:xfrm>
            <a:off x="4527808" y="512031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610C8D6A-D0E2-4019-B445-AA4D2EBFD722}"/>
              </a:ext>
            </a:extLst>
          </p:cNvPr>
          <p:cNvCxnSpPr>
            <a:cxnSpLocks/>
          </p:cNvCxnSpPr>
          <p:nvPr/>
        </p:nvCxnSpPr>
        <p:spPr>
          <a:xfrm>
            <a:off x="4527808" y="5272715"/>
            <a:ext cx="243115" cy="22331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1311DE8A-8403-D9C2-0171-D5D9EBB8B1D9}"/>
              </a:ext>
            </a:extLst>
          </p:cNvPr>
          <p:cNvCxnSpPr>
            <a:cxnSpLocks/>
          </p:cNvCxnSpPr>
          <p:nvPr/>
        </p:nvCxnSpPr>
        <p:spPr>
          <a:xfrm>
            <a:off x="5559314" y="549602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B93D0F2F-B298-0584-FA7D-9A7A1C665320}"/>
              </a:ext>
            </a:extLst>
          </p:cNvPr>
          <p:cNvCxnSpPr>
            <a:cxnSpLocks/>
          </p:cNvCxnSpPr>
          <p:nvPr/>
        </p:nvCxnSpPr>
        <p:spPr>
          <a:xfrm flipV="1">
            <a:off x="5595325" y="5140743"/>
            <a:ext cx="284106" cy="2323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83C71346-B5E3-5B6D-1AC4-C3506E8C3731}"/>
              </a:ext>
            </a:extLst>
          </p:cNvPr>
          <p:cNvCxnSpPr>
            <a:cxnSpLocks/>
          </p:cNvCxnSpPr>
          <p:nvPr/>
        </p:nvCxnSpPr>
        <p:spPr>
          <a:xfrm>
            <a:off x="6587613" y="5496025"/>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456F2060-9BFA-E8C3-35C6-2B61E0D1E716}"/>
              </a:ext>
            </a:extLst>
          </p:cNvPr>
          <p:cNvCxnSpPr>
            <a:cxnSpLocks/>
          </p:cNvCxnSpPr>
          <p:nvPr/>
        </p:nvCxnSpPr>
        <p:spPr>
          <a:xfrm>
            <a:off x="9656927" y="5504046"/>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B6139335-AAC8-D89E-7134-4EEC136EFFF2}"/>
              </a:ext>
            </a:extLst>
          </p:cNvPr>
          <p:cNvCxnSpPr>
            <a:cxnSpLocks/>
          </p:cNvCxnSpPr>
          <p:nvPr/>
        </p:nvCxnSpPr>
        <p:spPr>
          <a:xfrm>
            <a:off x="7602074" y="5504046"/>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FD539DFC-9F79-8B66-72A0-50BC961F392A}"/>
              </a:ext>
            </a:extLst>
          </p:cNvPr>
          <p:cNvCxnSpPr>
            <a:cxnSpLocks/>
          </p:cNvCxnSpPr>
          <p:nvPr/>
        </p:nvCxnSpPr>
        <p:spPr>
          <a:xfrm>
            <a:off x="8657463" y="5504046"/>
            <a:ext cx="320117"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53551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F3CFC-673A-DE95-0F64-6A7B06990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EE695-7828-6C93-FACA-7204D8C925C0}"/>
              </a:ext>
            </a:extLst>
          </p:cNvPr>
          <p:cNvSpPr>
            <a:spLocks noGrp="1"/>
          </p:cNvSpPr>
          <p:nvPr>
            <p:ph type="title"/>
          </p:nvPr>
        </p:nvSpPr>
        <p:spPr/>
        <p:txBody>
          <a:bodyPr>
            <a:normAutofit fontScale="90000"/>
          </a:bodyPr>
          <a:lstStyle/>
          <a:p>
            <a:r>
              <a:rPr lang="en-US" dirty="0"/>
              <a:t>Viterbi algorithm for HMMs</a:t>
            </a:r>
          </a:p>
        </p:txBody>
      </p:sp>
      <p:sp>
        <p:nvSpPr>
          <p:cNvPr id="3" name="Content Placeholder 2">
            <a:extLst>
              <a:ext uri="{FF2B5EF4-FFF2-40B4-BE49-F238E27FC236}">
                <a16:creationId xmlns:a16="http://schemas.microsoft.com/office/drawing/2014/main" id="{70075A06-6D83-2F1A-07B3-FB04FB3C3E7F}"/>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a:t>
            </a:r>
            <a:r>
              <a:rPr lang="en-US" b="1" dirty="0"/>
              <a:t>CACTGAA</a:t>
            </a:r>
          </a:p>
          <a:p>
            <a:endParaRPr lang="en-US" b="1" dirty="0"/>
          </a:p>
          <a:p>
            <a:endParaRPr lang="en-US" b="1" dirty="0"/>
          </a:p>
          <a:p>
            <a:endParaRPr lang="en-US" b="1" dirty="0"/>
          </a:p>
          <a:p>
            <a:r>
              <a:rPr lang="en-US" dirty="0"/>
              <a:t>Backtrack:</a:t>
            </a:r>
          </a:p>
          <a:p>
            <a:endParaRPr lang="en-US" dirty="0"/>
          </a:p>
          <a:p>
            <a:endParaRPr lang="en-US" dirty="0"/>
          </a:p>
          <a:p>
            <a:endParaRPr lang="en-US" dirty="0"/>
          </a:p>
          <a:p>
            <a:r>
              <a:rPr lang="en-US" dirty="0"/>
              <a:t>The most probable path is: CCCNNNNNN, its probability is 2</a:t>
            </a:r>
            <a:r>
              <a:rPr lang="en-US" baseline="30000" dirty="0"/>
              <a:t>-24.49</a:t>
            </a:r>
          </a:p>
        </p:txBody>
      </p:sp>
      <p:sp>
        <p:nvSpPr>
          <p:cNvPr id="4" name="Slide Number Placeholder 3">
            <a:extLst>
              <a:ext uri="{FF2B5EF4-FFF2-40B4-BE49-F238E27FC236}">
                <a16:creationId xmlns:a16="http://schemas.microsoft.com/office/drawing/2014/main" id="{B7AADC6F-AF4F-038F-4D76-337A13F03607}"/>
              </a:ext>
            </a:extLst>
          </p:cNvPr>
          <p:cNvSpPr>
            <a:spLocks noGrp="1"/>
          </p:cNvSpPr>
          <p:nvPr>
            <p:ph type="sldNum" sz="quarter" idx="12"/>
          </p:nvPr>
        </p:nvSpPr>
        <p:spPr/>
        <p:txBody>
          <a:bodyPr/>
          <a:lstStyle/>
          <a:p>
            <a:fld id="{B82CCC60-E8CD-4174-8B1A-7DF615B22EEF}" type="slidenum">
              <a:rPr lang="en-US" smtClean="0"/>
              <a:pPr/>
              <a:t>27</a:t>
            </a:fld>
            <a:endParaRPr lang="en-US"/>
          </a:p>
        </p:txBody>
      </p:sp>
      <p:sp>
        <p:nvSpPr>
          <p:cNvPr id="5" name="TextBox 4">
            <a:extLst>
              <a:ext uri="{FF2B5EF4-FFF2-40B4-BE49-F238E27FC236}">
                <a16:creationId xmlns:a16="http://schemas.microsoft.com/office/drawing/2014/main" id="{190F6A0A-EE60-301E-D270-950E40BEB7DF}"/>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B5223EE5-ED80-56C7-E9AE-BF5E9C9817D3}"/>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8109E4BC-5F11-95FD-F869-3E29F17C99EE}"/>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409CC022-23DE-2D76-6D3B-C8328D04E628}"/>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8329298-5A43-D72E-B927-BCBA07646EEF}"/>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AD18A454-0090-42A4-9EA7-D397AA0F3DFA}"/>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B61C8F84-C02B-A49C-785F-2020F44A08B5}"/>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B8C09C42-013E-DD68-D28C-A9048CBA26D5}"/>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A41F124C-5AF8-5505-AF83-78749C1D85AE}"/>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DD7607C5-F57E-DFAC-1BB2-0262E352525B}"/>
              </a:ext>
            </a:extLst>
          </p:cNvPr>
          <p:cNvSpPr txBox="1"/>
          <p:nvPr/>
        </p:nvSpPr>
        <p:spPr>
          <a:xfrm>
            <a:off x="8548068" y="2732844"/>
            <a:ext cx="409268" cy="369332"/>
          </a:xfrm>
          <a:prstGeom prst="rect">
            <a:avLst/>
          </a:prstGeom>
          <a:noFill/>
        </p:spPr>
        <p:txBody>
          <a:bodyPr wrap="square" rtlCol="0">
            <a:spAutoFit/>
          </a:bodyPr>
          <a:lstStyle/>
          <a:p>
            <a:r>
              <a:rPr lang="en-US" dirty="0"/>
              <a:t>-1</a:t>
            </a:r>
          </a:p>
        </p:txBody>
      </p:sp>
      <p:sp>
        <p:nvSpPr>
          <p:cNvPr id="26" name="TextBox 25">
            <a:extLst>
              <a:ext uri="{FF2B5EF4-FFF2-40B4-BE49-F238E27FC236}">
                <a16:creationId xmlns:a16="http://schemas.microsoft.com/office/drawing/2014/main" id="{89F9E47F-932A-5B8A-162D-AFB448384AE8}"/>
              </a:ext>
            </a:extLst>
          </p:cNvPr>
          <p:cNvSpPr txBox="1"/>
          <p:nvPr/>
        </p:nvSpPr>
        <p:spPr>
          <a:xfrm>
            <a:off x="8409966" y="3493222"/>
            <a:ext cx="780983" cy="369332"/>
          </a:xfrm>
          <a:prstGeom prst="rect">
            <a:avLst/>
          </a:prstGeom>
          <a:noFill/>
        </p:spPr>
        <p:txBody>
          <a:bodyPr wrap="none" rtlCol="0">
            <a:spAutoFit/>
          </a:bodyPr>
          <a:lstStyle/>
          <a:p>
            <a:r>
              <a:rPr lang="en-US" dirty="0"/>
              <a:t>-1.322</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EB9FFC7-53A0-CB9B-2AAD-203F77E66297}"/>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EB9FFC7-53A0-CB9B-2AAD-203F77E66297}"/>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A30F9C39-8D6E-8C4F-DB06-693716EB5102}"/>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A30F9C39-8D6E-8C4F-DB06-693716EB5102}"/>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A2C4F18D-3742-2509-75A2-515E0268A7D1}"/>
              </a:ext>
            </a:extLst>
          </p:cNvPr>
          <p:cNvSpPr txBox="1"/>
          <p:nvPr/>
        </p:nvSpPr>
        <p:spPr>
          <a:xfrm>
            <a:off x="6131831" y="2985498"/>
            <a:ext cx="372218" cy="369332"/>
          </a:xfrm>
          <a:prstGeom prst="rect">
            <a:avLst/>
          </a:prstGeom>
          <a:noFill/>
        </p:spPr>
        <p:txBody>
          <a:bodyPr wrap="none" rtlCol="0">
            <a:spAutoFit/>
          </a:bodyPr>
          <a:lstStyle/>
          <a:p>
            <a:r>
              <a:rPr lang="en-US" dirty="0"/>
              <a:t>-1</a:t>
            </a:r>
          </a:p>
        </p:txBody>
      </p:sp>
      <p:sp>
        <p:nvSpPr>
          <p:cNvPr id="30" name="TextBox 29">
            <a:extLst>
              <a:ext uri="{FF2B5EF4-FFF2-40B4-BE49-F238E27FC236}">
                <a16:creationId xmlns:a16="http://schemas.microsoft.com/office/drawing/2014/main" id="{B06FF042-E5B7-B0CF-718C-94B09C78B7EE}"/>
              </a:ext>
            </a:extLst>
          </p:cNvPr>
          <p:cNvSpPr txBox="1"/>
          <p:nvPr/>
        </p:nvSpPr>
        <p:spPr>
          <a:xfrm>
            <a:off x="10921640" y="3066428"/>
            <a:ext cx="780983" cy="369332"/>
          </a:xfrm>
          <a:prstGeom prst="rect">
            <a:avLst/>
          </a:prstGeom>
          <a:noFill/>
        </p:spPr>
        <p:txBody>
          <a:bodyPr wrap="none" rtlCol="0">
            <a:spAutoFit/>
          </a:bodyPr>
          <a:lstStyle/>
          <a:p>
            <a:r>
              <a:rPr lang="en-US" dirty="0"/>
              <a:t>-0.737</a:t>
            </a:r>
          </a:p>
        </p:txBody>
      </p:sp>
      <p:graphicFrame>
        <p:nvGraphicFramePr>
          <p:cNvPr id="8" name="Table 7">
            <a:extLst>
              <a:ext uri="{FF2B5EF4-FFF2-40B4-BE49-F238E27FC236}">
                <a16:creationId xmlns:a16="http://schemas.microsoft.com/office/drawing/2014/main" id="{BC6B9E8E-2D1B-3FC1-C66A-2F9ED095BA66}"/>
              </a:ext>
            </a:extLst>
          </p:cNvPr>
          <p:cNvGraphicFramePr>
            <a:graphicFrameLocks noGrp="1"/>
          </p:cNvGraphicFramePr>
          <p:nvPr/>
        </p:nvGraphicFramePr>
        <p:xfrm>
          <a:off x="598618" y="4592103"/>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-5.47</a:t>
                      </a:r>
                    </a:p>
                  </a:txBody>
                  <a:tcPr/>
                </a:tc>
                <a:tc>
                  <a:txBody>
                    <a:bodyPr/>
                    <a:lstStyle/>
                    <a:p>
                      <a:pPr algn="ctr"/>
                      <a:r>
                        <a:rPr lang="en-US" dirty="0"/>
                        <a:t>-8.21</a:t>
                      </a:r>
                    </a:p>
                  </a:txBody>
                  <a:tcPr/>
                </a:tc>
                <a:tc>
                  <a:txBody>
                    <a:bodyPr/>
                    <a:lstStyle/>
                    <a:p>
                      <a:pPr algn="ctr"/>
                      <a:r>
                        <a:rPr lang="en-US" dirty="0"/>
                        <a:t>-11.53</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-25.65</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-6.06</a:t>
                      </a:r>
                    </a:p>
                  </a:txBody>
                  <a:tcPr/>
                </a:tc>
                <a:tc>
                  <a:txBody>
                    <a:bodyPr/>
                    <a:lstStyle/>
                    <a:p>
                      <a:pPr algn="ctr"/>
                      <a:r>
                        <a:rPr lang="en-US" dirty="0"/>
                        <a:t>-8.79</a:t>
                      </a:r>
                    </a:p>
                  </a:txBody>
                  <a:tcPr/>
                </a:tc>
                <a:tc>
                  <a:txBody>
                    <a:bodyPr/>
                    <a:lstStyle/>
                    <a:p>
                      <a:pPr algn="ctr"/>
                      <a:r>
                        <a:rPr lang="en-US" dirty="0"/>
                        <a:t>-10.94</a:t>
                      </a:r>
                    </a:p>
                  </a:txBody>
                  <a:tcPr/>
                </a:tc>
                <a:tc>
                  <a:txBody>
                    <a:bodyPr/>
                    <a:lstStyle/>
                    <a:p>
                      <a:pPr algn="ctr"/>
                      <a:r>
                        <a:rPr lang="en-US" dirty="0"/>
                        <a:t>-14.01</a:t>
                      </a:r>
                    </a:p>
                  </a:txBody>
                  <a:tcPr/>
                </a:tc>
                <a:tc>
                  <a:txBody>
                    <a:bodyPr/>
                    <a:lstStyle/>
                    <a:p>
                      <a:pPr algn="ctr"/>
                      <a:r>
                        <a:rPr lang="en-US" dirty="0"/>
                        <a:t>...</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-24.49</a:t>
                      </a:r>
                    </a:p>
                  </a:txBody>
                  <a:tcPr/>
                </a:tc>
                <a:extLst>
                  <a:ext uri="{0D108BD9-81ED-4DB2-BD59-A6C34878D82A}">
                    <a16:rowId xmlns:a16="http://schemas.microsoft.com/office/drawing/2014/main" val="1192171233"/>
                  </a:ext>
                </a:extLst>
              </a:tr>
            </a:tbl>
          </a:graphicData>
        </a:graphic>
      </p:graphicFrame>
      <p:cxnSp>
        <p:nvCxnSpPr>
          <p:cNvPr id="21" name="Straight Arrow Connector 20">
            <a:extLst>
              <a:ext uri="{FF2B5EF4-FFF2-40B4-BE49-F238E27FC236}">
                <a16:creationId xmlns:a16="http://schemas.microsoft.com/office/drawing/2014/main" id="{828AD076-4BE8-4CCC-3C67-87B108A5F64B}"/>
              </a:ext>
            </a:extLst>
          </p:cNvPr>
          <p:cNvCxnSpPr>
            <a:cxnSpLocks/>
          </p:cNvCxnSpPr>
          <p:nvPr/>
        </p:nvCxnSpPr>
        <p:spPr>
          <a:xfrm flipH="1">
            <a:off x="9656927" y="5524990"/>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7455BF45-740A-4A7F-7597-A8A01DE9FC08}"/>
              </a:ext>
            </a:extLst>
          </p:cNvPr>
          <p:cNvCxnSpPr>
            <a:cxnSpLocks/>
          </p:cNvCxnSpPr>
          <p:nvPr/>
        </p:nvCxnSpPr>
        <p:spPr>
          <a:xfrm flipH="1">
            <a:off x="8644005" y="5524990"/>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66A0745D-878E-BA89-4778-86CE5214753F}"/>
              </a:ext>
            </a:extLst>
          </p:cNvPr>
          <p:cNvCxnSpPr>
            <a:cxnSpLocks/>
          </p:cNvCxnSpPr>
          <p:nvPr/>
        </p:nvCxnSpPr>
        <p:spPr>
          <a:xfrm flipH="1">
            <a:off x="7568326" y="5524990"/>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53F15091-DE57-FA65-C479-942D357FE227}"/>
              </a:ext>
            </a:extLst>
          </p:cNvPr>
          <p:cNvCxnSpPr>
            <a:cxnSpLocks/>
          </p:cNvCxnSpPr>
          <p:nvPr/>
        </p:nvCxnSpPr>
        <p:spPr>
          <a:xfrm flipH="1">
            <a:off x="5579009" y="5505326"/>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ED92E898-934A-816F-2D4B-AEF1A2509180}"/>
              </a:ext>
            </a:extLst>
          </p:cNvPr>
          <p:cNvCxnSpPr>
            <a:cxnSpLocks/>
          </p:cNvCxnSpPr>
          <p:nvPr/>
        </p:nvCxnSpPr>
        <p:spPr>
          <a:xfrm flipH="1">
            <a:off x="6598964" y="5505326"/>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0EE89E41-6F73-E187-3F01-CE5EEE10DF35}"/>
              </a:ext>
            </a:extLst>
          </p:cNvPr>
          <p:cNvCxnSpPr>
            <a:cxnSpLocks/>
          </p:cNvCxnSpPr>
          <p:nvPr/>
        </p:nvCxnSpPr>
        <p:spPr>
          <a:xfrm flipH="1" flipV="1">
            <a:off x="4532671" y="5171768"/>
            <a:ext cx="309717" cy="31807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53009C73-734E-72DF-8B99-0881B4FEBCD5}"/>
              </a:ext>
            </a:extLst>
          </p:cNvPr>
          <p:cNvCxnSpPr>
            <a:cxnSpLocks/>
          </p:cNvCxnSpPr>
          <p:nvPr/>
        </p:nvCxnSpPr>
        <p:spPr>
          <a:xfrm flipH="1">
            <a:off x="3509928" y="5171768"/>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9C0A35C8-FA09-AA65-F07B-AD48CD18D139}"/>
              </a:ext>
            </a:extLst>
          </p:cNvPr>
          <p:cNvCxnSpPr>
            <a:cxnSpLocks/>
          </p:cNvCxnSpPr>
          <p:nvPr/>
        </p:nvCxnSpPr>
        <p:spPr>
          <a:xfrm flipH="1">
            <a:off x="2477541" y="5171768"/>
            <a:ext cx="29024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72453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D6D47-634F-495A-ACA9-6DAB8815D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E45CF8-0F74-D3F9-48FF-DD6E7F5F431E}"/>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55550C50-0842-F47C-561F-930B2F9E0FEF}"/>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a:t>
            </a:r>
            <a:r>
              <a:rPr lang="en-US" b="1" dirty="0">
                <a:solidFill>
                  <a:srgbClr val="FF0000"/>
                </a:solidFill>
              </a:rPr>
              <a:t>G</a:t>
            </a:r>
            <a:r>
              <a:rPr lang="en-US" b="1" dirty="0"/>
              <a:t>CACTGAA</a:t>
            </a:r>
            <a:endParaRPr lang="en-US" dirty="0"/>
          </a:p>
          <a:p>
            <a:pPr marL="0" indent="0">
              <a:buNone/>
            </a:pPr>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C:</a:t>
            </a:r>
          </a:p>
          <a:p>
            <a:endParaRPr lang="en-US" dirty="0"/>
          </a:p>
          <a:p>
            <a:endParaRPr lang="en-US" dirty="0"/>
          </a:p>
          <a:p>
            <a:r>
              <a:rPr lang="en-US" dirty="0"/>
              <a:t>Log probability that the second </a:t>
            </a:r>
            <a:r>
              <a:rPr lang="en-US" b="1" dirty="0">
                <a:solidFill>
                  <a:srgbClr val="FF0000"/>
                </a:solidFill>
              </a:rPr>
              <a:t>G</a:t>
            </a:r>
            <a:r>
              <a:rPr lang="en-US" dirty="0"/>
              <a:t> </a:t>
            </a:r>
            <a:br>
              <a:rPr lang="en-US" dirty="0"/>
            </a:br>
            <a:r>
              <a:rPr lang="en-US" dirty="0"/>
              <a:t>was emitted by state N:</a:t>
            </a:r>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EBF01CD7-ACC8-D651-D96E-B59D7B5EAC52}"/>
              </a:ext>
            </a:extLst>
          </p:cNvPr>
          <p:cNvSpPr>
            <a:spLocks noGrp="1"/>
          </p:cNvSpPr>
          <p:nvPr>
            <p:ph type="sldNum" sz="quarter" idx="12"/>
          </p:nvPr>
        </p:nvSpPr>
        <p:spPr/>
        <p:txBody>
          <a:bodyPr/>
          <a:lstStyle/>
          <a:p>
            <a:fld id="{B82CCC60-E8CD-4174-8B1A-7DF615B22EEF}" type="slidenum">
              <a:rPr lang="en-US" smtClean="0"/>
              <a:pPr/>
              <a:t>28</a:t>
            </a:fld>
            <a:endParaRPr lang="en-US" dirty="0"/>
          </a:p>
        </p:txBody>
      </p:sp>
      <p:sp>
        <p:nvSpPr>
          <p:cNvPr id="5" name="TextBox 4">
            <a:extLst>
              <a:ext uri="{FF2B5EF4-FFF2-40B4-BE49-F238E27FC236}">
                <a16:creationId xmlns:a16="http://schemas.microsoft.com/office/drawing/2014/main" id="{67570C68-B793-E963-305F-027C30E016E2}"/>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2E462C03-E70F-C153-2996-3FB2ECC316A6}"/>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F0DEC7AA-2018-27D8-3663-E974A88F2C60}"/>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A087A251-D48B-D07F-A799-21EF7753BC2D}"/>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9F685725-A9E2-76C5-390A-4E7D61F611AA}"/>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08A7AD5D-5D29-FC53-B569-5807381282D4}"/>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92A58C9D-A2B3-2194-9CBE-EC0E4DFE5025}"/>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66F6BE74-FB6F-9BB1-ACBE-6C1AC237618C}"/>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E9642B51-1C40-C41B-9CEB-CC1ED7968683}"/>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FEC2E37-8F78-0566-7C59-F771F111CA15}"/>
              </a:ext>
            </a:extLst>
          </p:cNvPr>
          <p:cNvSpPr txBox="1"/>
          <p:nvPr/>
        </p:nvSpPr>
        <p:spPr>
          <a:xfrm>
            <a:off x="8548068" y="2732844"/>
            <a:ext cx="548424"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03BE4FF2-6BDD-366A-B125-A05804E16EC4}"/>
              </a:ext>
            </a:extLst>
          </p:cNvPr>
          <p:cNvSpPr txBox="1"/>
          <p:nvPr/>
        </p:nvSpPr>
        <p:spPr>
          <a:xfrm>
            <a:off x="8555150" y="3468695"/>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B34C872-C7E9-9C97-073A-0AFE83519DB0}"/>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B34C872-C7E9-9C97-073A-0AFE83519DB0}"/>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841CBFED-A52E-AF75-1585-8193672F260B}"/>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841CBFED-A52E-AF75-1585-8193672F260B}"/>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11EBF042-3A73-39CA-C761-BE776F54381C}"/>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23E80CAA-BA41-8F19-5B65-83C5133432EF}"/>
              </a:ext>
            </a:extLst>
          </p:cNvPr>
          <p:cNvSpPr txBox="1"/>
          <p:nvPr/>
        </p:nvSpPr>
        <p:spPr>
          <a:xfrm>
            <a:off x="10921640" y="3066428"/>
            <a:ext cx="301686" cy="369332"/>
          </a:xfrm>
          <a:prstGeom prst="rect">
            <a:avLst/>
          </a:prstGeom>
          <a:noFill/>
        </p:spPr>
        <p:txBody>
          <a:bodyPr wrap="none" rtlCol="0">
            <a:spAutoFit/>
          </a:bodyPr>
          <a:lstStyle/>
          <a:p>
            <a:r>
              <a:rPr lang="en-US" dirty="0"/>
              <a:t>0</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E93069F-CBC2-F7DC-1549-1FEDA6C5C9D0}"/>
                  </a:ext>
                </a:extLst>
              </p:cNvPr>
              <p:cNvSpPr txBox="1"/>
              <p:nvPr/>
            </p:nvSpPr>
            <p:spPr>
              <a:xfrm>
                <a:off x="0" y="416121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𝐶</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−1.737</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smtClean="0">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a:latin typeface="Cambria Math" panose="02040503050406030204" pitchFamily="18" charset="0"/>
                                    </a:rPr>
                                    <m:t>𝑪</m:t>
                                  </m:r>
                                  <m:r>
                                    <a:rPr lang="en-US" sz="2800" b="1" i="1" smtClean="0">
                                      <a:latin typeface="Cambria Math" panose="02040503050406030204" pitchFamily="18" charset="0"/>
                                    </a:rPr>
                                    <m:t>𝑪</m:t>
                                  </m:r>
                                </m:sub>
                              </m:sSub>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i="1">
                                      <a:latin typeface="Cambria Math" panose="02040503050406030204" pitchFamily="18" charset="0"/>
                                    </a:rPr>
                                  </m:ctrlPr>
                                </m:dPr>
                                <m:e>
                                  <m:r>
                                    <a:rPr lang="en-US" sz="2800" i="1">
                                      <a:latin typeface="Cambria Math" panose="02040503050406030204" pitchFamily="18" charset="0"/>
                                    </a:rPr>
                                    <m:t>𝐺</m:t>
                                  </m:r>
                                  <m:r>
                                    <a:rPr lang="en-US" sz="2800" i="1">
                                      <a:latin typeface="Cambria Math" panose="02040503050406030204" pitchFamily="18" charset="0"/>
                                    </a:rPr>
                                    <m:t>,1</m:t>
                                  </m:r>
                                </m:e>
                              </m:d>
                              <m:r>
                                <a:rPr lang="en-US" sz="2800" i="1">
                                  <a:latin typeface="Cambria Math" panose="02040503050406030204" pitchFamily="18" charset="0"/>
                                </a:rPr>
                                <m:t>+</m:t>
                              </m:r>
                              <m:sSub>
                                <m:sSubPr>
                                  <m:ctrlPr>
                                    <a:rPr lang="pt-BR" sz="2800" i="1">
                                      <a:latin typeface="Cambria Math" panose="02040503050406030204" pitchFamily="18" charset="0"/>
                                    </a:rPr>
                                  </m:ctrlPr>
                                </m:sSubPr>
                                <m:e>
                                  <m:r>
                                    <a:rPr lang="en-US" sz="2800" i="1">
                                      <a:latin typeface="Cambria Math" panose="02040503050406030204" pitchFamily="18" charset="0"/>
                                    </a:rPr>
                                    <m:t>𝑝</m:t>
                                  </m:r>
                                </m:e>
                                <m:sub>
                                  <m:r>
                                    <a:rPr lang="en-US" sz="2800" b="0" i="1" smtClean="0">
                                      <a:latin typeface="Cambria Math" panose="02040503050406030204" pitchFamily="18" charset="0"/>
                                    </a:rPr>
                                    <m:t>𝑁𝐶</m:t>
                                  </m:r>
                                </m:sub>
                              </m:sSub>
                            </m:e>
                          </m:d>
                        </m:e>
                      </m:func>
                      <m:r>
                        <a:rPr lang="en-US" sz="2800" b="0" i="1" smtClean="0">
                          <a:latin typeface="Cambria Math" panose="02040503050406030204" pitchFamily="18" charset="0"/>
                        </a:rPr>
                        <m:t>=−4.474</m:t>
                      </m:r>
                    </m:oMath>
                  </m:oMathPara>
                </a14:m>
                <a:endParaRPr lang="en-US" sz="2800" dirty="0"/>
              </a:p>
            </p:txBody>
          </p:sp>
        </mc:Choice>
        <mc:Fallback xmlns="">
          <p:sp>
            <p:nvSpPr>
              <p:cNvPr id="6" name="TextBox 5">
                <a:extLst>
                  <a:ext uri="{FF2B5EF4-FFF2-40B4-BE49-F238E27FC236}">
                    <a16:creationId xmlns:a16="http://schemas.microsoft.com/office/drawing/2014/main" id="{2E93069F-CBC2-F7DC-1549-1FEDA6C5C9D0}"/>
                  </a:ext>
                </a:extLst>
              </p:cNvPr>
              <p:cNvSpPr txBox="1">
                <a:spLocks noRot="1" noChangeAspect="1" noMove="1" noResize="1" noEditPoints="1" noAdjustHandles="1" noChangeArrowheads="1" noChangeShapeType="1" noTextEdit="1"/>
              </p:cNvSpPr>
              <p:nvPr/>
            </p:nvSpPr>
            <p:spPr>
              <a:xfrm>
                <a:off x="0" y="4161217"/>
                <a:ext cx="11357812"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1201C8-F9D7-BB99-0797-D1EC388D1484}"/>
                  </a:ext>
                </a:extLst>
              </p:cNvPr>
              <p:cNvSpPr txBox="1"/>
              <p:nvPr/>
            </p:nvSpPr>
            <p:spPr>
              <a:xfrm>
                <a:off x="0" y="5787957"/>
                <a:ext cx="11357812"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sz="2800" i="1" smtClean="0">
                              <a:latin typeface="Cambria Math" panose="02040503050406030204" pitchFamily="18" charset="0"/>
                            </a:rPr>
                          </m:ctrlPr>
                        </m:sSubPr>
                        <m:e>
                          <m:r>
                            <a:rPr lang="en-US" sz="2800" b="0" i="1" smtClean="0">
                              <a:latin typeface="Cambria Math" panose="02040503050406030204" pitchFamily="18" charset="0"/>
                            </a:rPr>
                            <m:t>𝑝</m:t>
                          </m:r>
                        </m:e>
                        <m:sub>
                          <m:r>
                            <a:rPr lang="en-US" sz="2800" b="0" i="1" smtClean="0">
                              <a:latin typeface="Cambria Math" panose="02040503050406030204" pitchFamily="18" charset="0"/>
                            </a:rPr>
                            <m:t>𝑁</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𝐺</m:t>
                          </m:r>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2.322+</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max</m:t>
                          </m:r>
                        </m:fName>
                        <m:e>
                          <m:d>
                            <m:dPr>
                              <m:ctrlPr>
                                <a:rPr lang="en-US" sz="2800" b="0" i="1" smtClean="0">
                                  <a:latin typeface="Cambria Math" panose="02040503050406030204" pitchFamily="18" charset="0"/>
                                </a:rPr>
                              </m:ctrlPr>
                            </m:dPr>
                            <m:e>
                              <m:sSub>
                                <m:sSubPr>
                                  <m:ctrlPr>
                                    <a:rPr lang="pt-BR" sz="2800" i="1">
                                      <a:latin typeface="Cambria Math" panose="02040503050406030204" pitchFamily="18" charset="0"/>
                                    </a:rPr>
                                  </m:ctrlPr>
                                </m:sSubPr>
                                <m:e>
                                  <m:r>
                                    <a:rPr lang="en-US" sz="2800" b="0" i="1">
                                      <a:latin typeface="Cambria Math" panose="02040503050406030204" pitchFamily="18" charset="0"/>
                                    </a:rPr>
                                    <m:t>𝑝</m:t>
                                  </m:r>
                                </m:e>
                                <m:sub>
                                  <m:r>
                                    <a:rPr lang="en-US" sz="2800" b="0" i="1">
                                      <a:latin typeface="Cambria Math" panose="02040503050406030204" pitchFamily="18" charset="0"/>
                                    </a:rPr>
                                    <m:t>𝐶</m:t>
                                  </m:r>
                                </m:sub>
                              </m:sSub>
                              <m:d>
                                <m:dPr>
                                  <m:ctrlPr>
                                    <a:rPr lang="en-US" sz="2800" i="1">
                                      <a:latin typeface="Cambria Math" panose="02040503050406030204" pitchFamily="18" charset="0"/>
                                    </a:rPr>
                                  </m:ctrlPr>
                                </m:dPr>
                                <m:e>
                                  <m:r>
                                    <a:rPr lang="en-US" sz="2800" b="0" i="1">
                                      <a:latin typeface="Cambria Math" panose="02040503050406030204" pitchFamily="18" charset="0"/>
                                    </a:rPr>
                                    <m:t>𝐺</m:t>
                                  </m:r>
                                  <m:r>
                                    <a:rPr lang="en-US" sz="2800" b="0" i="1">
                                      <a:latin typeface="Cambria Math" panose="02040503050406030204" pitchFamily="18" charset="0"/>
                                    </a:rPr>
                                    <m:t>,1</m:t>
                                  </m:r>
                                </m:e>
                              </m:d>
                              <m:r>
                                <a:rPr lang="en-US" sz="2800" b="0" i="1" smtClean="0">
                                  <a:latin typeface="Cambria Math" panose="02040503050406030204" pitchFamily="18" charset="0"/>
                                </a:rPr>
                                <m:t>+</m:t>
                              </m:r>
                              <m:sSub>
                                <m:sSubPr>
                                  <m:ctrlPr>
                                    <a:rPr lang="pt-BR" sz="2800" i="1">
                                      <a:latin typeface="Cambria Math" panose="02040503050406030204" pitchFamily="18" charset="0"/>
                                    </a:rPr>
                                  </m:ctrlPr>
                                </m:sSubPr>
                                <m:e>
                                  <m:r>
                                    <a:rPr lang="en-US" sz="2800" b="0" i="1">
                                      <a:latin typeface="Cambria Math" panose="02040503050406030204" pitchFamily="18" charset="0"/>
                                    </a:rPr>
                                    <m:t>𝑝</m:t>
                                  </m:r>
                                </m:e>
                                <m:sub>
                                  <m:r>
                                    <a:rPr lang="en-US" sz="2800" b="0" i="1" smtClean="0">
                                      <a:latin typeface="Cambria Math" panose="02040503050406030204" pitchFamily="18" charset="0"/>
                                    </a:rPr>
                                    <m:t>𝐶𝑁</m:t>
                                  </m:r>
                                </m:sub>
                              </m:sSub>
                              <m:r>
                                <a:rPr lang="en-US" sz="2800" b="0" i="1" smtClean="0">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smtClean="0">
                                      <a:latin typeface="Cambria Math" panose="02040503050406030204" pitchFamily="18" charset="0"/>
                                    </a:rPr>
                                    <m:t>𝑵</m:t>
                                  </m:r>
                                </m:sub>
                              </m:sSub>
                              <m:d>
                                <m:dPr>
                                  <m:ctrlPr>
                                    <a:rPr lang="en-US" sz="2800" b="1" i="1">
                                      <a:latin typeface="Cambria Math" panose="02040503050406030204" pitchFamily="18" charset="0"/>
                                    </a:rPr>
                                  </m:ctrlPr>
                                </m:dPr>
                                <m:e>
                                  <m:r>
                                    <a:rPr lang="en-US" sz="2800" b="1" i="1">
                                      <a:latin typeface="Cambria Math" panose="02040503050406030204" pitchFamily="18" charset="0"/>
                                    </a:rPr>
                                    <m:t>𝑮</m:t>
                                  </m:r>
                                  <m:r>
                                    <a:rPr lang="en-US" sz="2800" b="1" i="1">
                                      <a:latin typeface="Cambria Math" panose="02040503050406030204" pitchFamily="18" charset="0"/>
                                    </a:rPr>
                                    <m:t>,</m:t>
                                  </m:r>
                                  <m:r>
                                    <a:rPr lang="en-US" sz="2800" b="1" i="1">
                                      <a:latin typeface="Cambria Math" panose="02040503050406030204" pitchFamily="18" charset="0"/>
                                    </a:rPr>
                                    <m:t>𝟏</m:t>
                                  </m:r>
                                </m:e>
                              </m:d>
                              <m:r>
                                <a:rPr lang="en-US" sz="2800" b="1" i="1">
                                  <a:latin typeface="Cambria Math" panose="02040503050406030204" pitchFamily="18" charset="0"/>
                                </a:rPr>
                                <m:t>+</m:t>
                              </m:r>
                              <m:sSub>
                                <m:sSubPr>
                                  <m:ctrlPr>
                                    <a:rPr lang="pt-BR" sz="2800" b="1" i="1">
                                      <a:latin typeface="Cambria Math" panose="02040503050406030204" pitchFamily="18" charset="0"/>
                                    </a:rPr>
                                  </m:ctrlPr>
                                </m:sSubPr>
                                <m:e>
                                  <m:r>
                                    <a:rPr lang="en-US" sz="2800" b="1" i="1">
                                      <a:latin typeface="Cambria Math" panose="02040503050406030204" pitchFamily="18" charset="0"/>
                                    </a:rPr>
                                    <m:t>𝒑</m:t>
                                  </m:r>
                                </m:e>
                                <m:sub>
                                  <m:r>
                                    <a:rPr lang="en-US" sz="2800" b="1" i="1" smtClean="0">
                                      <a:latin typeface="Cambria Math" panose="02040503050406030204" pitchFamily="18" charset="0"/>
                                    </a:rPr>
                                    <m:t>𝑵𝑵</m:t>
                                  </m:r>
                                </m:sub>
                              </m:sSub>
                            </m:e>
                          </m:d>
                        </m:e>
                      </m:func>
                      <m:r>
                        <a:rPr lang="en-US" sz="2800" b="0" i="1" smtClean="0">
                          <a:latin typeface="Cambria Math" panose="02040503050406030204" pitchFamily="18" charset="0"/>
                        </a:rPr>
                        <m:t>=−5.644</m:t>
                      </m:r>
                    </m:oMath>
                  </m:oMathPara>
                </a14:m>
                <a:endParaRPr lang="en-US" sz="2800" dirty="0"/>
              </a:p>
            </p:txBody>
          </p:sp>
        </mc:Choice>
        <mc:Fallback xmlns="">
          <p:sp>
            <p:nvSpPr>
              <p:cNvPr id="10" name="TextBox 9">
                <a:extLst>
                  <a:ext uri="{FF2B5EF4-FFF2-40B4-BE49-F238E27FC236}">
                    <a16:creationId xmlns:a16="http://schemas.microsoft.com/office/drawing/2014/main" id="{DF1201C8-F9D7-BB99-0797-D1EC388D1484}"/>
                  </a:ext>
                </a:extLst>
              </p:cNvPr>
              <p:cNvSpPr txBox="1">
                <a:spLocks noRot="1" noChangeAspect="1" noMove="1" noResize="1" noEditPoints="1" noAdjustHandles="1" noChangeArrowheads="1" noChangeShapeType="1" noTextEdit="1"/>
              </p:cNvSpPr>
              <p:nvPr/>
            </p:nvSpPr>
            <p:spPr>
              <a:xfrm>
                <a:off x="0" y="5787957"/>
                <a:ext cx="11357812" cy="430887"/>
              </a:xfrm>
              <a:prstGeom prst="rect">
                <a:avLst/>
              </a:prstGeom>
              <a:blipFill>
                <a:blip r:embed="rId6"/>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4C6074DB-AFD4-F645-03E7-891C764A230F}"/>
              </a:ext>
            </a:extLst>
          </p:cNvPr>
          <p:cNvSpPr txBox="1"/>
          <p:nvPr/>
        </p:nvSpPr>
        <p:spPr>
          <a:xfrm>
            <a:off x="5344220" y="4573208"/>
            <a:ext cx="780983" cy="369332"/>
          </a:xfrm>
          <a:prstGeom prst="rect">
            <a:avLst/>
          </a:prstGeom>
          <a:noFill/>
        </p:spPr>
        <p:txBody>
          <a:bodyPr wrap="none" rtlCol="0">
            <a:spAutoFit/>
          </a:bodyPr>
          <a:lstStyle/>
          <a:p>
            <a:r>
              <a:rPr lang="en-US" dirty="0"/>
              <a:t>-2.737</a:t>
            </a:r>
          </a:p>
        </p:txBody>
      </p:sp>
      <p:sp>
        <p:nvSpPr>
          <p:cNvPr id="8" name="TextBox 7">
            <a:extLst>
              <a:ext uri="{FF2B5EF4-FFF2-40B4-BE49-F238E27FC236}">
                <a16:creationId xmlns:a16="http://schemas.microsoft.com/office/drawing/2014/main" id="{09A4DE38-328F-87F6-76B4-989C064CE5B1}"/>
              </a:ext>
            </a:extLst>
          </p:cNvPr>
          <p:cNvSpPr txBox="1"/>
          <p:nvPr/>
        </p:nvSpPr>
        <p:spPr>
          <a:xfrm>
            <a:off x="7496422" y="4582656"/>
            <a:ext cx="499111" cy="369332"/>
          </a:xfrm>
          <a:prstGeom prst="rect">
            <a:avLst/>
          </a:prstGeom>
          <a:noFill/>
        </p:spPr>
        <p:txBody>
          <a:bodyPr wrap="none" rtlCol="0">
            <a:spAutoFit/>
          </a:bodyPr>
          <a:lstStyle/>
          <a:p>
            <a:r>
              <a:rPr lang="en-US" dirty="0"/>
              <a:t>-inf</a:t>
            </a:r>
          </a:p>
        </p:txBody>
      </p:sp>
      <p:sp>
        <p:nvSpPr>
          <p:cNvPr id="15" name="TextBox 14">
            <a:extLst>
              <a:ext uri="{FF2B5EF4-FFF2-40B4-BE49-F238E27FC236}">
                <a16:creationId xmlns:a16="http://schemas.microsoft.com/office/drawing/2014/main" id="{9CCA705D-C9FB-E1F5-8A5C-CDFC85810C79}"/>
              </a:ext>
            </a:extLst>
          </p:cNvPr>
          <p:cNvSpPr txBox="1"/>
          <p:nvPr/>
        </p:nvSpPr>
        <p:spPr>
          <a:xfrm>
            <a:off x="5194638" y="6192431"/>
            <a:ext cx="499111" cy="369332"/>
          </a:xfrm>
          <a:prstGeom prst="rect">
            <a:avLst/>
          </a:prstGeom>
          <a:noFill/>
        </p:spPr>
        <p:txBody>
          <a:bodyPr wrap="none" rtlCol="0">
            <a:spAutoFit/>
          </a:bodyPr>
          <a:lstStyle/>
          <a:p>
            <a:r>
              <a:rPr lang="en-US" dirty="0"/>
              <a:t>-inf</a:t>
            </a:r>
          </a:p>
        </p:txBody>
      </p:sp>
      <p:sp>
        <p:nvSpPr>
          <p:cNvPr id="18" name="TextBox 17">
            <a:extLst>
              <a:ext uri="{FF2B5EF4-FFF2-40B4-BE49-F238E27FC236}">
                <a16:creationId xmlns:a16="http://schemas.microsoft.com/office/drawing/2014/main" id="{F782CB2C-5BF9-2717-48FE-2E0717D2B0C9}"/>
              </a:ext>
            </a:extLst>
          </p:cNvPr>
          <p:cNvSpPr txBox="1"/>
          <p:nvPr/>
        </p:nvSpPr>
        <p:spPr>
          <a:xfrm>
            <a:off x="7472071" y="6186246"/>
            <a:ext cx="780983" cy="369332"/>
          </a:xfrm>
          <a:prstGeom prst="rect">
            <a:avLst/>
          </a:prstGeom>
          <a:noFill/>
        </p:spPr>
        <p:txBody>
          <a:bodyPr wrap="none" rtlCol="0">
            <a:spAutoFit/>
          </a:bodyPr>
          <a:lstStyle/>
          <a:p>
            <a:r>
              <a:rPr lang="en-US" dirty="0"/>
              <a:t>-3.322</a:t>
            </a:r>
          </a:p>
        </p:txBody>
      </p:sp>
    </p:spTree>
    <p:extLst>
      <p:ext uri="{BB962C8B-B14F-4D97-AF65-F5344CB8AC3E}">
        <p14:creationId xmlns:p14="http://schemas.microsoft.com/office/powerpoint/2010/main" val="2365833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29</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7" y="2732844"/>
            <a:ext cx="585155"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539977" y="3493952"/>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301686" cy="369332"/>
          </a:xfrm>
          <a:prstGeom prst="rect">
            <a:avLst/>
          </a:prstGeom>
          <a:noFill/>
        </p:spPr>
        <p:txBody>
          <a:bodyPr wrap="none" rtlCol="0">
            <a:spAutoFit/>
          </a:bodyPr>
          <a:lstStyle/>
          <a:p>
            <a:r>
              <a:rPr lang="en-US" dirty="0"/>
              <a:t>0</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extLst>
              <p:ext uri="{D42A27DB-BD31-4B8C-83A1-F6EECF244321}">
                <p14:modId xmlns:p14="http://schemas.microsoft.com/office/powerpoint/2010/main" val="2679105953"/>
              </p:ext>
            </p:extLst>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-4.47</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-5.64</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192171233"/>
                  </a:ext>
                </a:extLst>
              </a:tr>
            </a:tbl>
          </a:graphicData>
        </a:graphic>
      </p:graphicFrame>
      <p:cxnSp>
        <p:nvCxnSpPr>
          <p:cNvPr id="49" name="Straight Arrow Connector 48">
            <a:extLst>
              <a:ext uri="{FF2B5EF4-FFF2-40B4-BE49-F238E27FC236}">
                <a16:creationId xmlns:a16="http://schemas.microsoft.com/office/drawing/2014/main" id="{82AA2739-25E2-4CD5-8DDD-0F583292E0D3}"/>
              </a:ext>
            </a:extLst>
          </p:cNvPr>
          <p:cNvCxnSpPr>
            <a:cxnSpLocks/>
          </p:cNvCxnSpPr>
          <p:nvPr/>
        </p:nvCxnSpPr>
        <p:spPr>
          <a:xfrm>
            <a:off x="2596202"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9B207F57-2118-432C-8EC4-FD6FC513618A}"/>
              </a:ext>
            </a:extLst>
          </p:cNvPr>
          <p:cNvCxnSpPr>
            <a:cxnSpLocks/>
          </p:cNvCxnSpPr>
          <p:nvPr/>
        </p:nvCxnSpPr>
        <p:spPr>
          <a:xfrm>
            <a:off x="2596202"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72470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30</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7" y="2732844"/>
            <a:ext cx="585155"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539977" y="3493952"/>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301686" cy="369332"/>
          </a:xfrm>
          <a:prstGeom prst="rect">
            <a:avLst/>
          </a:prstGeom>
          <a:noFill/>
        </p:spPr>
        <p:txBody>
          <a:bodyPr wrap="none" rtlCol="0">
            <a:spAutoFit/>
          </a:bodyPr>
          <a:lstStyle/>
          <a:p>
            <a:r>
              <a:rPr lang="en-US" dirty="0"/>
              <a:t>0</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-4.47</a:t>
                      </a:r>
                    </a:p>
                  </a:txBody>
                  <a:tcPr/>
                </a:tc>
                <a:tc>
                  <a:txBody>
                    <a:bodyPr/>
                    <a:lstStyle/>
                    <a:p>
                      <a:pPr algn="ctr"/>
                      <a:r>
                        <a:rPr lang="en-US" dirty="0"/>
                        <a:t>-6.20</a:t>
                      </a:r>
                    </a:p>
                  </a:txBody>
                  <a:tcPr/>
                </a:tc>
                <a:tc>
                  <a:txBody>
                    <a:bodyPr/>
                    <a:lstStyle/>
                    <a:p>
                      <a:pPr algn="ctr"/>
                      <a:r>
                        <a:rPr lang="en-US" dirty="0"/>
                        <a:t>-8.52</a:t>
                      </a:r>
                    </a:p>
                  </a:txBody>
                  <a:tcPr/>
                </a:tc>
                <a:tc>
                  <a:txBody>
                    <a:bodyPr/>
                    <a:lstStyle/>
                    <a:p>
                      <a:pPr algn="ctr"/>
                      <a:r>
                        <a:rPr lang="en-US" dirty="0"/>
                        <a:t>-10.26</a:t>
                      </a:r>
                    </a:p>
                  </a:txBody>
                  <a:tcPr/>
                </a:tc>
                <a:tc>
                  <a:txBody>
                    <a:bodyPr/>
                    <a:lstStyle/>
                    <a:p>
                      <a:pPr algn="ctr"/>
                      <a:r>
                        <a:rPr lang="en-US" dirty="0"/>
                        <a:t>-12.59</a:t>
                      </a:r>
                    </a:p>
                  </a:txBody>
                  <a:tcPr/>
                </a:tc>
                <a:tc>
                  <a:txBody>
                    <a:bodyPr/>
                    <a:lstStyle/>
                    <a:p>
                      <a:pPr algn="ctr"/>
                      <a:r>
                        <a:rPr lang="en-US" dirty="0"/>
                        <a:t>-14.32</a:t>
                      </a:r>
                    </a:p>
                  </a:txBody>
                  <a:tcPr/>
                </a:tc>
                <a:tc>
                  <a:txBody>
                    <a:bodyPr/>
                    <a:lstStyle/>
                    <a:p>
                      <a:pPr algn="ctr"/>
                      <a:r>
                        <a:rPr lang="en-US" dirty="0"/>
                        <a:t>-16.64</a:t>
                      </a:r>
                    </a:p>
                  </a:txBody>
                  <a:tcPr/>
                </a:tc>
                <a:tc>
                  <a:txBody>
                    <a:bodyPr/>
                    <a:lstStyle/>
                    <a:p>
                      <a:pPr algn="ctr"/>
                      <a:r>
                        <a:rPr lang="en-US" dirty="0"/>
                        <a:t>-18.97</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-5.64</a:t>
                      </a:r>
                    </a:p>
                  </a:txBody>
                  <a:tcPr/>
                </a:tc>
                <a:tc>
                  <a:txBody>
                    <a:bodyPr/>
                    <a:lstStyle/>
                    <a:p>
                      <a:pPr algn="ctr"/>
                      <a:r>
                        <a:rPr lang="en-US" dirty="0"/>
                        <a:t>-7.97</a:t>
                      </a:r>
                    </a:p>
                  </a:txBody>
                  <a:tcPr/>
                </a:tc>
                <a:tc>
                  <a:txBody>
                    <a:bodyPr/>
                    <a:lstStyle/>
                    <a:p>
                      <a:pPr algn="ctr"/>
                      <a:r>
                        <a:rPr lang="en-US" dirty="0"/>
                        <a:t>-9.70</a:t>
                      </a:r>
                    </a:p>
                  </a:txBody>
                  <a:tcPr/>
                </a:tc>
                <a:tc>
                  <a:txBody>
                    <a:bodyPr/>
                    <a:lstStyle/>
                    <a:p>
                      <a:pPr algn="ctr"/>
                      <a:r>
                        <a:rPr lang="en-US" dirty="0"/>
                        <a:t>-12.03</a:t>
                      </a:r>
                    </a:p>
                  </a:txBody>
                  <a:tcPr/>
                </a:tc>
                <a:tc>
                  <a:txBody>
                    <a:bodyPr/>
                    <a:lstStyle/>
                    <a:p>
                      <a:pPr algn="ctr"/>
                      <a:r>
                        <a:rPr lang="en-US" dirty="0"/>
                        <a:t>-13.77</a:t>
                      </a:r>
                    </a:p>
                  </a:txBody>
                  <a:tcPr/>
                </a:tc>
                <a:tc>
                  <a:txBody>
                    <a:bodyPr/>
                    <a:lstStyle/>
                    <a:p>
                      <a:pPr algn="ctr"/>
                      <a:r>
                        <a:rPr lang="en-US" dirty="0"/>
                        <a:t>-16.08</a:t>
                      </a:r>
                    </a:p>
                  </a:txBody>
                  <a:tcPr/>
                </a:tc>
                <a:tc>
                  <a:txBody>
                    <a:bodyPr/>
                    <a:lstStyle/>
                    <a:p>
                      <a:pPr algn="ctr"/>
                      <a:r>
                        <a:rPr lang="en-US" dirty="0"/>
                        <a:t>-17.82</a:t>
                      </a:r>
                    </a:p>
                  </a:txBody>
                  <a:tcPr/>
                </a:tc>
                <a:tc>
                  <a:txBody>
                    <a:bodyPr/>
                    <a:lstStyle/>
                    <a:p>
                      <a:pPr algn="ctr"/>
                      <a:r>
                        <a:rPr lang="en-US" dirty="0"/>
                        <a:t>-19.56</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56D49546-E012-AEC5-CE31-BEA827415CE7}"/>
              </a:ext>
            </a:extLst>
          </p:cNvPr>
          <p:cNvCxnSpPr>
            <a:cxnSpLocks/>
          </p:cNvCxnSpPr>
          <p:nvPr/>
        </p:nvCxnSpPr>
        <p:spPr>
          <a:xfrm>
            <a:off x="2596202"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36B0FBC-CE1C-014D-18E0-E43CCD765982}"/>
              </a:ext>
            </a:extLst>
          </p:cNvPr>
          <p:cNvCxnSpPr>
            <a:cxnSpLocks/>
          </p:cNvCxnSpPr>
          <p:nvPr/>
        </p:nvCxnSpPr>
        <p:spPr>
          <a:xfrm>
            <a:off x="3605251"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0C3E83A8-2A3C-21BD-96EF-F11AC1518989}"/>
              </a:ext>
            </a:extLst>
          </p:cNvPr>
          <p:cNvCxnSpPr>
            <a:cxnSpLocks/>
          </p:cNvCxnSpPr>
          <p:nvPr/>
        </p:nvCxnSpPr>
        <p:spPr>
          <a:xfrm>
            <a:off x="4614300" y="578464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7878DA0-24E9-B52B-8605-F3A8FC6CE4ED}"/>
              </a:ext>
            </a:extLst>
          </p:cNvPr>
          <p:cNvCxnSpPr>
            <a:cxnSpLocks/>
          </p:cNvCxnSpPr>
          <p:nvPr/>
        </p:nvCxnSpPr>
        <p:spPr>
          <a:xfrm>
            <a:off x="5645806"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EF733F80-EB56-9DF5-891B-7649115CEF88}"/>
              </a:ext>
            </a:extLst>
          </p:cNvPr>
          <p:cNvCxnSpPr>
            <a:cxnSpLocks/>
          </p:cNvCxnSpPr>
          <p:nvPr/>
        </p:nvCxnSpPr>
        <p:spPr>
          <a:xfrm>
            <a:off x="6674105"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94A0F28-ECDC-5ABF-2134-780E32B5EB16}"/>
              </a:ext>
            </a:extLst>
          </p:cNvPr>
          <p:cNvCxnSpPr>
            <a:cxnSpLocks/>
          </p:cNvCxnSpPr>
          <p:nvPr/>
        </p:nvCxnSpPr>
        <p:spPr>
          <a:xfrm>
            <a:off x="9743419"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16FF031-AD16-6A23-0AE2-A29F442D3FCE}"/>
              </a:ext>
            </a:extLst>
          </p:cNvPr>
          <p:cNvCxnSpPr>
            <a:cxnSpLocks/>
          </p:cNvCxnSpPr>
          <p:nvPr/>
        </p:nvCxnSpPr>
        <p:spPr>
          <a:xfrm>
            <a:off x="7688566"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3A231164-5FB9-077F-6276-16F5B3E39305}"/>
              </a:ext>
            </a:extLst>
          </p:cNvPr>
          <p:cNvCxnSpPr>
            <a:cxnSpLocks/>
          </p:cNvCxnSpPr>
          <p:nvPr/>
        </p:nvCxnSpPr>
        <p:spPr>
          <a:xfrm>
            <a:off x="8743955"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35B4911-A2F3-4E10-AE5B-26A462A60CFF}"/>
              </a:ext>
            </a:extLst>
          </p:cNvPr>
          <p:cNvCxnSpPr>
            <a:cxnSpLocks/>
          </p:cNvCxnSpPr>
          <p:nvPr/>
        </p:nvCxnSpPr>
        <p:spPr>
          <a:xfrm>
            <a:off x="2596202"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0481D16-1E97-4B24-94A6-E2F67EA92D2E}"/>
              </a:ext>
            </a:extLst>
          </p:cNvPr>
          <p:cNvCxnSpPr>
            <a:cxnSpLocks/>
          </p:cNvCxnSpPr>
          <p:nvPr/>
        </p:nvCxnSpPr>
        <p:spPr>
          <a:xfrm>
            <a:off x="3605251"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5BDAB04-1E61-4DB6-9B9B-53B8E007181D}"/>
              </a:ext>
            </a:extLst>
          </p:cNvPr>
          <p:cNvCxnSpPr>
            <a:cxnSpLocks/>
          </p:cNvCxnSpPr>
          <p:nvPr/>
        </p:nvCxnSpPr>
        <p:spPr>
          <a:xfrm>
            <a:off x="4614300"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89628C5A-ED3C-4008-84AA-426860D69B8E}"/>
              </a:ext>
            </a:extLst>
          </p:cNvPr>
          <p:cNvCxnSpPr>
            <a:cxnSpLocks/>
          </p:cNvCxnSpPr>
          <p:nvPr/>
        </p:nvCxnSpPr>
        <p:spPr>
          <a:xfrm>
            <a:off x="5645806" y="5814293"/>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18DE8452-BA8B-4B01-B3E1-F25C50F22CE2}"/>
              </a:ext>
            </a:extLst>
          </p:cNvPr>
          <p:cNvCxnSpPr>
            <a:cxnSpLocks/>
          </p:cNvCxnSpPr>
          <p:nvPr/>
        </p:nvCxnSpPr>
        <p:spPr>
          <a:xfrm>
            <a:off x="6674105" y="5814293"/>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7064C4A-0245-4D69-B9FC-D17BE79DA43D}"/>
              </a:ext>
            </a:extLst>
          </p:cNvPr>
          <p:cNvCxnSpPr>
            <a:cxnSpLocks/>
          </p:cNvCxnSpPr>
          <p:nvPr/>
        </p:nvCxnSpPr>
        <p:spPr>
          <a:xfrm>
            <a:off x="9743419" y="582231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985A241F-6E58-4F8F-AD36-571D21F07F61}"/>
              </a:ext>
            </a:extLst>
          </p:cNvPr>
          <p:cNvCxnSpPr>
            <a:cxnSpLocks/>
          </p:cNvCxnSpPr>
          <p:nvPr/>
        </p:nvCxnSpPr>
        <p:spPr>
          <a:xfrm>
            <a:off x="7688566" y="582231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4E50CB0B-2D9B-4220-AE03-6D0A234E660F}"/>
              </a:ext>
            </a:extLst>
          </p:cNvPr>
          <p:cNvCxnSpPr>
            <a:cxnSpLocks/>
          </p:cNvCxnSpPr>
          <p:nvPr/>
        </p:nvCxnSpPr>
        <p:spPr>
          <a:xfrm>
            <a:off x="8743955" y="582231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78895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0031B-A635-BFDE-F6A3-6DD06DDEB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83F83A-9701-E218-14CC-65FC4A25EDE1}"/>
              </a:ext>
            </a:extLst>
          </p:cNvPr>
          <p:cNvSpPr>
            <a:spLocks noGrp="1"/>
          </p:cNvSpPr>
          <p:nvPr>
            <p:ph type="title"/>
          </p:nvPr>
        </p:nvSpPr>
        <p:spPr/>
        <p:txBody>
          <a:bodyPr>
            <a:normAutofit fontScale="90000"/>
          </a:bodyPr>
          <a:lstStyle/>
          <a:p>
            <a:r>
              <a:rPr lang="en-US" dirty="0"/>
              <a:t>A biased example</a:t>
            </a:r>
          </a:p>
        </p:txBody>
      </p:sp>
      <p:sp>
        <p:nvSpPr>
          <p:cNvPr id="3" name="Content Placeholder 2">
            <a:extLst>
              <a:ext uri="{FF2B5EF4-FFF2-40B4-BE49-F238E27FC236}">
                <a16:creationId xmlns:a16="http://schemas.microsoft.com/office/drawing/2014/main" id="{9D6954FC-4143-25A4-D0F9-899879DCFF09}"/>
              </a:ext>
            </a:extLst>
          </p:cNvPr>
          <p:cNvSpPr>
            <a:spLocks noGrp="1"/>
          </p:cNvSpPr>
          <p:nvPr>
            <p:ph idx="1"/>
          </p:nvPr>
        </p:nvSpPr>
        <p:spPr>
          <a:xfrm>
            <a:off x="231007" y="1761423"/>
            <a:ext cx="10895798" cy="4880009"/>
          </a:xfrm>
        </p:spPr>
        <p:txBody>
          <a:bodyPr>
            <a:normAutofit/>
          </a:bodyPr>
          <a:lstStyle/>
          <a:p>
            <a:r>
              <a:rPr lang="en-US" dirty="0"/>
              <a:t>S = </a:t>
            </a:r>
            <a:r>
              <a:rPr lang="en-US" b="1" dirty="0">
                <a:solidFill>
                  <a:schemeClr val="tx1"/>
                </a:solidFill>
              </a:rPr>
              <a:t>GGC</a:t>
            </a:r>
            <a:r>
              <a:rPr lang="en-US" b="1" dirty="0"/>
              <a:t>ACTGAA</a:t>
            </a:r>
          </a:p>
          <a:p>
            <a:endParaRPr lang="en-US" b="1" dirty="0"/>
          </a:p>
          <a:p>
            <a:endParaRPr lang="en-US" b="1" dirty="0"/>
          </a:p>
          <a:p>
            <a:endParaRPr lang="en-US" b="1" dirty="0"/>
          </a:p>
          <a:p>
            <a:endParaRPr lang="en-US" dirty="0"/>
          </a:p>
          <a:p>
            <a:r>
              <a:rPr lang="en-US" dirty="0"/>
              <a:t>Iteratively compute probabilities, record values and where you came from in two matrices (arrays):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0EAFEDF-77F3-27FB-3556-BC8150CA7216}"/>
              </a:ext>
            </a:extLst>
          </p:cNvPr>
          <p:cNvSpPr>
            <a:spLocks noGrp="1"/>
          </p:cNvSpPr>
          <p:nvPr>
            <p:ph type="sldNum" sz="quarter" idx="12"/>
          </p:nvPr>
        </p:nvSpPr>
        <p:spPr>
          <a:xfrm>
            <a:off x="8737600" y="6459888"/>
            <a:ext cx="2844800" cy="365125"/>
          </a:xfrm>
        </p:spPr>
        <p:txBody>
          <a:bodyPr/>
          <a:lstStyle/>
          <a:p>
            <a:fld id="{B82CCC60-E8CD-4174-8B1A-7DF615B22EEF}" type="slidenum">
              <a:rPr lang="en-US" smtClean="0"/>
              <a:pPr/>
              <a:t>31</a:t>
            </a:fld>
            <a:endParaRPr lang="en-US"/>
          </a:p>
        </p:txBody>
      </p:sp>
      <p:sp>
        <p:nvSpPr>
          <p:cNvPr id="5" name="TextBox 4">
            <a:extLst>
              <a:ext uri="{FF2B5EF4-FFF2-40B4-BE49-F238E27FC236}">
                <a16:creationId xmlns:a16="http://schemas.microsoft.com/office/drawing/2014/main" id="{FA555EA0-9CEA-0E64-FC55-E372263A91DC}"/>
              </a:ext>
            </a:extLst>
          </p:cNvPr>
          <p:cNvSpPr txBox="1"/>
          <p:nvPr/>
        </p:nvSpPr>
        <p:spPr>
          <a:xfrm>
            <a:off x="8464957" y="1509423"/>
            <a:ext cx="782009" cy="461665"/>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Start</a:t>
            </a:r>
          </a:p>
        </p:txBody>
      </p:sp>
      <p:cxnSp>
        <p:nvCxnSpPr>
          <p:cNvPr id="7" name="Straight Arrow Connector 6">
            <a:extLst>
              <a:ext uri="{FF2B5EF4-FFF2-40B4-BE49-F238E27FC236}">
                <a16:creationId xmlns:a16="http://schemas.microsoft.com/office/drawing/2014/main" id="{335C1C95-AF77-6A9D-9274-2BEC94D47D2E}"/>
              </a:ext>
            </a:extLst>
          </p:cNvPr>
          <p:cNvCxnSpPr>
            <a:cxnSpLocks/>
          </p:cNvCxnSpPr>
          <p:nvPr/>
        </p:nvCxnSpPr>
        <p:spPr>
          <a:xfrm flipH="1">
            <a:off x="7858566" y="2077313"/>
            <a:ext cx="798897"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0EDEAC32-5F99-E681-8A0B-DB1CDB6161F5}"/>
              </a:ext>
            </a:extLst>
          </p:cNvPr>
          <p:cNvCxnSpPr>
            <a:cxnSpLocks/>
          </p:cNvCxnSpPr>
          <p:nvPr/>
        </p:nvCxnSpPr>
        <p:spPr>
          <a:xfrm>
            <a:off x="8975096" y="2077313"/>
            <a:ext cx="744354" cy="27051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2B0C97A9-1086-0130-6AB5-31F460FD6AAA}"/>
              </a:ext>
            </a:extLst>
          </p:cNvPr>
          <p:cNvSpPr txBox="1"/>
          <p:nvPr/>
        </p:nvSpPr>
        <p:spPr>
          <a:xfrm>
            <a:off x="7829729" y="1892647"/>
            <a:ext cx="372218" cy="369332"/>
          </a:xfrm>
          <a:prstGeom prst="rect">
            <a:avLst/>
          </a:prstGeom>
          <a:noFill/>
        </p:spPr>
        <p:txBody>
          <a:bodyPr wrap="none" rtlCol="0">
            <a:spAutoFit/>
          </a:bodyPr>
          <a:lstStyle/>
          <a:p>
            <a:r>
              <a:rPr lang="en-US" dirty="0"/>
              <a:t>-1</a:t>
            </a:r>
          </a:p>
        </p:txBody>
      </p:sp>
      <p:sp>
        <p:nvSpPr>
          <p:cNvPr id="13" name="TextBox 12">
            <a:extLst>
              <a:ext uri="{FF2B5EF4-FFF2-40B4-BE49-F238E27FC236}">
                <a16:creationId xmlns:a16="http://schemas.microsoft.com/office/drawing/2014/main" id="{DA80338A-F86F-C60E-74C8-AB214333E3CD}"/>
              </a:ext>
            </a:extLst>
          </p:cNvPr>
          <p:cNvSpPr txBox="1"/>
          <p:nvPr/>
        </p:nvSpPr>
        <p:spPr>
          <a:xfrm>
            <a:off x="9284709" y="1892647"/>
            <a:ext cx="372218"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0CBD5D2-20A6-599A-3106-D5A7ADCBA1B7}"/>
              </a:ext>
            </a:extLst>
          </p:cNvPr>
          <p:cNvSpPr txBox="1"/>
          <p:nvPr/>
        </p:nvSpPr>
        <p:spPr>
          <a:xfrm>
            <a:off x="7060253"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C </a:t>
            </a:r>
          </a:p>
          <a:p>
            <a:r>
              <a:rPr lang="en-US" b="1" dirty="0">
                <a:latin typeface="Courier New" panose="02070309020205020404" pitchFamily="49" charset="0"/>
                <a:cs typeface="Courier New" panose="02070309020205020404" pitchFamily="49" charset="0"/>
              </a:rPr>
              <a:t>A -2.322</a:t>
            </a:r>
          </a:p>
          <a:p>
            <a:r>
              <a:rPr lang="en-US" b="1" dirty="0">
                <a:latin typeface="Courier New" panose="02070309020205020404" pitchFamily="49" charset="0"/>
                <a:cs typeface="Courier New" panose="02070309020205020404" pitchFamily="49" charset="0"/>
              </a:rPr>
              <a:t>C -1.737</a:t>
            </a:r>
          </a:p>
          <a:p>
            <a:r>
              <a:rPr lang="en-US" b="1" dirty="0">
                <a:latin typeface="Courier New" panose="02070309020205020404" pitchFamily="49" charset="0"/>
                <a:cs typeface="Courier New" panose="02070309020205020404" pitchFamily="49" charset="0"/>
              </a:rPr>
              <a:t>G -1.737</a:t>
            </a:r>
          </a:p>
          <a:p>
            <a:r>
              <a:rPr lang="en-US" b="1" dirty="0">
                <a:latin typeface="Courier New" panose="02070309020205020404" pitchFamily="49" charset="0"/>
                <a:cs typeface="Courier New" panose="02070309020205020404" pitchFamily="49" charset="0"/>
              </a:rPr>
              <a:t>T -2.322</a:t>
            </a:r>
          </a:p>
        </p:txBody>
      </p:sp>
      <p:sp>
        <p:nvSpPr>
          <p:cNvPr id="16" name="TextBox 15">
            <a:extLst>
              <a:ext uri="{FF2B5EF4-FFF2-40B4-BE49-F238E27FC236}">
                <a16:creationId xmlns:a16="http://schemas.microsoft.com/office/drawing/2014/main" id="{7141DC14-7DC0-AB27-9C19-B9596FAB1732}"/>
              </a:ext>
            </a:extLst>
          </p:cNvPr>
          <p:cNvSpPr txBox="1"/>
          <p:nvPr/>
        </p:nvSpPr>
        <p:spPr>
          <a:xfrm>
            <a:off x="9253130" y="2454050"/>
            <a:ext cx="1287532" cy="1569660"/>
          </a:xfrm>
          <a:prstGeom prst="rect">
            <a:avLst/>
          </a:prstGeom>
          <a:solidFill>
            <a:schemeClr val="accent3">
              <a:lumMod val="40000"/>
              <a:lumOff val="60000"/>
            </a:schemeClr>
          </a:solidFill>
          <a:ln>
            <a:solidFill>
              <a:schemeClr val="tx1"/>
            </a:solidFill>
          </a:ln>
        </p:spPr>
        <p:txBody>
          <a:bodyPr wrap="none" rtlCol="0">
            <a:spAutoFit/>
          </a:bodyPr>
          <a:lstStyle/>
          <a:p>
            <a:r>
              <a:rPr lang="en-US" sz="2400" dirty="0"/>
              <a:t>       N </a:t>
            </a:r>
          </a:p>
          <a:p>
            <a:r>
              <a:rPr lang="en-US" b="1" dirty="0">
                <a:latin typeface="Courier New" panose="02070309020205020404" pitchFamily="49" charset="0"/>
                <a:cs typeface="Courier New" panose="02070309020205020404" pitchFamily="49" charset="0"/>
              </a:rPr>
              <a:t>A -1.737</a:t>
            </a:r>
          </a:p>
          <a:p>
            <a:r>
              <a:rPr lang="en-US" b="1" dirty="0">
                <a:latin typeface="Courier New" panose="02070309020205020404" pitchFamily="49" charset="0"/>
                <a:cs typeface="Courier New" panose="02070309020205020404" pitchFamily="49" charset="0"/>
              </a:rPr>
              <a:t>C -2.322</a:t>
            </a:r>
          </a:p>
          <a:p>
            <a:r>
              <a:rPr lang="en-US" b="1" dirty="0">
                <a:latin typeface="Courier New" panose="02070309020205020404" pitchFamily="49" charset="0"/>
                <a:cs typeface="Courier New" panose="02070309020205020404" pitchFamily="49" charset="0"/>
              </a:rPr>
              <a:t>G -2.322</a:t>
            </a:r>
          </a:p>
          <a:p>
            <a:r>
              <a:rPr lang="en-US" b="1" dirty="0">
                <a:latin typeface="Courier New" panose="02070309020205020404" pitchFamily="49" charset="0"/>
                <a:cs typeface="Courier New" panose="02070309020205020404" pitchFamily="49" charset="0"/>
              </a:rPr>
              <a:t>T -1.737</a:t>
            </a:r>
          </a:p>
        </p:txBody>
      </p:sp>
      <p:cxnSp>
        <p:nvCxnSpPr>
          <p:cNvPr id="17" name="Straight Arrow Connector 16">
            <a:extLst>
              <a:ext uri="{FF2B5EF4-FFF2-40B4-BE49-F238E27FC236}">
                <a16:creationId xmlns:a16="http://schemas.microsoft.com/office/drawing/2014/main" id="{140D035C-E708-574A-BEDF-F6D5DC5F305F}"/>
              </a:ext>
            </a:extLst>
          </p:cNvPr>
          <p:cNvCxnSpPr>
            <a:cxnSpLocks/>
          </p:cNvCxnSpPr>
          <p:nvPr/>
        </p:nvCxnSpPr>
        <p:spPr>
          <a:xfrm>
            <a:off x="8475007" y="3170164"/>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6147BB9E-2C4E-6859-64E9-5F1A8FA458BA}"/>
              </a:ext>
            </a:extLst>
          </p:cNvPr>
          <p:cNvCxnSpPr>
            <a:cxnSpLocks/>
          </p:cNvCxnSpPr>
          <p:nvPr/>
        </p:nvCxnSpPr>
        <p:spPr>
          <a:xfrm flipH="1">
            <a:off x="8475007" y="3466813"/>
            <a:ext cx="53099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25E04A2-5052-E00E-A8DF-4DC47FD56395}"/>
              </a:ext>
            </a:extLst>
          </p:cNvPr>
          <p:cNvSpPr txBox="1"/>
          <p:nvPr/>
        </p:nvSpPr>
        <p:spPr>
          <a:xfrm>
            <a:off x="8548067" y="2732844"/>
            <a:ext cx="585155" cy="369332"/>
          </a:xfrm>
          <a:prstGeom prst="rect">
            <a:avLst/>
          </a:prstGeom>
          <a:noFill/>
        </p:spPr>
        <p:txBody>
          <a:bodyPr wrap="square" rtlCol="0">
            <a:spAutoFit/>
          </a:bodyPr>
          <a:lstStyle/>
          <a:p>
            <a:r>
              <a:rPr lang="en-US" dirty="0"/>
              <a:t>-inf</a:t>
            </a:r>
          </a:p>
        </p:txBody>
      </p:sp>
      <p:sp>
        <p:nvSpPr>
          <p:cNvPr id="26" name="TextBox 25">
            <a:extLst>
              <a:ext uri="{FF2B5EF4-FFF2-40B4-BE49-F238E27FC236}">
                <a16:creationId xmlns:a16="http://schemas.microsoft.com/office/drawing/2014/main" id="{8133468D-4D3C-5C3D-6177-2907565B7ACC}"/>
              </a:ext>
            </a:extLst>
          </p:cNvPr>
          <p:cNvSpPr txBox="1"/>
          <p:nvPr/>
        </p:nvSpPr>
        <p:spPr>
          <a:xfrm>
            <a:off x="8539977" y="3493952"/>
            <a:ext cx="499111" cy="369332"/>
          </a:xfrm>
          <a:prstGeom prst="rect">
            <a:avLst/>
          </a:prstGeom>
          <a:noFill/>
        </p:spPr>
        <p:txBody>
          <a:bodyPr wrap="none" rtlCol="0">
            <a:spAutoFit/>
          </a:bodyPr>
          <a:lstStyle/>
          <a:p>
            <a:r>
              <a:rPr lang="en-US" dirty="0"/>
              <a:t>-inf</a:t>
            </a:r>
          </a:p>
        </p:txBody>
      </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D6B11A1-8DE0-9A15-1150-2DCF2926993B}"/>
                  </a:ext>
                </a:extLst>
              </p14:cNvPr>
              <p14:cNvContentPartPr/>
              <p14:nvPr/>
            </p14:nvContentPartPr>
            <p14:xfrm>
              <a:off x="10631153" y="2622407"/>
              <a:ext cx="1329840" cy="1373040"/>
            </p14:xfrm>
          </p:contentPart>
        </mc:Choice>
        <mc:Fallback xmlns="">
          <p:pic>
            <p:nvPicPr>
              <p:cNvPr id="27" name="Ink 26">
                <a:extLst>
                  <a:ext uri="{FF2B5EF4-FFF2-40B4-BE49-F238E27FC236}">
                    <a16:creationId xmlns:a16="http://schemas.microsoft.com/office/drawing/2014/main" id="{0D6B11A1-8DE0-9A15-1150-2DCF2926993B}"/>
                  </a:ext>
                </a:extLst>
              </p:cNvPr>
              <p:cNvPicPr/>
              <p:nvPr/>
            </p:nvPicPr>
            <p:blipFill>
              <a:blip r:embed="rId3"/>
              <a:stretch>
                <a:fillRect/>
              </a:stretch>
            </p:blipFill>
            <p:spPr>
              <a:xfrm>
                <a:off x="10625033" y="2616287"/>
                <a:ext cx="1342080" cy="1385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F99FB070-E437-322F-05B5-BE692BEBA05A}"/>
                  </a:ext>
                </a:extLst>
              </p14:cNvPr>
              <p14:cNvContentPartPr/>
              <p14:nvPr/>
            </p14:nvContentPartPr>
            <p14:xfrm rot="10800000">
              <a:off x="5647836" y="2490244"/>
              <a:ext cx="1329840" cy="1373040"/>
            </p14:xfrm>
          </p:contentPart>
        </mc:Choice>
        <mc:Fallback xmlns="">
          <p:pic>
            <p:nvPicPr>
              <p:cNvPr id="28" name="Ink 27">
                <a:extLst>
                  <a:ext uri="{FF2B5EF4-FFF2-40B4-BE49-F238E27FC236}">
                    <a16:creationId xmlns:a16="http://schemas.microsoft.com/office/drawing/2014/main" id="{F99FB070-E437-322F-05B5-BE692BEBA05A}"/>
                  </a:ext>
                </a:extLst>
              </p:cNvPr>
              <p:cNvPicPr/>
              <p:nvPr/>
            </p:nvPicPr>
            <p:blipFill>
              <a:blip r:embed="rId3"/>
              <a:stretch>
                <a:fillRect/>
              </a:stretch>
            </p:blipFill>
            <p:spPr>
              <a:xfrm rot="10800000">
                <a:off x="5641716" y="2484124"/>
                <a:ext cx="1342080" cy="1385280"/>
              </a:xfrm>
              <a:prstGeom prst="rect">
                <a:avLst/>
              </a:prstGeom>
            </p:spPr>
          </p:pic>
        </mc:Fallback>
      </mc:AlternateContent>
      <p:sp>
        <p:nvSpPr>
          <p:cNvPr id="29" name="TextBox 28">
            <a:extLst>
              <a:ext uri="{FF2B5EF4-FFF2-40B4-BE49-F238E27FC236}">
                <a16:creationId xmlns:a16="http://schemas.microsoft.com/office/drawing/2014/main" id="{3ABC3F08-2608-0C34-CDDD-52F232439025}"/>
              </a:ext>
            </a:extLst>
          </p:cNvPr>
          <p:cNvSpPr txBox="1"/>
          <p:nvPr/>
        </p:nvSpPr>
        <p:spPr>
          <a:xfrm>
            <a:off x="6131831" y="2985498"/>
            <a:ext cx="301686" cy="369332"/>
          </a:xfrm>
          <a:prstGeom prst="rect">
            <a:avLst/>
          </a:prstGeom>
          <a:noFill/>
        </p:spPr>
        <p:txBody>
          <a:bodyPr wrap="none" rtlCol="0">
            <a:spAutoFit/>
          </a:bodyPr>
          <a:lstStyle/>
          <a:p>
            <a:r>
              <a:rPr lang="en-US" dirty="0"/>
              <a:t>0</a:t>
            </a:r>
          </a:p>
        </p:txBody>
      </p:sp>
      <p:sp>
        <p:nvSpPr>
          <p:cNvPr id="30" name="TextBox 29">
            <a:extLst>
              <a:ext uri="{FF2B5EF4-FFF2-40B4-BE49-F238E27FC236}">
                <a16:creationId xmlns:a16="http://schemas.microsoft.com/office/drawing/2014/main" id="{09C187AE-1909-7275-E13D-A0E04FA0FB02}"/>
              </a:ext>
            </a:extLst>
          </p:cNvPr>
          <p:cNvSpPr txBox="1"/>
          <p:nvPr/>
        </p:nvSpPr>
        <p:spPr>
          <a:xfrm>
            <a:off x="10921640" y="3066428"/>
            <a:ext cx="301686" cy="369332"/>
          </a:xfrm>
          <a:prstGeom prst="rect">
            <a:avLst/>
          </a:prstGeom>
          <a:noFill/>
        </p:spPr>
        <p:txBody>
          <a:bodyPr wrap="none" rtlCol="0">
            <a:spAutoFit/>
          </a:bodyPr>
          <a:lstStyle/>
          <a:p>
            <a:r>
              <a:rPr lang="en-US" dirty="0"/>
              <a:t>0</a:t>
            </a:r>
          </a:p>
        </p:txBody>
      </p:sp>
      <p:graphicFrame>
        <p:nvGraphicFramePr>
          <p:cNvPr id="8" name="Table 7">
            <a:extLst>
              <a:ext uri="{FF2B5EF4-FFF2-40B4-BE49-F238E27FC236}">
                <a16:creationId xmlns:a16="http://schemas.microsoft.com/office/drawing/2014/main" id="{B9D9984B-E9E2-8840-E7CC-13FAF6F69EC1}"/>
              </a:ext>
            </a:extLst>
          </p:cNvPr>
          <p:cNvGraphicFramePr>
            <a:graphicFrameLocks noGrp="1"/>
          </p:cNvGraphicFramePr>
          <p:nvPr/>
        </p:nvGraphicFramePr>
        <p:xfrm>
          <a:off x="685110" y="5256432"/>
          <a:ext cx="10236530" cy="1097280"/>
        </p:xfrm>
        <a:graphic>
          <a:graphicData uri="http://schemas.openxmlformats.org/drawingml/2006/table">
            <a:tbl>
              <a:tblPr firstRow="1" bandRow="1">
                <a:tableStyleId>{5C22544A-7EE6-4342-B048-85BDC9FD1C3A}</a:tableStyleId>
              </a:tblPr>
              <a:tblGrid>
                <a:gridCol w="1023653">
                  <a:extLst>
                    <a:ext uri="{9D8B030D-6E8A-4147-A177-3AD203B41FA5}">
                      <a16:colId xmlns:a16="http://schemas.microsoft.com/office/drawing/2014/main" val="617901540"/>
                    </a:ext>
                  </a:extLst>
                </a:gridCol>
                <a:gridCol w="1023653">
                  <a:extLst>
                    <a:ext uri="{9D8B030D-6E8A-4147-A177-3AD203B41FA5}">
                      <a16:colId xmlns:a16="http://schemas.microsoft.com/office/drawing/2014/main" val="1382025072"/>
                    </a:ext>
                  </a:extLst>
                </a:gridCol>
                <a:gridCol w="1023653">
                  <a:extLst>
                    <a:ext uri="{9D8B030D-6E8A-4147-A177-3AD203B41FA5}">
                      <a16:colId xmlns:a16="http://schemas.microsoft.com/office/drawing/2014/main" val="2255369741"/>
                    </a:ext>
                  </a:extLst>
                </a:gridCol>
                <a:gridCol w="1023653">
                  <a:extLst>
                    <a:ext uri="{9D8B030D-6E8A-4147-A177-3AD203B41FA5}">
                      <a16:colId xmlns:a16="http://schemas.microsoft.com/office/drawing/2014/main" val="2534610364"/>
                    </a:ext>
                  </a:extLst>
                </a:gridCol>
                <a:gridCol w="1023653">
                  <a:extLst>
                    <a:ext uri="{9D8B030D-6E8A-4147-A177-3AD203B41FA5}">
                      <a16:colId xmlns:a16="http://schemas.microsoft.com/office/drawing/2014/main" val="232939563"/>
                    </a:ext>
                  </a:extLst>
                </a:gridCol>
                <a:gridCol w="1023653">
                  <a:extLst>
                    <a:ext uri="{9D8B030D-6E8A-4147-A177-3AD203B41FA5}">
                      <a16:colId xmlns:a16="http://schemas.microsoft.com/office/drawing/2014/main" val="3182373488"/>
                    </a:ext>
                  </a:extLst>
                </a:gridCol>
                <a:gridCol w="1023653">
                  <a:extLst>
                    <a:ext uri="{9D8B030D-6E8A-4147-A177-3AD203B41FA5}">
                      <a16:colId xmlns:a16="http://schemas.microsoft.com/office/drawing/2014/main" val="4024621562"/>
                    </a:ext>
                  </a:extLst>
                </a:gridCol>
                <a:gridCol w="1023653">
                  <a:extLst>
                    <a:ext uri="{9D8B030D-6E8A-4147-A177-3AD203B41FA5}">
                      <a16:colId xmlns:a16="http://schemas.microsoft.com/office/drawing/2014/main" val="2359178037"/>
                    </a:ext>
                  </a:extLst>
                </a:gridCol>
                <a:gridCol w="1023653">
                  <a:extLst>
                    <a:ext uri="{9D8B030D-6E8A-4147-A177-3AD203B41FA5}">
                      <a16:colId xmlns:a16="http://schemas.microsoft.com/office/drawing/2014/main" val="1376732356"/>
                    </a:ext>
                  </a:extLst>
                </a:gridCol>
                <a:gridCol w="1023653">
                  <a:extLst>
                    <a:ext uri="{9D8B030D-6E8A-4147-A177-3AD203B41FA5}">
                      <a16:colId xmlns:a16="http://schemas.microsoft.com/office/drawing/2014/main" val="536027699"/>
                    </a:ext>
                  </a:extLst>
                </a:gridCol>
              </a:tblGrid>
              <a:tr h="357286">
                <a:tc>
                  <a:txBody>
                    <a:bodyPr/>
                    <a:lstStyle/>
                    <a:p>
                      <a:endParaRPr lang="en-US" dirty="0"/>
                    </a:p>
                  </a:txBody>
                  <a:tcPr/>
                </a:tc>
                <a:tc>
                  <a:txBody>
                    <a:bodyPr/>
                    <a:lstStyle/>
                    <a:p>
                      <a:pPr algn="ctr"/>
                      <a:r>
                        <a:rPr lang="en-US" dirty="0"/>
                        <a:t>G</a:t>
                      </a:r>
                    </a:p>
                  </a:txBody>
                  <a:tcPr/>
                </a:tc>
                <a:tc>
                  <a:txBody>
                    <a:bodyPr/>
                    <a:lstStyle/>
                    <a:p>
                      <a:pPr algn="ctr"/>
                      <a:r>
                        <a:rPr lang="en-US" dirty="0"/>
                        <a:t>G</a:t>
                      </a:r>
                    </a:p>
                  </a:txBody>
                  <a:tcPr/>
                </a:tc>
                <a:tc>
                  <a:txBody>
                    <a:bodyPr/>
                    <a:lstStyle/>
                    <a:p>
                      <a:pPr algn="ctr"/>
                      <a:r>
                        <a:rPr lang="en-US" dirty="0"/>
                        <a:t>C</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T</a:t>
                      </a:r>
                    </a:p>
                  </a:txBody>
                  <a:tcPr/>
                </a:tc>
                <a:tc>
                  <a:txBody>
                    <a:bodyPr/>
                    <a:lstStyle/>
                    <a:p>
                      <a:pPr algn="ctr"/>
                      <a:r>
                        <a:rPr lang="en-US" dirty="0"/>
                        <a:t>G</a:t>
                      </a:r>
                    </a:p>
                  </a:txBody>
                  <a:tcPr/>
                </a:tc>
                <a:tc>
                  <a:txBody>
                    <a:bodyPr/>
                    <a:lstStyle/>
                    <a:p>
                      <a:pPr algn="ctr"/>
                      <a:r>
                        <a:rPr lang="en-US" dirty="0"/>
                        <a:t>A</a:t>
                      </a:r>
                    </a:p>
                  </a:txBody>
                  <a:tcPr/>
                </a:tc>
                <a:tc>
                  <a:txBody>
                    <a:bodyPr/>
                    <a:lstStyle/>
                    <a:p>
                      <a:pPr algn="ctr"/>
                      <a:r>
                        <a:rPr lang="en-US" dirty="0"/>
                        <a:t>A</a:t>
                      </a:r>
                    </a:p>
                  </a:txBody>
                  <a:tcPr/>
                </a:tc>
                <a:extLst>
                  <a:ext uri="{0D108BD9-81ED-4DB2-BD59-A6C34878D82A}">
                    <a16:rowId xmlns:a16="http://schemas.microsoft.com/office/drawing/2014/main" val="4002156900"/>
                  </a:ext>
                </a:extLst>
              </a:tr>
              <a:tr h="357286">
                <a:tc>
                  <a:txBody>
                    <a:bodyPr/>
                    <a:lstStyle/>
                    <a:p>
                      <a:r>
                        <a:rPr lang="en-US" dirty="0"/>
                        <a:t>C</a:t>
                      </a:r>
                    </a:p>
                  </a:txBody>
                  <a:tcPr/>
                </a:tc>
                <a:tc>
                  <a:txBody>
                    <a:bodyPr/>
                    <a:lstStyle/>
                    <a:p>
                      <a:pPr algn="ctr"/>
                      <a:r>
                        <a:rPr lang="en-US" dirty="0"/>
                        <a:t>-2.73</a:t>
                      </a:r>
                    </a:p>
                  </a:txBody>
                  <a:tcPr/>
                </a:tc>
                <a:tc>
                  <a:txBody>
                    <a:bodyPr/>
                    <a:lstStyle/>
                    <a:p>
                      <a:pPr algn="ctr"/>
                      <a:r>
                        <a:rPr lang="en-US" dirty="0"/>
                        <a:t>-4.47</a:t>
                      </a:r>
                    </a:p>
                  </a:txBody>
                  <a:tcPr/>
                </a:tc>
                <a:tc>
                  <a:txBody>
                    <a:bodyPr/>
                    <a:lstStyle/>
                    <a:p>
                      <a:pPr algn="ctr"/>
                      <a:r>
                        <a:rPr lang="en-US" dirty="0"/>
                        <a:t>-6.20</a:t>
                      </a:r>
                    </a:p>
                  </a:txBody>
                  <a:tcPr/>
                </a:tc>
                <a:tc>
                  <a:txBody>
                    <a:bodyPr/>
                    <a:lstStyle/>
                    <a:p>
                      <a:pPr algn="ctr"/>
                      <a:r>
                        <a:rPr lang="en-US" dirty="0"/>
                        <a:t>-8.52</a:t>
                      </a:r>
                    </a:p>
                  </a:txBody>
                  <a:tcPr/>
                </a:tc>
                <a:tc>
                  <a:txBody>
                    <a:bodyPr/>
                    <a:lstStyle/>
                    <a:p>
                      <a:pPr algn="ctr"/>
                      <a:r>
                        <a:rPr lang="en-US" dirty="0"/>
                        <a:t>-10.26</a:t>
                      </a:r>
                    </a:p>
                  </a:txBody>
                  <a:tcPr/>
                </a:tc>
                <a:tc>
                  <a:txBody>
                    <a:bodyPr/>
                    <a:lstStyle/>
                    <a:p>
                      <a:pPr algn="ctr"/>
                      <a:r>
                        <a:rPr lang="en-US" dirty="0"/>
                        <a:t>-12.59</a:t>
                      </a:r>
                    </a:p>
                  </a:txBody>
                  <a:tcPr/>
                </a:tc>
                <a:tc>
                  <a:txBody>
                    <a:bodyPr/>
                    <a:lstStyle/>
                    <a:p>
                      <a:pPr algn="ctr"/>
                      <a:r>
                        <a:rPr lang="en-US" dirty="0"/>
                        <a:t>-14.32</a:t>
                      </a:r>
                    </a:p>
                  </a:txBody>
                  <a:tcPr/>
                </a:tc>
                <a:tc>
                  <a:txBody>
                    <a:bodyPr/>
                    <a:lstStyle/>
                    <a:p>
                      <a:pPr algn="ctr"/>
                      <a:r>
                        <a:rPr lang="en-US" dirty="0"/>
                        <a:t>-16.64</a:t>
                      </a:r>
                    </a:p>
                  </a:txBody>
                  <a:tcPr/>
                </a:tc>
                <a:tc>
                  <a:txBody>
                    <a:bodyPr/>
                    <a:lstStyle/>
                    <a:p>
                      <a:pPr algn="ctr"/>
                      <a:r>
                        <a:rPr lang="en-US" dirty="0"/>
                        <a:t>-18.97</a:t>
                      </a:r>
                    </a:p>
                  </a:txBody>
                  <a:tcPr/>
                </a:tc>
                <a:extLst>
                  <a:ext uri="{0D108BD9-81ED-4DB2-BD59-A6C34878D82A}">
                    <a16:rowId xmlns:a16="http://schemas.microsoft.com/office/drawing/2014/main" val="1013968220"/>
                  </a:ext>
                </a:extLst>
              </a:tr>
              <a:tr h="357286">
                <a:tc>
                  <a:txBody>
                    <a:bodyPr/>
                    <a:lstStyle/>
                    <a:p>
                      <a:r>
                        <a:rPr lang="en-US" dirty="0"/>
                        <a:t>N</a:t>
                      </a:r>
                    </a:p>
                  </a:txBody>
                  <a:tcPr/>
                </a:tc>
                <a:tc>
                  <a:txBody>
                    <a:bodyPr/>
                    <a:lstStyle/>
                    <a:p>
                      <a:pPr algn="ctr"/>
                      <a:r>
                        <a:rPr lang="en-US" dirty="0"/>
                        <a:t>-3.32</a:t>
                      </a:r>
                    </a:p>
                  </a:txBody>
                  <a:tcPr/>
                </a:tc>
                <a:tc>
                  <a:txBody>
                    <a:bodyPr/>
                    <a:lstStyle/>
                    <a:p>
                      <a:pPr algn="ctr"/>
                      <a:r>
                        <a:rPr lang="en-US" dirty="0"/>
                        <a:t>-5.64</a:t>
                      </a:r>
                    </a:p>
                  </a:txBody>
                  <a:tcPr/>
                </a:tc>
                <a:tc>
                  <a:txBody>
                    <a:bodyPr/>
                    <a:lstStyle/>
                    <a:p>
                      <a:pPr algn="ctr"/>
                      <a:r>
                        <a:rPr lang="en-US" dirty="0"/>
                        <a:t>-7.97</a:t>
                      </a:r>
                    </a:p>
                  </a:txBody>
                  <a:tcPr/>
                </a:tc>
                <a:tc>
                  <a:txBody>
                    <a:bodyPr/>
                    <a:lstStyle/>
                    <a:p>
                      <a:pPr algn="ctr"/>
                      <a:r>
                        <a:rPr lang="en-US" dirty="0"/>
                        <a:t>-9.70</a:t>
                      </a:r>
                    </a:p>
                  </a:txBody>
                  <a:tcPr/>
                </a:tc>
                <a:tc>
                  <a:txBody>
                    <a:bodyPr/>
                    <a:lstStyle/>
                    <a:p>
                      <a:pPr algn="ctr"/>
                      <a:r>
                        <a:rPr lang="en-US" dirty="0"/>
                        <a:t>-12.03</a:t>
                      </a:r>
                    </a:p>
                  </a:txBody>
                  <a:tcPr/>
                </a:tc>
                <a:tc>
                  <a:txBody>
                    <a:bodyPr/>
                    <a:lstStyle/>
                    <a:p>
                      <a:pPr algn="ctr"/>
                      <a:r>
                        <a:rPr lang="en-US" dirty="0"/>
                        <a:t>-13.77</a:t>
                      </a:r>
                    </a:p>
                  </a:txBody>
                  <a:tcPr/>
                </a:tc>
                <a:tc>
                  <a:txBody>
                    <a:bodyPr/>
                    <a:lstStyle/>
                    <a:p>
                      <a:pPr algn="ctr"/>
                      <a:r>
                        <a:rPr lang="en-US" dirty="0"/>
                        <a:t>-16.08</a:t>
                      </a:r>
                    </a:p>
                  </a:txBody>
                  <a:tcPr/>
                </a:tc>
                <a:tc>
                  <a:txBody>
                    <a:bodyPr/>
                    <a:lstStyle/>
                    <a:p>
                      <a:pPr algn="ctr"/>
                      <a:r>
                        <a:rPr lang="en-US" dirty="0"/>
                        <a:t>-17.82</a:t>
                      </a:r>
                    </a:p>
                  </a:txBody>
                  <a:tcPr/>
                </a:tc>
                <a:tc>
                  <a:txBody>
                    <a:bodyPr/>
                    <a:lstStyle/>
                    <a:p>
                      <a:pPr algn="ctr"/>
                      <a:r>
                        <a:rPr lang="en-US" dirty="0"/>
                        <a:t>-19.56</a:t>
                      </a:r>
                    </a:p>
                  </a:txBody>
                  <a:tcPr/>
                </a:tc>
                <a:extLst>
                  <a:ext uri="{0D108BD9-81ED-4DB2-BD59-A6C34878D82A}">
                    <a16:rowId xmlns:a16="http://schemas.microsoft.com/office/drawing/2014/main" val="1192171233"/>
                  </a:ext>
                </a:extLst>
              </a:tr>
            </a:tbl>
          </a:graphicData>
        </a:graphic>
      </p:graphicFrame>
      <p:cxnSp>
        <p:nvCxnSpPr>
          <p:cNvPr id="37" name="Straight Arrow Connector 36">
            <a:extLst>
              <a:ext uri="{FF2B5EF4-FFF2-40B4-BE49-F238E27FC236}">
                <a16:creationId xmlns:a16="http://schemas.microsoft.com/office/drawing/2014/main" id="{56D49546-E012-AEC5-CE31-BEA827415CE7}"/>
              </a:ext>
            </a:extLst>
          </p:cNvPr>
          <p:cNvCxnSpPr>
            <a:cxnSpLocks/>
          </p:cNvCxnSpPr>
          <p:nvPr/>
        </p:nvCxnSpPr>
        <p:spPr>
          <a:xfrm>
            <a:off x="2596202" y="578464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436B0FBC-CE1C-014D-18E0-E43CCD765982}"/>
              </a:ext>
            </a:extLst>
          </p:cNvPr>
          <p:cNvCxnSpPr>
            <a:cxnSpLocks/>
          </p:cNvCxnSpPr>
          <p:nvPr/>
        </p:nvCxnSpPr>
        <p:spPr>
          <a:xfrm>
            <a:off x="3605251" y="578464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0C3E83A8-2A3C-21BD-96EF-F11AC1518989}"/>
              </a:ext>
            </a:extLst>
          </p:cNvPr>
          <p:cNvCxnSpPr>
            <a:cxnSpLocks/>
          </p:cNvCxnSpPr>
          <p:nvPr/>
        </p:nvCxnSpPr>
        <p:spPr>
          <a:xfrm>
            <a:off x="4614300" y="578464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47878DA0-24E9-B52B-8605-F3A8FC6CE4ED}"/>
              </a:ext>
            </a:extLst>
          </p:cNvPr>
          <p:cNvCxnSpPr>
            <a:cxnSpLocks/>
          </p:cNvCxnSpPr>
          <p:nvPr/>
        </p:nvCxnSpPr>
        <p:spPr>
          <a:xfrm>
            <a:off x="5645806"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EF733F80-EB56-9DF5-891B-7649115CEF88}"/>
              </a:ext>
            </a:extLst>
          </p:cNvPr>
          <p:cNvCxnSpPr>
            <a:cxnSpLocks/>
          </p:cNvCxnSpPr>
          <p:nvPr/>
        </p:nvCxnSpPr>
        <p:spPr>
          <a:xfrm>
            <a:off x="6674105" y="6160354"/>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F94A0F28-ECDC-5ABF-2134-780E32B5EB16}"/>
              </a:ext>
            </a:extLst>
          </p:cNvPr>
          <p:cNvCxnSpPr>
            <a:cxnSpLocks/>
          </p:cNvCxnSpPr>
          <p:nvPr/>
        </p:nvCxnSpPr>
        <p:spPr>
          <a:xfrm>
            <a:off x="9743419"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Arrow Connector 51">
            <a:extLst>
              <a:ext uri="{FF2B5EF4-FFF2-40B4-BE49-F238E27FC236}">
                <a16:creationId xmlns:a16="http://schemas.microsoft.com/office/drawing/2014/main" id="{F16FF031-AD16-6A23-0AE2-A29F442D3FCE}"/>
              </a:ext>
            </a:extLst>
          </p:cNvPr>
          <p:cNvCxnSpPr>
            <a:cxnSpLocks/>
          </p:cNvCxnSpPr>
          <p:nvPr/>
        </p:nvCxnSpPr>
        <p:spPr>
          <a:xfrm>
            <a:off x="7688566"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3" name="Straight Arrow Connector 52">
            <a:extLst>
              <a:ext uri="{FF2B5EF4-FFF2-40B4-BE49-F238E27FC236}">
                <a16:creationId xmlns:a16="http://schemas.microsoft.com/office/drawing/2014/main" id="{3A231164-5FB9-077F-6276-16F5B3E39305}"/>
              </a:ext>
            </a:extLst>
          </p:cNvPr>
          <p:cNvCxnSpPr>
            <a:cxnSpLocks/>
          </p:cNvCxnSpPr>
          <p:nvPr/>
        </p:nvCxnSpPr>
        <p:spPr>
          <a:xfrm>
            <a:off x="8743955"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35B4911-A2F3-4E10-AE5B-26A462A60CFF}"/>
              </a:ext>
            </a:extLst>
          </p:cNvPr>
          <p:cNvCxnSpPr>
            <a:cxnSpLocks/>
          </p:cNvCxnSpPr>
          <p:nvPr/>
        </p:nvCxnSpPr>
        <p:spPr>
          <a:xfrm>
            <a:off x="2596202"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50481D16-1E97-4B24-94A6-E2F67EA92D2E}"/>
              </a:ext>
            </a:extLst>
          </p:cNvPr>
          <p:cNvCxnSpPr>
            <a:cxnSpLocks/>
          </p:cNvCxnSpPr>
          <p:nvPr/>
        </p:nvCxnSpPr>
        <p:spPr>
          <a:xfrm>
            <a:off x="3605251"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5BDAB04-1E61-4DB6-9B9B-53B8E007181D}"/>
              </a:ext>
            </a:extLst>
          </p:cNvPr>
          <p:cNvCxnSpPr>
            <a:cxnSpLocks/>
          </p:cNvCxnSpPr>
          <p:nvPr/>
        </p:nvCxnSpPr>
        <p:spPr>
          <a:xfrm>
            <a:off x="4614300" y="6168375"/>
            <a:ext cx="32011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89628C5A-ED3C-4008-84AA-426860D69B8E}"/>
              </a:ext>
            </a:extLst>
          </p:cNvPr>
          <p:cNvCxnSpPr>
            <a:cxnSpLocks/>
          </p:cNvCxnSpPr>
          <p:nvPr/>
        </p:nvCxnSpPr>
        <p:spPr>
          <a:xfrm>
            <a:off x="5645806" y="5814293"/>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18DE8452-BA8B-4B01-B3E1-F25C50F22CE2}"/>
              </a:ext>
            </a:extLst>
          </p:cNvPr>
          <p:cNvCxnSpPr>
            <a:cxnSpLocks/>
          </p:cNvCxnSpPr>
          <p:nvPr/>
        </p:nvCxnSpPr>
        <p:spPr>
          <a:xfrm>
            <a:off x="6674105" y="5814293"/>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47064C4A-0245-4D69-B9FC-D17BE79DA43D}"/>
              </a:ext>
            </a:extLst>
          </p:cNvPr>
          <p:cNvCxnSpPr>
            <a:cxnSpLocks/>
          </p:cNvCxnSpPr>
          <p:nvPr/>
        </p:nvCxnSpPr>
        <p:spPr>
          <a:xfrm>
            <a:off x="9743419" y="582231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985A241F-6E58-4F8F-AD36-571D21F07F61}"/>
              </a:ext>
            </a:extLst>
          </p:cNvPr>
          <p:cNvCxnSpPr>
            <a:cxnSpLocks/>
          </p:cNvCxnSpPr>
          <p:nvPr/>
        </p:nvCxnSpPr>
        <p:spPr>
          <a:xfrm>
            <a:off x="7688566" y="582231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4E50CB0B-2D9B-4220-AE03-6D0A234E660F}"/>
              </a:ext>
            </a:extLst>
          </p:cNvPr>
          <p:cNvCxnSpPr>
            <a:cxnSpLocks/>
          </p:cNvCxnSpPr>
          <p:nvPr/>
        </p:nvCxnSpPr>
        <p:spPr>
          <a:xfrm>
            <a:off x="8783281" y="5822314"/>
            <a:ext cx="320117" cy="0"/>
          </a:xfrm>
          <a:prstGeom prst="straightConnector1">
            <a:avLst/>
          </a:prstGeom>
          <a:ln>
            <a:solidFill>
              <a:srgbClr val="FF0000"/>
            </a:solidFill>
            <a:headEnd type="triangle"/>
            <a:tailEnd type="non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7482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7C45D-7C74-5ADF-F4BA-A371030EE742}"/>
              </a:ext>
            </a:extLst>
          </p:cNvPr>
          <p:cNvSpPr>
            <a:spLocks noGrp="1"/>
          </p:cNvSpPr>
          <p:nvPr>
            <p:ph type="title"/>
          </p:nvPr>
        </p:nvSpPr>
        <p:spPr/>
        <p:txBody>
          <a:bodyPr>
            <a:normAutofit fontScale="90000"/>
          </a:bodyPr>
          <a:lstStyle/>
          <a:p>
            <a:r>
              <a:rPr lang="en-US" dirty="0"/>
              <a:t>The Viterbi algorithm: summary</a:t>
            </a:r>
          </a:p>
        </p:txBody>
      </p:sp>
      <p:sp>
        <p:nvSpPr>
          <p:cNvPr id="3" name="Content Placeholder 2">
            <a:extLst>
              <a:ext uri="{FF2B5EF4-FFF2-40B4-BE49-F238E27FC236}">
                <a16:creationId xmlns:a16="http://schemas.microsoft.com/office/drawing/2014/main" id="{B842ED8A-7847-C033-1DBA-D4BE94A67E43}"/>
              </a:ext>
            </a:extLst>
          </p:cNvPr>
          <p:cNvSpPr>
            <a:spLocks noGrp="1"/>
          </p:cNvSpPr>
          <p:nvPr>
            <p:ph idx="1"/>
          </p:nvPr>
        </p:nvSpPr>
        <p:spPr/>
        <p:txBody>
          <a:bodyPr>
            <a:normAutofit/>
          </a:bodyPr>
          <a:lstStyle/>
          <a:p>
            <a:r>
              <a:rPr lang="en-US" dirty="0"/>
              <a:t>The Viterbi algorithm is used to compute the most probable path (as well as its probability). It requires knowledge of the parameters of the HMM model and a particular output sequence and it finds the state sequence that is most likely to have generated that output sequence. </a:t>
            </a:r>
          </a:p>
          <a:p>
            <a:r>
              <a:rPr lang="en-US" dirty="0"/>
              <a:t>It works by finding a maximum over all possible state sequences.</a:t>
            </a:r>
          </a:p>
          <a:p>
            <a:r>
              <a:rPr lang="en-US" dirty="0"/>
              <a:t>In sequence analysis, this method can be used for example to predict coding vs non-­coding sequences.</a:t>
            </a:r>
          </a:p>
          <a:p>
            <a:r>
              <a:rPr lang="en-US" dirty="0"/>
              <a:t>Similar (in spirit) to Smith-Waterman alignment!</a:t>
            </a:r>
          </a:p>
        </p:txBody>
      </p:sp>
      <p:sp>
        <p:nvSpPr>
          <p:cNvPr id="4" name="Slide Number Placeholder 3">
            <a:extLst>
              <a:ext uri="{FF2B5EF4-FFF2-40B4-BE49-F238E27FC236}">
                <a16:creationId xmlns:a16="http://schemas.microsoft.com/office/drawing/2014/main" id="{6BCBCB23-C345-B844-AF42-21EC3BE0FA73}"/>
              </a:ext>
            </a:extLst>
          </p:cNvPr>
          <p:cNvSpPr>
            <a:spLocks noGrp="1"/>
          </p:cNvSpPr>
          <p:nvPr>
            <p:ph type="sldNum" sz="quarter" idx="12"/>
          </p:nvPr>
        </p:nvSpPr>
        <p:spPr/>
        <p:txBody>
          <a:bodyPr/>
          <a:lstStyle/>
          <a:p>
            <a:fld id="{B82CCC60-E8CD-4174-8B1A-7DF615B22EEF}" type="slidenum">
              <a:rPr lang="en-US" smtClean="0"/>
              <a:pPr/>
              <a:t>32</a:t>
            </a:fld>
            <a:endParaRPr lang="en-US"/>
          </a:p>
        </p:txBody>
      </p:sp>
    </p:spTree>
    <p:extLst>
      <p:ext uri="{BB962C8B-B14F-4D97-AF65-F5344CB8AC3E}">
        <p14:creationId xmlns:p14="http://schemas.microsoft.com/office/powerpoint/2010/main" val="512676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9A8F-5566-1A79-CD86-91D3828803F2}"/>
              </a:ext>
            </a:extLst>
          </p:cNvPr>
          <p:cNvSpPr>
            <a:spLocks noGrp="1"/>
          </p:cNvSpPr>
          <p:nvPr>
            <p:ph type="title"/>
          </p:nvPr>
        </p:nvSpPr>
        <p:spPr/>
        <p:txBody>
          <a:bodyPr>
            <a:normAutofit fontScale="90000"/>
          </a:bodyPr>
          <a:lstStyle/>
          <a:p>
            <a:r>
              <a:rPr lang="en-US" dirty="0"/>
              <a:t>Making use of annotated genomes</a:t>
            </a:r>
          </a:p>
        </p:txBody>
      </p:sp>
      <p:sp>
        <p:nvSpPr>
          <p:cNvPr id="3" name="Content Placeholder 2">
            <a:extLst>
              <a:ext uri="{FF2B5EF4-FFF2-40B4-BE49-F238E27FC236}">
                <a16:creationId xmlns:a16="http://schemas.microsoft.com/office/drawing/2014/main" id="{197A7719-33AD-3C56-8D13-83C68C1C8D05}"/>
              </a:ext>
            </a:extLst>
          </p:cNvPr>
          <p:cNvSpPr>
            <a:spLocks noGrp="1"/>
          </p:cNvSpPr>
          <p:nvPr>
            <p:ph idx="1"/>
          </p:nvPr>
        </p:nvSpPr>
        <p:spPr>
          <a:xfrm>
            <a:off x="598620" y="1596540"/>
            <a:ext cx="10972800" cy="5044892"/>
          </a:xfrm>
        </p:spPr>
        <p:txBody>
          <a:bodyPr>
            <a:normAutofit/>
          </a:bodyPr>
          <a:lstStyle/>
          <a:p>
            <a:r>
              <a:rPr lang="en-US" dirty="0"/>
              <a:t>We assembled and annotated a </a:t>
            </a:r>
            <a:r>
              <a:rPr lang="en-US" b="1" dirty="0"/>
              <a:t>reference</a:t>
            </a:r>
            <a:r>
              <a:rPr lang="en-US" dirty="0"/>
              <a:t> genome:</a:t>
            </a:r>
          </a:p>
          <a:p>
            <a:pPr lvl="1"/>
            <a:r>
              <a:rPr lang="en-US" dirty="0"/>
              <a:t>We know the DNA sequence of the genome</a:t>
            </a:r>
          </a:p>
          <a:p>
            <a:pPr lvl="1"/>
            <a:r>
              <a:rPr lang="en-US" dirty="0"/>
              <a:t>We know positions of all functional elements: exons, introns, transcript and protein coding sequences</a:t>
            </a:r>
          </a:p>
          <a:p>
            <a:r>
              <a:rPr lang="en-US" dirty="0"/>
              <a:t>How can we use this information:</a:t>
            </a:r>
          </a:p>
          <a:p>
            <a:pPr lvl="1"/>
            <a:r>
              <a:rPr lang="en-US" dirty="0"/>
              <a:t>We can establish the function of genes by protein homology</a:t>
            </a:r>
          </a:p>
          <a:p>
            <a:pPr lvl="1"/>
            <a:r>
              <a:rPr lang="en-US" dirty="0"/>
              <a:t>We can relate genotype to phenotype by looking at a population of individuals and by cataloguing their: </a:t>
            </a:r>
          </a:p>
          <a:p>
            <a:pPr lvl="2"/>
            <a:r>
              <a:rPr lang="en-US" dirty="0"/>
              <a:t>Phenotypes: physical appearance, </a:t>
            </a:r>
            <a:r>
              <a:rPr lang="en-US" dirty="0" err="1"/>
              <a:t>etc</a:t>
            </a:r>
            <a:endParaRPr lang="en-US" dirty="0"/>
          </a:p>
          <a:p>
            <a:pPr lvl="2"/>
            <a:r>
              <a:rPr lang="en-US" dirty="0"/>
              <a:t>Genotypes: set of differences between their genome and the reference</a:t>
            </a:r>
          </a:p>
          <a:p>
            <a:pPr lvl="1"/>
            <a:endParaRPr lang="en-US" dirty="0"/>
          </a:p>
        </p:txBody>
      </p:sp>
      <p:sp>
        <p:nvSpPr>
          <p:cNvPr id="4" name="Slide Number Placeholder 3">
            <a:extLst>
              <a:ext uri="{FF2B5EF4-FFF2-40B4-BE49-F238E27FC236}">
                <a16:creationId xmlns:a16="http://schemas.microsoft.com/office/drawing/2014/main" id="{4E6F08A2-F465-C564-D808-6612006822E9}"/>
              </a:ext>
            </a:extLst>
          </p:cNvPr>
          <p:cNvSpPr>
            <a:spLocks noGrp="1"/>
          </p:cNvSpPr>
          <p:nvPr>
            <p:ph type="sldNum" sz="quarter" idx="12"/>
          </p:nvPr>
        </p:nvSpPr>
        <p:spPr/>
        <p:txBody>
          <a:bodyPr/>
          <a:lstStyle/>
          <a:p>
            <a:fld id="{B82CCC60-E8CD-4174-8B1A-7DF615B22EEF}" type="slidenum">
              <a:rPr lang="en-US" smtClean="0"/>
              <a:pPr/>
              <a:t>33</a:t>
            </a:fld>
            <a:endParaRPr lang="en-US"/>
          </a:p>
        </p:txBody>
      </p:sp>
    </p:spTree>
    <p:extLst>
      <p:ext uri="{BB962C8B-B14F-4D97-AF65-F5344CB8AC3E}">
        <p14:creationId xmlns:p14="http://schemas.microsoft.com/office/powerpoint/2010/main" val="41011916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2A11A-5645-6CFF-B26C-7B07CA28D3A1}"/>
              </a:ext>
            </a:extLst>
          </p:cNvPr>
          <p:cNvSpPr>
            <a:spLocks noGrp="1"/>
          </p:cNvSpPr>
          <p:nvPr>
            <p:ph type="title"/>
          </p:nvPr>
        </p:nvSpPr>
        <p:spPr/>
        <p:txBody>
          <a:bodyPr>
            <a:normAutofit fontScale="90000"/>
          </a:bodyPr>
          <a:lstStyle/>
          <a:p>
            <a:r>
              <a:rPr lang="en-US" dirty="0"/>
              <a:t>Genome Wide Association Study</a:t>
            </a:r>
          </a:p>
        </p:txBody>
      </p:sp>
      <p:sp>
        <p:nvSpPr>
          <p:cNvPr id="3" name="Content Placeholder 2">
            <a:extLst>
              <a:ext uri="{FF2B5EF4-FFF2-40B4-BE49-F238E27FC236}">
                <a16:creationId xmlns:a16="http://schemas.microsoft.com/office/drawing/2014/main" id="{6258EF31-2952-59EC-61BC-29F953630F6D}"/>
              </a:ext>
            </a:extLst>
          </p:cNvPr>
          <p:cNvSpPr>
            <a:spLocks noGrp="1"/>
          </p:cNvSpPr>
          <p:nvPr>
            <p:ph idx="1"/>
          </p:nvPr>
        </p:nvSpPr>
        <p:spPr/>
        <p:txBody>
          <a:bodyPr/>
          <a:lstStyle/>
          <a:p>
            <a:r>
              <a:rPr lang="en-US" dirty="0"/>
              <a:t>A genome-wide association study (GWAS) is a method used to identify genetic variants, that are associated with a particular disease or trait by comparing the genomes of many individuals. </a:t>
            </a:r>
          </a:p>
          <a:p>
            <a:r>
              <a:rPr lang="en-US" dirty="0"/>
              <a:t>It involves comparing the entire genomes of people who have a disease with those who don't, looking for genetic differences that appear more frequently in the affected group. The results help scientists understand the genetic basis of diseases and other traits. </a:t>
            </a:r>
          </a:p>
          <a:p>
            <a:endParaRPr lang="en-US" dirty="0"/>
          </a:p>
        </p:txBody>
      </p:sp>
      <p:sp>
        <p:nvSpPr>
          <p:cNvPr id="4" name="Slide Number Placeholder 3">
            <a:extLst>
              <a:ext uri="{FF2B5EF4-FFF2-40B4-BE49-F238E27FC236}">
                <a16:creationId xmlns:a16="http://schemas.microsoft.com/office/drawing/2014/main" id="{9160418A-98B5-096D-6463-A0218D37BDB8}"/>
              </a:ext>
            </a:extLst>
          </p:cNvPr>
          <p:cNvSpPr>
            <a:spLocks noGrp="1"/>
          </p:cNvSpPr>
          <p:nvPr>
            <p:ph type="sldNum" sz="quarter" idx="12"/>
          </p:nvPr>
        </p:nvSpPr>
        <p:spPr/>
        <p:txBody>
          <a:bodyPr/>
          <a:lstStyle/>
          <a:p>
            <a:fld id="{B82CCC60-E8CD-4174-8B1A-7DF615B22EEF}" type="slidenum">
              <a:rPr lang="en-US" smtClean="0"/>
              <a:pPr/>
              <a:t>34</a:t>
            </a:fld>
            <a:endParaRPr lang="en-US"/>
          </a:p>
        </p:txBody>
      </p:sp>
    </p:spTree>
    <p:extLst>
      <p:ext uri="{BB962C8B-B14F-4D97-AF65-F5344CB8AC3E}">
        <p14:creationId xmlns:p14="http://schemas.microsoft.com/office/powerpoint/2010/main" val="1351066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6169F-B2C0-93AB-D759-FD4DEBA40CC3}"/>
              </a:ext>
            </a:extLst>
          </p:cNvPr>
          <p:cNvSpPr>
            <a:spLocks noGrp="1"/>
          </p:cNvSpPr>
          <p:nvPr>
            <p:ph type="title"/>
          </p:nvPr>
        </p:nvSpPr>
        <p:spPr/>
        <p:txBody>
          <a:bodyPr>
            <a:normAutofit fontScale="90000"/>
          </a:bodyPr>
          <a:lstStyle/>
          <a:p>
            <a:r>
              <a:rPr lang="en-US" dirty="0"/>
              <a:t>How GWAS works</a:t>
            </a:r>
          </a:p>
        </p:txBody>
      </p:sp>
      <p:sp>
        <p:nvSpPr>
          <p:cNvPr id="3" name="Content Placeholder 2">
            <a:extLst>
              <a:ext uri="{FF2B5EF4-FFF2-40B4-BE49-F238E27FC236}">
                <a16:creationId xmlns:a16="http://schemas.microsoft.com/office/drawing/2014/main" id="{BE208FB0-3474-A3C7-B323-C5BD46C3A5FD}"/>
              </a:ext>
            </a:extLst>
          </p:cNvPr>
          <p:cNvSpPr>
            <a:spLocks noGrp="1"/>
          </p:cNvSpPr>
          <p:nvPr>
            <p:ph idx="1"/>
          </p:nvPr>
        </p:nvSpPr>
        <p:spPr>
          <a:xfrm>
            <a:off x="598620" y="1596540"/>
            <a:ext cx="10972800" cy="4919763"/>
          </a:xfrm>
        </p:spPr>
        <p:txBody>
          <a:bodyPr>
            <a:normAutofit fontScale="92500" lnSpcReduction="10000"/>
          </a:bodyPr>
          <a:lstStyle/>
          <a:p>
            <a:r>
              <a:rPr lang="en-US" b="1" dirty="0"/>
              <a:t>Participant groups:</a:t>
            </a:r>
            <a:r>
              <a:rPr lang="en-US" dirty="0"/>
              <a:t> Researchers assemble two large groups of people: a "case" group with a specific disease or trait and a "control" group without it.</a:t>
            </a:r>
          </a:p>
          <a:p>
            <a:r>
              <a:rPr lang="en-US" b="1" dirty="0"/>
              <a:t>DNA collection:</a:t>
            </a:r>
            <a:r>
              <a:rPr lang="en-US" dirty="0"/>
              <a:t> DNA is collected from all participants, often through a blood sample or a cheek swab.</a:t>
            </a:r>
          </a:p>
          <a:p>
            <a:r>
              <a:rPr lang="en-US" b="1" dirty="0"/>
              <a:t>Genotyping:</a:t>
            </a:r>
            <a:r>
              <a:rPr lang="en-US" dirty="0"/>
              <a:t> The DNA is then analyzed to identify common genetic variants, typically single nucleotide polymorphisms (SNPs), across the entire genome.</a:t>
            </a:r>
          </a:p>
          <a:p>
            <a:r>
              <a:rPr lang="en-US" b="1" dirty="0"/>
              <a:t>Association testing:</a:t>
            </a:r>
            <a:r>
              <a:rPr lang="en-US" dirty="0"/>
              <a:t> Statistical tests are performed to see if any particular SNP variant is found significantly more often in one group than the other. For example, more people with heart disease might have a "C" SNP in a specific gene compared to a "T" SNP, which is more common in the control group.</a:t>
            </a:r>
          </a:p>
          <a:p>
            <a:r>
              <a:rPr lang="en-US" b="1" dirty="0"/>
              <a:t>Interpretation:</a:t>
            </a:r>
            <a:r>
              <a:rPr lang="en-US" dirty="0"/>
              <a:t> Variants found more frequently in the case group are considered to be associated with the disease or trait. </a:t>
            </a:r>
          </a:p>
          <a:p>
            <a:endParaRPr lang="en-US" dirty="0"/>
          </a:p>
        </p:txBody>
      </p:sp>
      <p:sp>
        <p:nvSpPr>
          <p:cNvPr id="4" name="Slide Number Placeholder 3">
            <a:extLst>
              <a:ext uri="{FF2B5EF4-FFF2-40B4-BE49-F238E27FC236}">
                <a16:creationId xmlns:a16="http://schemas.microsoft.com/office/drawing/2014/main" id="{07BD7618-645F-A0B0-1A1C-11848B8F1D67}"/>
              </a:ext>
            </a:extLst>
          </p:cNvPr>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101611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76A8C-E7D6-3257-9E0F-5BBA4262CB35}"/>
              </a:ext>
            </a:extLst>
          </p:cNvPr>
          <p:cNvSpPr>
            <a:spLocks noGrp="1"/>
          </p:cNvSpPr>
          <p:nvPr>
            <p:ph type="title"/>
          </p:nvPr>
        </p:nvSpPr>
        <p:spPr/>
        <p:txBody>
          <a:bodyPr>
            <a:normAutofit fontScale="90000"/>
          </a:bodyPr>
          <a:lstStyle/>
          <a:p>
            <a:r>
              <a:rPr lang="en-US" dirty="0"/>
              <a:t>What is GWAS used for</a:t>
            </a:r>
          </a:p>
        </p:txBody>
      </p:sp>
      <p:sp>
        <p:nvSpPr>
          <p:cNvPr id="3" name="Content Placeholder 2">
            <a:extLst>
              <a:ext uri="{FF2B5EF4-FFF2-40B4-BE49-F238E27FC236}">
                <a16:creationId xmlns:a16="http://schemas.microsoft.com/office/drawing/2014/main" id="{24432F2C-BBCF-C71E-3A6F-9B8D4C171AD1}"/>
              </a:ext>
            </a:extLst>
          </p:cNvPr>
          <p:cNvSpPr>
            <a:spLocks noGrp="1"/>
          </p:cNvSpPr>
          <p:nvPr>
            <p:ph idx="1"/>
          </p:nvPr>
        </p:nvSpPr>
        <p:spPr/>
        <p:txBody>
          <a:bodyPr>
            <a:normAutofit lnSpcReduction="10000"/>
          </a:bodyPr>
          <a:lstStyle/>
          <a:p>
            <a:r>
              <a:rPr lang="en-US" b="1" dirty="0"/>
              <a:t>Understanding disease:</a:t>
            </a:r>
            <a:r>
              <a:rPr lang="en-US" dirty="0"/>
              <a:t> GWAS provides a way to identify genetic risk factors for many diseases, including some types of cancer, heart disease, and neurological disorders.</a:t>
            </a:r>
          </a:p>
          <a:p>
            <a:r>
              <a:rPr lang="en-US" b="1" dirty="0"/>
              <a:t>Improving research:</a:t>
            </a:r>
            <a:r>
              <a:rPr lang="en-US" dirty="0"/>
              <a:t> By pinpointing these associated variants, researchers can investigate the specific genes and biological mechanisms that contribute to disease risk.</a:t>
            </a:r>
          </a:p>
          <a:p>
            <a:r>
              <a:rPr lang="en-US" b="1" dirty="0"/>
              <a:t>Developing treatments:</a:t>
            </a:r>
            <a:r>
              <a:rPr lang="en-US" dirty="0"/>
              <a:t> Insights from GWAS can serve as a first step toward understanding a disease's underlying causes and eventually lead to the development of new treatments. </a:t>
            </a:r>
          </a:p>
          <a:p>
            <a:endParaRPr lang="en-US" dirty="0"/>
          </a:p>
        </p:txBody>
      </p:sp>
      <p:sp>
        <p:nvSpPr>
          <p:cNvPr id="4" name="Slide Number Placeholder 3">
            <a:extLst>
              <a:ext uri="{FF2B5EF4-FFF2-40B4-BE49-F238E27FC236}">
                <a16:creationId xmlns:a16="http://schemas.microsoft.com/office/drawing/2014/main" id="{23545AC8-91B5-D557-CEE2-13E59A5D176C}"/>
              </a:ext>
            </a:extLst>
          </p:cNvPr>
          <p:cNvSpPr>
            <a:spLocks noGrp="1"/>
          </p:cNvSpPr>
          <p:nvPr>
            <p:ph type="sldNum" sz="quarter" idx="12"/>
          </p:nvPr>
        </p:nvSpPr>
        <p:spPr/>
        <p:txBody>
          <a:bodyPr/>
          <a:lstStyle/>
          <a:p>
            <a:fld id="{B82CCC60-E8CD-4174-8B1A-7DF615B22EEF}" type="slidenum">
              <a:rPr lang="en-US" smtClean="0"/>
              <a:pPr/>
              <a:t>36</a:t>
            </a:fld>
            <a:endParaRPr lang="en-US"/>
          </a:p>
        </p:txBody>
      </p:sp>
    </p:spTree>
    <p:extLst>
      <p:ext uri="{BB962C8B-B14F-4D97-AF65-F5344CB8AC3E}">
        <p14:creationId xmlns:p14="http://schemas.microsoft.com/office/powerpoint/2010/main" val="3477854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1BA9-51AC-D3CF-5415-3A7693BA9A77}"/>
              </a:ext>
            </a:extLst>
          </p:cNvPr>
          <p:cNvSpPr>
            <a:spLocks noGrp="1"/>
          </p:cNvSpPr>
          <p:nvPr>
            <p:ph type="title"/>
          </p:nvPr>
        </p:nvSpPr>
        <p:spPr/>
        <p:txBody>
          <a:bodyPr>
            <a:normAutofit fontScale="90000"/>
          </a:bodyPr>
          <a:lstStyle/>
          <a:p>
            <a:r>
              <a:rPr lang="en-US" dirty="0"/>
              <a:t>The first step in GWAS: Variant Calling</a:t>
            </a:r>
          </a:p>
        </p:txBody>
      </p:sp>
      <p:sp>
        <p:nvSpPr>
          <p:cNvPr id="3" name="Content Placeholder 2">
            <a:extLst>
              <a:ext uri="{FF2B5EF4-FFF2-40B4-BE49-F238E27FC236}">
                <a16:creationId xmlns:a16="http://schemas.microsoft.com/office/drawing/2014/main" id="{6424252B-75A5-A091-0B21-1EB810DA9B0E}"/>
              </a:ext>
            </a:extLst>
          </p:cNvPr>
          <p:cNvSpPr>
            <a:spLocks noGrp="1"/>
          </p:cNvSpPr>
          <p:nvPr>
            <p:ph idx="1"/>
          </p:nvPr>
        </p:nvSpPr>
        <p:spPr/>
        <p:txBody>
          <a:bodyPr>
            <a:normAutofit lnSpcReduction="10000"/>
          </a:bodyPr>
          <a:lstStyle/>
          <a:p>
            <a:r>
              <a:rPr lang="en-US" b="1" dirty="0"/>
              <a:t>Sequencing: </a:t>
            </a:r>
            <a:r>
              <a:rPr lang="en-US" dirty="0"/>
              <a:t>A DNA sample is sequenced to generate many short reads containing genetic information. </a:t>
            </a:r>
          </a:p>
          <a:p>
            <a:r>
              <a:rPr lang="en-US" b="1" dirty="0"/>
              <a:t>Alignment:</a:t>
            </a:r>
            <a:r>
              <a:rPr lang="en-US" dirty="0"/>
              <a:t> The generated short reads are aligned (mapped) to a known reference genome. </a:t>
            </a:r>
          </a:p>
          <a:p>
            <a:r>
              <a:rPr lang="en-US" b="1" dirty="0"/>
              <a:t>Variant Identification: </a:t>
            </a:r>
            <a:r>
              <a:rPr lang="en-US" dirty="0"/>
              <a:t>Bioinformatic algorithms compare the aligned reads to the reference to identify positions where they differ, indicating a variant. </a:t>
            </a:r>
          </a:p>
          <a:p>
            <a:r>
              <a:rPr lang="en-US" b="1" dirty="0"/>
              <a:t>Variant Call Formatting: </a:t>
            </a:r>
            <a:r>
              <a:rPr lang="en-US" dirty="0"/>
              <a:t>The identified variants are compiled into a standardized Variant Call Format (VCF) file. </a:t>
            </a:r>
          </a:p>
        </p:txBody>
      </p:sp>
      <p:sp>
        <p:nvSpPr>
          <p:cNvPr id="4" name="Slide Number Placeholder 3">
            <a:extLst>
              <a:ext uri="{FF2B5EF4-FFF2-40B4-BE49-F238E27FC236}">
                <a16:creationId xmlns:a16="http://schemas.microsoft.com/office/drawing/2014/main" id="{58A8F257-5324-DBC6-ACAF-B703C251F65F}"/>
              </a:ext>
            </a:extLst>
          </p:cNvPr>
          <p:cNvSpPr>
            <a:spLocks noGrp="1"/>
          </p:cNvSpPr>
          <p:nvPr>
            <p:ph type="sldNum" sz="quarter" idx="12"/>
          </p:nvPr>
        </p:nvSpPr>
        <p:spPr/>
        <p:txBody>
          <a:bodyPr/>
          <a:lstStyle/>
          <a:p>
            <a:fld id="{B82CCC60-E8CD-4174-8B1A-7DF615B22EEF}" type="slidenum">
              <a:rPr lang="en-US" smtClean="0"/>
              <a:pPr/>
              <a:t>37</a:t>
            </a:fld>
            <a:endParaRPr lang="en-US"/>
          </a:p>
        </p:txBody>
      </p:sp>
    </p:spTree>
    <p:extLst>
      <p:ext uri="{BB962C8B-B14F-4D97-AF65-F5344CB8AC3E}">
        <p14:creationId xmlns:p14="http://schemas.microsoft.com/office/powerpoint/2010/main" val="582660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672D-A435-BC83-72AA-E32D227F60BD}"/>
              </a:ext>
            </a:extLst>
          </p:cNvPr>
          <p:cNvSpPr>
            <a:spLocks noGrp="1"/>
          </p:cNvSpPr>
          <p:nvPr>
            <p:ph type="title"/>
          </p:nvPr>
        </p:nvSpPr>
        <p:spPr/>
        <p:txBody>
          <a:bodyPr>
            <a:normAutofit fontScale="90000"/>
          </a:bodyPr>
          <a:lstStyle/>
          <a:p>
            <a:r>
              <a:rPr lang="en-US" dirty="0"/>
              <a:t>Types of variants</a:t>
            </a:r>
          </a:p>
        </p:txBody>
      </p:sp>
      <p:sp>
        <p:nvSpPr>
          <p:cNvPr id="3" name="Content Placeholder 2">
            <a:extLst>
              <a:ext uri="{FF2B5EF4-FFF2-40B4-BE49-F238E27FC236}">
                <a16:creationId xmlns:a16="http://schemas.microsoft.com/office/drawing/2014/main" id="{2B1184CE-5E86-958A-1224-B2F8288EB7E6}"/>
              </a:ext>
            </a:extLst>
          </p:cNvPr>
          <p:cNvSpPr>
            <a:spLocks noGrp="1"/>
          </p:cNvSpPr>
          <p:nvPr>
            <p:ph idx="1"/>
          </p:nvPr>
        </p:nvSpPr>
        <p:spPr/>
        <p:txBody>
          <a:bodyPr/>
          <a:lstStyle/>
          <a:p>
            <a:r>
              <a:rPr lang="en-US" b="1" dirty="0"/>
              <a:t>Single Nucleotide Variants (SNVs): </a:t>
            </a:r>
            <a:r>
              <a:rPr lang="en-US" dirty="0"/>
              <a:t>A change in a single DNA base pair, such as a single nucleotide polymorphism (SNP).</a:t>
            </a:r>
          </a:p>
          <a:p>
            <a:r>
              <a:rPr lang="en-US" b="1" dirty="0"/>
              <a:t>Insertions/Deletions (Indels):</a:t>
            </a:r>
            <a:r>
              <a:rPr lang="en-US" dirty="0"/>
              <a:t> Short segments of DNA that are inserted or deleted.</a:t>
            </a:r>
          </a:p>
          <a:p>
            <a:r>
              <a:rPr lang="en-US" b="1" dirty="0"/>
              <a:t>Structural Variants (SVs): </a:t>
            </a:r>
            <a:r>
              <a:rPr lang="en-US" dirty="0"/>
              <a:t>Larger-scale changes to the genome, including deletions, duplications, inversions, and translocations.</a:t>
            </a:r>
          </a:p>
        </p:txBody>
      </p:sp>
      <p:sp>
        <p:nvSpPr>
          <p:cNvPr id="4" name="Slide Number Placeholder 3">
            <a:extLst>
              <a:ext uri="{FF2B5EF4-FFF2-40B4-BE49-F238E27FC236}">
                <a16:creationId xmlns:a16="http://schemas.microsoft.com/office/drawing/2014/main" id="{7680CDBB-CABE-DADA-9F90-7C41BDB5D374}"/>
              </a:ext>
            </a:extLst>
          </p:cNvPr>
          <p:cNvSpPr>
            <a:spLocks noGrp="1"/>
          </p:cNvSpPr>
          <p:nvPr>
            <p:ph type="sldNum" sz="quarter" idx="12"/>
          </p:nvPr>
        </p:nvSpPr>
        <p:spPr/>
        <p:txBody>
          <a:bodyPr/>
          <a:lstStyle/>
          <a:p>
            <a:fld id="{B82CCC60-E8CD-4174-8B1A-7DF615B22EEF}" type="slidenum">
              <a:rPr lang="en-US" smtClean="0"/>
              <a:pPr/>
              <a:t>38</a:t>
            </a:fld>
            <a:endParaRPr lang="en-US"/>
          </a:p>
        </p:txBody>
      </p:sp>
    </p:spTree>
    <p:extLst>
      <p:ext uri="{BB962C8B-B14F-4D97-AF65-F5344CB8AC3E}">
        <p14:creationId xmlns:p14="http://schemas.microsoft.com/office/powerpoint/2010/main" val="897960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D0D3-4250-4E4B-8EF1-C1D81E4DDCD4}"/>
              </a:ext>
            </a:extLst>
          </p:cNvPr>
          <p:cNvSpPr>
            <a:spLocks noGrp="1"/>
          </p:cNvSpPr>
          <p:nvPr>
            <p:ph type="title"/>
          </p:nvPr>
        </p:nvSpPr>
        <p:spPr/>
        <p:txBody>
          <a:bodyPr>
            <a:normAutofit fontScale="90000"/>
          </a:bodyPr>
          <a:lstStyle/>
          <a:p>
            <a:r>
              <a:rPr lang="en-US" dirty="0"/>
              <a:t>Single nucleotide variants (SNV or SNP)</a:t>
            </a:r>
          </a:p>
        </p:txBody>
      </p:sp>
      <p:sp>
        <p:nvSpPr>
          <p:cNvPr id="4" name="Slide Number Placeholder 3">
            <a:extLst>
              <a:ext uri="{FF2B5EF4-FFF2-40B4-BE49-F238E27FC236}">
                <a16:creationId xmlns:a16="http://schemas.microsoft.com/office/drawing/2014/main" id="{26B83F49-79CD-4B87-91B1-2E43CF20D293}"/>
              </a:ext>
            </a:extLst>
          </p:cNvPr>
          <p:cNvSpPr>
            <a:spLocks noGrp="1"/>
          </p:cNvSpPr>
          <p:nvPr>
            <p:ph type="sldNum" sz="quarter" idx="12"/>
          </p:nvPr>
        </p:nvSpPr>
        <p:spPr/>
        <p:txBody>
          <a:bodyPr/>
          <a:lstStyle/>
          <a:p>
            <a:fld id="{B82CCC60-E8CD-4174-8B1A-7DF615B22EEF}" type="slidenum">
              <a:rPr lang="en-US" smtClean="0"/>
              <a:pPr/>
              <a:t>39</a:t>
            </a:fld>
            <a:endParaRPr lang="en-US"/>
          </a:p>
        </p:txBody>
      </p:sp>
      <p:pic>
        <p:nvPicPr>
          <p:cNvPr id="6" name="Picture 5">
            <a:extLst>
              <a:ext uri="{FF2B5EF4-FFF2-40B4-BE49-F238E27FC236}">
                <a16:creationId xmlns:a16="http://schemas.microsoft.com/office/drawing/2014/main" id="{30DBBF84-F160-4B93-A3E6-EFFC40927008}"/>
              </a:ext>
            </a:extLst>
          </p:cNvPr>
          <p:cNvPicPr>
            <a:picLocks noChangeAspect="1"/>
          </p:cNvPicPr>
          <p:nvPr/>
        </p:nvPicPr>
        <p:blipFill>
          <a:blip r:embed="rId2"/>
          <a:stretch>
            <a:fillRect/>
          </a:stretch>
        </p:blipFill>
        <p:spPr>
          <a:xfrm>
            <a:off x="2173852" y="1940804"/>
            <a:ext cx="7011378" cy="4515480"/>
          </a:xfrm>
          <a:prstGeom prst="rect">
            <a:avLst/>
          </a:prstGeom>
        </p:spPr>
      </p:pic>
      <p:sp>
        <p:nvSpPr>
          <p:cNvPr id="7" name="TextBox 6">
            <a:extLst>
              <a:ext uri="{FF2B5EF4-FFF2-40B4-BE49-F238E27FC236}">
                <a16:creationId xmlns:a16="http://schemas.microsoft.com/office/drawing/2014/main" id="{60A784DD-D65B-4E69-B9AB-ABD9CA9816B8}"/>
              </a:ext>
            </a:extLst>
          </p:cNvPr>
          <p:cNvSpPr txBox="1"/>
          <p:nvPr/>
        </p:nvSpPr>
        <p:spPr>
          <a:xfrm>
            <a:off x="598620" y="6456284"/>
            <a:ext cx="2098010" cy="369332"/>
          </a:xfrm>
          <a:prstGeom prst="rect">
            <a:avLst/>
          </a:prstGeom>
          <a:noFill/>
        </p:spPr>
        <p:txBody>
          <a:bodyPr wrap="none" rtlCol="0">
            <a:spAutoFit/>
          </a:bodyPr>
          <a:lstStyle/>
          <a:p>
            <a:r>
              <a:rPr lang="en-US" dirty="0"/>
              <a:t>Source: genome.gov</a:t>
            </a:r>
          </a:p>
        </p:txBody>
      </p:sp>
      <p:sp>
        <p:nvSpPr>
          <p:cNvPr id="3" name="TextBox 2">
            <a:extLst>
              <a:ext uri="{FF2B5EF4-FFF2-40B4-BE49-F238E27FC236}">
                <a16:creationId xmlns:a16="http://schemas.microsoft.com/office/drawing/2014/main" id="{185A2386-0758-8DD4-D579-FA675FDA77E0}"/>
              </a:ext>
            </a:extLst>
          </p:cNvPr>
          <p:cNvSpPr txBox="1"/>
          <p:nvPr/>
        </p:nvSpPr>
        <p:spPr>
          <a:xfrm>
            <a:off x="3285770" y="1951749"/>
            <a:ext cx="1189300" cy="369332"/>
          </a:xfrm>
          <a:prstGeom prst="rect">
            <a:avLst/>
          </a:prstGeom>
          <a:noFill/>
        </p:spPr>
        <p:txBody>
          <a:bodyPr wrap="none" rtlCol="0">
            <a:spAutoFit/>
          </a:bodyPr>
          <a:lstStyle/>
          <a:p>
            <a:r>
              <a:rPr lang="en-US" dirty="0"/>
              <a:t>Reference:</a:t>
            </a:r>
            <a:endParaRPr lang="en-US" sz="2000" dirty="0">
              <a:solidFill>
                <a:srgbClr val="7030A0"/>
              </a:solidFill>
              <a:latin typeface="Bahnschrift Light SemiCondensed" panose="020B0502040204020203" pitchFamily="34" charset="0"/>
            </a:endParaRPr>
          </a:p>
        </p:txBody>
      </p:sp>
      <p:pic>
        <p:nvPicPr>
          <p:cNvPr id="8" name="Picture 7">
            <a:extLst>
              <a:ext uri="{FF2B5EF4-FFF2-40B4-BE49-F238E27FC236}">
                <a16:creationId xmlns:a16="http://schemas.microsoft.com/office/drawing/2014/main" id="{22086C79-5857-7439-A06D-3853490A375B}"/>
              </a:ext>
            </a:extLst>
          </p:cNvPr>
          <p:cNvPicPr>
            <a:picLocks noChangeAspect="1"/>
          </p:cNvPicPr>
          <p:nvPr/>
        </p:nvPicPr>
        <p:blipFill>
          <a:blip r:embed="rId3"/>
          <a:stretch>
            <a:fillRect/>
          </a:stretch>
        </p:blipFill>
        <p:spPr>
          <a:xfrm>
            <a:off x="4497033" y="1940804"/>
            <a:ext cx="3219899" cy="362001"/>
          </a:xfrm>
          <a:prstGeom prst="rect">
            <a:avLst/>
          </a:prstGeom>
        </p:spPr>
      </p:pic>
      <p:pic>
        <p:nvPicPr>
          <p:cNvPr id="14" name="Picture 13">
            <a:extLst>
              <a:ext uri="{FF2B5EF4-FFF2-40B4-BE49-F238E27FC236}">
                <a16:creationId xmlns:a16="http://schemas.microsoft.com/office/drawing/2014/main" id="{B9AA4502-D409-201E-C6E3-B6924BB16E72}"/>
              </a:ext>
            </a:extLst>
          </p:cNvPr>
          <p:cNvPicPr>
            <a:picLocks noChangeAspect="1"/>
          </p:cNvPicPr>
          <p:nvPr/>
        </p:nvPicPr>
        <p:blipFill>
          <a:blip r:embed="rId4"/>
          <a:stretch>
            <a:fillRect/>
          </a:stretch>
        </p:blipFill>
        <p:spPr>
          <a:xfrm>
            <a:off x="5945767" y="1968607"/>
            <a:ext cx="190271" cy="352474"/>
          </a:xfrm>
          <a:prstGeom prst="rect">
            <a:avLst/>
          </a:prstGeom>
        </p:spPr>
      </p:pic>
    </p:spTree>
    <p:extLst>
      <p:ext uri="{BB962C8B-B14F-4D97-AF65-F5344CB8AC3E}">
        <p14:creationId xmlns:p14="http://schemas.microsoft.com/office/powerpoint/2010/main" val="2349153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D0D3-4250-4E4B-8EF1-C1D81E4DDCD4}"/>
              </a:ext>
            </a:extLst>
          </p:cNvPr>
          <p:cNvSpPr>
            <a:spLocks noGrp="1"/>
          </p:cNvSpPr>
          <p:nvPr>
            <p:ph type="title"/>
          </p:nvPr>
        </p:nvSpPr>
        <p:spPr/>
        <p:txBody>
          <a:bodyPr>
            <a:normAutofit fontScale="90000"/>
          </a:bodyPr>
          <a:lstStyle/>
          <a:p>
            <a:r>
              <a:rPr lang="en-US" dirty="0"/>
              <a:t>Other variants </a:t>
            </a:r>
          </a:p>
        </p:txBody>
      </p:sp>
      <p:sp>
        <p:nvSpPr>
          <p:cNvPr id="4" name="Slide Number Placeholder 3">
            <a:extLst>
              <a:ext uri="{FF2B5EF4-FFF2-40B4-BE49-F238E27FC236}">
                <a16:creationId xmlns:a16="http://schemas.microsoft.com/office/drawing/2014/main" id="{26B83F49-79CD-4B87-91B1-2E43CF20D293}"/>
              </a:ext>
            </a:extLst>
          </p:cNvPr>
          <p:cNvSpPr>
            <a:spLocks noGrp="1"/>
          </p:cNvSpPr>
          <p:nvPr>
            <p:ph type="sldNum" sz="quarter" idx="12"/>
          </p:nvPr>
        </p:nvSpPr>
        <p:spPr/>
        <p:txBody>
          <a:bodyPr/>
          <a:lstStyle/>
          <a:p>
            <a:fld id="{B82CCC60-E8CD-4174-8B1A-7DF615B22EEF}" type="slidenum">
              <a:rPr lang="en-US" smtClean="0"/>
              <a:pPr/>
              <a:t>40</a:t>
            </a:fld>
            <a:endParaRPr lang="en-US"/>
          </a:p>
        </p:txBody>
      </p:sp>
      <p:sp>
        <p:nvSpPr>
          <p:cNvPr id="7" name="TextBox 6">
            <a:extLst>
              <a:ext uri="{FF2B5EF4-FFF2-40B4-BE49-F238E27FC236}">
                <a16:creationId xmlns:a16="http://schemas.microsoft.com/office/drawing/2014/main" id="{60A784DD-D65B-4E69-B9AB-ABD9CA9816B8}"/>
              </a:ext>
            </a:extLst>
          </p:cNvPr>
          <p:cNvSpPr txBox="1"/>
          <p:nvPr/>
        </p:nvSpPr>
        <p:spPr>
          <a:xfrm>
            <a:off x="598620" y="6456284"/>
            <a:ext cx="2098010" cy="369332"/>
          </a:xfrm>
          <a:prstGeom prst="rect">
            <a:avLst/>
          </a:prstGeom>
          <a:noFill/>
        </p:spPr>
        <p:txBody>
          <a:bodyPr wrap="none" rtlCol="0">
            <a:spAutoFit/>
          </a:bodyPr>
          <a:lstStyle/>
          <a:p>
            <a:r>
              <a:rPr lang="en-US" dirty="0"/>
              <a:t>Source: genome.gov</a:t>
            </a:r>
          </a:p>
        </p:txBody>
      </p:sp>
      <p:pic>
        <p:nvPicPr>
          <p:cNvPr id="5" name="Picture 4">
            <a:extLst>
              <a:ext uri="{FF2B5EF4-FFF2-40B4-BE49-F238E27FC236}">
                <a16:creationId xmlns:a16="http://schemas.microsoft.com/office/drawing/2014/main" id="{097F6318-4CB9-4A5C-968D-B5699D78C1B0}"/>
              </a:ext>
            </a:extLst>
          </p:cNvPr>
          <p:cNvPicPr>
            <a:picLocks noChangeAspect="1"/>
          </p:cNvPicPr>
          <p:nvPr/>
        </p:nvPicPr>
        <p:blipFill>
          <a:blip r:embed="rId2"/>
          <a:stretch>
            <a:fillRect/>
          </a:stretch>
        </p:blipFill>
        <p:spPr>
          <a:xfrm>
            <a:off x="2041394" y="1950735"/>
            <a:ext cx="7059010" cy="4115374"/>
          </a:xfrm>
          <a:prstGeom prst="rect">
            <a:avLst/>
          </a:prstGeom>
        </p:spPr>
      </p:pic>
    </p:spTree>
    <p:extLst>
      <p:ext uri="{BB962C8B-B14F-4D97-AF65-F5344CB8AC3E}">
        <p14:creationId xmlns:p14="http://schemas.microsoft.com/office/powerpoint/2010/main" val="4191912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B8F5-9DBA-32EE-C6C5-068C5F0672F5}"/>
              </a:ext>
            </a:extLst>
          </p:cNvPr>
          <p:cNvSpPr>
            <a:spLocks noGrp="1"/>
          </p:cNvSpPr>
          <p:nvPr>
            <p:ph type="title"/>
          </p:nvPr>
        </p:nvSpPr>
        <p:spPr/>
        <p:txBody>
          <a:bodyPr>
            <a:normAutofit fontScale="90000"/>
          </a:bodyPr>
          <a:lstStyle/>
          <a:p>
            <a:r>
              <a:rPr lang="en-US"/>
              <a:t>VCF file format</a:t>
            </a:r>
          </a:p>
        </p:txBody>
      </p:sp>
      <p:sp>
        <p:nvSpPr>
          <p:cNvPr id="3" name="Content Placeholder 2">
            <a:extLst>
              <a:ext uri="{FF2B5EF4-FFF2-40B4-BE49-F238E27FC236}">
                <a16:creationId xmlns:a16="http://schemas.microsoft.com/office/drawing/2014/main" id="{DD8351FA-2FEE-3BB6-D090-9867A620F645}"/>
              </a:ext>
            </a:extLst>
          </p:cNvPr>
          <p:cNvSpPr>
            <a:spLocks noGrp="1"/>
          </p:cNvSpPr>
          <p:nvPr>
            <p:ph idx="1"/>
          </p:nvPr>
        </p:nvSpPr>
        <p:spPr/>
        <p:txBody>
          <a:bodyPr/>
          <a:lstStyle/>
          <a:p>
            <a:r>
              <a:rPr lang="en-US" dirty="0"/>
              <a:t>Variant calls are usually reported in VCF format:</a:t>
            </a:r>
          </a:p>
          <a:p>
            <a:endParaRPr lang="en-US" dirty="0"/>
          </a:p>
        </p:txBody>
      </p:sp>
      <p:sp>
        <p:nvSpPr>
          <p:cNvPr id="4" name="Slide Number Placeholder 3">
            <a:extLst>
              <a:ext uri="{FF2B5EF4-FFF2-40B4-BE49-F238E27FC236}">
                <a16:creationId xmlns:a16="http://schemas.microsoft.com/office/drawing/2014/main" id="{CC5847AA-F229-A482-7BF9-12B7D14E2B97}"/>
              </a:ext>
            </a:extLst>
          </p:cNvPr>
          <p:cNvSpPr>
            <a:spLocks noGrp="1"/>
          </p:cNvSpPr>
          <p:nvPr>
            <p:ph type="sldNum" sz="quarter" idx="12"/>
          </p:nvPr>
        </p:nvSpPr>
        <p:spPr/>
        <p:txBody>
          <a:bodyPr/>
          <a:lstStyle/>
          <a:p>
            <a:fld id="{B82CCC60-E8CD-4174-8B1A-7DF615B22EEF}" type="slidenum">
              <a:rPr lang="en-US" smtClean="0"/>
              <a:pPr/>
              <a:t>41</a:t>
            </a:fld>
            <a:endParaRPr lang="en-US"/>
          </a:p>
        </p:txBody>
      </p:sp>
      <p:pic>
        <p:nvPicPr>
          <p:cNvPr id="6" name="Picture 5">
            <a:extLst>
              <a:ext uri="{FF2B5EF4-FFF2-40B4-BE49-F238E27FC236}">
                <a16:creationId xmlns:a16="http://schemas.microsoft.com/office/drawing/2014/main" id="{10E9579D-4CE7-FE99-E328-FF27CD17A59F}"/>
              </a:ext>
            </a:extLst>
          </p:cNvPr>
          <p:cNvPicPr>
            <a:picLocks noChangeAspect="1"/>
          </p:cNvPicPr>
          <p:nvPr/>
        </p:nvPicPr>
        <p:blipFill>
          <a:blip r:embed="rId2"/>
          <a:stretch>
            <a:fillRect/>
          </a:stretch>
        </p:blipFill>
        <p:spPr>
          <a:xfrm>
            <a:off x="913767" y="2158364"/>
            <a:ext cx="9069066" cy="4563112"/>
          </a:xfrm>
          <a:prstGeom prst="rect">
            <a:avLst/>
          </a:prstGeom>
        </p:spPr>
      </p:pic>
    </p:spTree>
    <p:extLst>
      <p:ext uri="{BB962C8B-B14F-4D97-AF65-F5344CB8AC3E}">
        <p14:creationId xmlns:p14="http://schemas.microsoft.com/office/powerpoint/2010/main" val="1532946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A9B34-E3D5-5C43-FFC6-A65E8D8BE2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E46A1-4D3D-7A01-026D-1AC6B49729E1}"/>
              </a:ext>
            </a:extLst>
          </p:cNvPr>
          <p:cNvSpPr>
            <a:spLocks noGrp="1"/>
          </p:cNvSpPr>
          <p:nvPr>
            <p:ph type="title"/>
          </p:nvPr>
        </p:nvSpPr>
        <p:spPr/>
        <p:txBody>
          <a:bodyPr>
            <a:normAutofit fontScale="90000"/>
          </a:bodyPr>
          <a:lstStyle/>
          <a:p>
            <a:r>
              <a:rPr lang="en-US" dirty="0"/>
              <a:t>VCF file format: example</a:t>
            </a:r>
          </a:p>
        </p:txBody>
      </p:sp>
      <p:sp>
        <p:nvSpPr>
          <p:cNvPr id="4" name="Slide Number Placeholder 3">
            <a:extLst>
              <a:ext uri="{FF2B5EF4-FFF2-40B4-BE49-F238E27FC236}">
                <a16:creationId xmlns:a16="http://schemas.microsoft.com/office/drawing/2014/main" id="{FCD15F7A-E377-8F9D-D6D1-AFCA23BEAC93}"/>
              </a:ext>
            </a:extLst>
          </p:cNvPr>
          <p:cNvSpPr>
            <a:spLocks noGrp="1"/>
          </p:cNvSpPr>
          <p:nvPr>
            <p:ph type="sldNum" sz="quarter" idx="12"/>
          </p:nvPr>
        </p:nvSpPr>
        <p:spPr/>
        <p:txBody>
          <a:bodyPr/>
          <a:lstStyle/>
          <a:p>
            <a:fld id="{B82CCC60-E8CD-4174-8B1A-7DF615B22EEF}" type="slidenum">
              <a:rPr lang="en-US" smtClean="0"/>
              <a:pPr/>
              <a:t>42</a:t>
            </a:fld>
            <a:endParaRPr lang="en-US"/>
          </a:p>
        </p:txBody>
      </p:sp>
      <p:pic>
        <p:nvPicPr>
          <p:cNvPr id="7" name="Picture 6">
            <a:extLst>
              <a:ext uri="{FF2B5EF4-FFF2-40B4-BE49-F238E27FC236}">
                <a16:creationId xmlns:a16="http://schemas.microsoft.com/office/drawing/2014/main" id="{379B34A3-A541-08EF-A5F7-377561B34593}"/>
              </a:ext>
            </a:extLst>
          </p:cNvPr>
          <p:cNvPicPr>
            <a:picLocks noChangeAspect="1"/>
          </p:cNvPicPr>
          <p:nvPr/>
        </p:nvPicPr>
        <p:blipFill>
          <a:blip r:embed="rId2"/>
          <a:stretch>
            <a:fillRect/>
          </a:stretch>
        </p:blipFill>
        <p:spPr>
          <a:xfrm>
            <a:off x="504824" y="1342657"/>
            <a:ext cx="8310455" cy="5291963"/>
          </a:xfrm>
          <a:prstGeom prst="rect">
            <a:avLst/>
          </a:prstGeom>
        </p:spPr>
      </p:pic>
    </p:spTree>
    <p:extLst>
      <p:ext uri="{BB962C8B-B14F-4D97-AF65-F5344CB8AC3E}">
        <p14:creationId xmlns:p14="http://schemas.microsoft.com/office/powerpoint/2010/main" val="30014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3355-0590-A447-40E5-EED30FDD128A}"/>
              </a:ext>
            </a:extLst>
          </p:cNvPr>
          <p:cNvSpPr>
            <a:spLocks noGrp="1"/>
          </p:cNvSpPr>
          <p:nvPr>
            <p:ph type="title"/>
          </p:nvPr>
        </p:nvSpPr>
        <p:spPr/>
        <p:txBody>
          <a:bodyPr>
            <a:normAutofit fontScale="90000"/>
          </a:bodyPr>
          <a:lstStyle/>
          <a:p>
            <a:r>
              <a:rPr lang="en-US" dirty="0"/>
              <a:t>Variant calling software</a:t>
            </a:r>
          </a:p>
        </p:txBody>
      </p:sp>
      <p:sp>
        <p:nvSpPr>
          <p:cNvPr id="3" name="Content Placeholder 2">
            <a:extLst>
              <a:ext uri="{FF2B5EF4-FFF2-40B4-BE49-F238E27FC236}">
                <a16:creationId xmlns:a16="http://schemas.microsoft.com/office/drawing/2014/main" id="{CE3B7942-6A25-C264-FE82-1828D166C1E8}"/>
              </a:ext>
            </a:extLst>
          </p:cNvPr>
          <p:cNvSpPr>
            <a:spLocks noGrp="1"/>
          </p:cNvSpPr>
          <p:nvPr>
            <p:ph idx="1"/>
          </p:nvPr>
        </p:nvSpPr>
        <p:spPr>
          <a:xfrm>
            <a:off x="598620" y="1596540"/>
            <a:ext cx="6350820" cy="3918803"/>
          </a:xfrm>
        </p:spPr>
        <p:txBody>
          <a:bodyPr>
            <a:normAutofit lnSpcReduction="10000"/>
          </a:bodyPr>
          <a:lstStyle/>
          <a:p>
            <a:r>
              <a:rPr lang="en-US" dirty="0"/>
              <a:t>I recommend </a:t>
            </a:r>
            <a:r>
              <a:rPr lang="en-US" i="1" dirty="0" err="1"/>
              <a:t>freebayes</a:t>
            </a:r>
            <a:r>
              <a:rPr lang="en-US" dirty="0"/>
              <a:t> – it works very well, very stable and easy to install (static executable)</a:t>
            </a:r>
          </a:p>
          <a:p>
            <a:r>
              <a:rPr lang="en-US" dirty="0"/>
              <a:t>Other programs:</a:t>
            </a:r>
          </a:p>
          <a:p>
            <a:pPr lvl="1"/>
            <a:r>
              <a:rPr lang="en-US" dirty="0"/>
              <a:t>GATK</a:t>
            </a:r>
          </a:p>
          <a:p>
            <a:pPr lvl="1"/>
            <a:r>
              <a:rPr lang="en-US" dirty="0"/>
              <a:t>Google’s </a:t>
            </a:r>
            <a:r>
              <a:rPr lang="en-US" dirty="0" err="1"/>
              <a:t>deepvariant</a:t>
            </a:r>
            <a:endParaRPr lang="en-US" dirty="0"/>
          </a:p>
          <a:p>
            <a:pPr lvl="1"/>
            <a:r>
              <a:rPr lang="en-US" dirty="0"/>
              <a:t>Strelka2</a:t>
            </a:r>
          </a:p>
          <a:p>
            <a:pPr lvl="1"/>
            <a:r>
              <a:rPr lang="en-US" dirty="0"/>
              <a:t>Octopus</a:t>
            </a:r>
          </a:p>
        </p:txBody>
      </p:sp>
      <p:sp>
        <p:nvSpPr>
          <p:cNvPr id="4" name="Slide Number Placeholder 3">
            <a:extLst>
              <a:ext uri="{FF2B5EF4-FFF2-40B4-BE49-F238E27FC236}">
                <a16:creationId xmlns:a16="http://schemas.microsoft.com/office/drawing/2014/main" id="{2A230F80-144C-4DF8-0BB6-DFF5F76AF0E2}"/>
              </a:ext>
            </a:extLst>
          </p:cNvPr>
          <p:cNvSpPr>
            <a:spLocks noGrp="1"/>
          </p:cNvSpPr>
          <p:nvPr>
            <p:ph type="sldNum" sz="quarter" idx="12"/>
          </p:nvPr>
        </p:nvSpPr>
        <p:spPr/>
        <p:txBody>
          <a:bodyPr/>
          <a:lstStyle/>
          <a:p>
            <a:fld id="{B82CCC60-E8CD-4174-8B1A-7DF615B22EEF}" type="slidenum">
              <a:rPr lang="en-US" smtClean="0"/>
              <a:pPr/>
              <a:t>43</a:t>
            </a:fld>
            <a:endParaRPr lang="en-US"/>
          </a:p>
        </p:txBody>
      </p:sp>
      <p:pic>
        <p:nvPicPr>
          <p:cNvPr id="6" name="Picture 5">
            <a:extLst>
              <a:ext uri="{FF2B5EF4-FFF2-40B4-BE49-F238E27FC236}">
                <a16:creationId xmlns:a16="http://schemas.microsoft.com/office/drawing/2014/main" id="{E169E7CD-074D-B97B-AE01-E60621020297}"/>
              </a:ext>
            </a:extLst>
          </p:cNvPr>
          <p:cNvPicPr>
            <a:picLocks noChangeAspect="1"/>
          </p:cNvPicPr>
          <p:nvPr/>
        </p:nvPicPr>
        <p:blipFill>
          <a:blip r:embed="rId2"/>
          <a:stretch>
            <a:fillRect/>
          </a:stretch>
        </p:blipFill>
        <p:spPr>
          <a:xfrm>
            <a:off x="7267042" y="1596540"/>
            <a:ext cx="4326338" cy="2595803"/>
          </a:xfrm>
          <a:prstGeom prst="rect">
            <a:avLst/>
          </a:prstGeom>
        </p:spPr>
      </p:pic>
    </p:spTree>
    <p:extLst>
      <p:ext uri="{BB962C8B-B14F-4D97-AF65-F5344CB8AC3E}">
        <p14:creationId xmlns:p14="http://schemas.microsoft.com/office/powerpoint/2010/main" val="517721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D5BEE-90ED-23E5-9EEB-61C351B83435}"/>
              </a:ext>
            </a:extLst>
          </p:cNvPr>
          <p:cNvSpPr>
            <a:spLocks noGrp="1"/>
          </p:cNvSpPr>
          <p:nvPr>
            <p:ph type="title"/>
          </p:nvPr>
        </p:nvSpPr>
        <p:spPr/>
        <p:txBody>
          <a:bodyPr>
            <a:normAutofit fontScale="90000"/>
          </a:bodyPr>
          <a:lstStyle/>
          <a:p>
            <a:r>
              <a:rPr lang="en-US" dirty="0"/>
              <a:t>Performance of variant callers</a:t>
            </a:r>
          </a:p>
        </p:txBody>
      </p:sp>
      <p:sp>
        <p:nvSpPr>
          <p:cNvPr id="3" name="Content Placeholder 2">
            <a:extLst>
              <a:ext uri="{FF2B5EF4-FFF2-40B4-BE49-F238E27FC236}">
                <a16:creationId xmlns:a16="http://schemas.microsoft.com/office/drawing/2014/main" id="{66B3790C-0347-0BE8-B888-98C86F97EA63}"/>
              </a:ext>
            </a:extLst>
          </p:cNvPr>
          <p:cNvSpPr>
            <a:spLocks noGrp="1"/>
          </p:cNvSpPr>
          <p:nvPr>
            <p:ph idx="1"/>
          </p:nvPr>
        </p:nvSpPr>
        <p:spPr/>
        <p:txBody>
          <a:bodyPr/>
          <a:lstStyle/>
          <a:p>
            <a:r>
              <a:rPr lang="en-US" dirty="0" err="1"/>
              <a:t>Deepvariant</a:t>
            </a:r>
            <a:r>
              <a:rPr lang="en-US" dirty="0"/>
              <a:t> is the most expensive to run and performs best.  Overall differences are small(</a:t>
            </a:r>
            <a:r>
              <a:rPr lang="en-US" dirty="0" err="1"/>
              <a:t>Barbitoff</a:t>
            </a:r>
            <a:r>
              <a:rPr lang="en-US" dirty="0"/>
              <a:t> et al, 2022):</a:t>
            </a:r>
          </a:p>
        </p:txBody>
      </p:sp>
      <p:sp>
        <p:nvSpPr>
          <p:cNvPr id="4" name="Slide Number Placeholder 3">
            <a:extLst>
              <a:ext uri="{FF2B5EF4-FFF2-40B4-BE49-F238E27FC236}">
                <a16:creationId xmlns:a16="http://schemas.microsoft.com/office/drawing/2014/main" id="{014BFC21-CB8D-B34A-031D-219501416A69}"/>
              </a:ext>
            </a:extLst>
          </p:cNvPr>
          <p:cNvSpPr>
            <a:spLocks noGrp="1"/>
          </p:cNvSpPr>
          <p:nvPr>
            <p:ph type="sldNum" sz="quarter" idx="12"/>
          </p:nvPr>
        </p:nvSpPr>
        <p:spPr/>
        <p:txBody>
          <a:bodyPr/>
          <a:lstStyle/>
          <a:p>
            <a:fld id="{B82CCC60-E8CD-4174-8B1A-7DF615B22EEF}" type="slidenum">
              <a:rPr lang="en-US" smtClean="0"/>
              <a:pPr/>
              <a:t>44</a:t>
            </a:fld>
            <a:endParaRPr lang="en-US"/>
          </a:p>
        </p:txBody>
      </p:sp>
      <p:pic>
        <p:nvPicPr>
          <p:cNvPr id="6" name="Picture 5">
            <a:extLst>
              <a:ext uri="{FF2B5EF4-FFF2-40B4-BE49-F238E27FC236}">
                <a16:creationId xmlns:a16="http://schemas.microsoft.com/office/drawing/2014/main" id="{3D6B4299-F247-3CCC-A977-F83CE6034ED6}"/>
              </a:ext>
            </a:extLst>
          </p:cNvPr>
          <p:cNvPicPr>
            <a:picLocks noChangeAspect="1"/>
          </p:cNvPicPr>
          <p:nvPr/>
        </p:nvPicPr>
        <p:blipFill>
          <a:blip r:embed="rId2"/>
          <a:stretch>
            <a:fillRect/>
          </a:stretch>
        </p:blipFill>
        <p:spPr>
          <a:xfrm>
            <a:off x="620580" y="2585030"/>
            <a:ext cx="10325377" cy="3953883"/>
          </a:xfrm>
          <a:prstGeom prst="rect">
            <a:avLst/>
          </a:prstGeom>
        </p:spPr>
      </p:pic>
    </p:spTree>
    <p:extLst>
      <p:ext uri="{BB962C8B-B14F-4D97-AF65-F5344CB8AC3E}">
        <p14:creationId xmlns:p14="http://schemas.microsoft.com/office/powerpoint/2010/main" val="31694177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59D4A-8171-FA21-0001-92D8AF4D3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D9BD3-F5DF-85CD-214C-E5AEB0A9D00F}"/>
              </a:ext>
            </a:extLst>
          </p:cNvPr>
          <p:cNvSpPr>
            <a:spLocks noGrp="1"/>
          </p:cNvSpPr>
          <p:nvPr>
            <p:ph type="title"/>
          </p:nvPr>
        </p:nvSpPr>
        <p:spPr/>
        <p:txBody>
          <a:bodyPr>
            <a:normAutofit fontScale="90000"/>
          </a:bodyPr>
          <a:lstStyle/>
          <a:p>
            <a:r>
              <a:rPr lang="en-US" dirty="0"/>
              <a:t>Performance of variant callers</a:t>
            </a:r>
          </a:p>
        </p:txBody>
      </p:sp>
      <p:sp>
        <p:nvSpPr>
          <p:cNvPr id="3" name="Content Placeholder 2">
            <a:extLst>
              <a:ext uri="{FF2B5EF4-FFF2-40B4-BE49-F238E27FC236}">
                <a16:creationId xmlns:a16="http://schemas.microsoft.com/office/drawing/2014/main" id="{AB0E6307-3A01-3DC5-26A1-AE7B5C815A0E}"/>
              </a:ext>
            </a:extLst>
          </p:cNvPr>
          <p:cNvSpPr>
            <a:spLocks noGrp="1"/>
          </p:cNvSpPr>
          <p:nvPr>
            <p:ph idx="1"/>
          </p:nvPr>
        </p:nvSpPr>
        <p:spPr>
          <a:xfrm>
            <a:off x="598620" y="1596540"/>
            <a:ext cx="2789473" cy="5124936"/>
          </a:xfrm>
        </p:spPr>
        <p:txBody>
          <a:bodyPr/>
          <a:lstStyle/>
          <a:p>
            <a:r>
              <a:rPr lang="en-US" dirty="0"/>
              <a:t>Another comparison—note the Y axis scale (</a:t>
            </a:r>
            <a:r>
              <a:rPr lang="en-US" dirty="0" err="1"/>
              <a:t>Barbitoff</a:t>
            </a:r>
            <a:r>
              <a:rPr lang="en-US" dirty="0"/>
              <a:t> et al, 2022):</a:t>
            </a:r>
          </a:p>
        </p:txBody>
      </p:sp>
      <p:sp>
        <p:nvSpPr>
          <p:cNvPr id="4" name="Slide Number Placeholder 3">
            <a:extLst>
              <a:ext uri="{FF2B5EF4-FFF2-40B4-BE49-F238E27FC236}">
                <a16:creationId xmlns:a16="http://schemas.microsoft.com/office/drawing/2014/main" id="{F8B0B18F-9C60-D6E8-9EAA-1ABB01FA8823}"/>
              </a:ext>
            </a:extLst>
          </p:cNvPr>
          <p:cNvSpPr>
            <a:spLocks noGrp="1"/>
          </p:cNvSpPr>
          <p:nvPr>
            <p:ph type="sldNum" sz="quarter" idx="12"/>
          </p:nvPr>
        </p:nvSpPr>
        <p:spPr/>
        <p:txBody>
          <a:bodyPr/>
          <a:lstStyle/>
          <a:p>
            <a:fld id="{B82CCC60-E8CD-4174-8B1A-7DF615B22EEF}" type="slidenum">
              <a:rPr lang="en-US" smtClean="0"/>
              <a:pPr/>
              <a:t>45</a:t>
            </a:fld>
            <a:endParaRPr lang="en-US"/>
          </a:p>
        </p:txBody>
      </p:sp>
      <p:pic>
        <p:nvPicPr>
          <p:cNvPr id="7" name="Picture 6">
            <a:extLst>
              <a:ext uri="{FF2B5EF4-FFF2-40B4-BE49-F238E27FC236}">
                <a16:creationId xmlns:a16="http://schemas.microsoft.com/office/drawing/2014/main" id="{F14EF346-5148-A1DC-6C7A-39457577D1DC}"/>
              </a:ext>
            </a:extLst>
          </p:cNvPr>
          <p:cNvPicPr>
            <a:picLocks noChangeAspect="1"/>
          </p:cNvPicPr>
          <p:nvPr/>
        </p:nvPicPr>
        <p:blipFill>
          <a:blip r:embed="rId2"/>
          <a:stretch>
            <a:fillRect/>
          </a:stretch>
        </p:blipFill>
        <p:spPr>
          <a:xfrm>
            <a:off x="3756950" y="1359721"/>
            <a:ext cx="8331516" cy="4742695"/>
          </a:xfrm>
          <a:prstGeom prst="rect">
            <a:avLst/>
          </a:prstGeom>
        </p:spPr>
      </p:pic>
      <p:pic>
        <p:nvPicPr>
          <p:cNvPr id="9" name="Picture 8">
            <a:extLst>
              <a:ext uri="{FF2B5EF4-FFF2-40B4-BE49-F238E27FC236}">
                <a16:creationId xmlns:a16="http://schemas.microsoft.com/office/drawing/2014/main" id="{39DEAA15-7193-25D6-BBCA-FC1C0BB7962B}"/>
              </a:ext>
            </a:extLst>
          </p:cNvPr>
          <p:cNvPicPr>
            <a:picLocks noChangeAspect="1"/>
          </p:cNvPicPr>
          <p:nvPr/>
        </p:nvPicPr>
        <p:blipFill>
          <a:blip r:embed="rId3"/>
          <a:stretch>
            <a:fillRect/>
          </a:stretch>
        </p:blipFill>
        <p:spPr>
          <a:xfrm>
            <a:off x="297669" y="4641336"/>
            <a:ext cx="3391373" cy="695422"/>
          </a:xfrm>
          <a:prstGeom prst="rect">
            <a:avLst/>
          </a:prstGeom>
        </p:spPr>
      </p:pic>
    </p:spTree>
    <p:extLst>
      <p:ext uri="{BB962C8B-B14F-4D97-AF65-F5344CB8AC3E}">
        <p14:creationId xmlns:p14="http://schemas.microsoft.com/office/powerpoint/2010/main" val="42228996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2498E-8CD5-96BD-54BF-A37AB1AF279F}"/>
              </a:ext>
            </a:extLst>
          </p:cNvPr>
          <p:cNvSpPr>
            <a:spLocks noGrp="1"/>
          </p:cNvSpPr>
          <p:nvPr>
            <p:ph type="title"/>
          </p:nvPr>
        </p:nvSpPr>
        <p:spPr/>
        <p:txBody>
          <a:bodyPr>
            <a:normAutofit fontScale="90000"/>
          </a:bodyPr>
          <a:lstStyle/>
          <a:p>
            <a:r>
              <a:rPr lang="en-US" dirty="0"/>
              <a:t>Variant calling: Problems</a:t>
            </a:r>
          </a:p>
        </p:txBody>
      </p:sp>
      <p:sp>
        <p:nvSpPr>
          <p:cNvPr id="3" name="Content Placeholder 2">
            <a:extLst>
              <a:ext uri="{FF2B5EF4-FFF2-40B4-BE49-F238E27FC236}">
                <a16:creationId xmlns:a16="http://schemas.microsoft.com/office/drawing/2014/main" id="{2D3E7EFA-BAE7-E895-5944-EAF99944AD05}"/>
              </a:ext>
            </a:extLst>
          </p:cNvPr>
          <p:cNvSpPr>
            <a:spLocks noGrp="1"/>
          </p:cNvSpPr>
          <p:nvPr>
            <p:ph idx="1"/>
          </p:nvPr>
        </p:nvSpPr>
        <p:spPr>
          <a:xfrm>
            <a:off x="105156" y="1701314"/>
            <a:ext cx="5553075" cy="5020161"/>
          </a:xfrm>
        </p:spPr>
        <p:txBody>
          <a:bodyPr>
            <a:normAutofit fontScale="85000" lnSpcReduction="20000"/>
          </a:bodyPr>
          <a:lstStyle/>
          <a:p>
            <a:r>
              <a:rPr lang="en-US" dirty="0"/>
              <a:t>Repeat regions and errors in the reads may lead to incorrect or missing alignments</a:t>
            </a:r>
          </a:p>
          <a:p>
            <a:r>
              <a:rPr lang="en-US" dirty="0"/>
              <a:t>Individual genomes differ (mostly in repetitive sequences):  reads from individual A and B that came from sequences not present in the reference genome may align (poorly) to another place in the reference, thus contributing to spurious variant calls</a:t>
            </a:r>
          </a:p>
          <a:p>
            <a:pPr lvl="1"/>
            <a:r>
              <a:rPr lang="en-US" dirty="0"/>
              <a:t>Solution: pangenome, align reads to multiple genomes, use the best alignment</a:t>
            </a:r>
          </a:p>
          <a:p>
            <a:pPr lvl="1"/>
            <a:r>
              <a:rPr lang="en-US" dirty="0"/>
              <a:t>Human Pangenome Reference Consortium (HPRC) https://humanpangenome.org/</a:t>
            </a:r>
          </a:p>
          <a:p>
            <a:endParaRPr lang="en-US" dirty="0"/>
          </a:p>
        </p:txBody>
      </p:sp>
      <p:sp>
        <p:nvSpPr>
          <p:cNvPr id="4" name="Slide Number Placeholder 3">
            <a:extLst>
              <a:ext uri="{FF2B5EF4-FFF2-40B4-BE49-F238E27FC236}">
                <a16:creationId xmlns:a16="http://schemas.microsoft.com/office/drawing/2014/main" id="{2A1D1E71-93B9-DE0A-ED08-F55E8E58E2F4}"/>
              </a:ext>
            </a:extLst>
          </p:cNvPr>
          <p:cNvSpPr>
            <a:spLocks noGrp="1"/>
          </p:cNvSpPr>
          <p:nvPr>
            <p:ph type="sldNum" sz="quarter" idx="12"/>
          </p:nvPr>
        </p:nvSpPr>
        <p:spPr/>
        <p:txBody>
          <a:bodyPr/>
          <a:lstStyle/>
          <a:p>
            <a:fld id="{B82CCC60-E8CD-4174-8B1A-7DF615B22EEF}" type="slidenum">
              <a:rPr lang="en-US" smtClean="0"/>
              <a:pPr/>
              <a:t>46</a:t>
            </a:fld>
            <a:endParaRPr lang="en-US"/>
          </a:p>
        </p:txBody>
      </p:sp>
      <p:pic>
        <p:nvPicPr>
          <p:cNvPr id="6" name="Picture 5">
            <a:extLst>
              <a:ext uri="{FF2B5EF4-FFF2-40B4-BE49-F238E27FC236}">
                <a16:creationId xmlns:a16="http://schemas.microsoft.com/office/drawing/2014/main" id="{E0B8DB3B-157F-C685-5885-369CAF27EDE2}"/>
              </a:ext>
            </a:extLst>
          </p:cNvPr>
          <p:cNvPicPr>
            <a:picLocks noChangeAspect="1"/>
          </p:cNvPicPr>
          <p:nvPr/>
        </p:nvPicPr>
        <p:blipFill>
          <a:blip r:embed="rId2"/>
          <a:stretch>
            <a:fillRect/>
          </a:stretch>
        </p:blipFill>
        <p:spPr>
          <a:xfrm>
            <a:off x="5658231" y="1337051"/>
            <a:ext cx="6533769" cy="3634555"/>
          </a:xfrm>
          <a:prstGeom prst="rect">
            <a:avLst/>
          </a:prstGeom>
        </p:spPr>
      </p:pic>
      <p:sp>
        <p:nvSpPr>
          <p:cNvPr id="7" name="TextBox 6">
            <a:extLst>
              <a:ext uri="{FF2B5EF4-FFF2-40B4-BE49-F238E27FC236}">
                <a16:creationId xmlns:a16="http://schemas.microsoft.com/office/drawing/2014/main" id="{CFCB39D0-C0A1-890E-655C-D7119A827D35}"/>
              </a:ext>
            </a:extLst>
          </p:cNvPr>
          <p:cNvSpPr txBox="1"/>
          <p:nvPr/>
        </p:nvSpPr>
        <p:spPr>
          <a:xfrm>
            <a:off x="10086975" y="1206519"/>
            <a:ext cx="1817805" cy="369332"/>
          </a:xfrm>
          <a:prstGeom prst="rect">
            <a:avLst/>
          </a:prstGeom>
          <a:noFill/>
        </p:spPr>
        <p:txBody>
          <a:bodyPr wrap="none" rtlCol="0">
            <a:spAutoFit/>
          </a:bodyPr>
          <a:lstStyle/>
          <a:p>
            <a:r>
              <a:rPr lang="en-US" dirty="0"/>
              <a:t>Source: nhgri.gov</a:t>
            </a:r>
          </a:p>
        </p:txBody>
      </p:sp>
    </p:spTree>
    <p:extLst>
      <p:ext uri="{BB962C8B-B14F-4D97-AF65-F5344CB8AC3E}">
        <p14:creationId xmlns:p14="http://schemas.microsoft.com/office/powerpoint/2010/main" val="3453028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15676</TotalTime>
  <Words>3365</Words>
  <Application>Microsoft Office PowerPoint</Application>
  <PresentationFormat>Widescreen</PresentationFormat>
  <Paragraphs>774</Paragraphs>
  <Slides>46</Slides>
  <Notes>0</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Bahnschrift Light SemiCondensed</vt:lpstr>
      <vt:lpstr>Calibri</vt:lpstr>
      <vt:lpstr>Cambria Math</vt:lpstr>
      <vt:lpstr>Courier New</vt:lpstr>
      <vt:lpstr>Trebuchet MS</vt:lpstr>
      <vt:lpstr>Office Theme</vt:lpstr>
      <vt:lpstr>PowerPoint Presentation</vt:lpstr>
      <vt:lpstr>Paper presentation</vt:lpstr>
      <vt:lpstr>The SAMBA tool uses long reads to improve the contiguity of genome assemblies </vt:lpstr>
      <vt:lpstr>Scaffolding with long reads</vt:lpstr>
      <vt:lpstr>The SAMBA algorithm: links</vt:lpstr>
      <vt:lpstr>The SAMBA algorithm: links</vt:lpstr>
      <vt:lpstr>The SAMBA algorithm: Graph of contigs</vt:lpstr>
      <vt:lpstr>The SAMBA algorithm: Consensus</vt:lpstr>
      <vt:lpstr>The SAMBA algorithm: Consensus</vt:lpstr>
      <vt:lpstr>The SAMBA algorithm: Consensus</vt:lpstr>
      <vt:lpstr>Result: Arabidopsis thaliana assembly, PacBio reads</vt:lpstr>
      <vt:lpstr>Summary</vt:lpstr>
      <vt:lpstr>Lab #6: Training and scoring with  PWM and WAM</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Viterbi algorithm for HMMs</vt:lpstr>
      <vt:lpstr>A biased example</vt:lpstr>
      <vt:lpstr>A biased example</vt:lpstr>
      <vt:lpstr>A biased example</vt:lpstr>
      <vt:lpstr>A biased example</vt:lpstr>
      <vt:lpstr>The Viterbi algorithm: summary</vt:lpstr>
      <vt:lpstr>Making use of annotated genomes</vt:lpstr>
      <vt:lpstr>Genome Wide Association Study</vt:lpstr>
      <vt:lpstr>How GWAS works</vt:lpstr>
      <vt:lpstr>What is GWAS used for</vt:lpstr>
      <vt:lpstr>The first step in GWAS: Variant Calling</vt:lpstr>
      <vt:lpstr>Types of variants</vt:lpstr>
      <vt:lpstr>Single nucleotide variants (SNV or SNP)</vt:lpstr>
      <vt:lpstr>Other variants </vt:lpstr>
      <vt:lpstr>VCF file format</vt:lpstr>
      <vt:lpstr>VCF file format: example</vt:lpstr>
      <vt:lpstr>Variant calling software</vt:lpstr>
      <vt:lpstr>Performance of variant callers</vt:lpstr>
      <vt:lpstr>Performance of variant callers</vt:lpstr>
      <vt:lpstr>Variant calling: Problems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98</cp:revision>
  <dcterms:created xsi:type="dcterms:W3CDTF">2013-08-21T19:17:07Z</dcterms:created>
  <dcterms:modified xsi:type="dcterms:W3CDTF">2025-11-12T14:24:01Z</dcterms:modified>
</cp:coreProperties>
</file>