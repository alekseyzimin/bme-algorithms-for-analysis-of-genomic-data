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8"/>
  </p:notesMasterIdLst>
  <p:sldIdLst>
    <p:sldId id="272" r:id="rId2"/>
    <p:sldId id="509" r:id="rId3"/>
    <p:sldId id="512" r:id="rId4"/>
    <p:sldId id="406" r:id="rId5"/>
    <p:sldId id="450" r:id="rId6"/>
    <p:sldId id="449" r:id="rId7"/>
    <p:sldId id="409" r:id="rId8"/>
    <p:sldId id="555" r:id="rId9"/>
    <p:sldId id="510" r:id="rId10"/>
    <p:sldId id="511" r:id="rId11"/>
    <p:sldId id="451" r:id="rId12"/>
    <p:sldId id="493" r:id="rId13"/>
    <p:sldId id="494" r:id="rId14"/>
    <p:sldId id="495" r:id="rId15"/>
    <p:sldId id="496" r:id="rId16"/>
    <p:sldId id="500" r:id="rId17"/>
    <p:sldId id="497" r:id="rId18"/>
    <p:sldId id="503" r:id="rId19"/>
    <p:sldId id="501" r:id="rId20"/>
    <p:sldId id="502" r:id="rId21"/>
    <p:sldId id="453" r:id="rId22"/>
    <p:sldId id="556" r:id="rId23"/>
    <p:sldId id="506" r:id="rId24"/>
    <p:sldId id="505" r:id="rId25"/>
    <p:sldId id="455" r:id="rId26"/>
    <p:sldId id="479" r:id="rId27"/>
    <p:sldId id="504" r:id="rId28"/>
    <p:sldId id="513" r:id="rId29"/>
    <p:sldId id="514" r:id="rId30"/>
    <p:sldId id="515" r:id="rId31"/>
    <p:sldId id="508" r:id="rId32"/>
    <p:sldId id="546" r:id="rId33"/>
    <p:sldId id="547" r:id="rId34"/>
    <p:sldId id="548" r:id="rId35"/>
    <p:sldId id="411" r:id="rId36"/>
    <p:sldId id="567" r:id="rId37"/>
    <p:sldId id="407" r:id="rId38"/>
    <p:sldId id="421" r:id="rId39"/>
    <p:sldId id="566" r:id="rId40"/>
    <p:sldId id="410" r:id="rId41"/>
    <p:sldId id="440" r:id="rId42"/>
    <p:sldId id="558" r:id="rId43"/>
    <p:sldId id="441" r:id="rId44"/>
    <p:sldId id="442" r:id="rId45"/>
    <p:sldId id="443" r:id="rId46"/>
    <p:sldId id="559" r:id="rId47"/>
    <p:sldId id="560" r:id="rId48"/>
    <p:sldId id="562" r:id="rId49"/>
    <p:sldId id="468" r:id="rId50"/>
    <p:sldId id="563" r:id="rId51"/>
    <p:sldId id="561" r:id="rId52"/>
    <p:sldId id="471" r:id="rId53"/>
    <p:sldId id="472" r:id="rId54"/>
    <p:sldId id="473" r:id="rId55"/>
    <p:sldId id="477" r:id="rId56"/>
    <p:sldId id="551" r:id="rId57"/>
    <p:sldId id="552" r:id="rId58"/>
    <p:sldId id="553" r:id="rId59"/>
    <p:sldId id="554" r:id="rId60"/>
    <p:sldId id="557" r:id="rId61"/>
    <p:sldId id="550" r:id="rId62"/>
    <p:sldId id="564" r:id="rId63"/>
    <p:sldId id="565" r:id="rId64"/>
    <p:sldId id="412" r:id="rId65"/>
    <p:sldId id="516" r:id="rId66"/>
    <p:sldId id="282" r:id="rId67"/>
    <p:sldId id="283" r:id="rId68"/>
    <p:sldId id="284" r:id="rId69"/>
    <p:sldId id="285" r:id="rId70"/>
    <p:sldId id="286" r:id="rId71"/>
    <p:sldId id="287" r:id="rId72"/>
    <p:sldId id="517" r:id="rId73"/>
    <p:sldId id="518" r:id="rId74"/>
    <p:sldId id="532" r:id="rId75"/>
    <p:sldId id="519" r:id="rId76"/>
    <p:sldId id="520" r:id="rId77"/>
    <p:sldId id="521" r:id="rId78"/>
    <p:sldId id="522" r:id="rId79"/>
    <p:sldId id="523" r:id="rId80"/>
    <p:sldId id="524" r:id="rId81"/>
    <p:sldId id="525" r:id="rId82"/>
    <p:sldId id="526" r:id="rId83"/>
    <p:sldId id="528" r:id="rId84"/>
    <p:sldId id="529" r:id="rId85"/>
    <p:sldId id="533" r:id="rId86"/>
    <p:sldId id="531" r:id="rId8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FC2F98-A6B4-40DA-954F-88B2EEDB9609}" v="773" dt="2026-09-30T16:41:21.8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3" autoAdjust="0"/>
    <p:restoredTop sz="93721" autoAdjust="0"/>
  </p:normalViewPr>
  <p:slideViewPr>
    <p:cSldViewPr snapToGrid="0">
      <p:cViewPr varScale="1">
        <p:scale>
          <a:sx n="96" d="100"/>
          <a:sy n="96" d="100"/>
        </p:scale>
        <p:origin x="660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undo redo custSel addSld delSld modSld sldOrd">
      <pc:chgData name="Aleksey Zimin" userId="7f2637d0bc515791" providerId="LiveId" clId="{5F359FD6-B8E9-41DA-90EC-0BA4FD0F3073}" dt="2026-09-30T16:41:21.886" v="2915"/>
      <pc:docMkLst>
        <pc:docMk/>
      </pc:docMkLst>
      <pc:sldChg chg="add">
        <pc:chgData name="Aleksey Zimin" userId="7f2637d0bc515791" providerId="LiveId" clId="{5F359FD6-B8E9-41DA-90EC-0BA4FD0F3073}" dt="2026-09-28T14:44:26.096" v="95"/>
        <pc:sldMkLst>
          <pc:docMk/>
          <pc:sldMk cId="592540094" sldId="406"/>
        </pc:sldMkLst>
      </pc:sldChg>
      <pc:sldChg chg="addSp modSp add mod modAnim">
        <pc:chgData name="Aleksey Zimin" userId="7f2637d0bc515791" providerId="LiveId" clId="{5F359FD6-B8E9-41DA-90EC-0BA4FD0F3073}" dt="2026-09-30T16:37:27.880" v="2897"/>
        <pc:sldMkLst>
          <pc:docMk/>
          <pc:sldMk cId="807348765" sldId="407"/>
        </pc:sldMkLst>
        <pc:spChg chg="mod">
          <ac:chgData name="Aleksey Zimin" userId="7f2637d0bc515791" providerId="LiveId" clId="{5F359FD6-B8E9-41DA-90EC-0BA4FD0F3073}" dt="2026-09-30T15:44:31.632" v="2219" actId="1076"/>
          <ac:spMkLst>
            <pc:docMk/>
            <pc:sldMk cId="807348765" sldId="407"/>
            <ac:spMk id="2" creationId="{28526115-0F50-D62F-6736-FB3DAE5B5E74}"/>
          </ac:spMkLst>
        </pc:spChg>
        <pc:spChg chg="mod">
          <ac:chgData name="Aleksey Zimin" userId="7f2637d0bc515791" providerId="LiveId" clId="{5F359FD6-B8E9-41DA-90EC-0BA4FD0F3073}" dt="2026-09-30T16:35:40.342" v="2872" actId="1076"/>
          <ac:spMkLst>
            <pc:docMk/>
            <pc:sldMk cId="807348765" sldId="407"/>
            <ac:spMk id="3" creationId="{DD9FA874-AAAE-2124-EC2E-057DB25523B2}"/>
          </ac:spMkLst>
        </pc:spChg>
        <pc:spChg chg="add mod">
          <ac:chgData name="Aleksey Zimin" userId="7f2637d0bc515791" providerId="LiveId" clId="{5F359FD6-B8E9-41DA-90EC-0BA4FD0F3073}" dt="2026-09-30T16:37:06.837" v="2893" actId="1076"/>
          <ac:spMkLst>
            <pc:docMk/>
            <pc:sldMk cId="807348765" sldId="407"/>
            <ac:spMk id="5" creationId="{E716F3CB-DD12-4291-5D0F-6A661C7CDA12}"/>
          </ac:spMkLst>
        </pc:spChg>
        <pc:picChg chg="add mod">
          <ac:chgData name="Aleksey Zimin" userId="7f2637d0bc515791" providerId="LiveId" clId="{5F359FD6-B8E9-41DA-90EC-0BA4FD0F3073}" dt="2026-09-30T16:36:57.390" v="2891" actId="1076"/>
          <ac:picMkLst>
            <pc:docMk/>
            <pc:sldMk cId="807348765" sldId="407"/>
            <ac:picMk id="7" creationId="{1DC6DBC8-6C40-B0B2-0F63-D5677AAF0EE9}"/>
          </ac:picMkLst>
        </pc:picChg>
        <pc:picChg chg="add mod">
          <ac:chgData name="Aleksey Zimin" userId="7f2637d0bc515791" providerId="LiveId" clId="{5F359FD6-B8E9-41DA-90EC-0BA4FD0F3073}" dt="2026-09-30T16:37:13.654" v="2896" actId="14100"/>
          <ac:picMkLst>
            <pc:docMk/>
            <pc:sldMk cId="807348765" sldId="407"/>
            <ac:picMk id="9" creationId="{1BF8EE4B-CA39-EF1A-5EFD-F08C2EC0AA48}"/>
          </ac:picMkLst>
        </pc:pic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4233309679" sldId="409"/>
        </pc:sldMkLst>
      </pc:sldChg>
      <pc:sldChg chg="modSp mod">
        <pc:chgData name="Aleksey Zimin" userId="7f2637d0bc515791" providerId="LiveId" clId="{5F359FD6-B8E9-41DA-90EC-0BA4FD0F3073}" dt="2026-09-29T19:45:08.494" v="1969" actId="113"/>
        <pc:sldMkLst>
          <pc:docMk/>
          <pc:sldMk cId="3009805394" sldId="410"/>
        </pc:sldMkLst>
        <pc:spChg chg="mod">
          <ac:chgData name="Aleksey Zimin" userId="7f2637d0bc515791" providerId="LiveId" clId="{5F359FD6-B8E9-41DA-90EC-0BA4FD0F3073}" dt="2026-09-29T16:53:45.293" v="157" actId="20577"/>
          <ac:spMkLst>
            <pc:docMk/>
            <pc:sldMk cId="3009805394" sldId="410"/>
            <ac:spMk id="2" creationId="{BCFF7279-AF34-7671-2C30-1F8CDF1A031B}"/>
          </ac:spMkLst>
        </pc:spChg>
        <pc:spChg chg="mod">
          <ac:chgData name="Aleksey Zimin" userId="7f2637d0bc515791" providerId="LiveId" clId="{5F359FD6-B8E9-41DA-90EC-0BA4FD0F3073}" dt="2026-09-29T19:45:08.494" v="1969" actId="113"/>
          <ac:spMkLst>
            <pc:docMk/>
            <pc:sldMk cId="3009805394" sldId="410"/>
            <ac:spMk id="3" creationId="{F5524EB8-D864-A4F1-14CF-2B13AFC2C8F0}"/>
          </ac:spMkLst>
        </pc:spChg>
      </pc:sldChg>
      <pc:sldChg chg="add">
        <pc:chgData name="Aleksey Zimin" userId="7f2637d0bc515791" providerId="LiveId" clId="{5F359FD6-B8E9-41DA-90EC-0BA4FD0F3073}" dt="2026-09-30T15:54:01.091" v="2792"/>
        <pc:sldMkLst>
          <pc:docMk/>
          <pc:sldMk cId="3540739500" sldId="411"/>
        </pc:sldMkLst>
      </pc:sldChg>
      <pc:sldChg chg="addSp modSp mod">
        <pc:chgData name="Aleksey Zimin" userId="7f2637d0bc515791" providerId="LiveId" clId="{5F359FD6-B8E9-41DA-90EC-0BA4FD0F3073}" dt="2026-09-29T19:55:34.634" v="2190" actId="20577"/>
        <pc:sldMkLst>
          <pc:docMk/>
          <pc:sldMk cId="3995109930" sldId="412"/>
        </pc:sldMkLst>
        <pc:spChg chg="mod">
          <ac:chgData name="Aleksey Zimin" userId="7f2637d0bc515791" providerId="LiveId" clId="{5F359FD6-B8E9-41DA-90EC-0BA4FD0F3073}" dt="2026-09-29T19:55:34.634" v="2190" actId="20577"/>
          <ac:spMkLst>
            <pc:docMk/>
            <pc:sldMk cId="3995109930" sldId="412"/>
            <ac:spMk id="2" creationId="{1CBC65CD-BCBF-C537-A500-865E0AAFA46C}"/>
          </ac:spMkLst>
        </pc:spChg>
        <pc:spChg chg="add mod">
          <ac:chgData name="Aleksey Zimin" userId="7f2637d0bc515791" providerId="LiveId" clId="{5F359FD6-B8E9-41DA-90EC-0BA4FD0F3073}" dt="2026-09-29T19:55:03.473" v="2173" actId="1076"/>
          <ac:spMkLst>
            <pc:docMk/>
            <pc:sldMk cId="3995109930" sldId="412"/>
            <ac:spMk id="5" creationId="{047E609A-C2BA-05C1-A79B-A5DEA08594FA}"/>
          </ac:spMkLst>
        </pc:spChg>
        <pc:spChg chg="add mod">
          <ac:chgData name="Aleksey Zimin" userId="7f2637d0bc515791" providerId="LiveId" clId="{5F359FD6-B8E9-41DA-90EC-0BA4FD0F3073}" dt="2026-09-29T19:53:36.618" v="2093" actId="1076"/>
          <ac:spMkLst>
            <pc:docMk/>
            <pc:sldMk cId="3995109930" sldId="412"/>
            <ac:spMk id="7" creationId="{59AD0E47-0542-2BCB-FDD6-143DD0F739EE}"/>
          </ac:spMkLst>
        </pc:spChg>
        <pc:spChg chg="add mod">
          <ac:chgData name="Aleksey Zimin" userId="7f2637d0bc515791" providerId="LiveId" clId="{5F359FD6-B8E9-41DA-90EC-0BA4FD0F3073}" dt="2026-09-29T19:53:40.602" v="2095" actId="1076"/>
          <ac:spMkLst>
            <pc:docMk/>
            <pc:sldMk cId="3995109930" sldId="412"/>
            <ac:spMk id="13" creationId="{FDC2BB9E-02FF-4AB7-F6FF-5D56E78F04F8}"/>
          </ac:spMkLst>
        </pc:spChg>
        <pc:spChg chg="add mod">
          <ac:chgData name="Aleksey Zimin" userId="7f2637d0bc515791" providerId="LiveId" clId="{5F359FD6-B8E9-41DA-90EC-0BA4FD0F3073}" dt="2026-09-29T19:53:44.490" v="2097" actId="1076"/>
          <ac:spMkLst>
            <pc:docMk/>
            <pc:sldMk cId="3995109930" sldId="412"/>
            <ac:spMk id="15" creationId="{66085DC6-E845-2C52-3E58-8A7D6E7AF33B}"/>
          </ac:spMkLst>
        </pc:spChg>
        <pc:spChg chg="add mod">
          <ac:chgData name="Aleksey Zimin" userId="7f2637d0bc515791" providerId="LiveId" clId="{5F359FD6-B8E9-41DA-90EC-0BA4FD0F3073}" dt="2026-09-29T19:53:51.930" v="2105" actId="1076"/>
          <ac:spMkLst>
            <pc:docMk/>
            <pc:sldMk cId="3995109930" sldId="412"/>
            <ac:spMk id="17" creationId="{F3600F04-53D7-2FD8-2E73-6C0C9E9FCCD3}"/>
          </ac:spMkLst>
        </pc:spChg>
        <pc:spChg chg="add mod">
          <ac:chgData name="Aleksey Zimin" userId="7f2637d0bc515791" providerId="LiveId" clId="{5F359FD6-B8E9-41DA-90EC-0BA4FD0F3073}" dt="2026-09-29T19:53:58.747" v="2113" actId="20577"/>
          <ac:spMkLst>
            <pc:docMk/>
            <pc:sldMk cId="3995109930" sldId="412"/>
            <ac:spMk id="19" creationId="{4420B842-CDB4-837B-2677-1A38BE22C91F}"/>
          </ac:spMkLst>
        </pc:spChg>
        <pc:spChg chg="add mod">
          <ac:chgData name="Aleksey Zimin" userId="7f2637d0bc515791" providerId="LiveId" clId="{5F359FD6-B8E9-41DA-90EC-0BA4FD0F3073}" dt="2026-09-29T19:54:06.658" v="2115" actId="1076"/>
          <ac:spMkLst>
            <pc:docMk/>
            <pc:sldMk cId="3995109930" sldId="412"/>
            <ac:spMk id="21" creationId="{33CA825E-D626-58E2-D80D-99B11C72199F}"/>
          </ac:spMkLst>
        </pc:spChg>
        <pc:spChg chg="add mod">
          <ac:chgData name="Aleksey Zimin" userId="7f2637d0bc515791" providerId="LiveId" clId="{5F359FD6-B8E9-41DA-90EC-0BA4FD0F3073}" dt="2026-09-29T19:54:57.161" v="2172" actId="1076"/>
          <ac:spMkLst>
            <pc:docMk/>
            <pc:sldMk cId="3995109930" sldId="412"/>
            <ac:spMk id="23" creationId="{E02A9DFC-EAB2-C2CF-D0A0-3225A45C85E5}"/>
          </ac:spMkLst>
        </pc:spChg>
      </pc:sldChg>
      <pc:sldChg chg="delSp modSp add mod">
        <pc:chgData name="Aleksey Zimin" userId="7f2637d0bc515791" providerId="LiveId" clId="{5F359FD6-B8E9-41DA-90EC-0BA4FD0F3073}" dt="2026-09-30T16:37:40.491" v="2899" actId="27636"/>
        <pc:sldMkLst>
          <pc:docMk/>
          <pc:sldMk cId="1902230169" sldId="421"/>
        </pc:sldMkLst>
        <pc:spChg chg="mod">
          <ac:chgData name="Aleksey Zimin" userId="7f2637d0bc515791" providerId="LiveId" clId="{5F359FD6-B8E9-41DA-90EC-0BA4FD0F3073}" dt="2026-09-30T16:37:40.491" v="2899" actId="27636"/>
          <ac:spMkLst>
            <pc:docMk/>
            <pc:sldMk cId="1902230169" sldId="421"/>
            <ac:spMk id="3" creationId="{DBE60FA5-F728-B4B6-3C61-1584C6FEF3CF}"/>
          </ac:spMkLst>
        </pc:spChg>
        <pc:picChg chg="del">
          <ac:chgData name="Aleksey Zimin" userId="7f2637d0bc515791" providerId="LiveId" clId="{5F359FD6-B8E9-41DA-90EC-0BA4FD0F3073}" dt="2026-09-30T16:35:58.672" v="2878" actId="21"/>
          <ac:picMkLst>
            <pc:docMk/>
            <pc:sldMk cId="1902230169" sldId="421"/>
            <ac:picMk id="6" creationId="{4A61E198-9142-B6EE-B0C8-773BEC08BF39}"/>
          </ac:picMkLst>
        </pc:picChg>
      </pc:sldChg>
      <pc:sldChg chg="addSp modSp mod ord">
        <pc:chgData name="Aleksey Zimin" userId="7f2637d0bc515791" providerId="LiveId" clId="{5F359FD6-B8E9-41DA-90EC-0BA4FD0F3073}" dt="2026-09-29T18:31:39.196" v="1112" actId="6549"/>
        <pc:sldMkLst>
          <pc:docMk/>
          <pc:sldMk cId="1402074185" sldId="440"/>
        </pc:sldMkLst>
        <pc:spChg chg="mod">
          <ac:chgData name="Aleksey Zimin" userId="7f2637d0bc515791" providerId="LiveId" clId="{5F359FD6-B8E9-41DA-90EC-0BA4FD0F3073}" dt="2026-09-29T18:31:39.196" v="1112" actId="6549"/>
          <ac:spMkLst>
            <pc:docMk/>
            <pc:sldMk cId="1402074185" sldId="440"/>
            <ac:spMk id="3" creationId="{A69E9641-2D54-149A-3761-4D1E708F8947}"/>
          </ac:spMkLst>
        </pc:spChg>
        <pc:spChg chg="add mod">
          <ac:chgData name="Aleksey Zimin" userId="7f2637d0bc515791" providerId="LiveId" clId="{5F359FD6-B8E9-41DA-90EC-0BA4FD0F3073}" dt="2026-09-29T18:29:15.002" v="1064" actId="14100"/>
          <ac:spMkLst>
            <pc:docMk/>
            <pc:sldMk cId="1402074185" sldId="440"/>
            <ac:spMk id="7" creationId="{164F8086-4FAD-8CFD-DE9B-18F842BDDACC}"/>
          </ac:spMkLst>
        </pc:spChg>
        <pc:cxnChg chg="add mod">
          <ac:chgData name="Aleksey Zimin" userId="7f2637d0bc515791" providerId="LiveId" clId="{5F359FD6-B8E9-41DA-90EC-0BA4FD0F3073}" dt="2026-09-29T18:28:07.282" v="1021" actId="1076"/>
          <ac:cxnSpMkLst>
            <pc:docMk/>
            <pc:sldMk cId="1402074185" sldId="440"/>
            <ac:cxnSpMk id="6" creationId="{ADACDB5A-21CC-C987-315C-C8F99368BC5C}"/>
          </ac:cxnSpMkLst>
        </pc:cxnChg>
      </pc:sldChg>
      <pc:sldChg chg="modSp mod">
        <pc:chgData name="Aleksey Zimin" userId="7f2637d0bc515791" providerId="LiveId" clId="{5F359FD6-B8E9-41DA-90EC-0BA4FD0F3073}" dt="2026-09-29T18:59:18.807" v="1836" actId="113"/>
        <pc:sldMkLst>
          <pc:docMk/>
          <pc:sldMk cId="4268804242" sldId="441"/>
        </pc:sldMkLst>
        <pc:spChg chg="mod">
          <ac:chgData name="Aleksey Zimin" userId="7f2637d0bc515791" providerId="LiveId" clId="{5F359FD6-B8E9-41DA-90EC-0BA4FD0F3073}" dt="2026-09-29T18:59:18.807" v="1836" actId="113"/>
          <ac:spMkLst>
            <pc:docMk/>
            <pc:sldMk cId="4268804242" sldId="441"/>
            <ac:spMk id="3" creationId="{91B4E86E-FFB3-6D98-728D-52FD2EEFDA8F}"/>
          </ac:spMkLst>
        </pc:spChg>
      </pc:sldChg>
      <pc:sldChg chg="delSp modSp mod">
        <pc:chgData name="Aleksey Zimin" userId="7f2637d0bc515791" providerId="LiveId" clId="{5F359FD6-B8E9-41DA-90EC-0BA4FD0F3073}" dt="2026-09-29T18:39:08.377" v="1231" actId="478"/>
        <pc:sldMkLst>
          <pc:docMk/>
          <pc:sldMk cId="3290336111" sldId="442"/>
        </pc:sldMkLst>
        <pc:spChg chg="mod">
          <ac:chgData name="Aleksey Zimin" userId="7f2637d0bc515791" providerId="LiveId" clId="{5F359FD6-B8E9-41DA-90EC-0BA4FD0F3073}" dt="2026-09-29T18:32:16.733" v="1115"/>
          <ac:spMkLst>
            <pc:docMk/>
            <pc:sldMk cId="3290336111" sldId="442"/>
            <ac:spMk id="3" creationId="{9A9A7CB8-7845-D670-3A75-C8D5266CD882}"/>
          </ac:spMkLst>
        </pc:spChg>
        <pc:spChg chg="del">
          <ac:chgData name="Aleksey Zimin" userId="7f2637d0bc515791" providerId="LiveId" clId="{5F359FD6-B8E9-41DA-90EC-0BA4FD0F3073}" dt="2026-09-29T18:39:08.377" v="1231" actId="478"/>
          <ac:spMkLst>
            <pc:docMk/>
            <pc:sldMk cId="3290336111" sldId="442"/>
            <ac:spMk id="5" creationId="{2BEF633A-9622-2C29-1B95-BA51E539D8E9}"/>
          </ac:spMkLst>
        </pc:spChg>
      </pc:sldChg>
      <pc:sldChg chg="addSp delSp modSp mod ord">
        <pc:chgData name="Aleksey Zimin" userId="7f2637d0bc515791" providerId="LiveId" clId="{5F359FD6-B8E9-41DA-90EC-0BA4FD0F3073}" dt="2026-09-29T19:46:16.140" v="1986" actId="20577"/>
        <pc:sldMkLst>
          <pc:docMk/>
          <pc:sldMk cId="1196692292" sldId="443"/>
        </pc:sldMkLst>
        <pc:spChg chg="mod">
          <ac:chgData name="Aleksey Zimin" userId="7f2637d0bc515791" providerId="LiveId" clId="{5F359FD6-B8E9-41DA-90EC-0BA4FD0F3073}" dt="2026-09-29T18:37:37.551" v="1226" actId="207"/>
          <ac:spMkLst>
            <pc:docMk/>
            <pc:sldMk cId="1196692292" sldId="443"/>
            <ac:spMk id="3" creationId="{B416C881-2F85-4121-2E4F-080F9FEA57AC}"/>
          </ac:spMkLst>
        </pc:spChg>
        <pc:spChg chg="add del">
          <ac:chgData name="Aleksey Zimin" userId="7f2637d0bc515791" providerId="LiveId" clId="{5F359FD6-B8E9-41DA-90EC-0BA4FD0F3073}" dt="2026-09-29T19:00:47.119" v="1867" actId="478"/>
          <ac:spMkLst>
            <pc:docMk/>
            <pc:sldMk cId="1196692292" sldId="443"/>
            <ac:spMk id="10" creationId="{864A6DD3-9D4E-F2F2-0AA1-6E2D928BB765}"/>
          </ac:spMkLst>
        </pc:spChg>
        <pc:spChg chg="add mod">
          <ac:chgData name="Aleksey Zimin" userId="7f2637d0bc515791" providerId="LiveId" clId="{5F359FD6-B8E9-41DA-90EC-0BA4FD0F3073}" dt="2026-09-29T19:46:16.140" v="1986" actId="20577"/>
          <ac:spMkLst>
            <pc:docMk/>
            <pc:sldMk cId="1196692292" sldId="443"/>
            <ac:spMk id="12" creationId="{3A39866E-5C4A-65F7-ABE4-B6C5966DB4DE}"/>
          </ac:spMkLst>
        </pc:spChg>
        <pc:cxnChg chg="mod">
          <ac:chgData name="Aleksey Zimin" userId="7f2637d0bc515791" providerId="LiveId" clId="{5F359FD6-B8E9-41DA-90EC-0BA4FD0F3073}" dt="2026-09-29T18:37:12.285" v="1225" actId="692"/>
          <ac:cxnSpMkLst>
            <pc:docMk/>
            <pc:sldMk cId="1196692292" sldId="443"/>
            <ac:cxnSpMk id="5" creationId="{187A064B-0EEC-FD29-63AE-62D9DC418F40}"/>
          </ac:cxnSpMkLst>
        </pc:cxn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730381858" sldId="449"/>
        </pc:sldMkLst>
      </pc:sldChg>
      <pc:sldChg chg="addSp delSp modSp add mod">
        <pc:chgData name="Aleksey Zimin" userId="7f2637d0bc515791" providerId="LiveId" clId="{5F359FD6-B8E9-41DA-90EC-0BA4FD0F3073}" dt="2026-09-28T17:52:11.108" v="117" actId="9405"/>
        <pc:sldMkLst>
          <pc:docMk/>
          <pc:sldMk cId="963822541" sldId="450"/>
        </pc:sldMkLst>
        <pc:inkChg chg="add">
          <ac:chgData name="Aleksey Zimin" userId="7f2637d0bc515791" providerId="LiveId" clId="{5F359FD6-B8E9-41DA-90EC-0BA4FD0F3073}" dt="2026-09-28T17:51:19.050" v="109" actId="9405"/>
          <ac:inkMkLst>
            <pc:docMk/>
            <pc:sldMk cId="963822541" sldId="450"/>
            <ac:inkMk id="16" creationId="{30886686-FE92-5C5D-BEF3-EDDFD5E36E08}"/>
          </ac:inkMkLst>
        </pc:inkChg>
        <pc:inkChg chg="add">
          <ac:chgData name="Aleksey Zimin" userId="7f2637d0bc515791" providerId="LiveId" clId="{5F359FD6-B8E9-41DA-90EC-0BA4FD0F3073}" dt="2026-09-28T17:51:23.475" v="110" actId="9405"/>
          <ac:inkMkLst>
            <pc:docMk/>
            <pc:sldMk cId="963822541" sldId="450"/>
            <ac:inkMk id="17" creationId="{4202475A-F840-2E0D-6B81-E9F9776B7135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2" creationId="{4BFA8BCF-683F-3430-7B88-6005F23124BF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3" creationId="{355D84FB-919C-E434-CEB7-67F9D864E701}"/>
          </ac:inkMkLst>
        </pc:inkChg>
        <pc:inkChg chg="add">
          <ac:chgData name="Aleksey Zimin" userId="7f2637d0bc515791" providerId="LiveId" clId="{5F359FD6-B8E9-41DA-90EC-0BA4FD0F3073}" dt="2026-09-28T17:52:05.811" v="116" actId="9405"/>
          <ac:inkMkLst>
            <pc:docMk/>
            <pc:sldMk cId="963822541" sldId="450"/>
            <ac:inkMk id="25" creationId="{CF193435-9698-43DC-6C92-C221CF2BC018}"/>
          </ac:inkMkLst>
        </pc:inkChg>
        <pc:inkChg chg="add">
          <ac:chgData name="Aleksey Zimin" userId="7f2637d0bc515791" providerId="LiveId" clId="{5F359FD6-B8E9-41DA-90EC-0BA4FD0F3073}" dt="2026-09-28T17:52:11.108" v="117" actId="9405"/>
          <ac:inkMkLst>
            <pc:docMk/>
            <pc:sldMk cId="963822541" sldId="450"/>
            <ac:inkMk id="26" creationId="{B05AE4FB-32D6-09CF-F0B0-F846BDE4414E}"/>
          </ac:inkMkLst>
        </pc:inkChg>
        <pc:cxnChg chg="add mod">
          <ac:chgData name="Aleksey Zimin" userId="7f2637d0bc515791" providerId="LiveId" clId="{5F359FD6-B8E9-41DA-90EC-0BA4FD0F3073}" dt="2026-09-28T17:50:01.626" v="98" actId="13822"/>
          <ac:cxnSpMkLst>
            <pc:docMk/>
            <pc:sldMk cId="963822541" sldId="450"/>
            <ac:cxnSpMk id="6" creationId="{04BA9DA3-F53F-6406-98B7-A7D57AAACA3A}"/>
          </ac:cxnSpMkLst>
        </pc:cxnChg>
        <pc:cxnChg chg="add mod">
          <ac:chgData name="Aleksey Zimin" userId="7f2637d0bc515791" providerId="LiveId" clId="{5F359FD6-B8E9-41DA-90EC-0BA4FD0F3073}" dt="2026-09-28T17:50:06.131" v="100" actId="1076"/>
          <ac:cxnSpMkLst>
            <pc:docMk/>
            <pc:sldMk cId="963822541" sldId="450"/>
            <ac:cxnSpMk id="7" creationId="{FA509E3C-2A69-AE9F-337B-D9258C063796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8" creationId="{75ECEEFF-5F26-29D4-F2C1-4EFB02ACEF28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9" creationId="{45884D49-E9BC-822C-D1D9-73C50086011C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0" creationId="{9D500E48-2112-B041-D082-F1AB300C9A63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1" creationId="{88B2650F-FFC7-2DE4-8A1D-8A7CDA8FDBD7}"/>
          </ac:cxnSpMkLst>
        </pc:cxnChg>
        <pc:cxnChg chg="add mod">
          <ac:chgData name="Aleksey Zimin" userId="7f2637d0bc515791" providerId="LiveId" clId="{5F359FD6-B8E9-41DA-90EC-0BA4FD0F3073}" dt="2026-09-28T17:50:48.667" v="107" actId="1076"/>
          <ac:cxnSpMkLst>
            <pc:docMk/>
            <pc:sldMk cId="963822541" sldId="450"/>
            <ac:cxnSpMk id="12" creationId="{5C430535-8680-1AC7-C202-D8F7A384CBEA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3" creationId="{553C039B-2ED9-0516-49B3-04DBA23184BE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8" creationId="{919BA0C4-1ECA-AFD2-C4EA-E1C0EFDC0F65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9" creationId="{18460F0B-74D6-B1DF-7A6F-576C6373DF12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0" creationId="{8226B477-C047-A09E-D7E4-8267B5E97E8D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1" creationId="{86141C11-6EEA-617D-CBF3-58A88777AE22}"/>
          </ac:cxnSpMkLst>
        </pc:cxnChg>
      </pc:sldChg>
      <pc:sldChg chg="addSp delSp modSp mod">
        <pc:chgData name="Aleksey Zimin" userId="7f2637d0bc515791" providerId="LiveId" clId="{5F359FD6-B8E9-41DA-90EC-0BA4FD0F3073}" dt="2026-09-28T20:01:51.236" v="121" actId="1076"/>
        <pc:sldMkLst>
          <pc:docMk/>
          <pc:sldMk cId="1331428061" sldId="453"/>
        </pc:sldMkLst>
        <pc:picChg chg="add mod">
          <ac:chgData name="Aleksey Zimin" userId="7f2637d0bc515791" providerId="LiveId" clId="{5F359FD6-B8E9-41DA-90EC-0BA4FD0F3073}" dt="2026-09-28T20:01:51.236" v="121" actId="1076"/>
          <ac:picMkLst>
            <pc:docMk/>
            <pc:sldMk cId="1331428061" sldId="453"/>
            <ac:picMk id="7" creationId="{65547F82-3FC3-29F3-FDE8-ED01C176C677}"/>
          </ac:picMkLst>
        </pc:picChg>
      </pc:sldChg>
      <pc:sldChg chg="modSp del mod">
        <pc:chgData name="Aleksey Zimin" userId="7f2637d0bc515791" providerId="LiveId" clId="{5F359FD6-B8E9-41DA-90EC-0BA4FD0F3073}" dt="2026-09-29T19:47:37.140" v="1994" actId="2696"/>
        <pc:sldMkLst>
          <pc:docMk/>
          <pc:sldMk cId="997387992" sldId="467"/>
        </pc:sldMkLst>
        <pc:spChg chg="mod">
          <ac:chgData name="Aleksey Zimin" userId="7f2637d0bc515791" providerId="LiveId" clId="{5F359FD6-B8E9-41DA-90EC-0BA4FD0F3073}" dt="2026-09-29T18:43:40.160" v="1392" actId="20577"/>
          <ac:spMkLst>
            <pc:docMk/>
            <pc:sldMk cId="997387992" sldId="467"/>
            <ac:spMk id="3" creationId="{93DC471E-70EB-E535-7B5A-F13EC98C1EE0}"/>
          </ac:spMkLst>
        </pc:spChg>
      </pc:sldChg>
      <pc:sldChg chg="addSp modSp add del mod">
        <pc:chgData name="Aleksey Zimin" userId="7f2637d0bc515791" providerId="LiveId" clId="{5F359FD6-B8E9-41DA-90EC-0BA4FD0F3073}" dt="2026-09-29T19:47:41.492" v="1996" actId="2696"/>
        <pc:sldMkLst>
          <pc:docMk/>
          <pc:sldMk cId="4128588245" sldId="468"/>
        </pc:sldMkLst>
        <pc:spChg chg="mod">
          <ac:chgData name="Aleksey Zimin" userId="7f2637d0bc515791" providerId="LiveId" clId="{5F359FD6-B8E9-41DA-90EC-0BA4FD0F3073}" dt="2026-09-29T18:33:50.242" v="1122" actId="207"/>
          <ac:spMkLst>
            <pc:docMk/>
            <pc:sldMk cId="4128588245" sldId="468"/>
            <ac:spMk id="3" creationId="{ABC0291D-AA5E-5EAA-BA29-DD2A74D45F29}"/>
          </ac:spMkLst>
        </pc:spChg>
        <pc:spChg chg="add mod">
          <ac:chgData name="Aleksey Zimin" userId="7f2637d0bc515791" providerId="LiveId" clId="{5F359FD6-B8E9-41DA-90EC-0BA4FD0F3073}" dt="2026-09-29T19:47:16.876" v="1993" actId="1076"/>
          <ac:spMkLst>
            <pc:docMk/>
            <pc:sldMk cId="4128588245" sldId="468"/>
            <ac:spMk id="9" creationId="{41AB746A-A6B1-5230-75F6-B283037505B4}"/>
          </ac:spMkLst>
        </pc:spChg>
      </pc:sldChg>
      <pc:sldChg chg="modSp del mod">
        <pc:chgData name="Aleksey Zimin" userId="7f2637d0bc515791" providerId="LiveId" clId="{5F359FD6-B8E9-41DA-90EC-0BA4FD0F3073}" dt="2026-09-29T18:41:04.136" v="1327" actId="47"/>
        <pc:sldMkLst>
          <pc:docMk/>
          <pc:sldMk cId="3458580164" sldId="469"/>
        </pc:sldMkLst>
        <pc:spChg chg="mod">
          <ac:chgData name="Aleksey Zimin" userId="7f2637d0bc515791" providerId="LiveId" clId="{5F359FD6-B8E9-41DA-90EC-0BA4FD0F3073}" dt="2026-09-29T18:32:21.905" v="1116"/>
          <ac:spMkLst>
            <pc:docMk/>
            <pc:sldMk cId="3458580164" sldId="469"/>
            <ac:spMk id="3" creationId="{885BB257-A012-64E9-3984-7DA642E53E1A}"/>
          </ac:spMkLst>
        </pc:spChg>
      </pc:sldChg>
      <pc:sldChg chg="modSp del">
        <pc:chgData name="Aleksey Zimin" userId="7f2637d0bc515791" providerId="LiveId" clId="{5F359FD6-B8E9-41DA-90EC-0BA4FD0F3073}" dt="2026-09-29T18:41:07.933" v="1328" actId="47"/>
        <pc:sldMkLst>
          <pc:docMk/>
          <pc:sldMk cId="1342632659" sldId="470"/>
        </pc:sldMkLst>
        <pc:spChg chg="mod">
          <ac:chgData name="Aleksey Zimin" userId="7f2637d0bc515791" providerId="LiveId" clId="{5F359FD6-B8E9-41DA-90EC-0BA4FD0F3073}" dt="2026-09-29T18:32:25.804" v="1117"/>
          <ac:spMkLst>
            <pc:docMk/>
            <pc:sldMk cId="1342632659" sldId="470"/>
            <ac:spMk id="3" creationId="{2B05828E-9EB0-DD79-B3C9-EF7675D67A1D}"/>
          </ac:spMkLst>
        </pc:spChg>
      </pc:sldChg>
      <pc:sldChg chg="modSp mod">
        <pc:chgData name="Aleksey Zimin" userId="7f2637d0bc515791" providerId="LiveId" clId="{5F359FD6-B8E9-41DA-90EC-0BA4FD0F3073}" dt="2026-09-29T19:48:26.119" v="2010" actId="20577"/>
        <pc:sldMkLst>
          <pc:docMk/>
          <pc:sldMk cId="1222427046" sldId="471"/>
        </pc:sldMkLst>
        <pc:spChg chg="mod">
          <ac:chgData name="Aleksey Zimin" userId="7f2637d0bc515791" providerId="LiveId" clId="{5F359FD6-B8E9-41DA-90EC-0BA4FD0F3073}" dt="2026-09-29T19:48:26.119" v="2010" actId="20577"/>
          <ac:spMkLst>
            <pc:docMk/>
            <pc:sldMk cId="1222427046" sldId="471"/>
            <ac:spMk id="3" creationId="{56A0B893-EF41-6232-0920-205CB5599C44}"/>
          </ac:spMkLst>
        </pc:spChg>
      </pc:sldChg>
      <pc:sldChg chg="modSp modAnim">
        <pc:chgData name="Aleksey Zimin" userId="7f2637d0bc515791" providerId="LiveId" clId="{5F359FD6-B8E9-41DA-90EC-0BA4FD0F3073}" dt="2026-09-29T19:49:15.689" v="2016" actId="20577"/>
        <pc:sldMkLst>
          <pc:docMk/>
          <pc:sldMk cId="1737656846" sldId="472"/>
        </pc:sldMkLst>
        <pc:spChg chg="mod">
          <ac:chgData name="Aleksey Zimin" userId="7f2637d0bc515791" providerId="LiveId" clId="{5F359FD6-B8E9-41DA-90EC-0BA4FD0F3073}" dt="2026-09-29T19:49:15.689" v="2016" actId="20577"/>
          <ac:spMkLst>
            <pc:docMk/>
            <pc:sldMk cId="1737656846" sldId="472"/>
            <ac:spMk id="3" creationId="{077355E7-B584-3612-A29A-58FD462AD01C}"/>
          </ac:spMkLst>
        </pc:spChg>
      </pc:sldChg>
      <pc:sldChg chg="addSp delSp modSp mod">
        <pc:chgData name="Aleksey Zimin" userId="7f2637d0bc515791" providerId="LiveId" clId="{5F359FD6-B8E9-41DA-90EC-0BA4FD0F3073}" dt="2026-09-29T19:49:02.401" v="2015" actId="20577"/>
        <pc:sldMkLst>
          <pc:docMk/>
          <pc:sldMk cId="4186855173" sldId="473"/>
        </pc:sldMkLst>
        <pc:spChg chg="add del mod">
          <ac:chgData name="Aleksey Zimin" userId="7f2637d0bc515791" providerId="LiveId" clId="{5F359FD6-B8E9-41DA-90EC-0BA4FD0F3073}" dt="2026-09-29T17:19:41.941" v="811" actId="478"/>
          <ac:spMkLst>
            <pc:docMk/>
            <pc:sldMk cId="4186855173" sldId="473"/>
            <ac:spMk id="3" creationId="{191B7DB9-E599-C717-3AAF-0395963E8442}"/>
          </ac:spMkLst>
        </pc:spChg>
        <pc:spChg chg="mod">
          <ac:chgData name="Aleksey Zimin" userId="7f2637d0bc515791" providerId="LiveId" clId="{5F359FD6-B8E9-41DA-90EC-0BA4FD0F3073}" dt="2026-09-29T19:49:02.401" v="2015" actId="20577"/>
          <ac:spMkLst>
            <pc:docMk/>
            <pc:sldMk cId="4186855173" sldId="473"/>
            <ac:spMk id="8" creationId="{C53584AE-D2C7-6A1C-8506-1CAE35112C4D}"/>
          </ac:spMkLst>
        </pc:spChg>
      </pc:sldChg>
      <pc:sldChg chg="delSp modSp mod">
        <pc:chgData name="Aleksey Zimin" userId="7f2637d0bc515791" providerId="LiveId" clId="{5F359FD6-B8E9-41DA-90EC-0BA4FD0F3073}" dt="2026-09-28T14:38:12.877" v="35" actId="478"/>
        <pc:sldMkLst>
          <pc:docMk/>
          <pc:sldMk cId="1808475080" sldId="477"/>
        </pc:sldMkLst>
        <pc:inkChg chg="mod">
          <ac:chgData name="Aleksey Zimin" userId="7f2637d0bc515791" providerId="LiveId" clId="{5F359FD6-B8E9-41DA-90EC-0BA4FD0F3073}" dt="2026-09-28T14:37:26.831" v="26" actId="208"/>
          <ac:inkMkLst>
            <pc:docMk/>
            <pc:sldMk cId="1808475080" sldId="477"/>
            <ac:inkMk id="10" creationId="{DE1D30BF-4B21-9320-62B0-5C6CCE3369C1}"/>
          </ac:inkMkLst>
        </pc:inkChg>
      </pc:sldChg>
      <pc:sldChg chg="modSp mod">
        <pc:chgData name="Aleksey Zimin" userId="7f2637d0bc515791" providerId="LiveId" clId="{5F359FD6-B8E9-41DA-90EC-0BA4FD0F3073}" dt="2026-09-30T16:39:24.384" v="2909" actId="20577"/>
        <pc:sldMkLst>
          <pc:docMk/>
          <pc:sldMk cId="3787266202" sldId="504"/>
        </pc:sldMkLst>
        <pc:spChg chg="mod">
          <ac:chgData name="Aleksey Zimin" userId="7f2637d0bc515791" providerId="LiveId" clId="{5F359FD6-B8E9-41DA-90EC-0BA4FD0F3073}" dt="2026-09-30T16:39:24.384" v="2909" actId="20577"/>
          <ac:spMkLst>
            <pc:docMk/>
            <pc:sldMk cId="3787266202" sldId="504"/>
            <ac:spMk id="3" creationId="{3C210B74-015D-9014-DB6C-383B4BDEE7C7}"/>
          </ac:spMkLst>
        </pc:spChg>
      </pc:sldChg>
      <pc:sldChg chg="addSp delSp modSp mod">
        <pc:chgData name="Aleksey Zimin" userId="7f2637d0bc515791" providerId="LiveId" clId="{5F359FD6-B8E9-41DA-90EC-0BA4FD0F3073}" dt="2026-09-28T20:04:04.451" v="144" actId="1076"/>
        <pc:sldMkLst>
          <pc:docMk/>
          <pc:sldMk cId="3340996165" sldId="506"/>
        </pc:sldMkLst>
        <pc:picChg chg="add mod">
          <ac:chgData name="Aleksey Zimin" userId="7f2637d0bc515791" providerId="LiveId" clId="{5F359FD6-B8E9-41DA-90EC-0BA4FD0F3073}" dt="2026-09-28T20:03:04.756" v="128" actId="1076"/>
          <ac:picMkLst>
            <pc:docMk/>
            <pc:sldMk cId="3340996165" sldId="506"/>
            <ac:picMk id="7" creationId="{27BE2F5B-D595-98C2-957E-3FD32797B598}"/>
          </ac:picMkLst>
        </pc:pic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9" creationId="{E3F21D60-7F81-6C1A-D105-A679C046991D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1" creationId="{367CC66E-908B-D824-6330-DE3CE8CFA251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2" creationId="{10B151E6-E37C-FACD-715E-D3F84ED212F7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4" creationId="{CA55E126-2D19-3824-2D25-E75905221540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6" creationId="{95AC9189-614F-9868-E50E-29B78E464E22}"/>
          </ac:cxnSpMkLst>
        </pc:cxnChg>
      </pc:sldChg>
      <pc:sldChg chg="modSp mod">
        <pc:chgData name="Aleksey Zimin" userId="7f2637d0bc515791" providerId="LiveId" clId="{5F359FD6-B8E9-41DA-90EC-0BA4FD0F3073}" dt="2026-09-28T14:29:28.479" v="2" actId="947"/>
        <pc:sldMkLst>
          <pc:docMk/>
          <pc:sldMk cId="3062880992" sldId="509"/>
        </pc:sldMkLst>
        <pc:spChg chg="mod">
          <ac:chgData name="Aleksey Zimin" userId="7f2637d0bc515791" providerId="LiveId" clId="{5F359FD6-B8E9-41DA-90EC-0BA4FD0F3073}" dt="2026-09-28T14:29:28.479" v="2" actId="947"/>
          <ac:spMkLst>
            <pc:docMk/>
            <pc:sldMk cId="3062880992" sldId="509"/>
            <ac:spMk id="3" creationId="{0E8ED21E-2A64-ED4D-4B59-028B7B535245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571147949" sldId="510"/>
        </pc:sldMkLst>
      </pc:sldChg>
      <pc:sldChg chg="modSp mod">
        <pc:chgData name="Aleksey Zimin" userId="7f2637d0bc515791" providerId="LiveId" clId="{5F359FD6-B8E9-41DA-90EC-0BA4FD0F3073}" dt="2026-09-28T14:30:25.791" v="11" actId="20577"/>
        <pc:sldMkLst>
          <pc:docMk/>
          <pc:sldMk cId="3703700114" sldId="512"/>
        </pc:sldMkLst>
        <pc:spChg chg="mod">
          <ac:chgData name="Aleksey Zimin" userId="7f2637d0bc515791" providerId="LiveId" clId="{5F359FD6-B8E9-41DA-90EC-0BA4FD0F3073}" dt="2026-09-28T14:30:25.791" v="11" actId="20577"/>
          <ac:spMkLst>
            <pc:docMk/>
            <pc:sldMk cId="3703700114" sldId="512"/>
            <ac:spMk id="3" creationId="{78770EC9-785B-AC9D-4E98-71BDFD958572}"/>
          </ac:spMkLst>
        </pc:spChg>
      </pc:sldChg>
      <pc:sldChg chg="addSp delSp modSp mod delAnim modAnim">
        <pc:chgData name="Aleksey Zimin" userId="7f2637d0bc515791" providerId="LiveId" clId="{5F359FD6-B8E9-41DA-90EC-0BA4FD0F3073}" dt="2026-09-30T16:41:21.886" v="2915"/>
        <pc:sldMkLst>
          <pc:docMk/>
          <pc:sldMk cId="3854425644" sldId="515"/>
        </pc:sldMkLst>
        <pc:inkChg chg="add del mod">
          <ac:chgData name="Aleksey Zimin" userId="7f2637d0bc515791" providerId="LiveId" clId="{5F359FD6-B8E9-41DA-90EC-0BA4FD0F3073}" dt="2026-09-30T16:39:46.041" v="2910" actId="478"/>
          <ac:inkMkLst>
            <pc:docMk/>
            <pc:sldMk cId="3854425644" sldId="515"/>
            <ac:inkMk id="19" creationId="{FE892DC5-1FD4-4B43-5754-74AE8F19A1E0}"/>
          </ac:inkMkLst>
        </pc:inkChg>
        <pc:inkChg chg="add del">
          <ac:chgData name="Aleksey Zimin" userId="7f2637d0bc515791" providerId="LiveId" clId="{5F359FD6-B8E9-41DA-90EC-0BA4FD0F3073}" dt="2026-09-30T16:40:13.943" v="2912" actId="9405"/>
          <ac:inkMkLst>
            <pc:docMk/>
            <pc:sldMk cId="3854425644" sldId="515"/>
            <ac:inkMk id="20" creationId="{164E7207-F56A-46C3-F75F-9097E7D61F95}"/>
          </ac:inkMkLst>
        </pc:inkChg>
        <pc:inkChg chg="add">
          <ac:chgData name="Aleksey Zimin" userId="7f2637d0bc515791" providerId="LiveId" clId="{5F359FD6-B8E9-41DA-90EC-0BA4FD0F3073}" dt="2026-09-30T16:40:34.177" v="2913" actId="9405"/>
          <ac:inkMkLst>
            <pc:docMk/>
            <pc:sldMk cId="3854425644" sldId="515"/>
            <ac:inkMk id="22" creationId="{AA6ADA0A-3BFE-0DB7-D0F3-422A1230C598}"/>
          </ac:inkMkLst>
        </pc:inkChg>
        <pc:inkChg chg="del">
          <ac:chgData name="Aleksey Zimin" userId="7f2637d0bc515791" providerId="LiveId" clId="{5F359FD6-B8E9-41DA-90EC-0BA4FD0F3073}" dt="2026-09-29T16:41:54.335" v="145" actId="478"/>
          <ac:inkMkLst>
            <pc:docMk/>
            <pc:sldMk cId="3854425644" sldId="515"/>
            <ac:inkMk id="23" creationId="{1D8F3142-DA2A-E3C1-894C-5D7EDB120C19}"/>
          </ac:inkMkLst>
        </pc:inkChg>
      </pc:sldChg>
      <pc:sldChg chg="modSp mod">
        <pc:chgData name="Aleksey Zimin" userId="7f2637d0bc515791" providerId="LiveId" clId="{5F359FD6-B8E9-41DA-90EC-0BA4FD0F3073}" dt="2026-09-29T19:55:59.157" v="2195" actId="20577"/>
        <pc:sldMkLst>
          <pc:docMk/>
          <pc:sldMk cId="598604316" sldId="516"/>
        </pc:sldMkLst>
        <pc:spChg chg="mod">
          <ac:chgData name="Aleksey Zimin" userId="7f2637d0bc515791" providerId="LiveId" clId="{5F359FD6-B8E9-41DA-90EC-0BA4FD0F3073}" dt="2026-09-29T19:55:59.157" v="2195" actId="20577"/>
          <ac:spMkLst>
            <pc:docMk/>
            <pc:sldMk cId="598604316" sldId="516"/>
            <ac:spMk id="3" creationId="{23932ECC-DE1D-1C6D-6F40-FCDDF4D3A123}"/>
          </ac:spMkLst>
        </pc:spChg>
      </pc:sldChg>
      <pc:sldChg chg="modSp del mod">
        <pc:chgData name="Aleksey Zimin" userId="7f2637d0bc515791" providerId="LiveId" clId="{5F359FD6-B8E9-41DA-90EC-0BA4FD0F3073}" dt="2026-09-29T19:51:47.937" v="2046" actId="2696"/>
        <pc:sldMkLst>
          <pc:docMk/>
          <pc:sldMk cId="1612271559" sldId="549"/>
        </pc:sldMkLst>
        <pc:spChg chg="mod">
          <ac:chgData name="Aleksey Zimin" userId="7f2637d0bc515791" providerId="LiveId" clId="{5F359FD6-B8E9-41DA-90EC-0BA4FD0F3073}" dt="2026-09-29T19:50:59.142" v="2035" actId="20577"/>
          <ac:spMkLst>
            <pc:docMk/>
            <pc:sldMk cId="1612271559" sldId="549"/>
            <ac:spMk id="2" creationId="{ABCB2B13-4626-5EE6-05C6-64419166C77F}"/>
          </ac:spMkLst>
        </pc:spChg>
        <pc:spChg chg="mod">
          <ac:chgData name="Aleksey Zimin" userId="7f2637d0bc515791" providerId="LiveId" clId="{5F359FD6-B8E9-41DA-90EC-0BA4FD0F3073}" dt="2026-09-29T19:51:32.762" v="2045" actId="20577"/>
          <ac:spMkLst>
            <pc:docMk/>
            <pc:sldMk cId="1612271559" sldId="549"/>
            <ac:spMk id="3" creationId="{D7CCCEC9-304B-8B1A-7177-FAAD202A8D96}"/>
          </ac:spMkLst>
        </pc:spChg>
        <pc:graphicFrameChg chg="modGraphic">
          <ac:chgData name="Aleksey Zimin" userId="7f2637d0bc515791" providerId="LiveId" clId="{5F359FD6-B8E9-41DA-90EC-0BA4FD0F3073}" dt="2026-09-29T17:52:38.586" v="969" actId="14734"/>
          <ac:graphicFrameMkLst>
            <pc:docMk/>
            <pc:sldMk cId="1612271559" sldId="549"/>
            <ac:graphicFrameMk id="15" creationId="{B09FE73B-6205-A14F-5031-E21F27DD35B0}"/>
          </ac:graphicFrameMkLst>
        </pc:graphicFrameChg>
      </pc:sldChg>
      <pc:sldChg chg="modSp mod">
        <pc:chgData name="Aleksey Zimin" userId="7f2637d0bc515791" providerId="LiveId" clId="{5F359FD6-B8E9-41DA-90EC-0BA4FD0F3073}" dt="2026-09-29T17:24:39.943" v="906" actId="20577"/>
        <pc:sldMkLst>
          <pc:docMk/>
          <pc:sldMk cId="1998143328" sldId="550"/>
        </pc:sldMkLst>
        <pc:spChg chg="mod">
          <ac:chgData name="Aleksey Zimin" userId="7f2637d0bc515791" providerId="LiveId" clId="{5F359FD6-B8E9-41DA-90EC-0BA4FD0F3073}" dt="2026-09-29T17:24:39.943" v="906" actId="20577"/>
          <ac:spMkLst>
            <pc:docMk/>
            <pc:sldMk cId="1998143328" sldId="550"/>
            <ac:spMk id="3" creationId="{9D8AE125-6F8F-4727-8CBB-1277CD4F2816}"/>
          </ac:spMkLst>
        </pc:spChg>
      </pc:sldChg>
      <pc:sldChg chg="delSp add mod">
        <pc:chgData name="Aleksey Zimin" userId="7f2637d0bc515791" providerId="LiveId" clId="{5F359FD6-B8E9-41DA-90EC-0BA4FD0F3073}" dt="2026-09-28T14:38:19.857" v="37" actId="478"/>
        <pc:sldMkLst>
          <pc:docMk/>
          <pc:sldMk cId="2122544176" sldId="551"/>
        </pc:sldMkLst>
      </pc:sldChg>
      <pc:sldChg chg="delSp add mod">
        <pc:chgData name="Aleksey Zimin" userId="7f2637d0bc515791" providerId="LiveId" clId="{5F359FD6-B8E9-41DA-90EC-0BA4FD0F3073}" dt="2026-09-28T14:38:24.366" v="38" actId="478"/>
        <pc:sldMkLst>
          <pc:docMk/>
          <pc:sldMk cId="4038724973" sldId="552"/>
        </pc:sldMkLst>
      </pc:sldChg>
      <pc:sldChg chg="add">
        <pc:chgData name="Aleksey Zimin" userId="7f2637d0bc515791" providerId="LiveId" clId="{5F359FD6-B8E9-41DA-90EC-0BA4FD0F3073}" dt="2026-09-28T14:38:06.510" v="32" actId="2890"/>
        <pc:sldMkLst>
          <pc:docMk/>
          <pc:sldMk cId="920013687" sldId="553"/>
        </pc:sldMkLst>
      </pc:sldChg>
      <pc:sldChg chg="addSp modSp add mod">
        <pc:chgData name="Aleksey Zimin" userId="7f2637d0bc515791" providerId="LiveId" clId="{5F359FD6-B8E9-41DA-90EC-0BA4FD0F3073}" dt="2026-09-29T17:11:12.299" v="558" actId="20577"/>
        <pc:sldMkLst>
          <pc:docMk/>
          <pc:sldMk cId="1346485017" sldId="554"/>
        </pc:sldMkLst>
        <pc:spChg chg="mod">
          <ac:chgData name="Aleksey Zimin" userId="7f2637d0bc515791" providerId="LiveId" clId="{5F359FD6-B8E9-41DA-90EC-0BA4FD0F3073}" dt="2026-09-29T17:11:12.299" v="558" actId="20577"/>
          <ac:spMkLst>
            <pc:docMk/>
            <pc:sldMk cId="1346485017" sldId="554"/>
            <ac:spMk id="3" creationId="{54FE6069-914D-B9CF-8E69-5A26AE342AA9}"/>
          </ac:spMkLst>
        </pc:spChg>
        <pc:spChg chg="add mod">
          <ac:chgData name="Aleksey Zimin" userId="7f2637d0bc515791" providerId="LiveId" clId="{5F359FD6-B8E9-41DA-90EC-0BA4FD0F3073}" dt="2026-09-28T14:39:44.232" v="44" actId="207"/>
          <ac:spMkLst>
            <pc:docMk/>
            <pc:sldMk cId="1346485017" sldId="554"/>
            <ac:spMk id="6" creationId="{85C67E93-77EA-CA15-E7DD-70401CC6F3A7}"/>
          </ac:spMkLst>
        </pc:spChg>
        <pc:spChg chg="mod">
          <ac:chgData name="Aleksey Zimin" userId="7f2637d0bc515791" providerId="LiveId" clId="{5F359FD6-B8E9-41DA-90EC-0BA4FD0F3073}" dt="2026-09-28T14:40:10.944" v="47" actId="207"/>
          <ac:spMkLst>
            <pc:docMk/>
            <pc:sldMk cId="1346485017" sldId="554"/>
            <ac:spMk id="7" creationId="{79E23E8D-894A-7692-6801-DDE38056902F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591985588" sldId="555"/>
        </pc:sldMkLst>
      </pc:sldChg>
      <pc:sldChg chg="modSp add mod">
        <pc:chgData name="Aleksey Zimin" userId="7f2637d0bc515791" providerId="LiveId" clId="{5F359FD6-B8E9-41DA-90EC-0BA4FD0F3073}" dt="2026-09-28T20:02:32.526" v="125" actId="13822"/>
        <pc:sldMkLst>
          <pc:docMk/>
          <pc:sldMk cId="62699590" sldId="556"/>
        </pc:sldMkLst>
        <pc:cxnChg chg="mod">
          <ac:chgData name="Aleksey Zimin" userId="7f2637d0bc515791" providerId="LiveId" clId="{5F359FD6-B8E9-41DA-90EC-0BA4FD0F3073}" dt="2026-09-28T20:02:16.749" v="123" actId="13822"/>
          <ac:cxnSpMkLst>
            <pc:docMk/>
            <pc:sldMk cId="62699590" sldId="556"/>
            <ac:cxnSpMk id="6" creationId="{3FEC71AA-A8D2-2F05-C366-D3D4A92B8C59}"/>
          </ac:cxnSpMkLst>
        </pc:cxnChg>
        <pc:cxnChg chg="mod">
          <ac:chgData name="Aleksey Zimin" userId="7f2637d0bc515791" providerId="LiveId" clId="{5F359FD6-B8E9-41DA-90EC-0BA4FD0F3073}" dt="2026-09-28T20:02:11.327" v="122" actId="13822"/>
          <ac:cxnSpMkLst>
            <pc:docMk/>
            <pc:sldMk cId="62699590" sldId="556"/>
            <ac:cxnSpMk id="10" creationId="{3CFC357C-EC3B-A637-656C-116419A8FFB8}"/>
          </ac:cxnSpMkLst>
        </pc:cxnChg>
        <pc:cxnChg chg="mod">
          <ac:chgData name="Aleksey Zimin" userId="7f2637d0bc515791" providerId="LiveId" clId="{5F359FD6-B8E9-41DA-90EC-0BA4FD0F3073}" dt="2026-09-28T20:02:24.559" v="124" actId="13822"/>
          <ac:cxnSpMkLst>
            <pc:docMk/>
            <pc:sldMk cId="62699590" sldId="556"/>
            <ac:cxnSpMk id="13" creationId="{D8B5E29A-41A4-C35F-EB75-7C1CCF0E135A}"/>
          </ac:cxnSpMkLst>
        </pc:cxnChg>
        <pc:cxnChg chg="mod">
          <ac:chgData name="Aleksey Zimin" userId="7f2637d0bc515791" providerId="LiveId" clId="{5F359FD6-B8E9-41DA-90EC-0BA4FD0F3073}" dt="2026-09-28T20:02:32.526" v="125" actId="13822"/>
          <ac:cxnSpMkLst>
            <pc:docMk/>
            <pc:sldMk cId="62699590" sldId="556"/>
            <ac:cxnSpMk id="15" creationId="{73E8D1A5-70E2-09B8-AD7E-0341DB4C3934}"/>
          </ac:cxnSpMkLst>
        </pc:cxnChg>
      </pc:sldChg>
      <pc:sldChg chg="modSp new mod ord modAnim">
        <pc:chgData name="Aleksey Zimin" userId="7f2637d0bc515791" providerId="LiveId" clId="{5F359FD6-B8E9-41DA-90EC-0BA4FD0F3073}" dt="2026-09-29T17:20:16.677" v="832" actId="20577"/>
        <pc:sldMkLst>
          <pc:docMk/>
          <pc:sldMk cId="1508105199" sldId="557"/>
        </pc:sldMkLst>
        <pc:spChg chg="mod">
          <ac:chgData name="Aleksey Zimin" userId="7f2637d0bc515791" providerId="LiveId" clId="{5F359FD6-B8E9-41DA-90EC-0BA4FD0F3073}" dt="2026-09-29T17:20:16.677" v="832" actId="20577"/>
          <ac:spMkLst>
            <pc:docMk/>
            <pc:sldMk cId="1508105199" sldId="557"/>
            <ac:spMk id="2" creationId="{D50F166F-772E-AE16-33BF-805613D12412}"/>
          </ac:spMkLst>
        </pc:spChg>
        <pc:spChg chg="mod">
          <ac:chgData name="Aleksey Zimin" userId="7f2637d0bc515791" providerId="LiveId" clId="{5F359FD6-B8E9-41DA-90EC-0BA4FD0F3073}" dt="2026-09-29T17:02:42.801" v="524" actId="27636"/>
          <ac:spMkLst>
            <pc:docMk/>
            <pc:sldMk cId="1508105199" sldId="557"/>
            <ac:spMk id="3" creationId="{630CA860-E630-5E74-2A1C-8463D8B219BF}"/>
          </ac:spMkLst>
        </pc:spChg>
      </pc:sldChg>
      <pc:sldChg chg="modSp add">
        <pc:chgData name="Aleksey Zimin" userId="7f2637d0bc515791" providerId="LiveId" clId="{5F359FD6-B8E9-41DA-90EC-0BA4FD0F3073}" dt="2026-09-29T18:31:59.878" v="1113"/>
        <pc:sldMkLst>
          <pc:docMk/>
          <pc:sldMk cId="1092133853" sldId="558"/>
        </pc:sldMkLst>
        <pc:spChg chg="mod">
          <ac:chgData name="Aleksey Zimin" userId="7f2637d0bc515791" providerId="LiveId" clId="{5F359FD6-B8E9-41DA-90EC-0BA4FD0F3073}" dt="2026-09-29T18:31:59.878" v="1113"/>
          <ac:spMkLst>
            <pc:docMk/>
            <pc:sldMk cId="1092133853" sldId="558"/>
            <ac:spMk id="3" creationId="{FC50F03A-F6C0-72E9-4068-58A17868CE18}"/>
          </ac:spMkLst>
        </pc:spChg>
      </pc:sldChg>
      <pc:sldChg chg="addSp delSp modSp add mod">
        <pc:chgData name="Aleksey Zimin" userId="7f2637d0bc515791" providerId="LiveId" clId="{5F359FD6-B8E9-41DA-90EC-0BA4FD0F3073}" dt="2026-09-29T19:46:36.845" v="1990" actId="22"/>
        <pc:sldMkLst>
          <pc:docMk/>
          <pc:sldMk cId="557418132" sldId="559"/>
        </pc:sldMkLst>
        <pc:spChg chg="mod">
          <ac:chgData name="Aleksey Zimin" userId="7f2637d0bc515791" providerId="LiveId" clId="{5F359FD6-B8E9-41DA-90EC-0BA4FD0F3073}" dt="2026-09-29T18:39:59.272" v="1283" actId="6549"/>
          <ac:spMkLst>
            <pc:docMk/>
            <pc:sldMk cId="557418132" sldId="559"/>
            <ac:spMk id="3" creationId="{01F0E3FA-85E7-10C2-05C3-F251A38B346C}"/>
          </ac:spMkLst>
        </pc:spChg>
        <pc:spChg chg="add del mod">
          <ac:chgData name="Aleksey Zimin" userId="7f2637d0bc515791" providerId="LiveId" clId="{5F359FD6-B8E9-41DA-90EC-0BA4FD0F3073}" dt="2026-09-29T18:41:45.757" v="1331" actId="478"/>
          <ac:spMkLst>
            <pc:docMk/>
            <pc:sldMk cId="557418132" sldId="559"/>
            <ac:spMk id="10" creationId="{6BF99046-93CE-77E7-ACC9-B362126E0F42}"/>
          </ac:spMkLst>
        </pc:spChg>
        <pc:spChg chg="add del">
          <ac:chgData name="Aleksey Zimin" userId="7f2637d0bc515791" providerId="LiveId" clId="{5F359FD6-B8E9-41DA-90EC-0BA4FD0F3073}" dt="2026-09-29T19:46:34.555" v="1988" actId="22"/>
          <ac:spMkLst>
            <pc:docMk/>
            <pc:sldMk cId="557418132" sldId="559"/>
            <ac:spMk id="10" creationId="{E4020BAB-C13A-9366-0FD2-4D0E99DC15DC}"/>
          </ac:spMkLst>
        </pc:spChg>
        <pc:spChg chg="add del mod">
          <ac:chgData name="Aleksey Zimin" userId="7f2637d0bc515791" providerId="LiveId" clId="{5F359FD6-B8E9-41DA-90EC-0BA4FD0F3073}" dt="2026-09-29T19:46:36.343" v="1989" actId="478"/>
          <ac:spMkLst>
            <pc:docMk/>
            <pc:sldMk cId="557418132" sldId="559"/>
            <ac:spMk id="12" creationId="{0C09D794-62E2-5CC7-B62F-4A7E5328FD5B}"/>
          </ac:spMkLst>
        </pc:spChg>
        <pc:spChg chg="add">
          <ac:chgData name="Aleksey Zimin" userId="7f2637d0bc515791" providerId="LiveId" clId="{5F359FD6-B8E9-41DA-90EC-0BA4FD0F3073}" dt="2026-09-29T19:46:36.845" v="1990" actId="22"/>
          <ac:spMkLst>
            <pc:docMk/>
            <pc:sldMk cId="557418132" sldId="559"/>
            <ac:spMk id="13" creationId="{232DEDC0-0F61-D813-D651-ED99DD2B426B}"/>
          </ac:spMkLst>
        </pc:spChg>
        <pc:cxnChg chg="mod">
          <ac:chgData name="Aleksey Zimin" userId="7f2637d0bc515791" providerId="LiveId" clId="{5F359FD6-B8E9-41DA-90EC-0BA4FD0F3073}" dt="2026-09-29T18:38:29.715" v="1229" actId="692"/>
          <ac:cxnSpMkLst>
            <pc:docMk/>
            <pc:sldMk cId="557418132" sldId="559"/>
            <ac:cxnSpMk id="5" creationId="{70C25079-28FD-AFEC-8333-09D44E67DF6B}"/>
          </ac:cxnSpMkLst>
        </pc:cxnChg>
      </pc:sldChg>
      <pc:sldChg chg="modSp add mod">
        <pc:chgData name="Aleksey Zimin" userId="7f2637d0bc515791" providerId="LiveId" clId="{5F359FD6-B8E9-41DA-90EC-0BA4FD0F3073}" dt="2026-09-29T18:42:55.445" v="1340" actId="692"/>
        <pc:sldMkLst>
          <pc:docMk/>
          <pc:sldMk cId="785190978" sldId="560"/>
        </pc:sldMkLst>
        <pc:spChg chg="mod">
          <ac:chgData name="Aleksey Zimin" userId="7f2637d0bc515791" providerId="LiveId" clId="{5F359FD6-B8E9-41DA-90EC-0BA4FD0F3073}" dt="2026-09-29T18:42:38.788" v="1335" actId="207"/>
          <ac:spMkLst>
            <pc:docMk/>
            <pc:sldMk cId="785190978" sldId="560"/>
            <ac:spMk id="3" creationId="{124C7F58-3039-ACD8-8D47-924BCB00AB85}"/>
          </ac:spMkLst>
        </pc:spChg>
        <pc:spChg chg="mod">
          <ac:chgData name="Aleksey Zimin" userId="7f2637d0bc515791" providerId="LiveId" clId="{5F359FD6-B8E9-41DA-90EC-0BA4FD0F3073}" dt="2026-09-29T18:42:44.353" v="1337" actId="20577"/>
          <ac:spMkLst>
            <pc:docMk/>
            <pc:sldMk cId="785190978" sldId="560"/>
            <ac:spMk id="10" creationId="{0E8E82C3-AAED-ADAF-EAED-82BA9AD1E214}"/>
          </ac:spMkLst>
        </pc:spChg>
        <pc:cxnChg chg="mod">
          <ac:chgData name="Aleksey Zimin" userId="7f2637d0bc515791" providerId="LiveId" clId="{5F359FD6-B8E9-41DA-90EC-0BA4FD0F3073}" dt="2026-09-29T18:42:55.445" v="1340" actId="692"/>
          <ac:cxnSpMkLst>
            <pc:docMk/>
            <pc:sldMk cId="785190978" sldId="560"/>
            <ac:cxnSpMk id="5" creationId="{8BEB357C-0E77-B105-3919-645E91E343C5}"/>
          </ac:cxnSpMkLst>
        </pc:cxnChg>
      </pc:sldChg>
      <pc:sldChg chg="addSp delSp modSp add mod">
        <pc:chgData name="Aleksey Zimin" userId="7f2637d0bc515791" providerId="LiveId" clId="{5F359FD6-B8E9-41DA-90EC-0BA4FD0F3073}" dt="2026-09-29T19:48:03.132" v="2000" actId="20577"/>
        <pc:sldMkLst>
          <pc:docMk/>
          <pc:sldMk cId="609719226" sldId="561"/>
        </pc:sldMkLst>
        <pc:spChg chg="mod">
          <ac:chgData name="Aleksey Zimin" userId="7f2637d0bc515791" providerId="LiveId" clId="{5F359FD6-B8E9-41DA-90EC-0BA4FD0F3073}" dt="2026-09-29T19:48:03.132" v="2000" actId="20577"/>
          <ac:spMkLst>
            <pc:docMk/>
            <pc:sldMk cId="609719226" sldId="561"/>
            <ac:spMk id="3" creationId="{932A5881-C321-63F8-C245-359930CC5198}"/>
          </ac:spMkLst>
        </pc:spChg>
        <pc:cxnChg chg="add mod">
          <ac:chgData name="Aleksey Zimin" userId="7f2637d0bc515791" providerId="LiveId" clId="{5F359FD6-B8E9-41DA-90EC-0BA4FD0F3073}" dt="2026-09-29T18:56:12.252" v="1696" actId="14100"/>
          <ac:cxnSpMkLst>
            <pc:docMk/>
            <pc:sldMk cId="609719226" sldId="561"/>
            <ac:cxnSpMk id="5" creationId="{AC041A6E-3F5A-85BF-18C9-E32359CE3BDF}"/>
          </ac:cxnSpMkLst>
        </pc:cxnChg>
        <pc:cxnChg chg="mod">
          <ac:chgData name="Aleksey Zimin" userId="7f2637d0bc515791" providerId="LiveId" clId="{5F359FD6-B8E9-41DA-90EC-0BA4FD0F3073}" dt="2026-09-29T18:55:41.085" v="1682" actId="1076"/>
          <ac:cxnSpMkLst>
            <pc:docMk/>
            <pc:sldMk cId="609719226" sldId="561"/>
            <ac:cxnSpMk id="6" creationId="{A6364322-C9F2-F6C1-1F5B-6B10DAE49579}"/>
          </ac:cxnSpMkLst>
        </pc:cxnChg>
        <pc:cxnChg chg="mod">
          <ac:chgData name="Aleksey Zimin" userId="7f2637d0bc515791" providerId="LiveId" clId="{5F359FD6-B8E9-41DA-90EC-0BA4FD0F3073}" dt="2026-09-29T18:55:44.005" v="1683" actId="1076"/>
          <ac:cxnSpMkLst>
            <pc:docMk/>
            <pc:sldMk cId="609719226" sldId="561"/>
            <ac:cxnSpMk id="7" creationId="{3826033B-F2B9-5689-F54A-230B4680B6B3}"/>
          </ac:cxnSpMkLst>
        </pc:cxnChg>
        <pc:cxnChg chg="add del mod">
          <ac:chgData name="Aleksey Zimin" userId="7f2637d0bc515791" providerId="LiveId" clId="{5F359FD6-B8E9-41DA-90EC-0BA4FD0F3073}" dt="2026-09-29T18:49:32.782" v="1504" actId="478"/>
          <ac:cxnSpMkLst>
            <pc:docMk/>
            <pc:sldMk cId="609719226" sldId="561"/>
            <ac:cxnSpMk id="16" creationId="{44F955DC-EAEF-D1CB-89CC-6439172A2AAE}"/>
          </ac:cxnSpMkLst>
        </pc:cxnChg>
        <pc:cxnChg chg="add mod">
          <ac:chgData name="Aleksey Zimin" userId="7f2637d0bc515791" providerId="LiveId" clId="{5F359FD6-B8E9-41DA-90EC-0BA4FD0F3073}" dt="2026-09-29T18:55:57.548" v="1691" actId="1076"/>
          <ac:cxnSpMkLst>
            <pc:docMk/>
            <pc:sldMk cId="609719226" sldId="561"/>
            <ac:cxnSpMk id="17" creationId="{C157F15D-0FB6-9E97-E2E3-EBB3AFB679FF}"/>
          </ac:cxnSpMkLst>
        </pc:cxnChg>
        <pc:cxnChg chg="add mod">
          <ac:chgData name="Aleksey Zimin" userId="7f2637d0bc515791" providerId="LiveId" clId="{5F359FD6-B8E9-41DA-90EC-0BA4FD0F3073}" dt="2026-09-29T18:55:59.988" v="1692" actId="1076"/>
          <ac:cxnSpMkLst>
            <pc:docMk/>
            <pc:sldMk cId="609719226" sldId="561"/>
            <ac:cxnSpMk id="18" creationId="{7E722245-F7E4-08AE-25DC-72C147A3905E}"/>
          </ac:cxnSpMkLst>
        </pc:cxnChg>
        <pc:cxnChg chg="add del mod">
          <ac:chgData name="Aleksey Zimin" userId="7f2637d0bc515791" providerId="LiveId" clId="{5F359FD6-B8E9-41DA-90EC-0BA4FD0F3073}" dt="2026-09-29T18:49:31.317" v="1503" actId="478"/>
          <ac:cxnSpMkLst>
            <pc:docMk/>
            <pc:sldMk cId="609719226" sldId="561"/>
            <ac:cxnSpMk id="19" creationId="{28A90F65-EB53-592E-5635-D323421B283E}"/>
          </ac:cxnSpMkLst>
        </pc:cxnChg>
        <pc:cxnChg chg="add mod">
          <ac:chgData name="Aleksey Zimin" userId="7f2637d0bc515791" providerId="LiveId" clId="{5F359FD6-B8E9-41DA-90EC-0BA4FD0F3073}" dt="2026-09-29T18:55:23.589" v="1674" actId="1076"/>
          <ac:cxnSpMkLst>
            <pc:docMk/>
            <pc:sldMk cId="609719226" sldId="561"/>
            <ac:cxnSpMk id="22" creationId="{42236AED-44BF-BB69-D0B3-4561A18490A3}"/>
          </ac:cxnSpMkLst>
        </pc:cxnChg>
        <pc:cxnChg chg="add mod">
          <ac:chgData name="Aleksey Zimin" userId="7f2637d0bc515791" providerId="LiveId" clId="{5F359FD6-B8E9-41DA-90EC-0BA4FD0F3073}" dt="2026-09-29T18:55:23.589" v="1674" actId="1076"/>
          <ac:cxnSpMkLst>
            <pc:docMk/>
            <pc:sldMk cId="609719226" sldId="561"/>
            <ac:cxnSpMk id="23" creationId="{4A2D4E1A-381B-B914-1E34-5A0756985A13}"/>
          </ac:cxnSpMkLst>
        </pc:cxnChg>
        <pc:cxnChg chg="add mod">
          <ac:chgData name="Aleksey Zimin" userId="7f2637d0bc515791" providerId="LiveId" clId="{5F359FD6-B8E9-41DA-90EC-0BA4FD0F3073}" dt="2026-09-29T18:55:35.276" v="1678" actId="14100"/>
          <ac:cxnSpMkLst>
            <pc:docMk/>
            <pc:sldMk cId="609719226" sldId="561"/>
            <ac:cxnSpMk id="24" creationId="{AFBEBC74-D27D-5F52-5A31-200AFFE6E332}"/>
          </ac:cxnSpMkLst>
        </pc:cxnChg>
        <pc:cxnChg chg="add mod">
          <ac:chgData name="Aleksey Zimin" userId="7f2637d0bc515791" providerId="LiveId" clId="{5F359FD6-B8E9-41DA-90EC-0BA4FD0F3073}" dt="2026-09-29T18:55:29.532" v="1676" actId="14100"/>
          <ac:cxnSpMkLst>
            <pc:docMk/>
            <pc:sldMk cId="609719226" sldId="561"/>
            <ac:cxnSpMk id="25" creationId="{3D9A505F-FE8D-C827-07C7-1E98A876E40E}"/>
          </ac:cxnSpMkLst>
        </pc:cxnChg>
      </pc:sldChg>
      <pc:sldChg chg="modSp add mod">
        <pc:chgData name="Aleksey Zimin" userId="7f2637d0bc515791" providerId="LiveId" clId="{5F359FD6-B8E9-41DA-90EC-0BA4FD0F3073}" dt="2026-09-29T19:02:18.757" v="1947" actId="1076"/>
        <pc:sldMkLst>
          <pc:docMk/>
          <pc:sldMk cId="2926470026" sldId="562"/>
        </pc:sldMkLst>
        <pc:spChg chg="mod">
          <ac:chgData name="Aleksey Zimin" userId="7f2637d0bc515791" providerId="LiveId" clId="{5F359FD6-B8E9-41DA-90EC-0BA4FD0F3073}" dt="2026-09-29T19:02:18.757" v="1947" actId="1076"/>
          <ac:spMkLst>
            <pc:docMk/>
            <pc:sldMk cId="2926470026" sldId="562"/>
            <ac:spMk id="10" creationId="{0F284AB0-5C8A-BA7D-A0D7-80D5F2A8DB9F}"/>
          </ac:spMkLst>
        </pc:spChg>
      </pc:sldChg>
      <pc:sldChg chg="modSp add mod">
        <pc:chgData name="Aleksey Zimin" userId="7f2637d0bc515791" providerId="LiveId" clId="{5F359FD6-B8E9-41DA-90EC-0BA4FD0F3073}" dt="2026-09-29T19:47:51.410" v="1998" actId="207"/>
        <pc:sldMkLst>
          <pc:docMk/>
          <pc:sldMk cId="580930987" sldId="563"/>
        </pc:sldMkLst>
        <pc:spChg chg="mod">
          <ac:chgData name="Aleksey Zimin" userId="7f2637d0bc515791" providerId="LiveId" clId="{5F359FD6-B8E9-41DA-90EC-0BA4FD0F3073}" dt="2026-09-29T19:47:51.410" v="1998" actId="207"/>
          <ac:spMkLst>
            <pc:docMk/>
            <pc:sldMk cId="580930987" sldId="563"/>
            <ac:spMk id="3" creationId="{6BDD3FA3-1BD4-26E0-59B5-82E3E8DEFF3F}"/>
          </ac:spMkLst>
        </pc:spChg>
      </pc:sldChg>
      <pc:sldChg chg="modSp add mod">
        <pc:chgData name="Aleksey Zimin" userId="7f2637d0bc515791" providerId="LiveId" clId="{5F359FD6-B8E9-41DA-90EC-0BA4FD0F3073}" dt="2026-09-29T19:52:45.232" v="2058" actId="207"/>
        <pc:sldMkLst>
          <pc:docMk/>
          <pc:sldMk cId="2776646525" sldId="564"/>
        </pc:sldMkLst>
        <pc:spChg chg="mod">
          <ac:chgData name="Aleksey Zimin" userId="7f2637d0bc515791" providerId="LiveId" clId="{5F359FD6-B8E9-41DA-90EC-0BA4FD0F3073}" dt="2026-09-29T19:52:45.232" v="2058" actId="207"/>
          <ac:spMkLst>
            <pc:docMk/>
            <pc:sldMk cId="2776646525" sldId="564"/>
            <ac:spMk id="3" creationId="{7CB814AA-859B-CA1D-BF84-C61D56948B44}"/>
          </ac:spMkLst>
        </pc:spChg>
        <pc:cxnChg chg="mod">
          <ac:chgData name="Aleksey Zimin" userId="7f2637d0bc515791" providerId="LiveId" clId="{5F359FD6-B8E9-41DA-90EC-0BA4FD0F3073}" dt="2026-09-29T19:52:03.394" v="2049" actId="1076"/>
          <ac:cxnSpMkLst>
            <pc:docMk/>
            <pc:sldMk cId="2776646525" sldId="564"/>
            <ac:cxnSpMk id="6" creationId="{27612432-0B06-E23F-7DB4-998E58A51E13}"/>
          </ac:cxnSpMkLst>
        </pc:cxnChg>
        <pc:cxnChg chg="mod">
          <ac:chgData name="Aleksey Zimin" userId="7f2637d0bc515791" providerId="LiveId" clId="{5F359FD6-B8E9-41DA-90EC-0BA4FD0F3073}" dt="2026-09-29T19:52:26.018" v="2055" actId="1076"/>
          <ac:cxnSpMkLst>
            <pc:docMk/>
            <pc:sldMk cId="2776646525" sldId="564"/>
            <ac:cxnSpMk id="7" creationId="{A1D32D3F-7F64-CF34-167A-960212088468}"/>
          </ac:cxnSpMkLst>
        </pc:cxnChg>
        <pc:cxnChg chg="mod">
          <ac:chgData name="Aleksey Zimin" userId="7f2637d0bc515791" providerId="LiveId" clId="{5F359FD6-B8E9-41DA-90EC-0BA4FD0F3073}" dt="2026-09-29T19:52:28.099" v="2056" actId="14100"/>
          <ac:cxnSpMkLst>
            <pc:docMk/>
            <pc:sldMk cId="2776646525" sldId="564"/>
            <ac:cxnSpMk id="11" creationId="{96FE9256-577E-0C56-16A8-5CB4AAC1EB62}"/>
          </ac:cxnSpMkLst>
        </pc:cxnChg>
        <pc:cxnChg chg="mod">
          <ac:chgData name="Aleksey Zimin" userId="7f2637d0bc515791" providerId="LiveId" clId="{5F359FD6-B8E9-41DA-90EC-0BA4FD0F3073}" dt="2026-09-29T19:52:15.602" v="2052" actId="1076"/>
          <ac:cxnSpMkLst>
            <pc:docMk/>
            <pc:sldMk cId="2776646525" sldId="564"/>
            <ac:cxnSpMk id="12" creationId="{43BD1B43-AA38-CE03-7213-0E1D78829199}"/>
          </ac:cxnSpMkLst>
        </pc:cxnChg>
        <pc:cxnChg chg="mod">
          <ac:chgData name="Aleksey Zimin" userId="7f2637d0bc515791" providerId="LiveId" clId="{5F359FD6-B8E9-41DA-90EC-0BA4FD0F3073}" dt="2026-09-29T19:52:13.354" v="2051" actId="1076"/>
          <ac:cxnSpMkLst>
            <pc:docMk/>
            <pc:sldMk cId="2776646525" sldId="564"/>
            <ac:cxnSpMk id="13" creationId="{9994DBF3-7457-524C-95ED-290E5467345C}"/>
          </ac:cxnSpMkLst>
        </pc:cxnChg>
        <pc:cxnChg chg="mod">
          <ac:chgData name="Aleksey Zimin" userId="7f2637d0bc515791" providerId="LiveId" clId="{5F359FD6-B8E9-41DA-90EC-0BA4FD0F3073}" dt="2026-09-29T19:52:20.971" v="2054" actId="14100"/>
          <ac:cxnSpMkLst>
            <pc:docMk/>
            <pc:sldMk cId="2776646525" sldId="564"/>
            <ac:cxnSpMk id="14" creationId="{EA065CFC-9528-444E-D5FB-C761E6BC2AA1}"/>
          </ac:cxnSpMkLst>
        </pc:cxnChg>
      </pc:sldChg>
      <pc:sldChg chg="add">
        <pc:chgData name="Aleksey Zimin" userId="7f2637d0bc515791" providerId="LiveId" clId="{5F359FD6-B8E9-41DA-90EC-0BA4FD0F3073}" dt="2026-09-29T19:52:39.280" v="2057" actId="2890"/>
        <pc:sldMkLst>
          <pc:docMk/>
          <pc:sldMk cId="3142767413" sldId="565"/>
        </pc:sldMkLst>
      </pc:sldChg>
      <pc:sldChg chg="addSp delSp modSp add mod modAnim">
        <pc:chgData name="Aleksey Zimin" userId="7f2637d0bc515791" providerId="LiveId" clId="{5F359FD6-B8E9-41DA-90EC-0BA4FD0F3073}" dt="2026-09-30T16:37:51.264" v="2902" actId="27636"/>
        <pc:sldMkLst>
          <pc:docMk/>
          <pc:sldMk cId="2936536953" sldId="566"/>
        </pc:sldMkLst>
        <pc:spChg chg="mod">
          <ac:chgData name="Aleksey Zimin" userId="7f2637d0bc515791" providerId="LiveId" clId="{5F359FD6-B8E9-41DA-90EC-0BA4FD0F3073}" dt="2026-09-30T15:45:10.192" v="2231" actId="20577"/>
          <ac:spMkLst>
            <pc:docMk/>
            <pc:sldMk cId="2936536953" sldId="566"/>
            <ac:spMk id="2" creationId="{C1ABE74B-A428-28FE-E5F8-7B3C05105D8A}"/>
          </ac:spMkLst>
        </pc:spChg>
        <pc:spChg chg="mod">
          <ac:chgData name="Aleksey Zimin" userId="7f2637d0bc515791" providerId="LiveId" clId="{5F359FD6-B8E9-41DA-90EC-0BA4FD0F3073}" dt="2026-09-30T16:37:51.264" v="2902" actId="27636"/>
          <ac:spMkLst>
            <pc:docMk/>
            <pc:sldMk cId="2936536953" sldId="566"/>
            <ac:spMk id="3" creationId="{DBE60FA5-F728-B4B6-3C61-1584C6FEF3CF}"/>
          </ac:spMkLst>
        </pc:spChg>
        <pc:picChg chg="del">
          <ac:chgData name="Aleksey Zimin" userId="7f2637d0bc515791" providerId="LiveId" clId="{5F359FD6-B8E9-41DA-90EC-0BA4FD0F3073}" dt="2026-09-30T15:47:33.575" v="2446" actId="478"/>
          <ac:picMkLst>
            <pc:docMk/>
            <pc:sldMk cId="2936536953" sldId="566"/>
            <ac:picMk id="6" creationId="{4A61E198-9142-B6EE-B0C8-773BEC08BF39}"/>
          </ac:picMkLst>
        </pc:picChg>
        <pc:picChg chg="add del mod">
          <ac:chgData name="Aleksey Zimin" userId="7f2637d0bc515791" providerId="LiveId" clId="{5F359FD6-B8E9-41DA-90EC-0BA4FD0F3073}" dt="2026-09-30T16:37:48.160" v="2900" actId="478"/>
          <ac:picMkLst>
            <pc:docMk/>
            <pc:sldMk cId="2936536953" sldId="566"/>
            <ac:picMk id="7" creationId="{17207052-18C3-FD26-DA8B-4A63C7BE55AE}"/>
          </ac:picMkLst>
        </pc:picChg>
      </pc:sldChg>
      <pc:sldChg chg="add">
        <pc:chgData name="Aleksey Zimin" userId="7f2637d0bc515791" providerId="LiveId" clId="{5F359FD6-B8E9-41DA-90EC-0BA4FD0F3073}" dt="2026-09-30T15:54:01.091" v="2792"/>
        <pc:sldMkLst>
          <pc:docMk/>
          <pc:sldMk cId="2718222551" sldId="567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19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23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05.810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2018 24575,'2'-1'0,"1"-1"0,-1 1 0,0-1 0,0 0 0,0 0 0,0 0 0,0 0 0,0 0 0,0-1 0,0 1 0,-1-1 0,0 1 0,1-1 0,-1 1 0,0-1 0,0 0 0,1-4 0,2-4 0,23-49 0,-17 36 0,1 0 0,0 1 0,2 0 0,0 1 0,21-25 0,4 0 0,45-75 0,-24 33 0,26-42 0,-46 67 0,78-95 0,-40 68 0,93-100 0,145-67 0,-203 170 0,-40 30 0,103-64 0,-111 83 0,2 4 0,2 2 0,0 3 0,108-31 0,-24 15 0,-104 29 0,1 2 0,0 2 0,1 2 0,0 3 0,73-4 0,1063 15 0,-1141-1 0,0 3 0,71 15 0,46 6 0,-74-18 0,102 22 0,-110-13 0,55 10 0,171 59 0,-193-46 0,-7-5 0,-2 6 0,107 57 0,-56-15 0,157 97 0,-152-55 0,-49-35 0,-81-63 0,-1 1 0,-1 1 0,-2 1 0,-1 1 0,31 50 0,39 50 0,-73-108 0,1 0 0,1-1 0,31 21 0,-22-18 0,30 30 0,-53-44 0,0 0 0,-1 0 0,0 1 0,-1 0 0,0 0 0,11 24 0,-6-3 0,0 0 0,-2 1 0,-2 1 0,-1-1 0,-2 1 0,-1 1 0,0 36 0,-3-51 44,0-1 0,8 28 0,2 29-1541,-10-54-5329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11.107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3150 24575,'12'-1'0,"0"0"0,1-1 0,-1 0 0,0-1 0,0 0 0,18-7 0,71-39 0,-12 7 0,30-6 0,1005-437 0,-184 48 0,-739 352 0,838-341 0,-304 159 0,-556 202 0,1005-348 0,-690 276 0,-204 60 0,-238 63 0,584-146 0,-297 101 0,157-35 0,-444 82 0,352-77 0,7 31 0,-296 48 0,148-6 0,817-12 0,189 0 0,-942 14 0,5 1 0,-57 12 0,668 31 0,73 97 0,-246-47 0,-306-38 0,-304-27 0,247 55 0,-24-5 0,-171-32 0,24 2 0,119 22 0,20-5 0,-114-21 0,-78-9 0,-86-12 0,99 24 0,431 82 0,-521-105 0,247 43 0,-94 4 0,228 41 0,428 88 0,-471-111 0,69 13 0,-15 30 0,-254-56 0,687 239 0,-337-23 0,-484-215 0,188 142 0,-85-25 0,-153-123 0,-47-45 0,0 0 0,0-1 0,1 0 0,0-1 0,29 17 0,-10-9 0,-1 2 0,-1 1 0,41 38 0,19 14 0,-72-60 0,-1 0 0,0 2 0,-1 0 0,-1 1 0,0 1 0,-2 0 0,0 1 0,-1 0 0,11 23 0,-1-4-1365,-11-25-5461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30T16:40:34.176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0 32 24575,'4'2'0,"-1"1"0,1-1 0,-1 0 0,1 0 0,0 0 0,0 0 0,0-1 0,0 0 0,0 1 0,0-1 0,7 0 0,52 4 0,-47-4 0,509 2 0,-269-6 0,-225 4 0,0-3 0,0 0 0,53-11 0,27-4 0,-25 5 0,-15 4 0,1 2 0,126 7 0,-68 2 0,296-3 0,-402 3 0,-1 0 0,1 2 0,-1 0 0,0 2 0,-1 0 0,36 18 0,13 2 0,132 29 0,-142-42 0,-1 2 0,109 46 0,172 72 0,-304-118 0,-1 1 0,65 41 0,16 9 0,69 33 0,-34-30 0,-62-37 0,-62-24 0,1 1 0,47 26 0,-36-16 0,2-1 0,86 26 0,-39-15 0,-49-18 0,1-1 0,0-3 0,0-1 0,52 2 0,79 20 0,-38-4 0,31 2 0,-55-1 0,-82-18 0,-1-1 0,1-1 0,40 2 0,144-9 0,62 3 0,-99 25 0,-103-17 0,-18-2 0,87 2 0,233 6 0,52-4 0,-288-13 0,-109 3 0,0 2 0,-1 1 0,1 1 0,45 17 0,-38-12 0,-29-9 0,1 2 0,-1-1 0,0 1 0,0 0 0,0 1 0,0-1 0,-1 1 0,1 1 0,5 6 0,51 63 0,-19-22 0,-31-38 0,-1 0 0,0 0 0,-1 1 0,-1 1 0,0 0 0,-1 1 0,-1-1 0,-1 1 0,-1 1 0,0 0 0,6 35 0,-5-24 0,2 1 0,17 38 0,-14-39 0,16 62 0,-2-6 0,-19-67 0,-1 1 0,-1-1 0,0 1 0,2 32 0,-6 166 0,-3-101 0,0-86 0,-1 0 0,-2-1 0,-2 1 0,-17 50 0,-8 40 0,26-84 0,-1 0 0,-2-1 0,-2 0 0,-1-1 0,-2 0 0,-20 36 0,20-54 0,0-1 0,-1-1 0,-1-1 0,0 0 0,-1-1 0,-30 17 0,38-23 0,-52 32 0,-83 40 0,126-69 0,0 1 0,1 1 0,-29 25 0,27-20 0,-1-1 0,-24 14 0,8-9 0,-1-2 0,-1-2 0,0-1 0,-61 16 0,61-21 0,-1-2 0,0-2 0,0-2 0,-46 1 0,63-4 0,1 0 0,-36 8 0,34-6 0,-46 5 0,26-8 0,1 2 0,-1 2 0,1 2 0,-43 12 0,54-11 0,-1-2 0,0-1 0,-48 1 0,-101-9 0,60 0 0,-52 6 0,-183-6 0,257-11 0,63 8 0,-61-2 0,43 8 0,-1-2 0,1-2 0,0-3 0,-58-15 0,70 11 0,-50-22 0,76 26 0,0-1 0,1-1 0,0 0 0,0-1 0,-24-22 0,-107-94 0,117 102 0,-38-26 0,41 33 0,1-2 0,-34-33 0,-119-107 0,161 142 0,2 0 0,0-2 0,1 0 0,1 0 0,1-1 0,0-1 0,2 0 0,0-1 0,1 0 0,2 0 0,0-1 0,1 0 0,2 0 0,0 0 0,2 0 0,-1-36 0,3 22 0,0-1 0,6-52 0,-4 76 0,1 1 0,0-1 0,1 1 0,0 0 0,1 0 0,1 1 0,10-19 0,-8 18 0,0 0 0,1 1 0,0 0 0,1 0 0,1 1 0,0 0 0,0 1 0,1 0 0,0 1 0,1 1 0,0 0 0,0 0 0,26-10 0,-13 6 0,0-2 0,43-31 0,-2 1 0,-17 19 0,0 2 0,2 3 0,0 2 0,64-13 0,-43 11 0,-61 16 0,27-8 0,0 2 0,1 1 0,1 2 0,59-2 0,-66 7 0,58-10 0,-57 7 0,53-3 0,1406 9 0,-1472 0 0,-1 2 0,1 0 0,-1 2 0,35 11 0,-33-9 0,0-1 0,1 0 0,36 2 0,300 21 0,-235-16 0,55 1 0,-127-10 0,0 2 0,0 3 0,-1 2 0,59 20 0,-48-14 0,-48-12 0,1 0 0,-1 2 0,0-1 0,-1 2 0,1 0 0,-2 1 0,1 0 0,-1 1 0,12 12 0,1 3 0,-1 2 0,40 57 0,-54-68 0,-2-6 0,-1 1 0,0 0 0,-1 0 0,0 1 0,0 0 0,-2 0 0,1 1 0,-2-1 0,1 1 0,-2 0 0,0 0 0,3 22 0,7 96 0,0 19 0,-11-45 0,-6 171 0,3-266 0,-1 0 0,0 0 0,-1 0 0,0 0 0,0 0 0,-1-1 0,0 0 0,-1 0 0,0 0 0,-10 14 0,-8 5 0,-44 43 0,11-13 0,11-11 0,-3-3 0,-1-2 0,-2-2 0,-91 54 0,108-76 0,-1-1 0,-1-2 0,0-2 0,-2-1 0,1-1 0,-44 5 0,-24 9 0,-49 2 0,99-19 0,-56 16 0,78-17 0,-1-2 0,0 0 0,-47-1 0,37-2 0,-56 8 0,50-3 0,0-3 0,-80-3 0,78-3 0,0 3 0,-66 10 0,45-2 0,-112-1 0,109-7 0,-99 14 0,97-6 0,-148-3 0,144-7 0,-126 15 0,114-5 0,-179-5 0,148-6 0,73-1 0,1-2 0,-69-16 0,70 11 0,-1 2 0,-73-2 0,77 7 0,1-2 0,-1-1 0,-54-16 0,23 5 0,66 14 0,1 0 0,-1 0 0,1-2 0,0 1 0,0-1 0,0-1 0,1 0 0,-14-10 0,-1-5 0,-40-42 0,41 38 0,-51-39 0,0-10 0,-76-82 0,140 142 0,-21-22 0,2-2 0,-43-72 0,62 88 0,2 9 0,1 0 0,1-1 0,0 0 0,1-1 0,1 1 0,0-1 0,1 0 0,0-1 0,1 1 0,-1-24 0,7-459 0,-1 461 0,2 0 0,2 0 0,1 1 0,2 0 0,1 0 0,26-58 0,-27 76 0,1 1 0,1 0 0,0 1 0,17-19 0,6-7 0,88-112 0,-105 135 0,1 1 0,1 1 0,1 1 0,0 1 0,38-22 0,-47 30 0,0 0 0,0-1 0,11-12 0,-12 11 0,0 1 0,1 0 0,15-9 0,-5 6 0,-1-1 0,0-1 0,19-16 0,-15 11 0,1 1 0,42-21 0,0 0 0,-15 9 0,-39 23 0,0 0 0,0-2 0,-1 0 0,0 0 0,16-15 0,19-24 0,-13 11 0,1 2 0,2 2 0,1 1 0,53-32 0,-36 31 0,109-45 0,-115 58 0,-7 1 0,1 3 0,72-16 0,-66 21 0,-19 4 0,0 1 0,55-3 0,-34 6 0,50-10 0,-50 6 0,56-1 0,-19 9 0,95-4 0,-108-11 0,-54 8 0,0 1 0,32-1 0,360 4 0,-195 2 0,-191 1 0,0 0 0,33 8 0,-30-4 0,46 2 0,655-6 0,-356-4 0,564 2 0,-897-3 0,72-12 0,-50 5 0,-12 2 0,11-1 0,89-3 0,-107 12 0,30 1 0,134-17 0,-57 3 0,-100 11 0,59-11 0,-40 4 0,-1 4 0,128 6 0,-71 1 0,-46 0 0,89-4 0,-86-12 0,-56 9 0,50-4 0,-24 9-17,-29 1-433,0-1 1,34-6 0,-32 0-6377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3.png"/><Relationship Id="rId7" Type="http://schemas.openxmlformats.org/officeDocument/2006/relationships/customXml" Target="../ink/ink4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4.png"/><Relationship Id="rId10" Type="http://schemas.openxmlformats.org/officeDocument/2006/relationships/customXml" Target="../ink/ink6.xml"/><Relationship Id="rId4" Type="http://schemas.openxmlformats.org/officeDocument/2006/relationships/customXml" Target="../ink/ink2.xm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customXml" Target="../ink/ink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customXml" Target="../ink/ink1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80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5" Type="http://schemas.openxmlformats.org/officeDocument/2006/relationships/image" Target="../media/image70.png"/><Relationship Id="rId4" Type="http://schemas.openxmlformats.org/officeDocument/2006/relationships/customXml" Target="../ink/ink14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customXml" Target="../ink/ink19.xml"/><Relationship Id="rId3" Type="http://schemas.openxmlformats.org/officeDocument/2006/relationships/image" Target="../media/image60.png"/><Relationship Id="rId7" Type="http://schemas.openxmlformats.org/officeDocument/2006/relationships/image" Target="../media/image90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.xml"/><Relationship Id="rId5" Type="http://schemas.openxmlformats.org/officeDocument/2006/relationships/image" Target="../media/image70.png"/><Relationship Id="rId4" Type="http://schemas.openxmlformats.org/officeDocument/2006/relationships/customXml" Target="../ink/ink17.xml"/><Relationship Id="rId9" Type="http://schemas.openxmlformats.org/officeDocument/2006/relationships/image" Target="../media/image8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customXml" Target="../ink/ink23.xml"/><Relationship Id="rId3" Type="http://schemas.openxmlformats.org/officeDocument/2006/relationships/image" Target="../media/image60.png"/><Relationship Id="rId7" Type="http://schemas.openxmlformats.org/officeDocument/2006/relationships/image" Target="../media/image90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2.xml"/><Relationship Id="rId5" Type="http://schemas.openxmlformats.org/officeDocument/2006/relationships/image" Target="../media/image70.png"/><Relationship Id="rId4" Type="http://schemas.openxmlformats.org/officeDocument/2006/relationships/customXml" Target="../ink/ink21.xml"/><Relationship Id="rId9" Type="http://schemas.openxmlformats.org/officeDocument/2006/relationships/image" Target="../media/image80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5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BME 580.417/707</a:t>
            </a:r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5AE3B-E844-6849-EE23-D5CE0934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ED21E-2A64-ED4D-4B59-028B7B535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October 9</a:t>
            </a:r>
            <a:r>
              <a:rPr lang="en-US" baseline="30000" dirty="0">
                <a:solidFill>
                  <a:srgbClr val="FF0000"/>
                </a:solidFill>
              </a:rPr>
              <a:t>th</a:t>
            </a:r>
            <a:r>
              <a:rPr lang="en-US" dirty="0">
                <a:solidFill>
                  <a:srgbClr val="FF0000"/>
                </a:solidFill>
              </a:rPr>
              <a:t> 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EC4-8838-1461-ED2F-9605580A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6A5647-A493-48C5-C265-D399D0365C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841AEE-2A63-933F-291A-FA6B0E75BF5F}"/>
              </a:ext>
            </a:extLst>
          </p:cNvPr>
          <p:cNvSpPr/>
          <p:nvPr/>
        </p:nvSpPr>
        <p:spPr>
          <a:xfrm>
            <a:off x="9940158" y="1899338"/>
            <a:ext cx="141889" cy="33032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5E5963-1C57-E59F-4568-C64099816FDF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F1F7C6-B7C9-0B60-6F98-6C2BB6D7218E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A06637-167A-1514-774A-B885449A954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0A3A0F-EDDA-20DA-6BB2-43DB0B9AE505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C027D7-A2FE-6D05-DBCA-294897A447A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9CEE4D-4018-E34C-E571-1E49BBC3C709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BC64EA-F660-590B-6297-7AC537DBCF05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2880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CD40-FF5E-55E1-A042-05E7BD7C6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9D763-3BFE-13BB-1836-D48DA8AE3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70EC9-785B-AC9D-4E98-71BDFD958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</a:t>
            </a:r>
            <a:r>
              <a:rPr lang="en-US">
                <a:solidFill>
                  <a:srgbClr val="FF0000"/>
                </a:solidFill>
              </a:rPr>
              <a:t>October 9</a:t>
            </a:r>
            <a:r>
              <a:rPr lang="en-US" baseline="30000">
                <a:solidFill>
                  <a:srgbClr val="FF0000"/>
                </a:solidFill>
              </a:rPr>
              <a:t>th</a:t>
            </a:r>
            <a:r>
              <a:rPr lang="en-US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F743D-60A9-18B2-5AD8-7B17DB0C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9CC58-5BBD-2489-A074-6A4B1C8EC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D85C6A-9655-0C1F-B08A-0D6D9F0F1D1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6D1E701-ADF0-9C8E-4BCA-B15343892461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D73E2-7136-A83C-FD9A-1303A47D52DE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ABF93C9-FF89-6F8B-A1C6-17E6BF84FF01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C482F83-C83D-BB1E-64C0-4F83BB8CED58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0FD0A88-004D-1836-0FE4-4288EBCAD1BE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C07FFC-EB65-2035-CA95-5D868ABC89C8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CB4CA-0C91-6CF3-EDE3-4685CA2C9A74}"/>
              </a:ext>
            </a:extLst>
          </p:cNvPr>
          <p:cNvSpPr/>
          <p:nvPr/>
        </p:nvSpPr>
        <p:spPr>
          <a:xfrm>
            <a:off x="10249556" y="1434531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30523D-470D-8393-34A3-EBD7E0C987B1}"/>
              </a:ext>
            </a:extLst>
          </p:cNvPr>
          <p:cNvSpPr/>
          <p:nvPr/>
        </p:nvSpPr>
        <p:spPr>
          <a:xfrm>
            <a:off x="9427780" y="3186240"/>
            <a:ext cx="821776" cy="46347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AF287A-B5EC-4A5E-93B6-966FC0A1C9C0}"/>
              </a:ext>
            </a:extLst>
          </p:cNvPr>
          <p:cNvSpPr/>
          <p:nvPr/>
        </p:nvSpPr>
        <p:spPr>
          <a:xfrm>
            <a:off x="11234902" y="1438062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700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14034-77D8-022E-B2A3-D14410BC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Choosing the right sequencing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50D82-A995-BF41-1C15-0A803F5DE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6560"/>
          </a:xfrm>
        </p:spPr>
        <p:txBody>
          <a:bodyPr>
            <a:normAutofit/>
          </a:bodyPr>
          <a:lstStyle/>
          <a:p>
            <a:r>
              <a:rPr lang="en-US" dirty="0"/>
              <a:t>The right sequencing strategy depends on your budget and availability of sequencing services</a:t>
            </a:r>
          </a:p>
          <a:p>
            <a:r>
              <a:rPr lang="en-US" dirty="0"/>
              <a:t>The simplest strategy: get 30-40x genome coverage with PacBio HiFi reads</a:t>
            </a:r>
          </a:p>
          <a:p>
            <a:r>
              <a:rPr lang="en-US" dirty="0"/>
              <a:t>Alternative strategy: get 30-40x genome coverage with Oxford Nanopore reads + 30-50x coverage with Illumina reads</a:t>
            </a:r>
          </a:p>
          <a:p>
            <a:pPr lvl="1"/>
            <a:r>
              <a:rPr lang="en-US" dirty="0"/>
              <a:t>Perform hybrid assembly (correct ONT with Illumina first)</a:t>
            </a:r>
          </a:p>
          <a:p>
            <a:pPr lvl="1"/>
            <a:r>
              <a:rPr lang="en-US" dirty="0"/>
              <a:t>Assemble ONT reads and then correct assembly with Illumina</a:t>
            </a:r>
          </a:p>
          <a:p>
            <a:r>
              <a:rPr lang="en-US" dirty="0"/>
              <a:t>For chromosome-sized scaffolds you may need ONT </a:t>
            </a:r>
            <a:r>
              <a:rPr lang="en-US" dirty="0" err="1"/>
              <a:t>Ultralongs</a:t>
            </a:r>
            <a:r>
              <a:rPr lang="en-US" dirty="0"/>
              <a:t> or Hi-C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2988-3176-633E-3FFF-D38CBE6FF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4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0DFB-D256-E157-4073-248A5BE2E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21EAC-C3B9-51FD-3047-F3648FE70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Contigs </a:t>
            </a:r>
            <a:r>
              <a:rPr lang="en-US" dirty="0"/>
              <a:t>are contiguous genome sequences where all letters are known</a:t>
            </a:r>
          </a:p>
          <a:p>
            <a:endParaRPr lang="en-US" dirty="0"/>
          </a:p>
          <a:p>
            <a:r>
              <a:rPr lang="en-US" i="1" dirty="0"/>
              <a:t>Scaffolds </a:t>
            </a:r>
            <a:r>
              <a:rPr lang="en-US" dirty="0"/>
              <a:t>are ordered and oriented sets of contigs, gaps between contigs are of estimated size or set to a default value</a:t>
            </a:r>
          </a:p>
          <a:p>
            <a:endParaRPr lang="en-US" dirty="0"/>
          </a:p>
          <a:p>
            <a:r>
              <a:rPr lang="en-US" i="1" dirty="0"/>
              <a:t>Super-scaffolds </a:t>
            </a:r>
            <a:r>
              <a:rPr lang="en-US" dirty="0"/>
              <a:t>or </a:t>
            </a:r>
            <a:r>
              <a:rPr lang="en-US" i="1" dirty="0"/>
              <a:t>pseudo-chromosomes</a:t>
            </a:r>
            <a:r>
              <a:rPr lang="en-US" dirty="0"/>
              <a:t> are ordered and mostly oriented sets of scaffolds, gaps between scaffolds are typically not estimated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3FD4D-A828-0054-F7AB-9728B63F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4BA9DA3-F53F-6406-98B7-A7D57AAACA3A}"/>
              </a:ext>
            </a:extLst>
          </p:cNvPr>
          <p:cNvCxnSpPr/>
          <p:nvPr/>
        </p:nvCxnSpPr>
        <p:spPr>
          <a:xfrm>
            <a:off x="1719470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A509E3C-2A69-AE9F-337B-D9258C063796}"/>
              </a:ext>
            </a:extLst>
          </p:cNvPr>
          <p:cNvCxnSpPr/>
          <p:nvPr/>
        </p:nvCxnSpPr>
        <p:spPr>
          <a:xfrm>
            <a:off x="4525618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ECEEFF-5F26-29D4-F2C1-4EFB02ACEF28}"/>
              </a:ext>
            </a:extLst>
          </p:cNvPr>
          <p:cNvCxnSpPr/>
          <p:nvPr/>
        </p:nvCxnSpPr>
        <p:spPr>
          <a:xfrm>
            <a:off x="6911009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884D49-E9BC-822C-D1D9-73C50086011C}"/>
              </a:ext>
            </a:extLst>
          </p:cNvPr>
          <p:cNvCxnSpPr/>
          <p:nvPr/>
        </p:nvCxnSpPr>
        <p:spPr>
          <a:xfrm>
            <a:off x="9717157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500E48-2112-B041-D082-F1AB300C9A63}"/>
              </a:ext>
            </a:extLst>
          </p:cNvPr>
          <p:cNvCxnSpPr/>
          <p:nvPr/>
        </p:nvCxnSpPr>
        <p:spPr>
          <a:xfrm>
            <a:off x="1583635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B2650F-FFC7-2DE4-8A1D-8A7CDA8FDBD7}"/>
              </a:ext>
            </a:extLst>
          </p:cNvPr>
          <p:cNvCxnSpPr/>
          <p:nvPr/>
        </p:nvCxnSpPr>
        <p:spPr>
          <a:xfrm>
            <a:off x="4389783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430535-8680-1AC7-C202-D8F7A384CBEA}"/>
              </a:ext>
            </a:extLst>
          </p:cNvPr>
          <p:cNvCxnSpPr/>
          <p:nvPr/>
        </p:nvCxnSpPr>
        <p:spPr>
          <a:xfrm>
            <a:off x="7073348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3C039B-2ED9-0516-49B3-04DBA23184BE}"/>
              </a:ext>
            </a:extLst>
          </p:cNvPr>
          <p:cNvCxnSpPr/>
          <p:nvPr/>
        </p:nvCxnSpPr>
        <p:spPr>
          <a:xfrm>
            <a:off x="9581322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14:cNvPr>
              <p14:cNvContentPartPr/>
              <p14:nvPr/>
            </p14:nvContentPartPr>
            <p14:xfrm>
              <a:off x="2643496" y="3696151"/>
              <a:ext cx="2318400" cy="194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7376" y="3690031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14:cNvPr>
              <p14:cNvContentPartPr/>
              <p14:nvPr/>
            </p14:nvContentPartPr>
            <p14:xfrm>
              <a:off x="8139976" y="3477991"/>
              <a:ext cx="2577240" cy="414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33856" y="3471871"/>
                <a:ext cx="2589480" cy="426600"/>
              </a:xfrm>
              <a:prstGeom prst="rect">
                <a:avLst/>
              </a:prstGeom>
            </p:spPr>
          </p:pic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19BA0C4-1ECA-AFD2-C4EA-E1C0EFDC0F65}"/>
              </a:ext>
            </a:extLst>
          </p:cNvPr>
          <p:cNvCxnSpPr/>
          <p:nvPr/>
        </p:nvCxnSpPr>
        <p:spPr>
          <a:xfrm>
            <a:off x="762000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460F0B-74D6-B1DF-7A6F-576C6373DF12}"/>
              </a:ext>
            </a:extLst>
          </p:cNvPr>
          <p:cNvCxnSpPr/>
          <p:nvPr/>
        </p:nvCxnSpPr>
        <p:spPr>
          <a:xfrm>
            <a:off x="3568148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226B477-C047-A09E-D7E4-8267B5E97E8D}"/>
              </a:ext>
            </a:extLst>
          </p:cNvPr>
          <p:cNvCxnSpPr/>
          <p:nvPr/>
        </p:nvCxnSpPr>
        <p:spPr>
          <a:xfrm>
            <a:off x="6251713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6141C11-6EEA-617D-CBF3-58A88777AE22}"/>
              </a:ext>
            </a:extLst>
          </p:cNvPr>
          <p:cNvCxnSpPr/>
          <p:nvPr/>
        </p:nvCxnSpPr>
        <p:spPr>
          <a:xfrm>
            <a:off x="8759687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14:cNvPr>
              <p14:cNvContentPartPr/>
              <p14:nvPr/>
            </p14:nvContentPartPr>
            <p14:xfrm>
              <a:off x="1821861" y="6151464"/>
              <a:ext cx="2318400" cy="1947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5741" y="6145344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14:cNvPr>
              <p14:cNvContentPartPr/>
              <p14:nvPr/>
            </p14:nvContentPartPr>
            <p14:xfrm>
              <a:off x="7318341" y="5933304"/>
              <a:ext cx="2577240" cy="4143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12221" y="5927184"/>
                <a:ext cx="2589480" cy="42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14:cNvPr>
              <p14:cNvContentPartPr/>
              <p14:nvPr/>
            </p14:nvContentPartPr>
            <p14:xfrm>
              <a:off x="4323256" y="5614591"/>
              <a:ext cx="2435760" cy="7452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17136" y="5608471"/>
                <a:ext cx="2448000" cy="75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14:cNvPr>
              <p14:cNvContentPartPr/>
              <p14:nvPr/>
            </p14:nvContentPartPr>
            <p14:xfrm>
              <a:off x="1331656" y="5217151"/>
              <a:ext cx="9335880" cy="11502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25536" y="5211031"/>
                <a:ext cx="9348120" cy="116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63822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74C5-4740-5855-AFB7-26CACFB9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Genome assembly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ECEFF-3BE4-B738-C1C4-E54F4109A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Contig assembly uses reads:</a:t>
            </a:r>
          </a:p>
          <a:p>
            <a:pPr lvl="1"/>
            <a:r>
              <a:rPr lang="en-US" dirty="0"/>
              <a:t>Overlap Graph</a:t>
            </a:r>
          </a:p>
          <a:p>
            <a:pPr lvl="2"/>
            <a:r>
              <a:rPr lang="en-US" dirty="0"/>
              <a:t>String graph</a:t>
            </a:r>
          </a:p>
          <a:p>
            <a:pPr lvl="1"/>
            <a:r>
              <a:rPr lang="en-US" dirty="0"/>
              <a:t>K-mer (or DeBruijn) graph</a:t>
            </a:r>
          </a:p>
          <a:p>
            <a:endParaRPr lang="en-US" dirty="0"/>
          </a:p>
          <a:p>
            <a:r>
              <a:rPr lang="en-US" dirty="0"/>
              <a:t>Scaffolding/super-scaffolding uses </a:t>
            </a:r>
          </a:p>
          <a:p>
            <a:pPr lvl="1"/>
            <a:r>
              <a:rPr lang="en-US" dirty="0"/>
              <a:t>Long reads or</a:t>
            </a:r>
          </a:p>
          <a:p>
            <a:pPr lvl="1"/>
            <a:r>
              <a:rPr lang="en-US" dirty="0"/>
              <a:t>Oriented or unoriented pairs of reads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D3369-4AB9-A4C6-6FB0-86C08D5F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381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DD977-6EE8-9D89-B3CF-756386D5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Overlap-Layout-Consensus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5A9EB-82AE-BB09-E9ED-90F86F12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75535"/>
            <a:ext cx="10972800" cy="1641014"/>
          </a:xfrm>
        </p:spPr>
        <p:txBody>
          <a:bodyPr>
            <a:normAutofit fontScale="92500"/>
          </a:bodyPr>
          <a:lstStyle/>
          <a:p>
            <a:r>
              <a:rPr lang="en-US" dirty="0"/>
              <a:t>Overlap – compute overlaps between reads based on sequence alignments</a:t>
            </a:r>
          </a:p>
          <a:p>
            <a:r>
              <a:rPr lang="en-US" dirty="0"/>
              <a:t>Layout – assemble overlapping reads (greedy or string graph)</a:t>
            </a:r>
          </a:p>
          <a:p>
            <a:r>
              <a:rPr lang="en-US" dirty="0"/>
              <a:t>Consensus – generate contig sequences, by majority vote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78F64-ED1E-2680-64C7-C2BBA56F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35770-7805-C415-05BF-3CEB5066A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30" y="3230597"/>
            <a:ext cx="9469171" cy="36771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F4ED00-9BC0-3ACF-C7D1-E05150A5391D}"/>
              </a:ext>
            </a:extLst>
          </p:cNvPr>
          <p:cNvSpPr/>
          <p:nvPr/>
        </p:nvSpPr>
        <p:spPr>
          <a:xfrm>
            <a:off x="904030" y="3581705"/>
            <a:ext cx="763525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A21602-2F0D-7CC9-7E91-0D74D52C85B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C91C7-C900-0B04-5E1F-796CAE63A6CB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</p:spTree>
    <p:extLst>
      <p:ext uri="{BB962C8B-B14F-4D97-AF65-F5344CB8AC3E}">
        <p14:creationId xmlns:p14="http://schemas.microsoft.com/office/powerpoint/2010/main" val="423330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3191-A07C-EC5B-F575-CC060CA57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CD492-2FE1-A6AC-961C-BCBC64609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overlap is an pseudo-alignment between a pair of reads</a:t>
            </a:r>
          </a:p>
          <a:p>
            <a:r>
              <a:rPr lang="en-US" dirty="0"/>
              <a:t>Can be Inverse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59195-EE07-4E46-90B8-9D8E5D79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7017AB-5EC6-1E4F-1A8D-9C2FA57012F4}"/>
              </a:ext>
            </a:extLst>
          </p:cNvPr>
          <p:cNvCxnSpPr/>
          <p:nvPr/>
        </p:nvCxnSpPr>
        <p:spPr>
          <a:xfrm>
            <a:off x="378373" y="2908738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BD1851-8193-CECF-02AA-EDAB445A061F}"/>
              </a:ext>
            </a:extLst>
          </p:cNvPr>
          <p:cNvCxnSpPr>
            <a:cxnSpLocks/>
          </p:cNvCxnSpPr>
          <p:nvPr/>
        </p:nvCxnSpPr>
        <p:spPr>
          <a:xfrm flipH="1">
            <a:off x="1807780" y="3171497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B20BA8-89DC-2FA9-DD96-73C94D3E7111}"/>
              </a:ext>
            </a:extLst>
          </p:cNvPr>
          <p:cNvCxnSpPr>
            <a:cxnSpLocks/>
          </p:cNvCxnSpPr>
          <p:nvPr/>
        </p:nvCxnSpPr>
        <p:spPr>
          <a:xfrm>
            <a:off x="2099441" y="4866289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2EC32D-4522-04C2-C308-586B517FF026}"/>
              </a:ext>
            </a:extLst>
          </p:cNvPr>
          <p:cNvCxnSpPr>
            <a:cxnSpLocks/>
          </p:cNvCxnSpPr>
          <p:nvPr/>
        </p:nvCxnSpPr>
        <p:spPr>
          <a:xfrm>
            <a:off x="329762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6031B4-C203-FA5B-66A8-22F123A6F5CD}"/>
              </a:ext>
            </a:extLst>
          </p:cNvPr>
          <p:cNvCxnSpPr/>
          <p:nvPr/>
        </p:nvCxnSpPr>
        <p:spPr>
          <a:xfrm>
            <a:off x="5985640" y="2956035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5E5FC3-CE84-E716-9309-86B9F0CF7B93}"/>
              </a:ext>
            </a:extLst>
          </p:cNvPr>
          <p:cNvCxnSpPr>
            <a:cxnSpLocks/>
          </p:cNvCxnSpPr>
          <p:nvPr/>
        </p:nvCxnSpPr>
        <p:spPr>
          <a:xfrm flipH="1">
            <a:off x="4876799" y="3234559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4314DC-4970-22B2-A093-84B6AC5E0EC7}"/>
              </a:ext>
            </a:extLst>
          </p:cNvPr>
          <p:cNvCxnSpPr>
            <a:cxnSpLocks/>
          </p:cNvCxnSpPr>
          <p:nvPr/>
        </p:nvCxnSpPr>
        <p:spPr>
          <a:xfrm>
            <a:off x="9637985" y="30296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3E55E4-5C78-5204-9D40-3C621F55581D}"/>
              </a:ext>
            </a:extLst>
          </p:cNvPr>
          <p:cNvCxnSpPr>
            <a:cxnSpLocks/>
          </p:cNvCxnSpPr>
          <p:nvPr/>
        </p:nvCxnSpPr>
        <p:spPr>
          <a:xfrm flipH="1">
            <a:off x="10050517" y="3308131"/>
            <a:ext cx="104577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6468BC-ECFC-E53C-59CF-1F58AF9A525B}"/>
              </a:ext>
            </a:extLst>
          </p:cNvPr>
          <p:cNvCxnSpPr>
            <a:cxnSpLocks/>
          </p:cNvCxnSpPr>
          <p:nvPr/>
        </p:nvCxnSpPr>
        <p:spPr>
          <a:xfrm>
            <a:off x="7039303" y="4866289"/>
            <a:ext cx="903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93E0C2-E495-D153-9E95-8139BAF3072A}"/>
              </a:ext>
            </a:extLst>
          </p:cNvPr>
          <p:cNvCxnSpPr>
            <a:cxnSpLocks/>
          </p:cNvCxnSpPr>
          <p:nvPr/>
        </p:nvCxnSpPr>
        <p:spPr>
          <a:xfrm>
            <a:off x="6674069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22675B-1F0B-B331-7B00-D8610ED78BA7}"/>
              </a:ext>
            </a:extLst>
          </p:cNvPr>
          <p:cNvCxnSpPr>
            <a:cxnSpLocks/>
          </p:cNvCxnSpPr>
          <p:nvPr/>
        </p:nvCxnSpPr>
        <p:spPr>
          <a:xfrm>
            <a:off x="9595944" y="4866289"/>
            <a:ext cx="21257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57D687A-A8FC-01A6-C7AD-FCD0E5728CE6}"/>
              </a:ext>
            </a:extLst>
          </p:cNvPr>
          <p:cNvCxnSpPr>
            <a:cxnSpLocks/>
          </p:cNvCxnSpPr>
          <p:nvPr/>
        </p:nvCxnSpPr>
        <p:spPr>
          <a:xfrm>
            <a:off x="923071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985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24351-D258-4CF9-35DC-5DA336A3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0D301-9933-1BFC-2F12-01360FC1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Recording an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77178-2F3B-D5F4-6B76-9838F78AB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the first read, it is always forward, it specifies the coordinate system</a:t>
            </a:r>
          </a:p>
          <a:p>
            <a:r>
              <a:rPr lang="en-US" dirty="0"/>
              <a:t>Record </a:t>
            </a:r>
            <a:r>
              <a:rPr lang="en-US" u="sng" dirty="0"/>
              <a:t>orientation</a:t>
            </a:r>
          </a:p>
          <a:p>
            <a:r>
              <a:rPr lang="en-US" dirty="0"/>
              <a:t>Record </a:t>
            </a:r>
            <a:r>
              <a:rPr lang="en-US" u="sng" dirty="0"/>
              <a:t>overhangs</a:t>
            </a:r>
            <a:r>
              <a:rPr lang="en-US" dirty="0"/>
              <a:t> (A and B), read ends are coordinate starts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E6EB0-4E1D-273C-16E7-058A36AB0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5B38C69-BBAE-05A9-A115-558E236B2145}"/>
              </a:ext>
            </a:extLst>
          </p:cNvPr>
          <p:cNvCxnSpPr/>
          <p:nvPr/>
        </p:nvCxnSpPr>
        <p:spPr>
          <a:xfrm>
            <a:off x="3074276" y="42428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F163AE-A04D-1CD0-30F3-A661E8686FAD}"/>
              </a:ext>
            </a:extLst>
          </p:cNvPr>
          <p:cNvCxnSpPr>
            <a:cxnSpLocks/>
          </p:cNvCxnSpPr>
          <p:nvPr/>
        </p:nvCxnSpPr>
        <p:spPr>
          <a:xfrm flipH="1">
            <a:off x="4503683" y="4505566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795DB698-3479-DFFD-D99D-47A81260FEF3}"/>
              </a:ext>
            </a:extLst>
          </p:cNvPr>
          <p:cNvSpPr/>
          <p:nvPr/>
        </p:nvSpPr>
        <p:spPr>
          <a:xfrm rot="5400000">
            <a:off x="3690444" y="3379189"/>
            <a:ext cx="197069" cy="1429407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265E85D0-DEC2-786D-FA75-D5F821F31C93}"/>
              </a:ext>
            </a:extLst>
          </p:cNvPr>
          <p:cNvSpPr/>
          <p:nvPr/>
        </p:nvSpPr>
        <p:spPr>
          <a:xfrm rot="5400000">
            <a:off x="6207671" y="3381358"/>
            <a:ext cx="197069" cy="1529256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36052-A551-7EF7-84A8-2EDADC965467}"/>
              </a:ext>
            </a:extLst>
          </p:cNvPr>
          <p:cNvSpPr txBox="1"/>
          <p:nvPr/>
        </p:nvSpPr>
        <p:spPr>
          <a:xfrm>
            <a:off x="3154060" y="3610717"/>
            <a:ext cx="214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A-overhang(positive)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5D4321-B0F3-F90E-945D-400709536CE9}"/>
              </a:ext>
            </a:extLst>
          </p:cNvPr>
          <p:cNvSpPr txBox="1"/>
          <p:nvPr/>
        </p:nvSpPr>
        <p:spPr>
          <a:xfrm>
            <a:off x="5671287" y="3607633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C363E-C49C-325B-38EE-7BA5C27A7B5C}"/>
              </a:ext>
            </a:extLst>
          </p:cNvPr>
          <p:cNvCxnSpPr/>
          <p:nvPr/>
        </p:nvCxnSpPr>
        <p:spPr>
          <a:xfrm>
            <a:off x="1988444" y="5574996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A6AAC9F-6034-4999-E659-6DE58B87E04E}"/>
              </a:ext>
            </a:extLst>
          </p:cNvPr>
          <p:cNvCxnSpPr>
            <a:cxnSpLocks/>
          </p:cNvCxnSpPr>
          <p:nvPr/>
        </p:nvCxnSpPr>
        <p:spPr>
          <a:xfrm>
            <a:off x="1313154" y="5774693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781BEAAC-98B5-D6E1-E6EF-5B361C493C36}"/>
              </a:ext>
            </a:extLst>
          </p:cNvPr>
          <p:cNvSpPr/>
          <p:nvPr/>
        </p:nvSpPr>
        <p:spPr>
          <a:xfrm rot="5400000">
            <a:off x="1552264" y="5079384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359F35C-C5E5-1A62-F1C9-DF13B5514B43}"/>
              </a:ext>
            </a:extLst>
          </p:cNvPr>
          <p:cNvSpPr/>
          <p:nvPr/>
        </p:nvSpPr>
        <p:spPr>
          <a:xfrm rot="5400000">
            <a:off x="4069490" y="5126175"/>
            <a:ext cx="197069" cy="57543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8B5B8F-364D-CC32-9CB5-FA9246DB45AD}"/>
              </a:ext>
            </a:extLst>
          </p:cNvPr>
          <p:cNvSpPr txBox="1"/>
          <p:nvPr/>
        </p:nvSpPr>
        <p:spPr>
          <a:xfrm>
            <a:off x="680863" y="4884360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694879-675F-CAC9-B846-7FEE66F53A2F}"/>
              </a:ext>
            </a:extLst>
          </p:cNvPr>
          <p:cNvSpPr txBox="1"/>
          <p:nvPr/>
        </p:nvSpPr>
        <p:spPr>
          <a:xfrm>
            <a:off x="3417850" y="4892128"/>
            <a:ext cx="2253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(negative)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51BA27-2ACC-55E2-BAD3-309615A30880}"/>
              </a:ext>
            </a:extLst>
          </p:cNvPr>
          <p:cNvCxnSpPr/>
          <p:nvPr/>
        </p:nvCxnSpPr>
        <p:spPr>
          <a:xfrm>
            <a:off x="7507302" y="5587274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F82ED-B5C2-B6D7-26FD-F7F92388773D}"/>
              </a:ext>
            </a:extLst>
          </p:cNvPr>
          <p:cNvCxnSpPr>
            <a:cxnSpLocks/>
          </p:cNvCxnSpPr>
          <p:nvPr/>
        </p:nvCxnSpPr>
        <p:spPr>
          <a:xfrm flipH="1">
            <a:off x="6832013" y="5897329"/>
            <a:ext cx="40225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341017AA-2D89-A69A-B1A8-6947562B11E5}"/>
              </a:ext>
            </a:extLst>
          </p:cNvPr>
          <p:cNvSpPr/>
          <p:nvPr/>
        </p:nvSpPr>
        <p:spPr>
          <a:xfrm rot="5400000">
            <a:off x="7071122" y="5091662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21EA76-D682-65FE-61F1-ECC0A95D1D62}"/>
              </a:ext>
            </a:extLst>
          </p:cNvPr>
          <p:cNvSpPr txBox="1"/>
          <p:nvPr/>
        </p:nvSpPr>
        <p:spPr>
          <a:xfrm>
            <a:off x="6199721" y="4896638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E81BC-2865-95EC-508A-F5F36E5C4114}"/>
              </a:ext>
            </a:extLst>
          </p:cNvPr>
          <p:cNvSpPr txBox="1"/>
          <p:nvPr/>
        </p:nvSpPr>
        <p:spPr>
          <a:xfrm>
            <a:off x="8936708" y="4904406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4545E020-CC9B-60F1-60DC-15D4F96A4541}"/>
              </a:ext>
            </a:extLst>
          </p:cNvPr>
          <p:cNvSpPr/>
          <p:nvPr/>
        </p:nvSpPr>
        <p:spPr>
          <a:xfrm rot="5400000">
            <a:off x="10316047" y="4989332"/>
            <a:ext cx="197070" cy="87995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56B8B6-8083-272C-69C6-95B42E77FCD8}"/>
              </a:ext>
            </a:extLst>
          </p:cNvPr>
          <p:cNvSpPr txBox="1"/>
          <p:nvPr/>
        </p:nvSpPr>
        <p:spPr>
          <a:xfrm>
            <a:off x="7809989" y="6082150"/>
            <a:ext cx="190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 overlap</a:t>
            </a:r>
          </a:p>
        </p:txBody>
      </p:sp>
    </p:spTree>
    <p:extLst>
      <p:ext uri="{BB962C8B-B14F-4D97-AF65-F5344CB8AC3E}">
        <p14:creationId xmlns:p14="http://schemas.microsoft.com/office/powerpoint/2010/main" val="1571147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D909-1F99-FD81-A120-C8C3FB94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 is not 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7B2DB-C45E-AFC1-1EB0-F2CEEFD2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there are indels, you can choose the longest stretch without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Record R1, R2, orientation, A-hang, B-hang, overlap length or quality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13B6-EBF2-F542-E2A1-77C724A17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A95E3-2CA3-8460-1781-6C168D343E60}"/>
              </a:ext>
            </a:extLst>
          </p:cNvPr>
          <p:cNvSpPr txBox="1"/>
          <p:nvPr/>
        </p:nvSpPr>
        <p:spPr>
          <a:xfrm>
            <a:off x="1763768" y="2215083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4B9E8-7C78-FAD0-98F5-363EF468A770}"/>
              </a:ext>
            </a:extLst>
          </p:cNvPr>
          <p:cNvSpPr txBox="1"/>
          <p:nvPr/>
        </p:nvSpPr>
        <p:spPr>
          <a:xfrm>
            <a:off x="1763768" y="2958752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8DA62-C26B-87C9-BC56-7247E1A030D8}"/>
              </a:ext>
            </a:extLst>
          </p:cNvPr>
          <p:cNvSpPr/>
          <p:nvPr/>
        </p:nvSpPr>
        <p:spPr>
          <a:xfrm>
            <a:off x="2128344" y="3021391"/>
            <a:ext cx="1623848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4FA7B-4E76-0D79-AC58-BCD016257757}"/>
              </a:ext>
            </a:extLst>
          </p:cNvPr>
          <p:cNvSpPr/>
          <p:nvPr/>
        </p:nvSpPr>
        <p:spPr>
          <a:xfrm>
            <a:off x="3752192" y="2270973"/>
            <a:ext cx="1941786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672CF-467D-508A-E129-8125277AA5AF}"/>
              </a:ext>
            </a:extLst>
          </p:cNvPr>
          <p:cNvSpPr txBox="1"/>
          <p:nvPr/>
        </p:nvSpPr>
        <p:spPr>
          <a:xfrm>
            <a:off x="938047" y="4237047"/>
            <a:ext cx="958543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R1(+):                          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R2(- implies that we had to RC):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/>
              <a:t>Overlap: </a:t>
            </a:r>
          </a:p>
          <a:p>
            <a:r>
              <a:rPr lang="en-US" sz="2800" b="1" dirty="0"/>
              <a:t>R1 R2 – 1 5 27 or</a:t>
            </a:r>
          </a:p>
          <a:p>
            <a:r>
              <a:rPr lang="en-US" sz="2800" b="1" dirty="0"/>
              <a:t>R1 R2 – 2 5 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F16AD-1890-4D7E-8B80-3C06FB189F27}"/>
              </a:ext>
            </a:extLst>
          </p:cNvPr>
          <p:cNvSpPr/>
          <p:nvPr/>
        </p:nvSpPr>
        <p:spPr>
          <a:xfrm>
            <a:off x="5489327" y="4545805"/>
            <a:ext cx="3705416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982319-37F9-4278-9C6B-0F9CD90353ED}"/>
              </a:ext>
            </a:extLst>
          </p:cNvPr>
          <p:cNvSpPr/>
          <p:nvPr/>
        </p:nvSpPr>
        <p:spPr>
          <a:xfrm>
            <a:off x="5693978" y="4263157"/>
            <a:ext cx="3500765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0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CBBA-8D59-60E8-38AB-38F12199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Greedy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E101C-0067-1250-D8C1-A2A2B3932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Greedy assembly algorithm will always yield an assembly, but not necessarily the right one:</a:t>
            </a:r>
          </a:p>
          <a:p>
            <a:pPr lvl="1"/>
            <a:r>
              <a:rPr lang="en-US" dirty="0"/>
              <a:t>Search for overlaps. If there is more than 1 sequence that overlaps, find the sequence overlap with the highest area of overlap.</a:t>
            </a:r>
          </a:p>
          <a:p>
            <a:pPr lvl="1"/>
            <a:r>
              <a:rPr lang="en-US" dirty="0"/>
              <a:t>Find two fragments with largest overlap and merge fragments.</a:t>
            </a:r>
          </a:p>
          <a:p>
            <a:pPr lvl="1"/>
            <a:r>
              <a:rPr lang="en-US" dirty="0"/>
              <a:t>Always try to extend</a:t>
            </a:r>
          </a:p>
          <a:p>
            <a:pPr lvl="1"/>
            <a:r>
              <a:rPr lang="en-US" dirty="0"/>
              <a:t>Repeat until all overlaps are used or rejected.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Strengths: Simple to implement and generally fast.</a:t>
            </a:r>
          </a:p>
          <a:p>
            <a:r>
              <a:rPr lang="en-US" dirty="0"/>
              <a:t>Weaknesses: Can make mistakes in assemblies.</a:t>
            </a:r>
          </a:p>
          <a:p>
            <a:r>
              <a:rPr lang="en-US" dirty="0"/>
              <a:t>Example: Imagine assembling a puzzle by always joining the two best matching pieces, even if those pieces might not be part of the final correct arrangement.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BFF49-B061-4FEB-44CA-CE0CE8CA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88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EE45-4783-73D7-C36D-56EF4C8D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86A13-B9D4-0E34-36CB-604EB09CC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D1C68-13AA-8EE1-82AC-FCAD3C803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Problem: recover the genome using each read once</a:t>
            </a:r>
          </a:p>
          <a:p>
            <a:r>
              <a:rPr lang="en-US" dirty="0">
                <a:cs typeface="Courier New" panose="02070309020205020404" pitchFamily="49" charset="0"/>
              </a:rPr>
              <a:t>Longest overlap is between R3 and R6!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66C25-F597-00A9-2E63-384BD301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A9940D-E086-2063-771B-3158734C1F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410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BEA7-0010-2854-09C6-089E451E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0AD7D-FDE0-281D-9C4C-8881EF598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FDFFD-A86C-B234-BC0C-AE8BC7436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427E5-4CBA-3D86-2E8B-A9B2EDD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7610D6-5D5A-9AD5-F16E-037E3B2D40B0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28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1C3B5-8702-BB6D-C6EF-D1C8F9CB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24C4-FB52-600B-B2D4-D870470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8C231-449D-580C-3C36-EE930B86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F64D5-FBB4-E2C9-74F5-5A43E71F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4A178-0A26-72E1-CEE9-69EA793584C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211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922C2-4A76-3B12-645D-3F6DA084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AD48-2DE2-60B2-FFD1-BC081220E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F8906-F421-AABB-FCE4-9FEE0BCBE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79D6-F36C-8224-12C9-0F94F580C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98232-635C-C1A4-D46F-08B843A0F44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215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2366E-1CAC-CCF9-AF1E-E227EC17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9729-9371-7CEE-0318-4AAF6DB8B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B4D7B-09A5-7D0C-E92B-EB62E5FD4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4811E-5BAC-F918-B018-DB75E81A0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1FA64-CD78-F3E1-5926-33DEEDA67C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199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A188-B65B-E15F-4AE0-5ADA4257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4E00F-D37B-9616-D2E2-23F7C8EFB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A6989-145B-0084-C080-F0C241B03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04DCF-6D6C-30B3-37E5-71CE53868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3D1DC-B8C0-DFCC-4354-41DFC9302FD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758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D044-F455-B229-88E0-ACB0E2EB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32666-4C56-C269-2BBA-A6DEE6D58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29BB3-C0B6-3396-BC8B-8E3AA46BD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77EAC-1092-FD35-0BE5-7F0B170F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C6A05-C44C-9BA5-A953-362FF91E9F08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230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D2A8D-AA93-6A97-AE6B-BF2C902D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FEC5-4AA8-585F-6B09-E6C2DBFE0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19924-B1F6-FF8B-654C-E0F62395E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FA8C8-2C8B-F580-2E53-E7F25D72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F3275-1779-774D-7674-B356B17189CB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739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16FB-07E1-BB42-DBED-02DD0D909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3D32F-3640-BFBD-D42A-F9AE91CD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5837D-3AF6-5C24-C3A9-D3232A338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5124936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Assembly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B4427-5E7D-0F2D-B95F-C763CD921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9A7FC-2BC3-5BAE-93C3-D8E616D7C1C5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153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7692F-4AF3-27CF-927B-CBB1B5CE5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C59EF-DECB-CDD2-DAFC-E1B5088F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405D0-3788-255F-FFF9-CA6FF2E39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C511D-353E-B462-ADC0-BC05F26A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547F82-3FC3-29F3-FDE8-ED01C176C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520" y="5371132"/>
            <a:ext cx="9030960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28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0947-99ED-9203-770E-772FF8D2E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F3AF-C48D-D566-C503-3ED43AF28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2FC3A-D9A8-5AFF-CBE7-333D1D3F4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084F0-9CBF-E184-F45D-3402EEED3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FEC71AA-A8D2-2F05-C366-D3D4A92B8C59}"/>
              </a:ext>
            </a:extLst>
          </p:cNvPr>
          <p:cNvCxnSpPr/>
          <p:nvPr/>
        </p:nvCxnSpPr>
        <p:spPr>
          <a:xfrm>
            <a:off x="3903406" y="4896465"/>
            <a:ext cx="963562" cy="55060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E6F3675-5E9A-B667-8C67-7E88C1025AF4}"/>
              </a:ext>
            </a:extLst>
          </p:cNvPr>
          <p:cNvCxnSpPr>
            <a:cxnSpLocks/>
          </p:cNvCxnSpPr>
          <p:nvPr/>
        </p:nvCxnSpPr>
        <p:spPr>
          <a:xfrm flipV="1">
            <a:off x="4100052" y="5476568"/>
            <a:ext cx="766916" cy="70792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CFC357C-EC3B-A637-656C-116419A8FFB8}"/>
              </a:ext>
            </a:extLst>
          </p:cNvPr>
          <p:cNvCxnSpPr/>
          <p:nvPr/>
        </p:nvCxnSpPr>
        <p:spPr>
          <a:xfrm flipH="1">
            <a:off x="4866968" y="5476568"/>
            <a:ext cx="134701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8B5E29A-41A4-C35F-EB75-7C1CCF0E135A}"/>
              </a:ext>
            </a:extLst>
          </p:cNvPr>
          <p:cNvCxnSpPr/>
          <p:nvPr/>
        </p:nvCxnSpPr>
        <p:spPr>
          <a:xfrm flipV="1">
            <a:off x="6213987" y="4827639"/>
            <a:ext cx="855407" cy="648929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E8D1A5-70E2-09B8-AD7E-0341DB4C3934}"/>
              </a:ext>
            </a:extLst>
          </p:cNvPr>
          <p:cNvCxnSpPr/>
          <p:nvPr/>
        </p:nvCxnSpPr>
        <p:spPr>
          <a:xfrm flipH="1" flipV="1">
            <a:off x="6213987" y="5476568"/>
            <a:ext cx="983226" cy="707922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99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EF11-DEE7-E2B2-F9D2-E2474D135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4F37-432D-7B61-4665-F150023F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82D75-8719-353F-80F8-13B29C4BF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</a:t>
            </a:r>
            <a:r>
              <a:rPr lang="en-US"/>
              <a:t>a node </a:t>
            </a:r>
            <a:r>
              <a:rPr lang="en-US" dirty="0"/>
              <a:t>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2078E-F401-74F4-A1B0-C207D326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BE2F5B-D595-98C2-957E-3FD32797B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494" y="5251862"/>
            <a:ext cx="9030960" cy="39058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F21D60-7F81-6C1A-D105-A679C046991D}"/>
              </a:ext>
            </a:extLst>
          </p:cNvPr>
          <p:cNvCxnSpPr>
            <a:cxnSpLocks/>
          </p:cNvCxnSpPr>
          <p:nvPr/>
        </p:nvCxnSpPr>
        <p:spPr>
          <a:xfrm>
            <a:off x="3742636" y="5993996"/>
            <a:ext cx="154498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7CC66E-908B-D824-6330-DE3CE8CFA251}"/>
              </a:ext>
            </a:extLst>
          </p:cNvPr>
          <p:cNvCxnSpPr>
            <a:cxnSpLocks/>
          </p:cNvCxnSpPr>
          <p:nvPr/>
        </p:nvCxnSpPr>
        <p:spPr>
          <a:xfrm>
            <a:off x="3742636" y="6464180"/>
            <a:ext cx="1544981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B151E6-E37C-FACD-715E-D3F84ED212F7}"/>
              </a:ext>
            </a:extLst>
          </p:cNvPr>
          <p:cNvCxnSpPr>
            <a:cxnSpLocks/>
          </p:cNvCxnSpPr>
          <p:nvPr/>
        </p:nvCxnSpPr>
        <p:spPr>
          <a:xfrm flipH="1">
            <a:off x="5287617" y="6232215"/>
            <a:ext cx="110324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A55E126-2D19-3824-2D25-E75905221540}"/>
              </a:ext>
            </a:extLst>
          </p:cNvPr>
          <p:cNvCxnSpPr>
            <a:cxnSpLocks/>
          </p:cNvCxnSpPr>
          <p:nvPr/>
        </p:nvCxnSpPr>
        <p:spPr>
          <a:xfrm>
            <a:off x="6390861" y="5993996"/>
            <a:ext cx="1230971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AC9189-614F-9868-E50E-29B78E464E22}"/>
              </a:ext>
            </a:extLst>
          </p:cNvPr>
          <p:cNvCxnSpPr>
            <a:cxnSpLocks/>
          </p:cNvCxnSpPr>
          <p:nvPr/>
        </p:nvCxnSpPr>
        <p:spPr>
          <a:xfrm flipH="1">
            <a:off x="6390861" y="6552510"/>
            <a:ext cx="12690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996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D871-58C2-94E2-42D9-8BFF5C17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57DC8-A219-C88E-CF3D-166C3B19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B464B-20FC-1D20-EE5F-C1CF3AF8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Strengths: </a:t>
            </a:r>
          </a:p>
          <a:p>
            <a:pPr lvl="1"/>
            <a:r>
              <a:rPr lang="en-US" dirty="0"/>
              <a:t>Assemblies are more correct, because the graph structure preserves information about all overlaps, not just the strongest ones.</a:t>
            </a:r>
          </a:p>
          <a:p>
            <a:pPr lvl="1"/>
            <a:r>
              <a:rPr lang="en-US" dirty="0"/>
              <a:t>Storing assembly as a graph can help resolve it later with additional data</a:t>
            </a:r>
          </a:p>
          <a:p>
            <a:r>
              <a:rPr lang="en-US" dirty="0"/>
              <a:t>Weaknesses: More computationally intensive. Building the initial overlap graph is typically the slowest part of the assembly.</a:t>
            </a:r>
          </a:p>
          <a:p>
            <a:r>
              <a:rPr lang="en-US" dirty="0"/>
              <a:t>Example: Imagine creating a map of all possible connections between puzzle pieces and then finding the optimal path through the connections to assemble the puzzle.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11E45-C9AC-0D7F-3E0E-8BCD7674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07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2413-B113-551C-AF4F-2D563044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9BA9-A812-7105-E061-43EFBD05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8859C-791C-3FFB-66E9-2C866A311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37B97-321F-598B-551F-E6C6B21CF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14311-5D45-373A-A790-ABB8FF47F91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785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87A2E-85B4-488E-99B1-36C9F7A1C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F769-E1BB-44B7-9E5B-7CB476CE8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06980-B729-D2E9-EC54-7A4EA358F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6824F-3BA5-97FE-CA02-DFDE82F9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D5234-0D09-EBF0-51E4-D750AED808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1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1E5F-320A-1FBC-98CB-C4A60D57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A6E3-D661-7625-96B9-2C482C592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10B74-015D-9014-DB6C-383B4BDEE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Contigs: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022DA-463B-3F5B-1436-34A997FF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FF3CB0-3F53-0256-3B1B-CAE2E6E170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2C23F3-A4D1-3DFC-5246-F11131D4D3A2}"/>
              </a:ext>
            </a:extLst>
          </p:cNvPr>
          <p:cNvCxnSpPr/>
          <p:nvPr/>
        </p:nvCxnSpPr>
        <p:spPr>
          <a:xfrm>
            <a:off x="2035277" y="4689987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634F3A8-91A4-D7BD-4807-A6CDAD416931}"/>
              </a:ext>
            </a:extLst>
          </p:cNvPr>
          <p:cNvCxnSpPr/>
          <p:nvPr/>
        </p:nvCxnSpPr>
        <p:spPr>
          <a:xfrm>
            <a:off x="3220064" y="4429432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007874-22D9-E804-BF6E-9868F8AC474D}"/>
              </a:ext>
            </a:extLst>
          </p:cNvPr>
          <p:cNvCxnSpPr>
            <a:cxnSpLocks/>
          </p:cNvCxnSpPr>
          <p:nvPr/>
        </p:nvCxnSpPr>
        <p:spPr>
          <a:xfrm>
            <a:off x="3893573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89C59BF-BE46-A579-DB82-CE003ED97942}"/>
              </a:ext>
            </a:extLst>
          </p:cNvPr>
          <p:cNvCxnSpPr>
            <a:cxnSpLocks/>
          </p:cNvCxnSpPr>
          <p:nvPr/>
        </p:nvCxnSpPr>
        <p:spPr>
          <a:xfrm>
            <a:off x="4429431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06CC79-30B9-E41C-24BE-C3E275BB9E2D}"/>
              </a:ext>
            </a:extLst>
          </p:cNvPr>
          <p:cNvCxnSpPr>
            <a:cxnSpLocks/>
          </p:cNvCxnSpPr>
          <p:nvPr/>
        </p:nvCxnSpPr>
        <p:spPr>
          <a:xfrm>
            <a:off x="1376515" y="5299587"/>
            <a:ext cx="0" cy="7669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7266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3171-38EA-65CC-95CF-652C1E68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7F119-4A30-EA9B-77DA-C06E6FEBA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1FE9-FC8C-8E93-F670-4D5E7299B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949C8-D0EA-09EC-BBC9-19C1CD60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48ECF0-F4FC-9D0F-0827-7B41CA0AAD34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9EE80-5D63-4426-F841-2414604F8C0B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5EAF1-52B7-796E-FB46-CCD819C7690B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46275-4E31-A0E1-BE3D-1A96E176AEC0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69970B-191B-4051-451F-25AEE2F5FA2C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12A0194-B870-DAAF-918E-C3EDED2272B5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B60A06-E170-023A-0398-9E6F069CCCAE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6BE63B-5FC6-E685-49BE-00F94C947CD2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178542B-E98C-32BA-198C-B4AC8662380D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5129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D408-000E-10F1-1A5E-987BB907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1439E-6159-E90D-F0DB-8BA5C8D3F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B188A-C842-1664-5DCB-D5EBF3E50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5140-C0EE-AC3B-F4B8-403F3CE3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B8B3-F87D-B974-C95A-135951D3F18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F3E22-D4F4-0C48-6BE9-D3DB9F45239E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62957-16F2-A422-8D24-934FDF0610AA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FB50B8-E36C-D443-BF78-B5181B10F35F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8B1276-8A75-2BEB-9E30-40644AB96427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7EE1D1A-8418-8A3D-ED79-C1E27F5A62F4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7A74B7B-E640-35EF-5A97-3DEC6DFA7135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9E88DC5-781F-B863-B383-E964EDB9CF06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2A0F29A-F069-1A3D-05D1-3DC023B36957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14:cNvPr>
              <p14:cNvContentPartPr/>
              <p14:nvPr/>
            </p14:nvContentPartPr>
            <p14:xfrm>
              <a:off x="1733138" y="5128943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27018" y="5122823"/>
                <a:ext cx="3965760" cy="13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16341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F0BAF-F279-BFD6-D299-E5493C1EE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487A0-7991-EE0E-A969-0F5084492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B49DA-9998-0C08-0B00-D1E8CCC25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8" y="1596541"/>
            <a:ext cx="10983781" cy="3735480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</a:t>
            </a:r>
            <a:r>
              <a:rPr lang="en-US" dirty="0">
                <a:cs typeface="Courier New" panose="02070309020205020404" pitchFamily="49" charset="0"/>
              </a:rPr>
              <a:t>produces the same graph: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AC1C-51A3-48BD-2317-105BED4F7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4DD092-BAE6-5DD7-CA9A-5621159865FA}"/>
              </a:ext>
            </a:extLst>
          </p:cNvPr>
          <p:cNvSpPr txBox="1"/>
          <p:nvPr/>
        </p:nvSpPr>
        <p:spPr>
          <a:xfrm>
            <a:off x="1504753" y="2771498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35E8C-BE95-7DEC-DDA8-65A441CC6935}"/>
              </a:ext>
            </a:extLst>
          </p:cNvPr>
          <p:cNvSpPr txBox="1"/>
          <p:nvPr/>
        </p:nvSpPr>
        <p:spPr>
          <a:xfrm>
            <a:off x="3032901" y="3141003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721045-E61E-2459-B401-6B795AB4960F}"/>
              </a:ext>
            </a:extLst>
          </p:cNvPr>
          <p:cNvSpPr txBox="1"/>
          <p:nvPr/>
        </p:nvSpPr>
        <p:spPr>
          <a:xfrm>
            <a:off x="4791614" y="2740893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C9091-692E-40F4-6C5B-F9297CB89826}"/>
              </a:ext>
            </a:extLst>
          </p:cNvPr>
          <p:cNvSpPr txBox="1"/>
          <p:nvPr/>
        </p:nvSpPr>
        <p:spPr>
          <a:xfrm>
            <a:off x="3272539" y="3752273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F9201A-19F6-6EA1-A878-EFF08554639E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376017" y="2971553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95BFDE-93CA-EECD-11B5-80362F90399B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064487" y="3341058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E64C87C-6061-D819-1F55-0BEBE317863B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032901" y="3341058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E8C60A7-C83C-A40A-9CFD-2432368E4BE5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261122" y="2940948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14:cNvPr>
              <p14:cNvContentPartPr/>
              <p14:nvPr/>
            </p14:nvContentPartPr>
            <p14:xfrm>
              <a:off x="1566884" y="2769120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0764" y="2763000"/>
                <a:ext cx="3965760" cy="1332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BB11CAF-918C-00F9-E29D-AE82C904F562}"/>
              </a:ext>
            </a:extLst>
          </p:cNvPr>
          <p:cNvSpPr txBox="1"/>
          <p:nvPr/>
        </p:nvSpPr>
        <p:spPr>
          <a:xfrm>
            <a:off x="5124747" y="4900233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960540-248C-5C42-9A8B-0224493D24EB}"/>
              </a:ext>
            </a:extLst>
          </p:cNvPr>
          <p:cNvSpPr txBox="1"/>
          <p:nvPr/>
        </p:nvSpPr>
        <p:spPr>
          <a:xfrm>
            <a:off x="6652895" y="5269738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99DDE-EE95-734C-B96F-6AE2DA7D8FB0}"/>
              </a:ext>
            </a:extLst>
          </p:cNvPr>
          <p:cNvSpPr txBox="1"/>
          <p:nvPr/>
        </p:nvSpPr>
        <p:spPr>
          <a:xfrm>
            <a:off x="8411608" y="4869628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EEC80-387A-12C9-11EA-9A61DC7F8345}"/>
              </a:ext>
            </a:extLst>
          </p:cNvPr>
          <p:cNvSpPr txBox="1"/>
          <p:nvPr/>
        </p:nvSpPr>
        <p:spPr>
          <a:xfrm>
            <a:off x="6892533" y="5881008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863513-70C6-F725-F823-277F119047A7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996011" y="5100288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AC72D8E-A128-8BFC-166C-9AE98F929086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V="1">
            <a:off x="7684481" y="5469793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80A9C2-21BB-6225-9142-A647140607FA}"/>
              </a:ext>
            </a:extLst>
          </p:cNvPr>
          <p:cNvCxnSpPr>
            <a:cxnSpLocks/>
            <a:stCxn id="12" idx="1"/>
            <a:endCxn id="8" idx="1"/>
          </p:cNvCxnSpPr>
          <p:nvPr/>
        </p:nvCxnSpPr>
        <p:spPr>
          <a:xfrm flipH="1" flipV="1">
            <a:off x="6652895" y="5469793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1AB5DE-6244-2A91-A11C-4B1E9734E14D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7881116" y="5069683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5FC96EC-7F1C-49B3-843C-8466F97F5757}"/>
              </a:ext>
            </a:extLst>
          </p:cNvPr>
          <p:cNvSpPr txBox="1"/>
          <p:nvPr/>
        </p:nvSpPr>
        <p:spPr>
          <a:xfrm>
            <a:off x="2064190" y="5881008"/>
            <a:ext cx="3796757" cy="644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use coverage to estimate repeat multiplicity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A6ADA0A-3BFE-0DB7-D0F3-422A1230C598}"/>
                  </a:ext>
                </a:extLst>
              </p14:cNvPr>
              <p14:cNvContentPartPr/>
              <p14:nvPr/>
            </p14:nvContentPartPr>
            <p14:xfrm>
              <a:off x="5148376" y="4948231"/>
              <a:ext cx="3964320" cy="14335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A6ADA0A-3BFE-0DB7-D0F3-422A1230C5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42256" y="4942111"/>
                <a:ext cx="3976560" cy="1445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5442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7AA77-BD07-B5D1-C95C-7EF9483A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3FEF-821E-D7E0-E240-787D05BB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7F99-FE5F-AE5E-BBAF-A78096718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Reads have errors, overlaps are typically not perfect</a:t>
            </a:r>
          </a:p>
          <a:p>
            <a:endParaRPr lang="en-US" dirty="0"/>
          </a:p>
          <a:p>
            <a:r>
              <a:rPr lang="en-US" dirty="0"/>
              <a:t>In each contig we need to compute consensus sequence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11ED8-A67C-F9C7-85D9-BF500107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93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9CD7-D23B-7A16-53CA-75862DA00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0438-F4A4-AE56-359A-2D7FB2777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0243-4EDE-8D76-339C-6B8A96074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r>
              <a:rPr lang="en-US" b="1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</a:t>
            </a:r>
            <a:r>
              <a:rPr lang="en-US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5FDAC-EC65-9F18-86F7-7F39557BC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49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DDD1A-0A70-C33A-55C5-5A09CD6BE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E09B2-83B2-638B-BFFD-C19A17512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3C44-2958-9368-E61C-29FC67FC4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multi-alignment to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AGATAGACAAAGAC-ATAGACAG-ATACGCTCGATCGGGT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53D6-F3B3-E4EA-E5E2-39512801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966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DC8E-404A-D338-8A89-94902ABA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4C4C3-A68C-BB35-1AEB-ABCC95053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AB37-2FD6-5225-D78F-08D286B6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consensus sequence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ATAGACAG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7A926-4208-DC1A-C189-8580AA7E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3147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F355-79E8-A53C-8FD3-C92E51492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37CB-3599-C444-B2BC-5B81F7FC8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polishing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CBF49-97FA-4C33-797C-DC50CE438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82211"/>
            <a:ext cx="10972800" cy="503926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Contig sequence produced by assemblers contains errors, especially if  ONT data was used:</a:t>
            </a:r>
            <a:br>
              <a:rPr lang="en-US" dirty="0"/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CATAGACGAAGACATA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GGTA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We can fix errors by aligning low error reads (Illumina or HiFi) to the assembly: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AGACGA*AGAC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TAGGTA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CA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AGACGA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AGACGA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AGAC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TAGGTA 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AC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TAGGTA</a:t>
            </a:r>
          </a:p>
          <a:p>
            <a:pPr marL="0" indent="0">
              <a:buNone/>
            </a:pPr>
            <a:endParaRPr lang="en-US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called </a:t>
            </a:r>
            <a:r>
              <a:rPr lang="en-US" i="1" dirty="0">
                <a:cs typeface="Courier New" panose="02070309020205020404" pitchFamily="49" charset="0"/>
              </a:rPr>
              <a:t>polishing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09444-F5AB-0BA7-3E12-DEBA9B8DA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395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A39F2-DE4F-B326-AE5B-64C9FE782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D32FD-F2A9-B2F8-4C1A-31F07C77C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polishing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19825-8074-0BF6-C5DA-4152A3883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82211"/>
            <a:ext cx="10972800" cy="5039265"/>
          </a:xfrm>
        </p:spPr>
        <p:txBody>
          <a:bodyPr>
            <a:normAutofit/>
          </a:bodyPr>
          <a:lstStyle/>
          <a:p>
            <a:r>
              <a:rPr lang="en-US" dirty="0"/>
              <a:t>Caution on polishing: if the reads were not used for the original assembly, they may come from regions that are </a:t>
            </a:r>
            <a:r>
              <a:rPr lang="en-US" i="1" dirty="0"/>
              <a:t>missing</a:t>
            </a:r>
            <a:r>
              <a:rPr lang="en-US" dirty="0"/>
              <a:t> from the assembly, but </a:t>
            </a:r>
            <a:r>
              <a:rPr lang="en-US" i="1" dirty="0"/>
              <a:t>similar</a:t>
            </a:r>
            <a:r>
              <a:rPr lang="en-US" dirty="0"/>
              <a:t> to another region present in the assembly</a:t>
            </a:r>
          </a:p>
          <a:p>
            <a:endParaRPr lang="en-US" dirty="0"/>
          </a:p>
          <a:p>
            <a:r>
              <a:rPr lang="en-US" dirty="0"/>
              <a:t>In this case read aligner may align the reads to the </a:t>
            </a:r>
            <a:r>
              <a:rPr lang="en-US" i="1" dirty="0">
                <a:solidFill>
                  <a:srgbClr val="FF0000"/>
                </a:solidFill>
              </a:rPr>
              <a:t>wrong</a:t>
            </a:r>
            <a:r>
              <a:rPr lang="en-US" dirty="0"/>
              <a:t> place</a:t>
            </a:r>
          </a:p>
          <a:p>
            <a:endParaRPr lang="en-US" dirty="0"/>
          </a:p>
          <a:p>
            <a:r>
              <a:rPr lang="en-US" dirty="0"/>
              <a:t>Polishing programs try to deal with these cases by looking for reads that </a:t>
            </a:r>
            <a:r>
              <a:rPr lang="en-US" i="1" dirty="0"/>
              <a:t>agree</a:t>
            </a:r>
            <a:r>
              <a:rPr lang="en-US" dirty="0"/>
              <a:t> with the assembly, but in low-coverage regions there may be not enough of them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C1B61-916A-1833-EEAD-BE8729DBE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2225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6115-0F50-D62F-6736-FB3DAE5B5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11" y="372196"/>
            <a:ext cx="10972800" cy="458115"/>
          </a:xfrm>
        </p:spPr>
        <p:txBody>
          <a:bodyPr>
            <a:normAutofit fontScale="90000"/>
          </a:bodyPr>
          <a:lstStyle/>
          <a:p>
            <a:r>
              <a:rPr lang="en-US" dirty="0"/>
              <a:t>Genome assemblers that use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FA874-AAAE-2124-EC2E-057DB2552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5" y="1735689"/>
            <a:ext cx="6321288" cy="1564102"/>
          </a:xfrm>
        </p:spPr>
        <p:txBody>
          <a:bodyPr>
            <a:normAutofit/>
          </a:bodyPr>
          <a:lstStyle/>
          <a:p>
            <a:r>
              <a:rPr lang="en-US" dirty="0"/>
              <a:t>Hifiasm -- for PacBio HiFi or Oxford Nanopore (the latest R10 only!)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3E570-2FE0-33CD-F954-80F2F3A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6F3CB-DD12-4291-5D0F-6A661C7CDA12}"/>
              </a:ext>
            </a:extLst>
          </p:cNvPr>
          <p:cNvSpPr txBox="1"/>
          <p:nvPr/>
        </p:nvSpPr>
        <p:spPr>
          <a:xfrm>
            <a:off x="6267174" y="1735689"/>
            <a:ext cx="55272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US" sz="2800" dirty="0"/>
              <a:t>Flye -- for Oxford Nanopore (and PacBio CLR/HiFi)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C6DBC8-6C40-B0B2-0F63-D5677AAF0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4" y="2668795"/>
            <a:ext cx="5344271" cy="37533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F8EE4B-CA39-EF1A-5EFD-F08C2EC0A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236" y="2664847"/>
            <a:ext cx="6030508" cy="3220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4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BE74B-A428-28FE-E5F8-7B3C0510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Hifiasm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0FA5-F728-B4B6-3C61-1584C6FEF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10523267" cy="4927828"/>
          </a:xfrm>
        </p:spPr>
        <p:txBody>
          <a:bodyPr>
            <a:normAutofit/>
          </a:bodyPr>
          <a:lstStyle/>
          <a:p>
            <a:r>
              <a:rPr lang="en-US" dirty="0"/>
              <a:t>Used for PacBio HiFi data or the </a:t>
            </a:r>
            <a:r>
              <a:rPr lang="en-US" i="1" dirty="0"/>
              <a:t>latest (R10.4)</a:t>
            </a:r>
            <a:r>
              <a:rPr lang="en-US" dirty="0"/>
              <a:t> ONT data (beta)</a:t>
            </a:r>
          </a:p>
          <a:p>
            <a:r>
              <a:rPr lang="en-US" dirty="0"/>
              <a:t>Can do haplotype-resolved assemblies with </a:t>
            </a:r>
            <a:r>
              <a:rPr lang="en-US" dirty="0" err="1"/>
              <a:t>HiC</a:t>
            </a:r>
            <a:r>
              <a:rPr lang="en-US" dirty="0"/>
              <a:t> data</a:t>
            </a:r>
          </a:p>
          <a:p>
            <a:r>
              <a:rPr lang="en-US" dirty="0"/>
              <a:t>Fast and accurate ( &lt;1000 CPU-hours for human genome)</a:t>
            </a:r>
          </a:p>
          <a:p>
            <a:r>
              <a:rPr lang="en-US" dirty="0"/>
              <a:t>Error corrects reads, uses </a:t>
            </a:r>
            <a:r>
              <a:rPr lang="en-US" u="sng" dirty="0"/>
              <a:t>string graph </a:t>
            </a:r>
            <a:r>
              <a:rPr lang="en-US" dirty="0"/>
              <a:t>with </a:t>
            </a:r>
            <a:r>
              <a:rPr lang="en-US" u="sng" dirty="0"/>
              <a:t>exact</a:t>
            </a:r>
            <a:r>
              <a:rPr lang="en-US" dirty="0"/>
              <a:t> overlaps</a:t>
            </a:r>
          </a:p>
          <a:p>
            <a:r>
              <a:rPr lang="en-US" dirty="0"/>
              <a:t>Can produce assemblies with T2T chromosomes</a:t>
            </a:r>
          </a:p>
          <a:p>
            <a:r>
              <a:rPr lang="en-US" dirty="0"/>
              <a:t>Outputs assembly in graph format (.</a:t>
            </a:r>
            <a:r>
              <a:rPr lang="en-US" dirty="0" err="1"/>
              <a:t>gfa</a:t>
            </a:r>
            <a:r>
              <a:rPr lang="en-US" dirty="0"/>
              <a:t>)</a:t>
            </a:r>
          </a:p>
          <a:p>
            <a:r>
              <a:rPr lang="en-US" dirty="0"/>
              <a:t>Use </a:t>
            </a:r>
            <a:r>
              <a:rPr lang="en-US" i="1" dirty="0" err="1"/>
              <a:t>gfatools</a:t>
            </a:r>
            <a:r>
              <a:rPr lang="en-US" dirty="0"/>
              <a:t> to output fasta:</a:t>
            </a:r>
          </a:p>
          <a:p>
            <a:pPr lvl="1"/>
            <a:r>
              <a:rPr lang="en-US" i="1" dirty="0" err="1"/>
              <a:t>gfatools</a:t>
            </a:r>
            <a:r>
              <a:rPr lang="en-US" i="1" dirty="0"/>
              <a:t> gfa2fa </a:t>
            </a:r>
            <a:r>
              <a:rPr lang="en-US" i="1" dirty="0" err="1"/>
              <a:t>in.gfa</a:t>
            </a:r>
            <a:r>
              <a:rPr lang="en-US" i="1" dirty="0"/>
              <a:t> &gt; </a:t>
            </a:r>
            <a:r>
              <a:rPr lang="en-US" i="1" dirty="0" err="1"/>
              <a:t>out.fa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3E592-4012-AB02-C176-0BFDA040F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2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BE74B-A428-28FE-E5F8-7B3C0510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Flye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0FA5-F728-B4B6-3C61-1584C6FEF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851258" cy="5032860"/>
          </a:xfrm>
        </p:spPr>
        <p:txBody>
          <a:bodyPr>
            <a:normAutofit/>
          </a:bodyPr>
          <a:lstStyle/>
          <a:p>
            <a:r>
              <a:rPr lang="en-US" dirty="0"/>
              <a:t>Used for Oxford Nanopore (ONT) and PacBio CLR/HiFi data</a:t>
            </a:r>
          </a:p>
          <a:p>
            <a:r>
              <a:rPr lang="en-US" dirty="0"/>
              <a:t>Relatively fast (human genome takes ~5000 CPU-hours)</a:t>
            </a:r>
          </a:p>
          <a:p>
            <a:r>
              <a:rPr lang="en-US" dirty="0"/>
              <a:t>Builds </a:t>
            </a:r>
            <a:r>
              <a:rPr lang="en-US" u="sng" dirty="0"/>
              <a:t>string graph</a:t>
            </a:r>
            <a:r>
              <a:rPr lang="en-US" dirty="0"/>
              <a:t> from original reads</a:t>
            </a:r>
          </a:p>
          <a:p>
            <a:r>
              <a:rPr lang="en-US" dirty="0"/>
              <a:t>The best option for ONT reads</a:t>
            </a:r>
          </a:p>
          <a:p>
            <a:r>
              <a:rPr lang="en-US" dirty="0"/>
              <a:t>Outputs assembly in </a:t>
            </a:r>
            <a:r>
              <a:rPr lang="en-US" dirty="0" err="1"/>
              <a:t>fasta</a:t>
            </a:r>
            <a:r>
              <a:rPr lang="en-US" dirty="0"/>
              <a:t> and graph format (.fa and .</a:t>
            </a:r>
            <a:r>
              <a:rPr lang="en-US" dirty="0" err="1"/>
              <a:t>gfa</a:t>
            </a:r>
            <a:r>
              <a:rPr lang="en-US" dirty="0"/>
              <a:t>)</a:t>
            </a:r>
          </a:p>
          <a:p>
            <a:r>
              <a:rPr lang="en-US" dirty="0"/>
              <a:t>ONT-based assemblies need </a:t>
            </a:r>
            <a:r>
              <a:rPr lang="en-US" i="1" dirty="0"/>
              <a:t>polishing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3E592-4012-AB02-C176-0BFDA040F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36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6F81-C0D3-FA5A-B14B-5B2BD163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F7279-AF34-7671-2C30-1F8CDF1A0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</a:t>
            </a:r>
            <a:r>
              <a:rPr lang="en-US" dirty="0" err="1"/>
              <a:t>mer</a:t>
            </a:r>
            <a:r>
              <a:rPr lang="en-US" dirty="0"/>
              <a:t>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4EB8-D864-A4F1-14CF-2B13AFC2C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787985"/>
            <a:ext cx="11259083" cy="473080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Break reads into overlapping k-</a:t>
            </a:r>
            <a:r>
              <a:rPr lang="en-US" dirty="0" err="1"/>
              <a:t>mers</a:t>
            </a:r>
            <a:r>
              <a:rPr lang="en-US" dirty="0"/>
              <a:t> of fixed length K; for example, K = 5:</a:t>
            </a:r>
            <a:br>
              <a:rPr lang="en-US" dirty="0"/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AGACATAGAC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GACAT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ACATA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CATAG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ATAGA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TAGAC</a:t>
            </a:r>
          </a:p>
          <a:p>
            <a:r>
              <a:rPr lang="en-US" dirty="0">
                <a:cs typeface="Courier New" panose="02070309020205020404" pitchFamily="49" charset="0"/>
              </a:rPr>
              <a:t>Count all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in the reads, build a </a:t>
            </a:r>
            <a:r>
              <a:rPr lang="en-US" i="1" dirty="0">
                <a:cs typeface="Courier New" panose="02070309020205020404" pitchFamily="49" charset="0"/>
              </a:rPr>
              <a:t>table</a:t>
            </a:r>
            <a:r>
              <a:rPr lang="en-US" dirty="0">
                <a:cs typeface="Courier New" panose="02070309020205020404" pitchFamily="49" charset="0"/>
              </a:rPr>
              <a:t> of </a:t>
            </a:r>
            <a:r>
              <a:rPr lang="en-US" dirty="0" err="1">
                <a:cs typeface="Courier New" panose="02070309020205020404" pitchFamily="49" charset="0"/>
              </a:rPr>
              <a:t>kmer</a:t>
            </a:r>
            <a:r>
              <a:rPr lang="en-US" dirty="0">
                <a:cs typeface="Courier New" panose="02070309020205020404" pitchFamily="49" charset="0"/>
              </a:rPr>
              <a:t>-count (use canonical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)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ATGTC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20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Build </a:t>
            </a:r>
            <a:r>
              <a:rPr lang="en-US" i="1" dirty="0">
                <a:cs typeface="Courier New" panose="02070309020205020404" pitchFamily="49" charset="0"/>
              </a:rPr>
              <a:t>k-mer graph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b="1" dirty="0">
                <a:cs typeface="Courier New" panose="02070309020205020404" pitchFamily="49" charset="0"/>
              </a:rPr>
              <a:t>k-</a:t>
            </a:r>
            <a:r>
              <a:rPr lang="en-US" b="1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</a:t>
            </a:r>
            <a:r>
              <a:rPr lang="en-US" b="1" dirty="0">
                <a:cs typeface="Courier New" panose="02070309020205020404" pitchFamily="49" charset="0"/>
              </a:rPr>
              <a:t>nodes</a:t>
            </a:r>
            <a:r>
              <a:rPr lang="en-US" dirty="0">
                <a:cs typeface="Courier New" panose="02070309020205020404" pitchFamily="49" charset="0"/>
              </a:rPr>
              <a:t> and </a:t>
            </a:r>
            <a:r>
              <a:rPr lang="en-US" b="1" dirty="0">
                <a:cs typeface="Courier New" panose="02070309020205020404" pitchFamily="49" charset="0"/>
              </a:rPr>
              <a:t>k+1 - </a:t>
            </a:r>
            <a:r>
              <a:rPr lang="en-US" b="1" dirty="0" err="1">
                <a:cs typeface="Courier New" panose="02070309020205020404" pitchFamily="49" charset="0"/>
              </a:rPr>
              <a:t>mers</a:t>
            </a:r>
            <a:r>
              <a:rPr lang="en-US" b="1" dirty="0"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are </a:t>
            </a:r>
            <a:r>
              <a:rPr lang="en-US" b="1" dirty="0">
                <a:cs typeface="Courier New" panose="02070309020205020404" pitchFamily="49" charset="0"/>
              </a:rPr>
              <a:t>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2469A-ACAE-78EB-26B7-6C6BF83B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053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A2784-D1AF-232C-7EE5-6D3CDE4A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4B5A2-D3AA-0BE7-7CB4-24075236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E9641-2D54-149A-3761-4D1E708F8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For example: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     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dirty="0"/>
              <a:t>        edge 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ACFE7-13D5-AEDD-067B-2790D351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FB68D5-6DAF-1CA7-3CC0-C4EE61C2BFB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DACDB5A-21CC-C987-315C-C8F99368BC5C}"/>
              </a:ext>
            </a:extLst>
          </p:cNvPr>
          <p:cNvCxnSpPr/>
          <p:nvPr/>
        </p:nvCxnSpPr>
        <p:spPr>
          <a:xfrm>
            <a:off x="2125670" y="3419061"/>
            <a:ext cx="8660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ight Brace 6">
            <a:extLst>
              <a:ext uri="{FF2B5EF4-FFF2-40B4-BE49-F238E27FC236}">
                <a16:creationId xmlns:a16="http://schemas.microsoft.com/office/drawing/2014/main" id="{164F8086-4FAD-8CFD-DE9B-18F842BDDACC}"/>
              </a:ext>
            </a:extLst>
          </p:cNvPr>
          <p:cNvSpPr/>
          <p:nvPr/>
        </p:nvSpPr>
        <p:spPr>
          <a:xfrm rot="5400000">
            <a:off x="2335515" y="2233371"/>
            <a:ext cx="318052" cy="318088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41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44584-7158-5767-A669-B9816F74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BFC2D-CC9A-E88F-6B4A-A22A4960C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F03A-F6C0-72E9-4068-58A17868C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G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10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7329B-D38B-9C37-6373-B408CE9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F6AFA5-D6BD-F8FF-1060-EF9EA547282B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1338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11F1F-55A4-2922-C733-FCA004FE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C55B-E271-79DB-2624-AF209A48F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4E86E-FFB3-6D98-728D-52FD2EEFD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a forward “branch”. Stop extending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dirty="0">
                <a:cs typeface="Courier New" panose="02070309020205020404" pitchFamily="49" charset="0"/>
              </a:rPr>
              <a:t> forward and go backward.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350D6-9B46-641C-AA34-295F877B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CFE40A-C156-BD9D-9E9F-E5A7E8B3149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922313-FE72-539C-A196-FBBC3C57F084}"/>
              </a:ext>
            </a:extLst>
          </p:cNvPr>
          <p:cNvCxnSpPr/>
          <p:nvPr/>
        </p:nvCxnSpPr>
        <p:spPr>
          <a:xfrm flipV="1">
            <a:off x="6248705" y="342900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8AD8978-1D40-786D-2803-F9BDC491C34B}"/>
              </a:ext>
            </a:extLst>
          </p:cNvPr>
          <p:cNvCxnSpPr>
            <a:cxnSpLocks/>
          </p:cNvCxnSpPr>
          <p:nvPr/>
        </p:nvCxnSpPr>
        <p:spPr>
          <a:xfrm>
            <a:off x="6248705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8042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5B961-0E49-69BD-B55F-405C43168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02CB-75F6-0791-2719-2E3B82AE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7CB8-7845-D670-3A75-C8D5266CD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15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D713C-A3B4-8EDE-D04B-D078C582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BD51C9-FC86-2C2F-B8DD-BE70A249F18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2D26F9-6987-B9D1-9FDE-48F837756241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E3BA5A-BE33-42AC-5AE6-308EF3008D2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3361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0EA3-3246-3BCD-E7F0-A18DD187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4460-8AF6-DCCA-F327-079A70A82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6C881-2F85-4121-2E4F-080F9FEA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collapse the unique edge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DE90E-4C53-0541-F51F-0624DABB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4C1F54-F6EE-25E7-D4E3-9C3A3943FA5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9659B81-0923-BB9E-922E-BDA747B76E0A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715F69-82B7-C0EF-9DE4-A45C4E85F357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87A064B-0EEC-FD29-63AE-62D9DC418F40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A39866E-5C4A-65F7-ABE4-B6C5966DB4DE}"/>
              </a:ext>
            </a:extLst>
          </p:cNvPr>
          <p:cNvSpPr txBox="1"/>
          <p:nvPr/>
        </p:nvSpPr>
        <p:spPr>
          <a:xfrm>
            <a:off x="1108036" y="5854134"/>
            <a:ext cx="979202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backward edges of the next k-</a:t>
            </a:r>
            <a:r>
              <a:rPr lang="en-US" sz="2800" dirty="0" err="1">
                <a:cs typeface="Courier New" panose="02070309020205020404" pitchFamily="49" charset="0"/>
              </a:rPr>
              <a:t>mer</a:t>
            </a:r>
            <a:r>
              <a:rPr lang="en-US" sz="2800" dirty="0">
                <a:cs typeface="Courier New" panose="02070309020205020404" pitchFamily="49" charset="0"/>
              </a:rPr>
              <a:t> (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cs typeface="Courier New" panose="02070309020205020404" pitchFamily="49" charset="0"/>
              </a:rPr>
              <a:t>for possible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6922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979DD-BB3A-A32E-EE20-1B761BFDD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125ED-E5E4-A7F0-3D19-57684A568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0E3FA-85E7-10C2-05C3-F251A38B3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93D4F-FEF8-3A26-08E9-CC4EA75BC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4487EA-343C-1749-48DF-8ADAFA82F165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7F49CF-7F3C-9080-2499-A28BB2875C69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0BAB6B4-650C-95B0-9A43-1F94F48A503F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0C25079-28FD-AFEC-8333-09D44E67DF6B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2DEDC0-0F61-D813-D651-ED99DD2B426B}"/>
              </a:ext>
            </a:extLst>
          </p:cNvPr>
          <p:cNvSpPr txBox="1"/>
          <p:nvPr/>
        </p:nvSpPr>
        <p:spPr>
          <a:xfrm>
            <a:off x="1108036" y="5854134"/>
            <a:ext cx="979202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backward edges of the next k-</a:t>
            </a:r>
            <a:r>
              <a:rPr lang="en-US" sz="2800" dirty="0" err="1">
                <a:cs typeface="Courier New" panose="02070309020205020404" pitchFamily="49" charset="0"/>
              </a:rPr>
              <a:t>mer</a:t>
            </a:r>
            <a:r>
              <a:rPr lang="en-US" sz="2800" dirty="0">
                <a:cs typeface="Courier New" panose="02070309020205020404" pitchFamily="49" charset="0"/>
              </a:rPr>
              <a:t> (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cs typeface="Courier New" panose="02070309020205020404" pitchFamily="49" charset="0"/>
              </a:rPr>
              <a:t>for possible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4181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696B5-DA49-04AB-E35E-0662AD1BC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40008-C9A3-1A8B-CBB6-36A8A113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C7F58-3039-ACD8-8D47-924BCB00A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none 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B3493-0D46-73F4-4750-DCA52EE28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B373FA-F412-2599-B413-7D05BF725E00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24D49D-6749-225E-A2CA-E0C6FBD777C0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0C9F9A-48F2-6B6D-4F75-368ECDFBF3AD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EB357C-0E77-B105-3919-645E91E343C5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E8E82C3-AAED-ADAF-EAED-82BA9AD1E214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Unique in both directions!  We can extend!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1909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6CC89-5514-F323-543E-D1570B8D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0B00B-9FF7-B2F3-E922-F2FB57EC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4D6C8-37AC-A251-E943-54CAC5D14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none 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2327F-E9B0-C4B5-2E5C-2F01C68F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D4E112-C374-BCDD-0072-879E83658B7A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9C1F0A-B800-CCB1-7C7B-BF3D720F7E8E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C09AC54-CB83-64B4-BC18-8C1C6E378CD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A52F71F-0C03-F214-0B61-170FAACAB3AB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F284AB0-5C8A-BA7D-A0D7-80D5F2A8DB9F}"/>
              </a:ext>
            </a:extLst>
          </p:cNvPr>
          <p:cNvSpPr txBox="1"/>
          <p:nvPr/>
        </p:nvSpPr>
        <p:spPr>
          <a:xfrm>
            <a:off x="3562786" y="3887115"/>
            <a:ext cx="209236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unique edge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4700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3A23-6B38-B485-CDF3-340CFA90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E5904-6D91-6D96-0793-E5570AE7A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0291D-AA5E-5EAA-BA29-DD2A74D45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TAGACA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A9BD0-52B5-0343-D364-BF0AA7D32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4ADB5-4F5E-07FD-C4D2-DE26B69E73DD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D39780-D411-614D-A5FB-2F9DCCA167E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6D7235-5F9B-AD94-DE82-42DEF8235930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1AB746A-A6B1-5230-75F6-B283037505B4}"/>
              </a:ext>
            </a:extLst>
          </p:cNvPr>
          <p:cNvSpPr txBox="1"/>
          <p:nvPr/>
        </p:nvSpPr>
        <p:spPr>
          <a:xfrm>
            <a:off x="1157732" y="5158914"/>
            <a:ext cx="889657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We can collapse the unique edge and continue until we encounter forward or backward branch.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85882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C9FF-BBA9-B2F6-A45B-AF0E3A101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B722-E4A5-1EF0-7E4A-2B6723256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D3FA3-1BD4-26E0-59B5-82E3E8DEF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571CF-EFB7-243F-5539-DDCFEFC36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E0AFFE-823F-9067-1E71-F153AD3D9C6B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37B803-D877-1A79-7B0D-15853F8ABDC7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1E229B-51D1-A109-7FD0-5ECBB8BF8543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DF3D58-9DB6-4DA7-948F-8D8117CAEB8A}"/>
              </a:ext>
            </a:extLst>
          </p:cNvPr>
          <p:cNvSpPr txBox="1"/>
          <p:nvPr/>
        </p:nvSpPr>
        <p:spPr>
          <a:xfrm>
            <a:off x="1157732" y="5158914"/>
            <a:ext cx="889657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We can collapse the unique edge and continue until we encounter forward or backward branch.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9309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B3D74-5307-A1A1-43A6-EC988C472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738B3-9E6C-8CA6-B998-1550F20A0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A5881-C321-63F8-C245-359930CC5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18" y="1787986"/>
            <a:ext cx="11477902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We can end up with a complicated graph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TG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AAGTC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GACACTGGGTGT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            CAGTACCC 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AAGTGT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GACAGT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    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CAGTTCTG</a:t>
            </a:r>
          </a:p>
          <a:p>
            <a:r>
              <a:rPr lang="en-US" dirty="0">
                <a:cs typeface="Courier New" panose="02070309020205020404" pitchFamily="49" charset="0"/>
              </a:rPr>
              <a:t>Now we have to </a:t>
            </a:r>
            <a:r>
              <a:rPr lang="en-US" i="1" dirty="0">
                <a:cs typeface="Courier New" panose="02070309020205020404" pitchFamily="49" charset="0"/>
              </a:rPr>
              <a:t>walk</a:t>
            </a:r>
            <a:r>
              <a:rPr lang="en-US" dirty="0">
                <a:cs typeface="Courier New" panose="02070309020205020404" pitchFamily="49" charset="0"/>
              </a:rPr>
              <a:t> the graph to reconstruct the genome sequence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637C4-9734-4E32-ED2F-DEF2A4CB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A46B85-8788-BD50-9682-8FD944E72A37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364322-C9F2-F6C1-1F5B-6B10DAE49579}"/>
              </a:ext>
            </a:extLst>
          </p:cNvPr>
          <p:cNvCxnSpPr>
            <a:cxnSpLocks/>
          </p:cNvCxnSpPr>
          <p:nvPr/>
        </p:nvCxnSpPr>
        <p:spPr>
          <a:xfrm flipV="1">
            <a:off x="5832469" y="3377045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826033B-F2B9-5689-F54A-230B4680B6B3}"/>
              </a:ext>
            </a:extLst>
          </p:cNvPr>
          <p:cNvCxnSpPr>
            <a:cxnSpLocks/>
          </p:cNvCxnSpPr>
          <p:nvPr/>
        </p:nvCxnSpPr>
        <p:spPr>
          <a:xfrm>
            <a:off x="5846225" y="3790838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C041A6E-3F5A-85BF-18C9-E32359CE3BDF}"/>
              </a:ext>
            </a:extLst>
          </p:cNvPr>
          <p:cNvCxnSpPr>
            <a:cxnSpLocks/>
          </p:cNvCxnSpPr>
          <p:nvPr/>
        </p:nvCxnSpPr>
        <p:spPr>
          <a:xfrm flipH="1" flipV="1">
            <a:off x="5943600" y="2571700"/>
            <a:ext cx="513445" cy="5695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157F15D-0FB6-9E97-E2E3-EBB3AFB679FF}"/>
              </a:ext>
            </a:extLst>
          </p:cNvPr>
          <p:cNvCxnSpPr>
            <a:cxnSpLocks/>
          </p:cNvCxnSpPr>
          <p:nvPr/>
        </p:nvCxnSpPr>
        <p:spPr>
          <a:xfrm flipV="1">
            <a:off x="7788388" y="3876170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E722245-F7E4-08AE-25DC-72C147A3905E}"/>
              </a:ext>
            </a:extLst>
          </p:cNvPr>
          <p:cNvCxnSpPr>
            <a:cxnSpLocks/>
          </p:cNvCxnSpPr>
          <p:nvPr/>
        </p:nvCxnSpPr>
        <p:spPr>
          <a:xfrm>
            <a:off x="7788388" y="4249353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236AED-44BF-BB69-D0B3-4561A18490A3}"/>
              </a:ext>
            </a:extLst>
          </p:cNvPr>
          <p:cNvCxnSpPr>
            <a:cxnSpLocks/>
          </p:cNvCxnSpPr>
          <p:nvPr/>
        </p:nvCxnSpPr>
        <p:spPr>
          <a:xfrm flipV="1">
            <a:off x="1625112" y="3377045"/>
            <a:ext cx="328379" cy="2511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2D4E1A-381B-B914-1E34-5A0756985A13}"/>
              </a:ext>
            </a:extLst>
          </p:cNvPr>
          <p:cNvCxnSpPr>
            <a:cxnSpLocks/>
          </p:cNvCxnSpPr>
          <p:nvPr/>
        </p:nvCxnSpPr>
        <p:spPr>
          <a:xfrm>
            <a:off x="1603472" y="3790838"/>
            <a:ext cx="350019" cy="3031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FBEBC74-D27D-5F52-5A31-200AFFE6E332}"/>
              </a:ext>
            </a:extLst>
          </p:cNvPr>
          <p:cNvCxnSpPr>
            <a:cxnSpLocks/>
          </p:cNvCxnSpPr>
          <p:nvPr/>
        </p:nvCxnSpPr>
        <p:spPr>
          <a:xfrm>
            <a:off x="3953044" y="3257421"/>
            <a:ext cx="546220" cy="42408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D9A505F-FE8D-C827-07C7-1E98A876E40E}"/>
              </a:ext>
            </a:extLst>
          </p:cNvPr>
          <p:cNvCxnSpPr>
            <a:cxnSpLocks/>
          </p:cNvCxnSpPr>
          <p:nvPr/>
        </p:nvCxnSpPr>
        <p:spPr>
          <a:xfrm flipV="1">
            <a:off x="4043938" y="3906982"/>
            <a:ext cx="455326" cy="292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7192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ECEB-8314-4F5B-A37B-470FD90D5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Properties of the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0B893-EF41-6232-0920-205CB5599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k-mer is encountered only ONCE in the graph</a:t>
            </a:r>
          </a:p>
          <a:p>
            <a:endParaRPr lang="en-US" i="1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An assembly is a path that visits each node (k-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) at least once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Can use k-mer counts to see how many times need to go through each node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FEC9-20C9-4652-BA81-FFC82D476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270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2325D-839F-A8C7-19DB-7D03BBD2F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355E7-B584-3612-A29A-58FD462AD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01079"/>
          </a:xfrm>
        </p:spPr>
        <p:txBody>
          <a:bodyPr>
            <a:normAutofit/>
          </a:bodyPr>
          <a:lstStyle/>
          <a:p>
            <a:r>
              <a:rPr lang="en-US" dirty="0"/>
              <a:t>K-unitigs are DNA sequences that correspond to strictly linear (non-branching) paths through k-</a:t>
            </a:r>
            <a:r>
              <a:rPr lang="en-US" dirty="0" err="1"/>
              <a:t>mer</a:t>
            </a:r>
            <a:r>
              <a:rPr lang="en-US" dirty="0"/>
              <a:t> graph where each node (k-</a:t>
            </a:r>
            <a:r>
              <a:rPr lang="en-US" dirty="0" err="1"/>
              <a:t>mer</a:t>
            </a:r>
            <a:r>
              <a:rPr lang="en-US" dirty="0"/>
              <a:t>) is used only once:</a:t>
            </a:r>
          </a:p>
          <a:p>
            <a:pPr lvl="1"/>
            <a:r>
              <a:rPr lang="en-US" dirty="0"/>
              <a:t>No forward or backward branches allowed</a:t>
            </a:r>
          </a:p>
          <a:p>
            <a:pPr lvl="1"/>
            <a:r>
              <a:rPr lang="en-US" dirty="0"/>
              <a:t>Can overlap exactly by K-1 bases with one or more other K-unitigs</a:t>
            </a:r>
          </a:p>
          <a:p>
            <a:pPr lvl="1"/>
            <a:r>
              <a:rPr lang="en-US" dirty="0"/>
              <a:t>All K-</a:t>
            </a:r>
            <a:r>
              <a:rPr lang="en-US" dirty="0" err="1"/>
              <a:t>mers</a:t>
            </a:r>
            <a:r>
              <a:rPr lang="en-US" dirty="0"/>
              <a:t> in k-unitigs are distinct (no K-mer is repeated twice)</a:t>
            </a:r>
          </a:p>
          <a:p>
            <a:r>
              <a:rPr lang="en-US" dirty="0"/>
              <a:t>A more compact representation of k-</a:t>
            </a:r>
            <a:r>
              <a:rPr lang="en-US" dirty="0" err="1"/>
              <a:t>mer</a:t>
            </a:r>
            <a:r>
              <a:rPr lang="en-US" dirty="0"/>
              <a:t> graph </a:t>
            </a:r>
          </a:p>
          <a:p>
            <a:pPr lvl="1"/>
            <a:r>
              <a:rPr lang="en-US" dirty="0"/>
              <a:t>K-unitigs are nodes</a:t>
            </a:r>
          </a:p>
          <a:p>
            <a:pPr lvl="1"/>
            <a:r>
              <a:rPr lang="en-US" dirty="0"/>
              <a:t>K-1 exact overlaps are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F39EE-0A3B-CDEE-67CC-21AEB0A26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5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A196-3973-F5F7-8389-C4B5891B4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22601-726E-6A78-855B-D2AEFAD65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B2B54-2F5A-F642-85AC-744709BAC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47F0D5-32A3-0F18-AE7A-83631F277D79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3584AE-D2C7-6A1C-8506-1CAE35112C4D}"/>
              </a:ext>
            </a:extLst>
          </p:cNvPr>
          <p:cNvSpPr txBox="1"/>
          <p:nvPr/>
        </p:nvSpPr>
        <p:spPr>
          <a:xfrm>
            <a:off x="2919634" y="1858355"/>
            <a:ext cx="60215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K=9, FIVE K-</a:t>
            </a:r>
            <a:r>
              <a:rPr lang="en-US" sz="4000" dirty="0" err="1"/>
              <a:t>unitigs</a:t>
            </a:r>
            <a:endParaRPr lang="en-US" sz="4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B88AC9-3E43-3579-77D0-E05B7694AF07}"/>
              </a:ext>
            </a:extLst>
          </p:cNvPr>
          <p:cNvSpPr/>
          <p:nvPr/>
        </p:nvSpPr>
        <p:spPr>
          <a:xfrm>
            <a:off x="3496235" y="3239556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F45A17-0CA8-EFB5-963F-E7B97C046FA6}"/>
              </a:ext>
            </a:extLst>
          </p:cNvPr>
          <p:cNvSpPr/>
          <p:nvPr/>
        </p:nvSpPr>
        <p:spPr>
          <a:xfrm>
            <a:off x="7144870" y="3262864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8551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E303-CAE7-019E-8D5A-397731D0C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DB4CD-0F7A-A465-2F7E-084A66FC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DD0A5-9350-6919-76EB-AB03F5F6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7E992A-4D9C-FA4E-2A4E-BA8807EB5712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68E9E-1795-5D8E-27CF-1DE160C1E555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A8EED-650E-4478-2054-51B127185E2A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84750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CA13-625C-1C93-56B5-89CE562F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50641-1F7E-D703-280B-D191B957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29AB4-520E-7D51-B483-89BC33459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D645D-DA86-5AF6-BB95-5F40978BD7B7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CEF3D-83E7-76F8-0BE5-B5162FCC9E02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D409A8-D0BD-818E-0927-8BF280921B0F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25441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5F5C7-5FEA-ECD1-7634-33FC0E39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9C407-5313-1C03-2C27-6DDC0ED6B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302F4-6547-1A36-F175-138E1C41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6DD-D27B-CD67-9662-3C32C77DAF94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178651-432D-B96E-944A-6CB79E34E54D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38EF86-2568-1BC3-0C5C-0149DDDD368B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87249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55D4-33B5-3DAC-251A-26522AD2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3253-0AD0-D702-2587-4B268F32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88E50-3096-6232-BC20-E6CC4EC1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92432-BD6B-A6F7-882A-5AF0FB3BF668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9319D-BDEC-B158-D00C-D491D8EE84A9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63603E-3B9C-A19F-CEC8-7C6FDDC6043D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00136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AD306-84C3-ECD2-56DD-0EE17BF0D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147C-767B-2709-6288-75A9AC9C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09060-5B55-68B7-B998-5CD3FEB8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E23E8D-894A-7692-6801-DDE38056902F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351C3-565A-6163-CB6A-69CCE660E086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E6069-914D-B9CF-8E69-5A26AE342AA9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5C67E93-77EA-CA15-E7DD-70401CC6F3A7}"/>
              </a:ext>
            </a:extLst>
          </p:cNvPr>
          <p:cNvSpPr txBox="1"/>
          <p:nvPr/>
        </p:nvSpPr>
        <p:spPr>
          <a:xfrm>
            <a:off x="1390225" y="5011750"/>
            <a:ext cx="84946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</p:txBody>
      </p:sp>
    </p:spTree>
    <p:extLst>
      <p:ext uri="{BB962C8B-B14F-4D97-AF65-F5344CB8AC3E}">
        <p14:creationId xmlns:p14="http://schemas.microsoft.com/office/powerpoint/2010/main" val="13464850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F166F-772E-AE16-33BF-805613D12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Path vs trail in graph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CA860-E630-5E74-2A1C-8463D8B219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052" y="1797946"/>
            <a:ext cx="11658600" cy="4923530"/>
          </a:xfrm>
        </p:spPr>
        <p:txBody>
          <a:bodyPr>
            <a:normAutofit fontScale="77500" lnSpcReduction="20000"/>
          </a:bodyPr>
          <a:lstStyle/>
          <a:p>
            <a:r>
              <a:rPr lang="en-US" i="1" dirty="0"/>
              <a:t>Path</a:t>
            </a:r>
            <a:r>
              <a:rPr lang="en-US" dirty="0"/>
              <a:t> and </a:t>
            </a:r>
            <a:r>
              <a:rPr lang="en-US" i="1" dirty="0"/>
              <a:t>trail</a:t>
            </a:r>
            <a:r>
              <a:rPr lang="en-US" dirty="0"/>
              <a:t> are two ways to </a:t>
            </a:r>
            <a:r>
              <a:rPr lang="en-US" i="1" dirty="0"/>
              <a:t>walk</a:t>
            </a:r>
            <a:r>
              <a:rPr lang="en-US" dirty="0"/>
              <a:t> a graph consisting of nodes (vertices) and edges</a:t>
            </a:r>
          </a:p>
          <a:p>
            <a:r>
              <a:rPr lang="en-US" dirty="0"/>
              <a:t>A trail is a walk in which all </a:t>
            </a:r>
            <a:r>
              <a:rPr lang="en-US" i="1" dirty="0"/>
              <a:t>edges are distinct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Nodes may repeat</a:t>
            </a:r>
          </a:p>
          <a:p>
            <a:pPr lvl="1"/>
            <a:r>
              <a:rPr lang="en-US" dirty="0"/>
              <a:t>Edges may not repeat</a:t>
            </a:r>
          </a:p>
          <a:p>
            <a:r>
              <a:rPr lang="en-US" dirty="0"/>
              <a:t>A path is a trail in which all </a:t>
            </a:r>
            <a:r>
              <a:rPr lang="en-US" i="1" dirty="0"/>
              <a:t>nodes are distinct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No repeated nodes</a:t>
            </a:r>
          </a:p>
          <a:p>
            <a:pPr lvl="1"/>
            <a:r>
              <a:rPr lang="en-US" dirty="0"/>
              <a:t>No repeated edges (automatically true if nodes don’t repeat)</a:t>
            </a:r>
          </a:p>
          <a:p>
            <a:r>
              <a:rPr lang="en-US" dirty="0"/>
              <a:t>Path is </a:t>
            </a:r>
            <a:r>
              <a:rPr lang="en-US" u="sng" dirty="0"/>
              <a:t>stricter</a:t>
            </a:r>
            <a:r>
              <a:rPr lang="en-US" dirty="0"/>
              <a:t> version of a trail</a:t>
            </a:r>
          </a:p>
          <a:p>
            <a:pPr lvl="1"/>
            <a:r>
              <a:rPr lang="en-US" dirty="0"/>
              <a:t>Every path is a trail</a:t>
            </a:r>
          </a:p>
          <a:p>
            <a:pPr lvl="1"/>
            <a:r>
              <a:rPr lang="en-US" dirty="0"/>
              <a:t>Not every trail is a path</a:t>
            </a:r>
          </a:p>
          <a:p>
            <a:pPr lvl="1"/>
            <a:endParaRPr lang="en-US" dirty="0"/>
          </a:p>
          <a:p>
            <a:r>
              <a:rPr lang="en-US" dirty="0">
                <a:cs typeface="Courier New" panose="02070309020205020404" pitchFamily="49" charset="0"/>
              </a:rPr>
              <a:t>Assembly is: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Eulerian</a:t>
            </a:r>
            <a:r>
              <a:rPr lang="en-US" dirty="0">
                <a:cs typeface="Courier New" panose="02070309020205020404" pitchFamily="49" charset="0"/>
              </a:rPr>
              <a:t> walk through the 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 graph (trail that visits each edge exactly once) or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Hamiltonian</a:t>
            </a:r>
            <a:r>
              <a:rPr lang="en-US" dirty="0">
                <a:cs typeface="Courier New" panose="02070309020205020404" pitchFamily="49" charset="0"/>
              </a:rPr>
              <a:t> path through the 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 graph (path that visits each node or vertex exactly once)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D3DB6-ED11-61BD-D74C-3F1AE0037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105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180A-E0A6-400F-B155-70C3F9AB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</a:t>
            </a:r>
            <a:r>
              <a:rPr lang="en-US" dirty="0" err="1"/>
              <a:t>DeBruijn</a:t>
            </a:r>
            <a:r>
              <a:rPr lang="en-US" dirty="0"/>
              <a:t> of K-</a:t>
            </a:r>
            <a:r>
              <a:rPr lang="en-US" dirty="0" err="1"/>
              <a:t>mer</a:t>
            </a:r>
            <a:r>
              <a:rPr lang="en-US" dirty="0"/>
              <a:t> graph?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E125-6F8F-4727-8CBB-1277CD4F2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59811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If k-</a:t>
            </a:r>
            <a:r>
              <a:rPr lang="en-US" dirty="0" err="1"/>
              <a:t>mers</a:t>
            </a:r>
            <a:r>
              <a:rPr lang="en-US" dirty="0"/>
              <a:t> are nodes then assembly can be a </a:t>
            </a:r>
            <a:r>
              <a:rPr lang="en-US" i="1" dirty="0"/>
              <a:t>path</a:t>
            </a:r>
            <a:r>
              <a:rPr lang="en-US" dirty="0"/>
              <a:t> that visits each node at least once </a:t>
            </a:r>
          </a:p>
          <a:p>
            <a:endParaRPr lang="en-US" i="1" dirty="0"/>
          </a:p>
          <a:p>
            <a:r>
              <a:rPr lang="en-US" dirty="0"/>
              <a:t>This is </a:t>
            </a:r>
            <a:r>
              <a:rPr lang="en-US" i="1" dirty="0"/>
              <a:t>Hamiltonian path </a:t>
            </a:r>
            <a:r>
              <a:rPr lang="en-US" dirty="0"/>
              <a:t>problem, which is NP-complete (both NP and NP-hard)</a:t>
            </a:r>
          </a:p>
          <a:p>
            <a:endParaRPr lang="en-US" dirty="0"/>
          </a:p>
          <a:p>
            <a:r>
              <a:rPr lang="en-US" dirty="0"/>
              <a:t>In our K-</a:t>
            </a:r>
            <a:r>
              <a:rPr lang="en-US" dirty="0" err="1"/>
              <a:t>mer</a:t>
            </a:r>
            <a:r>
              <a:rPr lang="en-US" dirty="0"/>
              <a:t> graph (</a:t>
            </a:r>
            <a:r>
              <a:rPr lang="en-US" i="1" dirty="0"/>
              <a:t>k+1)-</a:t>
            </a:r>
            <a:r>
              <a:rPr lang="en-US" i="1" dirty="0" err="1"/>
              <a:t>mers</a:t>
            </a:r>
            <a:r>
              <a:rPr lang="en-US" i="1" dirty="0"/>
              <a:t> are edges</a:t>
            </a:r>
            <a:r>
              <a:rPr lang="en-US" dirty="0"/>
              <a:t>:  we can reform a problem as </a:t>
            </a:r>
            <a:r>
              <a:rPr lang="en-US" i="1" dirty="0"/>
              <a:t>Eulerian path </a:t>
            </a:r>
            <a:r>
              <a:rPr lang="en-US" dirty="0"/>
              <a:t>problem (</a:t>
            </a:r>
            <a:r>
              <a:rPr lang="en-US" i="1" dirty="0"/>
              <a:t>trail</a:t>
            </a:r>
            <a:r>
              <a:rPr lang="en-US" dirty="0"/>
              <a:t> that visits each </a:t>
            </a:r>
            <a:r>
              <a:rPr lang="en-US" i="1" dirty="0"/>
              <a:t>edge</a:t>
            </a:r>
            <a:r>
              <a:rPr lang="en-US" dirty="0"/>
              <a:t> once), which can be solved in linear time</a:t>
            </a:r>
          </a:p>
          <a:p>
            <a:endParaRPr lang="en-US" dirty="0"/>
          </a:p>
          <a:p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 are now nodes, they can be visited more than once</a:t>
            </a:r>
          </a:p>
          <a:p>
            <a:endParaRPr lang="en-US" dirty="0"/>
          </a:p>
          <a:p>
            <a:r>
              <a:rPr lang="en-US" b="1" dirty="0"/>
              <a:t>Repeats</a:t>
            </a:r>
            <a:r>
              <a:rPr lang="en-US" dirty="0"/>
              <a:t> create </a:t>
            </a:r>
            <a:r>
              <a:rPr lang="en-US" b="1" dirty="0"/>
              <a:t>multiple</a:t>
            </a:r>
            <a:r>
              <a:rPr lang="en-US" dirty="0"/>
              <a:t> edges, not repeated traversal of a single edge.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98DE5-B37B-4CAC-B2D9-A1F359E05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433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656E9-C81A-ED54-F054-A0E252E85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7570D-7425-6D5C-F956-7C96B0151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</a:t>
            </a:r>
            <a:r>
              <a:rPr lang="en-US" dirty="0" err="1"/>
              <a:t>mer</a:t>
            </a:r>
            <a:r>
              <a:rPr lang="en-US" dirty="0"/>
              <a:t>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14AA-859B-CA1D-BF84-C61D56948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/>
          </a:bodyPr>
          <a:lstStyle/>
          <a:p>
            <a:r>
              <a:rPr lang="en-US" dirty="0"/>
              <a:t>DeBruijn graph and k-</a:t>
            </a:r>
            <a:r>
              <a:rPr lang="en-US" dirty="0" err="1"/>
              <a:t>mer</a:t>
            </a:r>
            <a:r>
              <a:rPr lang="en-US" dirty="0"/>
              <a:t>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</a:t>
            </a:r>
            <a:r>
              <a:rPr lang="en-US" dirty="0" err="1"/>
              <a:t>mer</a:t>
            </a:r>
            <a:r>
              <a:rPr lang="en-US" dirty="0"/>
              <a:t>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Note that genome assembly as a </a:t>
            </a:r>
            <a:r>
              <a:rPr lang="en-US" i="1" dirty="0">
                <a:solidFill>
                  <a:schemeClr val="bg1"/>
                </a:solidFill>
                <a:cs typeface="Courier New" panose="02070309020205020404" pitchFamily="49" charset="0"/>
              </a:rPr>
              <a:t>Eulerian path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(trail that visits each edge once) is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not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a practical approach for either graph,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unless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k-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mers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exact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repeat.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1D5A6-1091-F5AD-50C1-F5FB6EA27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62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7612432-0B06-E23F-7DB4-998E58A51E13}"/>
              </a:ext>
            </a:extLst>
          </p:cNvPr>
          <p:cNvCxnSpPr>
            <a:cxnSpLocks/>
          </p:cNvCxnSpPr>
          <p:nvPr/>
        </p:nvCxnSpPr>
        <p:spPr>
          <a:xfrm>
            <a:off x="105457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D32D3F-7F64-CF34-167A-960212088468}"/>
              </a:ext>
            </a:extLst>
          </p:cNvPr>
          <p:cNvCxnSpPr>
            <a:cxnSpLocks/>
          </p:cNvCxnSpPr>
          <p:nvPr/>
        </p:nvCxnSpPr>
        <p:spPr>
          <a:xfrm>
            <a:off x="233409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6FE9256-577E-0C56-16A8-5CB4AAC1EB62}"/>
              </a:ext>
            </a:extLst>
          </p:cNvPr>
          <p:cNvCxnSpPr>
            <a:cxnSpLocks/>
          </p:cNvCxnSpPr>
          <p:nvPr/>
        </p:nvCxnSpPr>
        <p:spPr>
          <a:xfrm>
            <a:off x="1054575" y="3753393"/>
            <a:ext cx="1279520" cy="63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BD1B43-AA38-CE03-7213-0E1D78829199}"/>
              </a:ext>
            </a:extLst>
          </p:cNvPr>
          <p:cNvCxnSpPr>
            <a:cxnSpLocks/>
          </p:cNvCxnSpPr>
          <p:nvPr/>
        </p:nvCxnSpPr>
        <p:spPr>
          <a:xfrm>
            <a:off x="4227786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994DBF3-7457-524C-95ED-290E5467345C}"/>
              </a:ext>
            </a:extLst>
          </p:cNvPr>
          <p:cNvCxnSpPr>
            <a:cxnSpLocks/>
          </p:cNvCxnSpPr>
          <p:nvPr/>
        </p:nvCxnSpPr>
        <p:spPr>
          <a:xfrm>
            <a:off x="5311039" y="2957577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A065CFC-9528-444E-D5FB-C761E6BC2AA1}"/>
              </a:ext>
            </a:extLst>
          </p:cNvPr>
          <p:cNvCxnSpPr>
            <a:cxnSpLocks/>
          </p:cNvCxnSpPr>
          <p:nvPr/>
        </p:nvCxnSpPr>
        <p:spPr>
          <a:xfrm>
            <a:off x="4227786" y="3759734"/>
            <a:ext cx="10832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BDE5134-D652-88C5-5A17-48D8E0C56B34}"/>
              </a:ext>
            </a:extLst>
          </p:cNvPr>
          <p:cNvGraphicFramePr>
            <a:graphicFrameLocks noGrp="1"/>
          </p:cNvGraphicFramePr>
          <p:nvPr/>
        </p:nvGraphicFramePr>
        <p:xfrm>
          <a:off x="7315200" y="1960646"/>
          <a:ext cx="4876800" cy="4740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932609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318591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ADEB6F6-1471-5461-1F67-571395D7DADD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277664652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EC12A-E7EE-E77A-3425-4543C455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57D79-4DC1-AB1B-C8E5-300937632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</a:t>
            </a:r>
            <a:r>
              <a:rPr lang="en-US" dirty="0" err="1"/>
              <a:t>mer</a:t>
            </a:r>
            <a:r>
              <a:rPr lang="en-US" dirty="0"/>
              <a:t>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7ADA9-4360-D5F9-3509-6B6832749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/>
          </a:bodyPr>
          <a:lstStyle/>
          <a:p>
            <a:r>
              <a:rPr lang="en-US" dirty="0"/>
              <a:t>DeBruijn graph and k-</a:t>
            </a:r>
            <a:r>
              <a:rPr lang="en-US" dirty="0" err="1"/>
              <a:t>mer</a:t>
            </a:r>
            <a:r>
              <a:rPr lang="en-US" dirty="0"/>
              <a:t>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</a:t>
            </a:r>
            <a:r>
              <a:rPr lang="en-US" dirty="0" err="1"/>
              <a:t>mer</a:t>
            </a:r>
            <a:r>
              <a:rPr lang="en-US" dirty="0"/>
              <a:t>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cs typeface="Courier New" panose="02070309020205020404" pitchFamily="49" charset="0"/>
              </a:rPr>
              <a:t>Note that genome assembly as a </a:t>
            </a:r>
            <a:r>
              <a:rPr lang="en-US" i="1" dirty="0">
                <a:cs typeface="Courier New" panose="02070309020205020404" pitchFamily="49" charset="0"/>
              </a:rPr>
              <a:t>Eulerian path </a:t>
            </a:r>
            <a:r>
              <a:rPr lang="en-US" dirty="0">
                <a:cs typeface="Courier New" panose="02070309020205020404" pitchFamily="49" charset="0"/>
              </a:rPr>
              <a:t>(trail that visits each edge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once</a:t>
            </a:r>
            <a:r>
              <a:rPr lang="en-US" dirty="0">
                <a:cs typeface="Courier New" panose="02070309020205020404" pitchFamily="49" charset="0"/>
              </a:rPr>
              <a:t>) is </a:t>
            </a:r>
            <a:r>
              <a:rPr lang="en-US" b="1" dirty="0">
                <a:cs typeface="Courier New" panose="02070309020205020404" pitchFamily="49" charset="0"/>
              </a:rPr>
              <a:t>not</a:t>
            </a:r>
            <a:r>
              <a:rPr lang="en-US" dirty="0">
                <a:cs typeface="Courier New" panose="02070309020205020404" pitchFamily="49" charset="0"/>
              </a:rPr>
              <a:t> a practical approach for either graph, </a:t>
            </a:r>
            <a:r>
              <a:rPr lang="en-US" b="1" dirty="0">
                <a:cs typeface="Courier New" panose="02070309020205020404" pitchFamily="49" charset="0"/>
              </a:rPr>
              <a:t>unless</a:t>
            </a:r>
            <a:r>
              <a:rPr lang="en-US" dirty="0">
                <a:cs typeface="Courier New" panose="02070309020205020404" pitchFamily="49" charset="0"/>
              </a:rPr>
              <a:t>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cs typeface="Courier New" panose="02070309020205020404" pitchFamily="49" charset="0"/>
              </a:rPr>
              <a:t>exact</a:t>
            </a:r>
            <a:r>
              <a:rPr lang="en-US" dirty="0">
                <a:cs typeface="Courier New" panose="02070309020205020404" pitchFamily="49" charset="0"/>
              </a:rPr>
              <a:t> repeat.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3976B-A7B5-C38C-A088-124416438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63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E7E371B-7ACB-2E61-2894-40F216E6AA90}"/>
              </a:ext>
            </a:extLst>
          </p:cNvPr>
          <p:cNvCxnSpPr>
            <a:cxnSpLocks/>
          </p:cNvCxnSpPr>
          <p:nvPr/>
        </p:nvCxnSpPr>
        <p:spPr>
          <a:xfrm>
            <a:off x="105457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D0E48A-1CEC-F446-57AA-9FEB7420459D}"/>
              </a:ext>
            </a:extLst>
          </p:cNvPr>
          <p:cNvCxnSpPr>
            <a:cxnSpLocks/>
          </p:cNvCxnSpPr>
          <p:nvPr/>
        </p:nvCxnSpPr>
        <p:spPr>
          <a:xfrm>
            <a:off x="233409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0892A41-F2CD-4731-D646-CB8E33D8B185}"/>
              </a:ext>
            </a:extLst>
          </p:cNvPr>
          <p:cNvCxnSpPr>
            <a:cxnSpLocks/>
          </p:cNvCxnSpPr>
          <p:nvPr/>
        </p:nvCxnSpPr>
        <p:spPr>
          <a:xfrm>
            <a:off x="1054575" y="3753393"/>
            <a:ext cx="1279520" cy="63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942E0-DFBC-F504-D5EE-DDF2920689B4}"/>
              </a:ext>
            </a:extLst>
          </p:cNvPr>
          <p:cNvCxnSpPr>
            <a:cxnSpLocks/>
          </p:cNvCxnSpPr>
          <p:nvPr/>
        </p:nvCxnSpPr>
        <p:spPr>
          <a:xfrm>
            <a:off x="4227786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83DC26-504E-5D52-5D80-D6D997895E13}"/>
              </a:ext>
            </a:extLst>
          </p:cNvPr>
          <p:cNvCxnSpPr>
            <a:cxnSpLocks/>
          </p:cNvCxnSpPr>
          <p:nvPr/>
        </p:nvCxnSpPr>
        <p:spPr>
          <a:xfrm>
            <a:off x="5311039" y="2957577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5256CCA-2651-959B-62EC-13CD20B33D70}"/>
              </a:ext>
            </a:extLst>
          </p:cNvPr>
          <p:cNvCxnSpPr>
            <a:cxnSpLocks/>
          </p:cNvCxnSpPr>
          <p:nvPr/>
        </p:nvCxnSpPr>
        <p:spPr>
          <a:xfrm>
            <a:off x="4227786" y="3759734"/>
            <a:ext cx="10832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E874DA2-4D03-4B49-5C63-DC684A3BBE6E}"/>
              </a:ext>
            </a:extLst>
          </p:cNvPr>
          <p:cNvGraphicFramePr>
            <a:graphicFrameLocks noGrp="1"/>
          </p:cNvGraphicFramePr>
          <p:nvPr/>
        </p:nvGraphicFramePr>
        <p:xfrm>
          <a:off x="7315200" y="1960646"/>
          <a:ext cx="4876800" cy="4740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932609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318591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30FBEA6-BF79-18AD-D798-D7E9CCA21813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314276741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116F-A8CD-9BFC-F1FC-7ADBEF619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C65CD-BCBF-C537-A500-865E0AAFA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</a:t>
            </a:r>
            <a:r>
              <a:rPr lang="en-US" dirty="0" err="1"/>
              <a:t>mer</a:t>
            </a:r>
            <a:r>
              <a:rPr lang="en-US" dirty="0"/>
              <a:t> graph assembly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24916-7A57-BAF8-EEF5-A742CBBD5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64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2410D-8104-98B2-72EB-F002184E9098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F17D2C-E771-F40B-7460-24B88D97C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145" y="2927183"/>
            <a:ext cx="8983329" cy="33913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688B68-349E-5B1B-065E-41FDABDE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440" y="1901950"/>
            <a:ext cx="9602540" cy="4477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353B36-72B7-F04C-7F1C-951BE49C77FF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E053E0-FAE4-BA31-AE30-0A8494EDB3DC}"/>
              </a:ext>
            </a:extLst>
          </p:cNvPr>
          <p:cNvSpPr txBox="1"/>
          <p:nvPr/>
        </p:nvSpPr>
        <p:spPr>
          <a:xfrm>
            <a:off x="3838903" y="2617076"/>
            <a:ext cx="6541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DeBruijn graph of 4-mers or K-mer graph of 3-mers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7E609A-C2BA-05C1-A79B-A5DEA08594FA}"/>
              </a:ext>
            </a:extLst>
          </p:cNvPr>
          <p:cNvSpPr txBox="1"/>
          <p:nvPr/>
        </p:nvSpPr>
        <p:spPr>
          <a:xfrm>
            <a:off x="1807542" y="2183919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AD0E47-0542-2BCB-FDD6-143DD0F739EE}"/>
              </a:ext>
            </a:extLst>
          </p:cNvPr>
          <p:cNvSpPr txBox="1"/>
          <p:nvPr/>
        </p:nvSpPr>
        <p:spPr>
          <a:xfrm>
            <a:off x="4555435" y="2136478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C2BB9E-02FF-4AB7-F6FF-5D56E78F04F8}"/>
              </a:ext>
            </a:extLst>
          </p:cNvPr>
          <p:cNvSpPr txBox="1"/>
          <p:nvPr/>
        </p:nvSpPr>
        <p:spPr>
          <a:xfrm>
            <a:off x="6461653" y="2114050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85DC6-E845-2C52-3E58-8A7D6E7AF33B}"/>
              </a:ext>
            </a:extLst>
          </p:cNvPr>
          <p:cNvSpPr txBox="1"/>
          <p:nvPr/>
        </p:nvSpPr>
        <p:spPr>
          <a:xfrm>
            <a:off x="9319705" y="2148616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600F04-53D7-2FD8-2E73-6C0C9E9FCCD3}"/>
              </a:ext>
            </a:extLst>
          </p:cNvPr>
          <p:cNvSpPr txBox="1"/>
          <p:nvPr/>
        </p:nvSpPr>
        <p:spPr>
          <a:xfrm>
            <a:off x="3299817" y="2165021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20B842-CDB4-837B-2677-1A38BE22C91F}"/>
              </a:ext>
            </a:extLst>
          </p:cNvPr>
          <p:cNvSpPr txBox="1"/>
          <p:nvPr/>
        </p:nvSpPr>
        <p:spPr>
          <a:xfrm>
            <a:off x="7917560" y="2125818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CA825E-D626-58E2-D80D-99B11C72199F}"/>
              </a:ext>
            </a:extLst>
          </p:cNvPr>
          <p:cNvSpPr txBox="1"/>
          <p:nvPr/>
        </p:nvSpPr>
        <p:spPr>
          <a:xfrm>
            <a:off x="5670150" y="5899601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2A9DFC-EAB2-C2CF-D0A0-3225A45C85E5}"/>
              </a:ext>
            </a:extLst>
          </p:cNvPr>
          <p:cNvSpPr txBox="1"/>
          <p:nvPr/>
        </p:nvSpPr>
        <p:spPr>
          <a:xfrm>
            <a:off x="3699766" y="1531255"/>
            <a:ext cx="436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Assemble a region of the genome</a:t>
            </a:r>
          </a:p>
        </p:txBody>
      </p:sp>
    </p:spTree>
    <p:extLst>
      <p:ext uri="{BB962C8B-B14F-4D97-AF65-F5344CB8AC3E}">
        <p14:creationId xmlns:p14="http://schemas.microsoft.com/office/powerpoint/2010/main" val="39951099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DF8A-EF54-6D2E-BEDE-8F26264C5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Combining OLC and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32ECC-DE1D-1C6D-6F40-FCDDF4D3A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27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Shortcoming of k-</a:t>
            </a:r>
            <a:r>
              <a:rPr lang="en-US" dirty="0" err="1"/>
              <a:t>mer</a:t>
            </a:r>
            <a:r>
              <a:rPr lang="en-US" dirty="0"/>
              <a:t> graph: </a:t>
            </a:r>
          </a:p>
          <a:p>
            <a:pPr lvl="1"/>
            <a:r>
              <a:rPr lang="en-US" dirty="0"/>
              <a:t>repeats that are longer than </a:t>
            </a:r>
            <a:r>
              <a:rPr lang="en-US"/>
              <a:t>a k-</a:t>
            </a:r>
            <a:r>
              <a:rPr lang="en-US" dirty="0" err="1"/>
              <a:t>mer</a:t>
            </a:r>
            <a:r>
              <a:rPr lang="en-US" dirty="0"/>
              <a:t> but shorter than a read cause unnecessary ambiguous edges or “forks” in the assembly graph </a:t>
            </a:r>
          </a:p>
          <a:p>
            <a:pPr lvl="1"/>
            <a:r>
              <a:rPr lang="en-US" dirty="0"/>
              <a:t>high memory requirements, not feasible for large genomes</a:t>
            </a:r>
          </a:p>
          <a:p>
            <a:endParaRPr lang="en-US" dirty="0"/>
          </a:p>
          <a:p>
            <a:r>
              <a:rPr lang="en-US" dirty="0"/>
              <a:t>There are assembly techniques that combine k-mer graph and OLC</a:t>
            </a:r>
          </a:p>
          <a:p>
            <a:endParaRPr lang="en-US" dirty="0"/>
          </a:p>
          <a:p>
            <a:r>
              <a:rPr lang="en-US" i="1" dirty="0"/>
              <a:t>Super-reads</a:t>
            </a:r>
            <a:r>
              <a:rPr lang="en-US" dirty="0"/>
              <a:t> used in MaSuRCA assembler</a:t>
            </a:r>
          </a:p>
          <a:p>
            <a:endParaRPr lang="en-US" dirty="0"/>
          </a:p>
          <a:p>
            <a:r>
              <a:rPr lang="en-US" dirty="0"/>
              <a:t>The idea is to use k-mer graph to extend the reads, preserving K-mer adjacency information to reduce the number of edges in the 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63D49-3886-1122-5595-D01EA2D3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6043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66</a:t>
            </a:fld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</a:rPr>
              <a:t>For read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4535483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67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1846238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68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2672074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/>
              <a:t>For 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9988721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/>
              <a:t>For 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70460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914285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C0630-D5AB-125F-7A14-807982E9C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DBBF-B7D2-368E-5212-1C37CEA68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CBF64-E77F-A885-41F1-44F7F2CE6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DE18C-D7F2-D756-321D-E0E5F7B1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8356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9003-67A8-1F16-9CA6-0C7FEC98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282FF-B642-F653-687B-B898C5C42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BAD71-969A-0178-9BD6-5AE01E2AA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AE129-F14F-31FD-3E7E-A59F27B11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520065-4044-D9CC-CF90-5D8D76A2E631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22433804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3C233-6103-A346-CCD0-E5C41420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D853-6471-635E-C72E-D6FE431C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F56B8-3245-F772-44E1-C12304971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stop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8E7A4-49CA-0CFF-3658-EFAFBC699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B605-5990-5E90-2C0C-739BF84B5B52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7593236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0E6C5-0896-4AE4-1F68-CE442095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A8B69-192B-B71B-472C-B798A490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47F14-F251-F42E-D496-5FDE4C80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FA95F-FC06-5022-3F70-78A5F8E0E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C74DC-4777-4B2C-2BFE-0E8231F096AB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355739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6216-336B-97AD-0B8A-3B23BA4F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CA786-1DA6-FD73-00DD-2EBF342D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B3F50-3FE8-715F-693E-635CA2594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72A9-377C-E107-656E-DFC6629DC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561E2-BF39-0D18-504F-006E206D60D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469696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97F8B-A254-B9F8-EBD1-6D322D9E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D025-3491-694C-FCEE-CC3D0CCF7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EEAD1-849B-2437-9AF1-9FF5A99CE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C634A-4526-E427-349C-C6790EB9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BB1F7-7BC8-3C94-A302-AA80E5E66D65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86632531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4815-A0C4-3280-2526-B6F8BDD2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EE0E9-E890-BE05-27F7-740FA9706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2ADB1-6186-8E55-4C6F-925EE2B00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966C7-B4C1-9615-292A-B7FD6DF5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1D9B5-0C45-A7CD-D101-4719D78C112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5214075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E24D-2EE2-99BD-B2A9-C4AF2F09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9BABF-ECB4-D93C-6EAD-D31AB5EC8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752B-03CE-FC7F-C76C-2F42AC114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B314B-C341-2143-87C8-5BA76F9E0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68018-08DC-0D11-FB64-003ED73505B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3776609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57180-4AC9-CB36-0992-DB6961D7C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9F4D-2AEF-E97D-DA67-9F50CC072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EE0A0-4398-10B0-26E8-4EA16339A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A24FA-05B9-289C-6C14-2CA6446D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9E0BCE-2B2D-5A33-C77B-D6A85B29569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17743584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2E979-61DB-874E-2A78-EDA3402D2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B157-8618-8C86-72AB-EAA7EADB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E4CF0-22E3-92E7-376A-25E78BA6B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AD47-F833-D7DB-68F0-9F88D18C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A5EAD-682A-4C84-BF64-BDB3C01AE5C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66622265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2129-792E-3E0F-5273-57997942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7DD63-9FDD-A907-97AB-E461FC9A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55808-8DD5-7581-7D92-A90F99F09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9B8B4-81C6-CE19-C61C-6645925EB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18BA6A-427D-2EBE-4161-0952446AAF0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6972608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33988-616C-184B-D54D-DF36AE4D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E357B-EE78-FAC8-EC98-F167E6915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F8AF-33F5-E17B-472A-1FE7B5993D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5A884-2423-7A20-BD0F-C02B5809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C43239-3C2E-3718-21E1-495438602E7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42834211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0BE8-9BBF-BD23-9EA4-5D7F7EF8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BD89C-C501-D650-B27A-DDED45B9D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BAC60-804A-76C9-CE36-4CC4533CD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2698-981F-EF22-AF86-8828BD04D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1C9FE5-1193-A9E6-5810-8CEF7976FDBF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81061760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6BA9A-095D-AD0E-7B38-5AE9D2FC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15E56-8406-7A94-75C2-6AEC8DAA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27D-212E-92A7-C1E4-7E2B160F1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ER1:AAACATAAA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ER4:AAAAGACGAAA</a:t>
            </a:r>
            <a:b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ER5:AAAAGACGAAA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C588E-0921-D8CB-9654-C51F97955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3C6B1-E970-381F-3E92-3AB78A62F355}"/>
              </a:ext>
            </a:extLst>
          </p:cNvPr>
          <p:cNvSpPr txBox="1"/>
          <p:nvPr/>
        </p:nvSpPr>
        <p:spPr>
          <a:xfrm>
            <a:off x="1853" y="5874635"/>
            <a:ext cx="91652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Reduced the number of reads from 7 to 4.</a:t>
            </a:r>
          </a:p>
          <a:p>
            <a:r>
              <a:rPr lang="en-US" sz="2800" dirty="0"/>
              <a:t>In real data one can reduce ~50B reads to ~100M super-reads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25722D-65CA-47B5-E5A0-6CEF541171B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67986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50E12-BBC0-C9A5-3064-37487059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940E0-2B25-C1A2-A12C-678963502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Super-reads can be assembled with OLC or K-mer graph</a:t>
            </a:r>
          </a:p>
          <a:p>
            <a:pPr lvl="1"/>
            <a:r>
              <a:rPr lang="en-US" dirty="0"/>
              <a:t>Can use longer K</a:t>
            </a:r>
          </a:p>
          <a:p>
            <a:pPr lvl="1"/>
            <a:r>
              <a:rPr lang="en-US" dirty="0"/>
              <a:t>Easy to overlap – k-</a:t>
            </a:r>
            <a:r>
              <a:rPr lang="en-US" dirty="0" err="1"/>
              <a:t>mers</a:t>
            </a:r>
            <a:r>
              <a:rPr lang="en-US" dirty="0"/>
              <a:t> on the ends can be recorded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4D0D6-08AA-3F55-67BF-2671FE9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47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13082</TotalTime>
  <Words>5579</Words>
  <Application>Microsoft Office PowerPoint</Application>
  <PresentationFormat>Widescreen</PresentationFormat>
  <Paragraphs>996</Paragraphs>
  <Slides>86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Courier New</vt:lpstr>
      <vt:lpstr>Trebuchet MS</vt:lpstr>
      <vt:lpstr>Office Theme</vt:lpstr>
      <vt:lpstr>PowerPoint Presentation</vt:lpstr>
      <vt:lpstr>Lab #3: Burrows-Wheeler Alignment</vt:lpstr>
      <vt:lpstr>Lab #3: Burrows-Wheeler Alignment</vt:lpstr>
      <vt:lpstr>Choosing the right sequencing strategy</vt:lpstr>
      <vt:lpstr>Assembly levels</vt:lpstr>
      <vt:lpstr>Genome assembly strategies</vt:lpstr>
      <vt:lpstr>Overlap-Layout-Consensus</vt:lpstr>
      <vt:lpstr>Overlap</vt:lpstr>
      <vt:lpstr>Recording an overlap</vt:lpstr>
      <vt:lpstr>Overlap is not an alignment</vt:lpstr>
      <vt:lpstr>OLC strategies: Greedy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OLC strategies: String graph</vt:lpstr>
      <vt:lpstr>OLC strategies: String graph</vt:lpstr>
      <vt:lpstr>OLC strategies: String graph</vt:lpstr>
      <vt:lpstr>OLC strategies: String graph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Consensus</vt:lpstr>
      <vt:lpstr>Computing consensus sequence</vt:lpstr>
      <vt:lpstr>Computing consensus sequence</vt:lpstr>
      <vt:lpstr>Computing consensus sequence</vt:lpstr>
      <vt:lpstr>Assembly polishing</vt:lpstr>
      <vt:lpstr>Assembly polishing</vt:lpstr>
      <vt:lpstr>Genome assemblers that use string graph</vt:lpstr>
      <vt:lpstr>Hifiasm</vt:lpstr>
      <vt:lpstr>Flye</vt:lpstr>
      <vt:lpstr>K-mer graph assembly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Properties of the k-mer graph</vt:lpstr>
      <vt:lpstr>K-unitigs</vt:lpstr>
      <vt:lpstr>K-unitigs</vt:lpstr>
      <vt:lpstr>K-unitigs</vt:lpstr>
      <vt:lpstr>K-unitigs</vt:lpstr>
      <vt:lpstr>K-unitigs</vt:lpstr>
      <vt:lpstr>K-unitigs</vt:lpstr>
      <vt:lpstr>K-unitigs</vt:lpstr>
      <vt:lpstr>Path vs trail in graph theory</vt:lpstr>
      <vt:lpstr>Why DeBruijn of K-mer graph?</vt:lpstr>
      <vt:lpstr>DeBruijn graph vs k-mer graph</vt:lpstr>
      <vt:lpstr>DeBruijn graph vs k-mer graph</vt:lpstr>
      <vt:lpstr>K-mer graph assembly example</vt:lpstr>
      <vt:lpstr>Combining OLC and K-mer graph</vt:lpstr>
      <vt:lpstr>Super-reads</vt:lpstr>
      <vt:lpstr>Super-reads</vt:lpstr>
      <vt:lpstr>Super-reads</vt:lpstr>
      <vt:lpstr>Super-reads</vt:lpstr>
      <vt:lpstr>Super-reads</vt:lpstr>
      <vt:lpstr>Super-reads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Super-reads assembly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46</cp:revision>
  <dcterms:created xsi:type="dcterms:W3CDTF">2013-08-21T19:17:07Z</dcterms:created>
  <dcterms:modified xsi:type="dcterms:W3CDTF">2026-09-30T16:41:26Z</dcterms:modified>
</cp:coreProperties>
</file>