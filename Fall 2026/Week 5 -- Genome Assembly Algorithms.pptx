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8"/>
  </p:notesMasterIdLst>
  <p:sldIdLst>
    <p:sldId id="272" r:id="rId2"/>
    <p:sldId id="509" r:id="rId3"/>
    <p:sldId id="512" r:id="rId4"/>
    <p:sldId id="406" r:id="rId5"/>
    <p:sldId id="450" r:id="rId6"/>
    <p:sldId id="449" r:id="rId7"/>
    <p:sldId id="409" r:id="rId8"/>
    <p:sldId id="555" r:id="rId9"/>
    <p:sldId id="510" r:id="rId10"/>
    <p:sldId id="511" r:id="rId11"/>
    <p:sldId id="451" r:id="rId12"/>
    <p:sldId id="493" r:id="rId13"/>
    <p:sldId id="494" r:id="rId14"/>
    <p:sldId id="495" r:id="rId15"/>
    <p:sldId id="496" r:id="rId16"/>
    <p:sldId id="500" r:id="rId17"/>
    <p:sldId id="497" r:id="rId18"/>
    <p:sldId id="503" r:id="rId19"/>
    <p:sldId id="501" r:id="rId20"/>
    <p:sldId id="502" r:id="rId21"/>
    <p:sldId id="453" r:id="rId22"/>
    <p:sldId id="556" r:id="rId23"/>
    <p:sldId id="506" r:id="rId24"/>
    <p:sldId id="505" r:id="rId25"/>
    <p:sldId id="455" r:id="rId26"/>
    <p:sldId id="479" r:id="rId27"/>
    <p:sldId id="504" r:id="rId28"/>
    <p:sldId id="513" r:id="rId29"/>
    <p:sldId id="514" r:id="rId30"/>
    <p:sldId id="515" r:id="rId31"/>
    <p:sldId id="508" r:id="rId32"/>
    <p:sldId id="546" r:id="rId33"/>
    <p:sldId id="547" r:id="rId34"/>
    <p:sldId id="548" r:id="rId35"/>
    <p:sldId id="410" r:id="rId36"/>
    <p:sldId id="440" r:id="rId37"/>
    <p:sldId id="441" r:id="rId38"/>
    <p:sldId id="442" r:id="rId39"/>
    <p:sldId id="469" r:id="rId40"/>
    <p:sldId id="470" r:id="rId41"/>
    <p:sldId id="443" r:id="rId42"/>
    <p:sldId id="468" r:id="rId43"/>
    <p:sldId id="467" r:id="rId44"/>
    <p:sldId id="471" r:id="rId45"/>
    <p:sldId id="472" r:id="rId46"/>
    <p:sldId id="473" r:id="rId47"/>
    <p:sldId id="477" r:id="rId48"/>
    <p:sldId id="551" r:id="rId49"/>
    <p:sldId id="552" r:id="rId50"/>
    <p:sldId id="553" r:id="rId51"/>
    <p:sldId id="554" r:id="rId52"/>
    <p:sldId id="550" r:id="rId53"/>
    <p:sldId id="549" r:id="rId54"/>
    <p:sldId id="412" r:id="rId55"/>
    <p:sldId id="516" r:id="rId56"/>
    <p:sldId id="282" r:id="rId57"/>
    <p:sldId id="283" r:id="rId58"/>
    <p:sldId id="284" r:id="rId59"/>
    <p:sldId id="285" r:id="rId60"/>
    <p:sldId id="286" r:id="rId61"/>
    <p:sldId id="287" r:id="rId62"/>
    <p:sldId id="517" r:id="rId63"/>
    <p:sldId id="518" r:id="rId64"/>
    <p:sldId id="532" r:id="rId65"/>
    <p:sldId id="519" r:id="rId66"/>
    <p:sldId id="520" r:id="rId67"/>
    <p:sldId id="521" r:id="rId68"/>
    <p:sldId id="522" r:id="rId69"/>
    <p:sldId id="523" r:id="rId70"/>
    <p:sldId id="524" r:id="rId71"/>
    <p:sldId id="525" r:id="rId72"/>
    <p:sldId id="526" r:id="rId73"/>
    <p:sldId id="528" r:id="rId74"/>
    <p:sldId id="529" r:id="rId75"/>
    <p:sldId id="533" r:id="rId76"/>
    <p:sldId id="531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C2F98-A6B4-40DA-954F-88B2EEDB9609}" v="13" dt="2026-09-28T20:03:13.6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3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660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custSel addSld delSld modSld">
      <pc:chgData name="Aleksey Zimin" userId="7f2637d0bc515791" providerId="LiveId" clId="{5F359FD6-B8E9-41DA-90EC-0BA4FD0F3073}" dt="2026-09-28T20:04:04.451" v="144" actId="1076"/>
      <pc:docMkLst>
        <pc:docMk/>
      </pc:docMkLst>
      <pc:sldChg chg="add">
        <pc:chgData name="Aleksey Zimin" userId="7f2637d0bc515791" providerId="LiveId" clId="{5F359FD6-B8E9-41DA-90EC-0BA4FD0F3073}" dt="2026-09-28T14:44:26.096" v="95"/>
        <pc:sldMkLst>
          <pc:docMk/>
          <pc:sldMk cId="592540094" sldId="406"/>
        </pc:sldMkLst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4233309679" sldId="409"/>
        </pc:sldMkLst>
      </pc:sldChg>
      <pc:sldChg chg="modSp mod">
        <pc:chgData name="Aleksey Zimin" userId="7f2637d0bc515791" providerId="LiveId" clId="{5F359FD6-B8E9-41DA-90EC-0BA4FD0F3073}" dt="2026-09-28T14:42:13.350" v="94" actId="20577"/>
        <pc:sldMkLst>
          <pc:docMk/>
          <pc:sldMk cId="3009805394" sldId="410"/>
        </pc:sldMkLst>
        <pc:spChg chg="mod">
          <ac:chgData name="Aleksey Zimin" userId="7f2637d0bc515791" providerId="LiveId" clId="{5F359FD6-B8E9-41DA-90EC-0BA4FD0F3073}" dt="2026-09-28T14:42:13.350" v="94" actId="20577"/>
          <ac:spMkLst>
            <pc:docMk/>
            <pc:sldMk cId="3009805394" sldId="410"/>
            <ac:spMk id="3" creationId="{F5524EB8-D864-A4F1-14CF-2B13AFC2C8F0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730381858" sldId="449"/>
        </pc:sldMkLst>
      </pc:sldChg>
      <pc:sldChg chg="addSp delSp modSp add mod">
        <pc:chgData name="Aleksey Zimin" userId="7f2637d0bc515791" providerId="LiveId" clId="{5F359FD6-B8E9-41DA-90EC-0BA4FD0F3073}" dt="2026-09-28T17:52:11.108" v="117" actId="9405"/>
        <pc:sldMkLst>
          <pc:docMk/>
          <pc:sldMk cId="963822541" sldId="450"/>
        </pc:sldMkLst>
        <pc:spChg chg="add del">
          <ac:chgData name="Aleksey Zimin" userId="7f2637d0bc515791" providerId="LiveId" clId="{5F359FD6-B8E9-41DA-90EC-0BA4FD0F3073}" dt="2026-09-28T17:50:36.967" v="106" actId="478"/>
          <ac:spMkLst>
            <pc:docMk/>
            <pc:sldMk cId="963822541" sldId="450"/>
            <ac:spMk id="14" creationId="{EBAB4615-5B95-15E3-CDDA-F19025DC123D}"/>
          </ac:spMkLst>
        </pc:spChg>
        <pc:inkChg chg="add">
          <ac:chgData name="Aleksey Zimin" userId="7f2637d0bc515791" providerId="LiveId" clId="{5F359FD6-B8E9-41DA-90EC-0BA4FD0F3073}" dt="2026-09-28T17:51:19.050" v="109" actId="9405"/>
          <ac:inkMkLst>
            <pc:docMk/>
            <pc:sldMk cId="963822541" sldId="450"/>
            <ac:inkMk id="16" creationId="{30886686-FE92-5C5D-BEF3-EDDFD5E36E08}"/>
          </ac:inkMkLst>
        </pc:inkChg>
        <pc:inkChg chg="add">
          <ac:chgData name="Aleksey Zimin" userId="7f2637d0bc515791" providerId="LiveId" clId="{5F359FD6-B8E9-41DA-90EC-0BA4FD0F3073}" dt="2026-09-28T17:51:23.475" v="110" actId="9405"/>
          <ac:inkMkLst>
            <pc:docMk/>
            <pc:sldMk cId="963822541" sldId="450"/>
            <ac:inkMk id="17" creationId="{4202475A-F840-2E0D-6B81-E9F9776B7135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2" creationId="{4BFA8BCF-683F-3430-7B88-6005F23124BF}"/>
          </ac:inkMkLst>
        </pc:inkChg>
        <pc:inkChg chg="add mod">
          <ac:chgData name="Aleksey Zimin" userId="7f2637d0bc515791" providerId="LiveId" clId="{5F359FD6-B8E9-41DA-90EC-0BA4FD0F3073}" dt="2026-09-28T17:51:37.186" v="113" actId="1076"/>
          <ac:inkMkLst>
            <pc:docMk/>
            <pc:sldMk cId="963822541" sldId="450"/>
            <ac:inkMk id="23" creationId="{355D84FB-919C-E434-CEB7-67F9D864E701}"/>
          </ac:inkMkLst>
        </pc:inkChg>
        <pc:inkChg chg="add del">
          <ac:chgData name="Aleksey Zimin" userId="7f2637d0bc515791" providerId="LiveId" clId="{5F359FD6-B8E9-41DA-90EC-0BA4FD0F3073}" dt="2026-09-28T17:51:51.831" v="115" actId="9405"/>
          <ac:inkMkLst>
            <pc:docMk/>
            <pc:sldMk cId="963822541" sldId="450"/>
            <ac:inkMk id="24" creationId="{C0C6E95D-B84A-63FB-721C-3B31B64809EB}"/>
          </ac:inkMkLst>
        </pc:inkChg>
        <pc:inkChg chg="add">
          <ac:chgData name="Aleksey Zimin" userId="7f2637d0bc515791" providerId="LiveId" clId="{5F359FD6-B8E9-41DA-90EC-0BA4FD0F3073}" dt="2026-09-28T17:52:05.811" v="116" actId="9405"/>
          <ac:inkMkLst>
            <pc:docMk/>
            <pc:sldMk cId="963822541" sldId="450"/>
            <ac:inkMk id="25" creationId="{CF193435-9698-43DC-6C92-C221CF2BC018}"/>
          </ac:inkMkLst>
        </pc:inkChg>
        <pc:inkChg chg="add">
          <ac:chgData name="Aleksey Zimin" userId="7f2637d0bc515791" providerId="LiveId" clId="{5F359FD6-B8E9-41DA-90EC-0BA4FD0F3073}" dt="2026-09-28T17:52:11.108" v="117" actId="9405"/>
          <ac:inkMkLst>
            <pc:docMk/>
            <pc:sldMk cId="963822541" sldId="450"/>
            <ac:inkMk id="26" creationId="{B05AE4FB-32D6-09CF-F0B0-F846BDE4414E}"/>
          </ac:inkMkLst>
        </pc:inkChg>
        <pc:cxnChg chg="add mod">
          <ac:chgData name="Aleksey Zimin" userId="7f2637d0bc515791" providerId="LiveId" clId="{5F359FD6-B8E9-41DA-90EC-0BA4FD0F3073}" dt="2026-09-28T17:50:01.626" v="98" actId="13822"/>
          <ac:cxnSpMkLst>
            <pc:docMk/>
            <pc:sldMk cId="963822541" sldId="450"/>
            <ac:cxnSpMk id="6" creationId="{04BA9DA3-F53F-6406-98B7-A7D57AAACA3A}"/>
          </ac:cxnSpMkLst>
        </pc:cxnChg>
        <pc:cxnChg chg="add mod">
          <ac:chgData name="Aleksey Zimin" userId="7f2637d0bc515791" providerId="LiveId" clId="{5F359FD6-B8E9-41DA-90EC-0BA4FD0F3073}" dt="2026-09-28T17:50:06.131" v="100" actId="1076"/>
          <ac:cxnSpMkLst>
            <pc:docMk/>
            <pc:sldMk cId="963822541" sldId="450"/>
            <ac:cxnSpMk id="7" creationId="{FA509E3C-2A69-AE9F-337B-D9258C063796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8" creationId="{75ECEEFF-5F26-29D4-F2C1-4EFB02ACEF28}"/>
          </ac:cxnSpMkLst>
        </pc:cxnChg>
        <pc:cxnChg chg="add mod">
          <ac:chgData name="Aleksey Zimin" userId="7f2637d0bc515791" providerId="LiveId" clId="{5F359FD6-B8E9-41DA-90EC-0BA4FD0F3073}" dt="2026-09-28T17:50:15.763" v="102" actId="1076"/>
          <ac:cxnSpMkLst>
            <pc:docMk/>
            <pc:sldMk cId="963822541" sldId="450"/>
            <ac:cxnSpMk id="9" creationId="{45884D49-E9BC-822C-D1D9-73C50086011C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0" creationId="{9D500E48-2112-B041-D082-F1AB300C9A63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1" creationId="{88B2650F-FFC7-2DE4-8A1D-8A7CDA8FDBD7}"/>
          </ac:cxnSpMkLst>
        </pc:cxnChg>
        <pc:cxnChg chg="add mod">
          <ac:chgData name="Aleksey Zimin" userId="7f2637d0bc515791" providerId="LiveId" clId="{5F359FD6-B8E9-41DA-90EC-0BA4FD0F3073}" dt="2026-09-28T17:50:48.667" v="107" actId="1076"/>
          <ac:cxnSpMkLst>
            <pc:docMk/>
            <pc:sldMk cId="963822541" sldId="450"/>
            <ac:cxnSpMk id="12" creationId="{5C430535-8680-1AC7-C202-D8F7A384CBEA}"/>
          </ac:cxnSpMkLst>
        </pc:cxnChg>
        <pc:cxnChg chg="add mod">
          <ac:chgData name="Aleksey Zimin" userId="7f2637d0bc515791" providerId="LiveId" clId="{5F359FD6-B8E9-41DA-90EC-0BA4FD0F3073}" dt="2026-09-28T17:50:25.779" v="104" actId="1076"/>
          <ac:cxnSpMkLst>
            <pc:docMk/>
            <pc:sldMk cId="963822541" sldId="450"/>
            <ac:cxnSpMk id="13" creationId="{553C039B-2ED9-0516-49B3-04DBA23184BE}"/>
          </ac:cxnSpMkLst>
        </pc:cxnChg>
        <pc:cxnChg chg="add del mod">
          <ac:chgData name="Aleksey Zimin" userId="7f2637d0bc515791" providerId="LiveId" clId="{5F359FD6-B8E9-41DA-90EC-0BA4FD0F3073}" dt="2026-09-28T17:51:28.340" v="111" actId="478"/>
          <ac:cxnSpMkLst>
            <pc:docMk/>
            <pc:sldMk cId="963822541" sldId="450"/>
            <ac:cxnSpMk id="15" creationId="{DAD74376-F12D-5895-7AA1-8DCF14F467CF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8" creationId="{919BA0C4-1ECA-AFD2-C4EA-E1C0EFDC0F65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19" creationId="{18460F0B-74D6-B1DF-7A6F-576C6373DF12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0" creationId="{8226B477-C047-A09E-D7E4-8267B5E97E8D}"/>
          </ac:cxnSpMkLst>
        </pc:cxnChg>
        <pc:cxnChg chg="add mod">
          <ac:chgData name="Aleksey Zimin" userId="7f2637d0bc515791" providerId="LiveId" clId="{5F359FD6-B8E9-41DA-90EC-0BA4FD0F3073}" dt="2026-09-28T17:51:37.186" v="113" actId="1076"/>
          <ac:cxnSpMkLst>
            <pc:docMk/>
            <pc:sldMk cId="963822541" sldId="450"/>
            <ac:cxnSpMk id="21" creationId="{86141C11-6EEA-617D-CBF3-58A88777AE22}"/>
          </ac:cxnSpMkLst>
        </pc:cxnChg>
      </pc:sldChg>
      <pc:sldChg chg="addSp delSp modSp mod">
        <pc:chgData name="Aleksey Zimin" userId="7f2637d0bc515791" providerId="LiveId" clId="{5F359FD6-B8E9-41DA-90EC-0BA4FD0F3073}" dt="2026-09-28T20:01:51.236" v="121" actId="1076"/>
        <pc:sldMkLst>
          <pc:docMk/>
          <pc:sldMk cId="1331428061" sldId="453"/>
        </pc:sldMkLst>
        <pc:picChg chg="add mod">
          <ac:chgData name="Aleksey Zimin" userId="7f2637d0bc515791" providerId="LiveId" clId="{5F359FD6-B8E9-41DA-90EC-0BA4FD0F3073}" dt="2026-09-28T20:01:51.236" v="121" actId="1076"/>
          <ac:picMkLst>
            <pc:docMk/>
            <pc:sldMk cId="1331428061" sldId="453"/>
            <ac:picMk id="7" creationId="{65547F82-3FC3-29F3-FDE8-ED01C176C677}"/>
          </ac:picMkLst>
        </pc:pic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6" creationId="{34DC410F-7733-5269-0284-008B323E6DE1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8" creationId="{B69AA401-0CBB-86D3-E15D-33411F3FEDF0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10" creationId="{61D4609D-AE0D-CA79-22BD-BCC6C55285AB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13" creationId="{98E03E6D-5D77-11AA-7E97-994DC730AC88}"/>
          </ac:cxnSpMkLst>
        </pc:cxnChg>
        <pc:cxnChg chg="del">
          <ac:chgData name="Aleksey Zimin" userId="7f2637d0bc515791" providerId="LiveId" clId="{5F359FD6-B8E9-41DA-90EC-0BA4FD0F3073}" dt="2026-09-28T20:01:46.306" v="119" actId="478"/>
          <ac:cxnSpMkLst>
            <pc:docMk/>
            <pc:sldMk cId="1331428061" sldId="453"/>
            <ac:cxnSpMk id="15" creationId="{EB6D4CC3-8416-6D34-47F3-A1E6FB0ACEB9}"/>
          </ac:cxnSpMkLst>
        </pc:cxnChg>
      </pc:sldChg>
      <pc:sldChg chg="del">
        <pc:chgData name="Aleksey Zimin" userId="7f2637d0bc515791" providerId="LiveId" clId="{5F359FD6-B8E9-41DA-90EC-0BA4FD0F3073}" dt="2026-09-28T14:37:52.209" v="27" actId="47"/>
        <pc:sldMkLst>
          <pc:docMk/>
          <pc:sldMk cId="1412217603" sldId="474"/>
        </pc:sldMkLst>
      </pc:sldChg>
      <pc:sldChg chg="del">
        <pc:chgData name="Aleksey Zimin" userId="7f2637d0bc515791" providerId="LiveId" clId="{5F359FD6-B8E9-41DA-90EC-0BA4FD0F3073}" dt="2026-09-28T14:37:53.910" v="28" actId="47"/>
        <pc:sldMkLst>
          <pc:docMk/>
          <pc:sldMk cId="2687775889" sldId="475"/>
        </pc:sldMkLst>
      </pc:sldChg>
      <pc:sldChg chg="del">
        <pc:chgData name="Aleksey Zimin" userId="7f2637d0bc515791" providerId="LiveId" clId="{5F359FD6-B8E9-41DA-90EC-0BA4FD0F3073}" dt="2026-09-28T14:37:55.031" v="29" actId="47"/>
        <pc:sldMkLst>
          <pc:docMk/>
          <pc:sldMk cId="2154467816" sldId="476"/>
        </pc:sldMkLst>
      </pc:sldChg>
      <pc:sldChg chg="delSp modSp mod">
        <pc:chgData name="Aleksey Zimin" userId="7f2637d0bc515791" providerId="LiveId" clId="{5F359FD6-B8E9-41DA-90EC-0BA4FD0F3073}" dt="2026-09-28T14:38:12.877" v="35" actId="478"/>
        <pc:sldMkLst>
          <pc:docMk/>
          <pc:sldMk cId="1808475080" sldId="477"/>
        </pc:sldMkLst>
        <pc:inkChg chg="mod">
          <ac:chgData name="Aleksey Zimin" userId="7f2637d0bc515791" providerId="LiveId" clId="{5F359FD6-B8E9-41DA-90EC-0BA4FD0F3073}" dt="2026-09-28T14:37:26.831" v="26" actId="208"/>
          <ac:inkMkLst>
            <pc:docMk/>
            <pc:sldMk cId="1808475080" sldId="477"/>
            <ac:inkMk id="10" creationId="{DE1D30BF-4B21-9320-62B0-5C6CCE3369C1}"/>
          </ac:inkMkLst>
        </pc:inkChg>
        <pc:inkChg chg="del mod">
          <ac:chgData name="Aleksey Zimin" userId="7f2637d0bc515791" providerId="LiveId" clId="{5F359FD6-B8E9-41DA-90EC-0BA4FD0F3073}" dt="2026-09-28T14:38:11.743" v="34" actId="478"/>
          <ac:inkMkLst>
            <pc:docMk/>
            <pc:sldMk cId="1808475080" sldId="477"/>
            <ac:inkMk id="13" creationId="{C0692D19-3D4E-D8DE-5BCB-EA113468D83F}"/>
          </ac:inkMkLst>
        </pc:inkChg>
        <pc:inkChg chg="del mod">
          <ac:chgData name="Aleksey Zimin" userId="7f2637d0bc515791" providerId="LiveId" clId="{5F359FD6-B8E9-41DA-90EC-0BA4FD0F3073}" dt="2026-09-28T14:38:10.574" v="33" actId="478"/>
          <ac:inkMkLst>
            <pc:docMk/>
            <pc:sldMk cId="1808475080" sldId="477"/>
            <ac:inkMk id="21" creationId="{6D5B8817-5DBD-1E6D-3712-7B28C4EC64EC}"/>
          </ac:inkMkLst>
        </pc:inkChg>
        <pc:inkChg chg="del mod">
          <ac:chgData name="Aleksey Zimin" userId="7f2637d0bc515791" providerId="LiveId" clId="{5F359FD6-B8E9-41DA-90EC-0BA4FD0F3073}" dt="2026-09-28T14:38:12.877" v="35" actId="478"/>
          <ac:inkMkLst>
            <pc:docMk/>
            <pc:sldMk cId="1808475080" sldId="477"/>
            <ac:inkMk id="22" creationId="{5529F9E2-FA10-48FA-E0FC-55ADA748C948}"/>
          </ac:inkMkLst>
        </pc:inkChg>
      </pc:sldChg>
      <pc:sldChg chg="del">
        <pc:chgData name="Aleksey Zimin" userId="7f2637d0bc515791" providerId="LiveId" clId="{5F359FD6-B8E9-41DA-90EC-0BA4FD0F3073}" dt="2026-09-28T14:38:57.997" v="42" actId="2696"/>
        <pc:sldMkLst>
          <pc:docMk/>
          <pc:sldMk cId="4266177015" sldId="478"/>
        </pc:sldMkLst>
      </pc:sldChg>
      <pc:sldChg chg="addSp delSp modSp mod">
        <pc:chgData name="Aleksey Zimin" userId="7f2637d0bc515791" providerId="LiveId" clId="{5F359FD6-B8E9-41DA-90EC-0BA4FD0F3073}" dt="2026-09-28T20:04:04.451" v="144" actId="1076"/>
        <pc:sldMkLst>
          <pc:docMk/>
          <pc:sldMk cId="3340996165" sldId="506"/>
        </pc:sldMkLst>
        <pc:picChg chg="add mod">
          <ac:chgData name="Aleksey Zimin" userId="7f2637d0bc515791" providerId="LiveId" clId="{5F359FD6-B8E9-41DA-90EC-0BA4FD0F3073}" dt="2026-09-28T20:03:04.756" v="128" actId="1076"/>
          <ac:picMkLst>
            <pc:docMk/>
            <pc:sldMk cId="3340996165" sldId="506"/>
            <ac:picMk id="7" creationId="{27BE2F5B-D595-98C2-957E-3FD32797B598}"/>
          </ac:picMkLst>
        </pc:pic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6" creationId="{84ABF028-7B4F-6283-AF57-F6555A2E78F4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8" creationId="{BBCA5915-F07A-6C67-7D54-15D84EA1AD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9" creationId="{E3F21D60-7F81-6C1A-D105-A679C046991D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10" creationId="{28F3B478-5BBD-75C9-21DE-2DA24DB45DD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1" creationId="{367CC66E-908B-D824-6330-DE3CE8CFA25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2" creationId="{10B151E6-E37C-FACD-715E-D3F84ED212F7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13" creationId="{C0F7CB0F-0D3B-7B72-04F0-C3074929666D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4" creationId="{CA55E126-2D19-3824-2D25-E75905221540}"/>
          </ac:cxnSpMkLst>
        </pc:cxnChg>
        <pc:cxnChg chg="del">
          <ac:chgData name="Aleksey Zimin" userId="7f2637d0bc515791" providerId="LiveId" clId="{5F359FD6-B8E9-41DA-90EC-0BA4FD0F3073}" dt="2026-09-28T20:03:01.342" v="126" actId="478"/>
          <ac:cxnSpMkLst>
            <pc:docMk/>
            <pc:sldMk cId="3340996165" sldId="506"/>
            <ac:cxnSpMk id="15" creationId="{49A8D07C-EDDC-9F65-66A4-03BCB8DE3A41}"/>
          </ac:cxnSpMkLst>
        </pc:cxnChg>
        <pc:cxnChg chg="add mod">
          <ac:chgData name="Aleksey Zimin" userId="7f2637d0bc515791" providerId="LiveId" clId="{5F359FD6-B8E9-41DA-90EC-0BA4FD0F3073}" dt="2026-09-28T20:04:04.451" v="144" actId="1076"/>
          <ac:cxnSpMkLst>
            <pc:docMk/>
            <pc:sldMk cId="3340996165" sldId="506"/>
            <ac:cxnSpMk id="16" creationId="{95AC9189-614F-9868-E50E-29B78E464E22}"/>
          </ac:cxnSpMkLst>
        </pc:cxnChg>
      </pc:sldChg>
      <pc:sldChg chg="modSp mod">
        <pc:chgData name="Aleksey Zimin" userId="7f2637d0bc515791" providerId="LiveId" clId="{5F359FD6-B8E9-41DA-90EC-0BA4FD0F3073}" dt="2026-09-28T14:29:28.479" v="2" actId="947"/>
        <pc:sldMkLst>
          <pc:docMk/>
          <pc:sldMk cId="3062880992" sldId="509"/>
        </pc:sldMkLst>
        <pc:spChg chg="mod">
          <ac:chgData name="Aleksey Zimin" userId="7f2637d0bc515791" providerId="LiveId" clId="{5F359FD6-B8E9-41DA-90EC-0BA4FD0F3073}" dt="2026-09-28T14:29:28.479" v="2" actId="947"/>
          <ac:spMkLst>
            <pc:docMk/>
            <pc:sldMk cId="3062880992" sldId="509"/>
            <ac:spMk id="3" creationId="{0E8ED21E-2A64-ED4D-4B59-028B7B535245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1571147949" sldId="510"/>
        </pc:sldMkLst>
      </pc:sldChg>
      <pc:sldChg chg="modSp mod">
        <pc:chgData name="Aleksey Zimin" userId="7f2637d0bc515791" providerId="LiveId" clId="{5F359FD6-B8E9-41DA-90EC-0BA4FD0F3073}" dt="2026-09-28T14:30:25.791" v="11" actId="20577"/>
        <pc:sldMkLst>
          <pc:docMk/>
          <pc:sldMk cId="3703700114" sldId="512"/>
        </pc:sldMkLst>
        <pc:spChg chg="mod">
          <ac:chgData name="Aleksey Zimin" userId="7f2637d0bc515791" providerId="LiveId" clId="{5F359FD6-B8E9-41DA-90EC-0BA4FD0F3073}" dt="2026-09-28T14:30:25.791" v="11" actId="20577"/>
          <ac:spMkLst>
            <pc:docMk/>
            <pc:sldMk cId="3703700114" sldId="512"/>
            <ac:spMk id="3" creationId="{78770EC9-785B-AC9D-4E98-71BDFD958572}"/>
          </ac:spMkLst>
        </pc:spChg>
      </pc:sldChg>
      <pc:sldChg chg="delSp add mod">
        <pc:chgData name="Aleksey Zimin" userId="7f2637d0bc515791" providerId="LiveId" clId="{5F359FD6-B8E9-41DA-90EC-0BA4FD0F3073}" dt="2026-09-28T14:38:19.857" v="37" actId="478"/>
        <pc:sldMkLst>
          <pc:docMk/>
          <pc:sldMk cId="2122544176" sldId="551"/>
        </pc:sldMkLst>
        <pc:inkChg chg="del">
          <ac:chgData name="Aleksey Zimin" userId="7f2637d0bc515791" providerId="LiveId" clId="{5F359FD6-B8E9-41DA-90EC-0BA4FD0F3073}" dt="2026-09-28T14:38:19.857" v="37" actId="478"/>
          <ac:inkMkLst>
            <pc:docMk/>
            <pc:sldMk cId="2122544176" sldId="551"/>
            <ac:inkMk id="21" creationId="{497C95BF-5A26-B14C-190D-B8ACF10A0868}"/>
          </ac:inkMkLst>
        </pc:inkChg>
        <pc:inkChg chg="del">
          <ac:chgData name="Aleksey Zimin" userId="7f2637d0bc515791" providerId="LiveId" clId="{5F359FD6-B8E9-41DA-90EC-0BA4FD0F3073}" dt="2026-09-28T14:38:18.432" v="36" actId="478"/>
          <ac:inkMkLst>
            <pc:docMk/>
            <pc:sldMk cId="2122544176" sldId="551"/>
            <ac:inkMk id="22" creationId="{5C040C7C-6891-68E6-51B4-780FC5AECC23}"/>
          </ac:inkMkLst>
        </pc:inkChg>
      </pc:sldChg>
      <pc:sldChg chg="delSp add mod">
        <pc:chgData name="Aleksey Zimin" userId="7f2637d0bc515791" providerId="LiveId" clId="{5F359FD6-B8E9-41DA-90EC-0BA4FD0F3073}" dt="2026-09-28T14:38:24.366" v="38" actId="478"/>
        <pc:sldMkLst>
          <pc:docMk/>
          <pc:sldMk cId="4038724973" sldId="552"/>
        </pc:sldMkLst>
        <pc:inkChg chg="del">
          <ac:chgData name="Aleksey Zimin" userId="7f2637d0bc515791" providerId="LiveId" clId="{5F359FD6-B8E9-41DA-90EC-0BA4FD0F3073}" dt="2026-09-28T14:38:24.366" v="38" actId="478"/>
          <ac:inkMkLst>
            <pc:docMk/>
            <pc:sldMk cId="4038724973" sldId="552"/>
            <ac:inkMk id="21" creationId="{0FDD4D2F-489A-B930-67A7-1DC1B4A53F61}"/>
          </ac:inkMkLst>
        </pc:inkChg>
      </pc:sldChg>
      <pc:sldChg chg="add">
        <pc:chgData name="Aleksey Zimin" userId="7f2637d0bc515791" providerId="LiveId" clId="{5F359FD6-B8E9-41DA-90EC-0BA4FD0F3073}" dt="2026-09-28T14:38:06.510" v="32" actId="2890"/>
        <pc:sldMkLst>
          <pc:docMk/>
          <pc:sldMk cId="920013687" sldId="553"/>
        </pc:sldMkLst>
      </pc:sldChg>
      <pc:sldChg chg="addSp modSp add mod">
        <pc:chgData name="Aleksey Zimin" userId="7f2637d0bc515791" providerId="LiveId" clId="{5F359FD6-B8E9-41DA-90EC-0BA4FD0F3073}" dt="2026-09-28T14:40:10.944" v="47" actId="207"/>
        <pc:sldMkLst>
          <pc:docMk/>
          <pc:sldMk cId="1346485017" sldId="554"/>
        </pc:sldMkLst>
        <pc:spChg chg="add mod">
          <ac:chgData name="Aleksey Zimin" userId="7f2637d0bc515791" providerId="LiveId" clId="{5F359FD6-B8E9-41DA-90EC-0BA4FD0F3073}" dt="2026-09-28T14:39:44.232" v="44" actId="207"/>
          <ac:spMkLst>
            <pc:docMk/>
            <pc:sldMk cId="1346485017" sldId="554"/>
            <ac:spMk id="6" creationId="{85C67E93-77EA-CA15-E7DD-70401CC6F3A7}"/>
          </ac:spMkLst>
        </pc:spChg>
        <pc:spChg chg="mod">
          <ac:chgData name="Aleksey Zimin" userId="7f2637d0bc515791" providerId="LiveId" clId="{5F359FD6-B8E9-41DA-90EC-0BA4FD0F3073}" dt="2026-09-28T14:40:10.944" v="47" actId="207"/>
          <ac:spMkLst>
            <pc:docMk/>
            <pc:sldMk cId="1346485017" sldId="554"/>
            <ac:spMk id="7" creationId="{79E23E8D-894A-7692-6801-DDE38056902F}"/>
          </ac:spMkLst>
        </pc:spChg>
        <pc:spChg chg="add mod">
          <ac:chgData name="Aleksey Zimin" userId="7f2637d0bc515791" providerId="LiveId" clId="{5F359FD6-B8E9-41DA-90EC-0BA4FD0F3073}" dt="2026-09-28T14:39:50.890" v="46" actId="571"/>
          <ac:spMkLst>
            <pc:docMk/>
            <pc:sldMk cId="1346485017" sldId="554"/>
            <ac:spMk id="9" creationId="{A70BE4F4-B866-881E-3A9A-31CF910125FF}"/>
          </ac:spMkLst>
        </pc:spChg>
      </pc:sldChg>
      <pc:sldChg chg="add">
        <pc:chgData name="Aleksey Zimin" userId="7f2637d0bc515791" providerId="LiveId" clId="{5F359FD6-B8E9-41DA-90EC-0BA4FD0F3073}" dt="2026-09-28T14:44:26.096" v="95"/>
        <pc:sldMkLst>
          <pc:docMk/>
          <pc:sldMk cId="591985588" sldId="555"/>
        </pc:sldMkLst>
      </pc:sldChg>
      <pc:sldChg chg="modSp add mod">
        <pc:chgData name="Aleksey Zimin" userId="7f2637d0bc515791" providerId="LiveId" clId="{5F359FD6-B8E9-41DA-90EC-0BA4FD0F3073}" dt="2026-09-28T20:02:32.526" v="125" actId="13822"/>
        <pc:sldMkLst>
          <pc:docMk/>
          <pc:sldMk cId="62699590" sldId="556"/>
        </pc:sldMkLst>
        <pc:cxnChg chg="mod">
          <ac:chgData name="Aleksey Zimin" userId="7f2637d0bc515791" providerId="LiveId" clId="{5F359FD6-B8E9-41DA-90EC-0BA4FD0F3073}" dt="2026-09-28T20:02:16.749" v="123" actId="13822"/>
          <ac:cxnSpMkLst>
            <pc:docMk/>
            <pc:sldMk cId="62699590" sldId="556"/>
            <ac:cxnSpMk id="6" creationId="{3FEC71AA-A8D2-2F05-C366-D3D4A92B8C59}"/>
          </ac:cxnSpMkLst>
        </pc:cxnChg>
        <pc:cxnChg chg="mod">
          <ac:chgData name="Aleksey Zimin" userId="7f2637d0bc515791" providerId="LiveId" clId="{5F359FD6-B8E9-41DA-90EC-0BA4FD0F3073}" dt="2026-09-28T20:02:11.327" v="122" actId="13822"/>
          <ac:cxnSpMkLst>
            <pc:docMk/>
            <pc:sldMk cId="62699590" sldId="556"/>
            <ac:cxnSpMk id="10" creationId="{3CFC357C-EC3B-A637-656C-116419A8FFB8}"/>
          </ac:cxnSpMkLst>
        </pc:cxnChg>
        <pc:cxnChg chg="mod">
          <ac:chgData name="Aleksey Zimin" userId="7f2637d0bc515791" providerId="LiveId" clId="{5F359FD6-B8E9-41DA-90EC-0BA4FD0F3073}" dt="2026-09-28T20:02:24.559" v="124" actId="13822"/>
          <ac:cxnSpMkLst>
            <pc:docMk/>
            <pc:sldMk cId="62699590" sldId="556"/>
            <ac:cxnSpMk id="13" creationId="{D8B5E29A-41A4-C35F-EB75-7C1CCF0E135A}"/>
          </ac:cxnSpMkLst>
        </pc:cxnChg>
        <pc:cxnChg chg="mod">
          <ac:chgData name="Aleksey Zimin" userId="7f2637d0bc515791" providerId="LiveId" clId="{5F359FD6-B8E9-41DA-90EC-0BA4FD0F3073}" dt="2026-09-28T20:02:32.526" v="125" actId="13822"/>
          <ac:cxnSpMkLst>
            <pc:docMk/>
            <pc:sldMk cId="62699590" sldId="556"/>
            <ac:cxnSpMk id="15" creationId="{73E8D1A5-70E2-09B8-AD7E-0341DB4C3934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1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23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1 500 24575,'27'-29'0,"-19"19"0,0 1 0,1 0 0,0 1 0,11-8 0,24-16 0,-25 17 0,1 1 0,0 1 0,0 0 0,1 2 0,1 0 0,0 2 0,42-13 0,75-15 0,-90 22 0,98-17 0,-93 23 0,77-23 0,41-8 0,213-33 0,-331 65 0,1 3 0,0 1 0,93 8 0,-28-1 0,6-1 0,144-5 0,-184-10 0,-56 7 0,52-2 0,791 6 0,-425 4 0,-370-2 0,12-1 0,173 19 0,-201-11 0,123-2 0,-128-6 0,0 2 0,95 15 0,46 12 0,166 43 0,-214-44 0,-94-19 0,-1 3 0,82 26 0,-51-8 0,-46-17 0,0 2 0,70 36 0,-96-44 0,0 0 0,0-1 0,0 0 0,1-1 0,-1-1 0,23 2 0,-20-2 0,0-1 0,-1 2 0,0 0 0,1 1 0,15 8 0,30 20 0,-35-17 0,50 20 0,-63-30-273,0 0 0,0 1 0,-1 1 0,14 9 0,-10-5-6553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1:34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1134 24575,'6'-2'0,"-1"0"0,0 0 0,0 0 0,0 0 0,0-1 0,0 0 0,0 0 0,-1 0 0,0-1 0,1 0 0,-1 0 0,0 0 0,5-7 0,0 1 0,70-75 0,-41 42 0,72-63 0,-39 49 0,3 4 0,2 2 0,88-42 0,-102 62 0,197-92 0,-222 109 0,66-14 0,-6 2 0,-34 9 0,72-10 0,-71 16 0,74-23 0,64-26 0,-111 35 0,153-21 0,136-20 0,-307 56 0,145-3 0,-181 12 0,63-12 0,-61 7 0,55-2 0,93-5 0,-10-1 0,425 14 0,-285 1 0,-255 3 0,-1 2 0,113 27 0,5 2 0,195 25 0,-112-5 0,-200-43 0,0 3 0,93 35 0,-44-12 0,-81-27 0,0 2 0,30 17 0,32 14 0,170 71 0,-195-78 0,-2 3 0,78 62 0,139 163 0,-263-246 0,122 95 0,-100-74-1365,-27-29-5461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05.810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2018 24575,'2'-1'0,"1"-1"0,-1 1 0,0-1 0,0 0 0,0 0 0,0 0 0,0 0 0,0 0 0,0-1 0,0 1 0,-1-1 0,0 1 0,1-1 0,-1 1 0,0-1 0,0 0 0,1-4 0,2-4 0,23-49 0,-17 36 0,1 0 0,0 1 0,2 0 0,0 1 0,21-25 0,4 0 0,45-75 0,-24 33 0,26-42 0,-46 67 0,78-95 0,-40 68 0,93-100 0,145-67 0,-203 170 0,-40 30 0,103-64 0,-111 83 0,2 4 0,2 2 0,0 3 0,108-31 0,-24 15 0,-104 29 0,1 2 0,0 2 0,1 2 0,0 3 0,73-4 0,1063 15 0,-1141-1 0,0 3 0,71 15 0,46 6 0,-74-18 0,102 22 0,-110-13 0,55 10 0,171 59 0,-193-46 0,-7-5 0,-2 6 0,107 57 0,-56-15 0,157 97 0,-152-55 0,-49-35 0,-81-63 0,-1 1 0,-1 1 0,-2 1 0,-1 1 0,31 50 0,39 50 0,-73-108 0,1 0 0,1-1 0,31 21 0,-22-18 0,30 30 0,-53-44 0,0 0 0,-1 0 0,0 1 0,-1 0 0,0 0 0,11 24 0,-6-3 0,0 0 0,-2 1 0,-2 1 0,-1-1 0,-2 1 0,-1 1 0,0 36 0,-3-51 44,0-1 0,8 28 0,2 29-1541,-10-54-5329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8T17:52:11.107"/>
    </inkml:context>
    <inkml:brush xml:id="br0">
      <inkml:brushProperty name="width" value="0.035" units="cm"/>
      <inkml:brushProperty name="height" value="0.035" units="cm"/>
      <inkml:brushProperty name="color" value="#CC0066"/>
    </inkml:brush>
  </inkml:definitions>
  <inkml:trace contextRef="#ctx0" brushRef="#br0">1 3150 24575,'12'-1'0,"0"0"0,1-1 0,-1 0 0,0-1 0,0 0 0,18-7 0,71-39 0,-12 7 0,30-6 0,1005-437 0,-184 48 0,-739 352 0,838-341 0,-304 159 0,-556 202 0,1005-348 0,-690 276 0,-204 60 0,-238 63 0,584-146 0,-297 101 0,157-35 0,-444 82 0,352-77 0,7 31 0,-296 48 0,148-6 0,817-12 0,189 0 0,-942 14 0,5 1 0,-57 12 0,668 31 0,73 97 0,-246-47 0,-306-38 0,-304-27 0,247 55 0,-24-5 0,-171-32 0,24 2 0,119 22 0,20-5 0,-114-21 0,-78-9 0,-86-12 0,99 24 0,431 82 0,-521-105 0,247 43 0,-94 4 0,228 41 0,428 88 0,-471-111 0,69 13 0,-15 30 0,-254-56 0,687 239 0,-337-23 0,-484-215 0,188 142 0,-85-25 0,-153-123 0,-47-45 0,0 0 0,0-1 0,1 0 0,0-1 0,29 17 0,-10-9 0,-1 2 0,-1 1 0,41 38 0,19 14 0,-72-60 0,-1 0 0,0 2 0,-1 0 0,-1 1 0,0 1 0,-2 0 0,0 1 0,-1 0 0,11 23 0,-1-4-1365,-11-25-5461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3:37.90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36 24575,'15'-1'0,"1"-1"0,-1 0 0,26-8 0,29-4 0,347 7 0,-230 10 0,-128-3 0,0 3 0,87 14 0,5 0 0,-5-1 0,-111-11 0,57-1 0,-65-3 0,1 0 0,0 1 0,46 11 0,-8 0 0,-53-12 0,-1 0 0,0 2 0,0-1 0,0 2 0,0-1 0,0 2 0,20 10 0,11 9 0,1-3 0,0-1 0,88 26 0,-93-36 0,79 10 0,-1-1 0,-31-1 0,198 54 0,-236-58 0,74 9 0,17 5 0,5 22 0,-103-34 0,1-1 0,0-2 0,52 8 0,-55-13 0,0 2 0,-1 1 0,-1 2 0,48 23 0,-28-11 0,4-2 0,-41-17 0,-1 1 0,0 1 0,0 1 0,0 1 0,-1 0 0,-1 1 0,30 25 0,-34-25 0,1 0 0,1-1 0,0 0 0,18 8 0,39 26 0,-57-33 0,0-2 0,0 0 0,1-1 0,0-1 0,30 10 0,88 17 0,70 21 0,-151-39 0,1-2 0,1-3 0,76 6 0,-30-3 0,-55-6 0,71 1 0,-51-10 0,-40 0 0,0 0 0,0 2 0,0 0 0,0 2 0,29 7 0,-26-3 0,0-2 0,0-1 0,1-2 0,37 0 0,24 1 0,0 12 0,-65-10 0,-1 0 0,32 1 0,-9-5 0,-8-1 0,-1 2 0,0 1 0,40 10 0,-51-8 0,0-2 0,1 0 0,32-2 0,-35-2 0,0 2 0,-1 0 0,1 2 0,28 7 0,-14-1 0,0-2 0,59 3 0,32 5 0,-43 2 0,88 14 0,21-1 0,-185-29 0,-1 1 0,1 0 0,-1 0 0,0 1 0,1 1 0,-1 0 0,-1 0 0,1 1 0,-1 1 0,0 0 0,0 0 0,0 1 0,-1 0 0,0 0 0,12 13 0,31 42 0,-23-30 0,-2 2 0,-1 1 0,24 41 0,-32-45 0,-2 1 0,0 0 0,-3 1 0,0 1 0,8 42 0,-9-23 0,-5-25 0,-1 1 0,3 57 0,-7-39 0,-3 0 0,-1 0 0,-18 91 0,18-124 0,-1 0 0,-1 0 0,-1 0 0,0-1 0,0 1 0,-1-1 0,-1-1 0,0 1 0,-15 18 0,9-12 0,0 0 0,0 1 0,-15 38 0,-10 16 0,28-53 0,1 0 0,0 1 0,2 0 0,0 1 0,-5 41 0,3-21 0,-2 19 0,10-48 0,-1 0 0,-1 0 0,0-1 0,0 1 0,-2-1 0,0 0 0,0 0 0,-1 0 0,0-1 0,-1 0 0,-10 13 0,-7 3 0,-1-1 0,-1-1 0,-2-1 0,-30 20 0,-22 9 0,-112 56 0,175-101 0,-2-1 0,0-1 0,0 0 0,0-2 0,-1 0 0,-25 2 0,-6 2 0,24-5 0,-1-1 0,-29 0 0,33-3 0,0 2 0,0 0 0,-30 8 0,2 0 0,0-3 0,0-2 0,-1-2 0,-81-5 0,68-1 0,0 4 0,-78 10 0,59-2 0,-104-1 0,36-3 0,14 10 0,-44 2 0,157-17 0,-210-4 0,192 1 0,0-3 0,0-1 0,-55-17 0,6 1 0,64 18 0,1-2 0,-1-1 0,-43-19 0,57 17 0,1 1 0,0-2 0,0 0 0,1-1 0,0 0 0,1-1 0,1 0 0,0-1 0,1 0 0,0-1 0,1 0 0,-9-21 0,-1 0 0,-26-38 0,25 43 0,-28-57 0,40 71 0,0 0 0,1-1 0,1 0 0,1-1 0,0 1 0,2-1 0,-3-23 0,-9-96 0,8 91 0,-2-64 0,8 43 0,4-127 0,1 175 0,0 1 0,2 0 0,0 0 0,1 1 0,1 0 0,1 0 0,0 1 0,14-19 0,-17 28 0,0 0 0,1 0 0,0 1 0,0 0 0,0 0 0,1 1 0,0 0 0,1 1 0,-1-1 0,17-6 0,-7 4 0,0 2 0,1 0 0,0 0 0,28-3 0,24-4 0,-42 6 0,1 2 0,40-2 0,-29 7 0,-4 0 0,0-2 0,47-8 0,16-3 0,0 5 0,190 7 0,-121 4 0,1777-3 0,-1913-3 0,-1-2 0,0-1 0,0-1 0,-1-1 0,0-2 0,55-26 0,32-10 0,-92 36 0,0-2 0,48-29 0,-51 27 0,0 1 0,1 0 0,44-14 0,-25 14 0,0-1 0,-1-3 0,0-1 0,73-45 0,-88 43 0,42-42 0,-47 40 0,1 2 0,37-27 0,-8 17 0,-35 20 0,1 0 0,-2-1 0,1 0 0,-1-2 0,-1 1 0,23-26 0,-28 26 0,1 1 0,1 1 0,0 0 0,16-10 0,23-20 0,-6 3 0,1 3 0,61-35 0,-69 45 0,-21 14 0,1 2 0,0 0 0,1 1 0,35-9 0,-36 12 0,0-1 0,0-1 0,-1 0 0,0-2 0,28-15 0,-30 14 0,1 1 0,0 1 0,0 1 0,1 0 0,0 1 0,0 1 0,24-3 0,6-2 0,18-6 0,0 4 0,1 2 0,92-1 0,-95 10 0,-1-3 0,74-13 0,-45 5 0,1 5 0,145 7 0,-82 2 0,227-3-1365,-354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2T13:37:36.79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70 24575,'400'-34'0,"-273"18"0,116-1 0,261 15 0,-227 5 0,318-3 0,-567 3 0,0 1 0,0 1 0,0 2 0,0 1 0,-1 1 0,44 21 0,6 0 0,185 63 0,-205-69 0,54 32 0,-30-14 0,-66-34 0,-1 2 0,1 0 0,-1 1 0,-1 0 0,16 18 0,34 27 0,-20-28 0,69 35 0,-5-4 0,-64-32 0,-14-7 0,1-3 0,35 17 0,-59-32 0,19 10 0,1-1 0,0-2 0,1 0 0,0-2 0,0-1 0,40 4 0,-34-7 0,44 10 0,-46-6 0,58 3 0,-71-10 0,22 1 0,-1 1 0,75 14 0,104 18 0,-119-23 0,-68-9 0,59 11 0,286 66 0,-288-71 0,22 4 0,-12 0 0,1-3 0,179-9 0,-115-3 0,-123 2 0,0 2 0,0 2 0,72 14 0,-74-9 0,0-3 0,43 2 0,50 7 0,-77-7 0,0-2 0,93-4 0,-92-3 0,0 3 0,85 12 0,36 5 0,-102-13 0,-40 0 0,0 1 0,-1 1 0,0 3 0,0 0 0,-1 2 0,0 1 0,56 33 0,-64-29 0,-1 0 0,-1 2 0,-1 0 0,0 2 0,-1 0 0,30 44 0,-42-53 0,-1 1 0,0 0 0,-1 0 0,-1 1 0,0 0 0,-1 0 0,3 18 0,7 104 0,-5-38 0,31 148 0,-32-185 0,-2-1 0,-3 1 0,-6 72 0,1-22 0,0-87 0,0 1 0,-12 44 0,9-43 0,0 0 0,-2 34 0,6-22 0,-1 1 0,-14 63 0,8-52 0,7-39 0,-1 0 0,0 0 0,0-1 0,-1 1 0,0 0 0,-1-1 0,0 0 0,-7 12 0,-34 66 0,39-73 0,-1 0 0,0-1 0,-1 0 0,0 0 0,-1-1 0,0 0 0,-1-1 0,-22 21 0,-13 8 0,-67 79 0,32-31 0,61-72 0,-2 0 0,0-2 0,-1 0 0,0-1 0,-34 15 0,-6 4 0,43-25 0,0 0 0,0-1 0,-1-1 0,0-1 0,-1-1 0,-32 3 0,-5 2 0,-22 0 0,-1-3 0,-141-7 0,75-2 0,-1405 3 0,1527-2 0,-1-1 0,0-1 0,1-1 0,-45-16 0,-40-9 0,12 11 0,-117-41 0,145 40 0,51 15 0,-1 0 0,0-1 0,1-1 0,0-1 0,1-1 0,0 0 0,0-2 0,-23-17 0,-22-19 0,-13-11 0,71 54 0,-25-24 0,0-1 0,-34-47 0,56 65 0,1 0 0,0 0 0,0-1 0,2 1 0,-1-2 0,2 1 0,-1 0 0,2-1 0,0 0 0,0 0 0,-1-23 0,9-261 0,-3 278 0,2 0 0,0 0 0,1 0 0,1 1 0,0 0 0,2 0 0,0 1 0,20-31 0,-8 17 0,2 1 0,2 2 0,44-44 0,-30 42 0,-29 24 0,0-1 0,0 0 0,15-17 0,47-49 0,4-4 0,-53 52 0,1 1 0,2 2 0,0 0 0,53-34 0,-61 46 0,0 1 0,0 1 0,1 1 0,0 1 0,0 0 0,1 1 0,-1 1 0,37-3 0,13 3 0,79 6 0,-50 1 0,2588-3 0,-2660 1 0,0 2 0,44 10 0,31 3 0,-84-14 0,-2 0 0,1 1 0,0 1 0,-1 1 0,1 0 0,-1 0 0,0 2 0,-1 0 0,0 0 0,0 1 0,17 14 0,14 15 0,67 73 0,-45-43 0,-53-53 0,0 0 0,-1 1 0,0 0 0,-1 0 0,-1 1 0,-1 1 0,0 0 0,11 30 0,-8-6 0,-1-1 0,9 77 0,-6-38 0,-7-52 0,-3 0 0,4 40 0,-8-36 0,-1 125 0,0-134 0,-2-1 0,-1 0 0,0 1 0,-2-1 0,-9 23 0,7-23 0,-1 3 0,-1 1 0,-1-1 0,-1-1 0,-1 0 0,-31 41 0,23-38 0,-31 51 0,34-48 0,-36 46 0,40-61 0,-1-1 0,0-1 0,-1 0 0,-20 12 0,-24 18 0,28-20 0,-1-1 0,0-2 0,-2-2 0,-61 23 0,75-31 0,-50 22 0,50-20 0,-1-1 0,0-1 0,0-1 0,-1-1 0,0-1 0,0-1 0,-1-1 0,-25 1 0,-8-4 0,0 1 0,-61 12 0,38-4 0,1-3 0,-147-8 0,83-2 0,100 4 0,1 2 0,-71 14 0,74-12 0,-1-1 0,-61-2 0,-15 1 0,26 13 0,65-11 0,-1 0 0,-31 1 0,-274-5 0,153-3 0,148 1 0,0-2 0,-38-9 0,33 6 0,-43-4 0,-88 11 0,-42-3 0,96-14 0,68 8 0,-59-2 0,88 10 0,-38-1 0,-57-9 0,90 6 0,1 0 0,0-1 0,0-1 0,0-1 0,1 0 0,-23-14 0,-202-133 0,178 116 0,47 28 0,0 0 0,1-1 0,-27-22 0,28 19 0,-1 1 0,-32-18 0,35 23 0,0 0 0,1-1 0,0-1 0,1 0 0,-1-1 0,-11-14 0,8 3 0,1 0 0,-18-38 0,20 36 0,0 1 0,-24-31 0,18 29 0,1-1 0,2-1 0,0 0 0,2-1 0,0-1 0,3 0 0,0 0 0,-9-44 0,10 28 0,2 15 0,2 1 0,2-2 0,-2-30 0,5 24 0,0 1 0,1 1 0,1-1 0,9-51 0,-8 77 0,1 1 0,-1-1 0,1 1 0,1 0 0,0 0 0,0 0 0,1 0 0,0 1 0,0 0 0,1 0 0,0 0 0,0 1 0,1 0 0,0 0 0,1 0 0,-1 1 0,12-7 0,25-13 0,1 2 0,1 2 0,1 1 0,69-18 0,-74 32 0,0 1 0,0 3 0,0 1 0,70 6 0,-7-1 0,490-3 0,-562 2 0,0 1 0,37 9 0,-34-5 0,54 2 0,-54-8 0,0 2 0,-1 1 0,36 8 0,-21-3 0,1-4 0,-1-1 0,1-2 0,54-6 0,4 1 0,491 3 0,-571 2 0,0 1 0,-1 2 0,0 0 0,41 14 0,-40-10 0,0-1 0,1-1 0,57 4 0,242-12 0,-131-1 0,-174 0 0,1-2 0,-1 0 0,0-2 0,0 0 0,-1-2 0,0-1 0,33-17 0,-4 3 0,-16 6 0,-1-1 0,-1-2 0,48-36 0,-12-8 0,-52 46 0,0 1 0,1 1 0,24-16 0,74-51 0,-52 36 0,-33 21 0,-1 0 0,37-42 0,-37 35 0,56-45 0,-45 41 0,-1-1 0,56-68 0,-11 11 0,-66 77 0,37-27 0,-6 5 0,26-18 0,-48 39 0,34-32 0,9-3 0,-51 39 0,35-30 0,-31 22 0,2 1 0,1 1 0,47-27 0,98-40 0,-161 83 0,1 0 0,-1 1 0,1 1 0,0 0 0,0 0 0,25 0 0,85 5 0,-54 1 0,-27-4 0,0-1 0,73-14 0,-38 6 0,0 4 0,153 6 0,-87 3 0,648-3-1365,-762 0-5461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02.306"/>
    </inkml:context>
    <inkml:brush xml:id="br0">
      <inkml:brushProperty name="width" value="0.035" units="cm"/>
      <inkml:brushProperty name="height" value="0.035" units="cm"/>
      <inkml:brushProperty name="color" value="#C00000"/>
    </inkml:brush>
  </inkml:definitions>
  <inkml:trace contextRef="#ctx0" brushRef="#br0">1 185 24575,'12'-1'0,"0"-1"0,0 0 0,19-5 0,22-4 0,80-1 0,178-22 0,-183 19 0,0 6 0,167 10 0,-112 1 0,-106-1 0,73-1 0,156-19 0,-152 6 0,220 11 0,-172 5 0,3138-3 0,-3298 3 0,-1 1 0,1 2 0,51 15 0,22 4 0,76 12 0,-108-13 0,19 5 0,0-6 0,114 43 0,-180-55 0,51 13 0,-66-20 0,1 2 0,-1 0 0,0 1 0,-1 1 0,1 1 0,-2 1 0,25 15 0,35 26 0,3-3 0,1-4 0,104 38 0,-126-56 0,-19-11 0,1-1 0,85 16 0,-62-16 0,113 36 0,-108-25 0,-22-7 0,67 15 0,121 36 0,-201-62 0,-2 1 0,1-2 0,0-1 0,38 0 0,-69-5 0,34-1 0,-1 1 0,1 2 0,-1 1 0,0 3 0,68 17 0,-75-15 0,0-1 0,0-1 0,50 2 0,-49-6 0,1 1 0,-1 2 0,36 10 0,-30-5 0,0-2 0,1-2 0,70 3 0,-89-8 0,106 12 0,-67-5 0,60-1 0,-22-7 0,672-30 0,-574 12 0,116-15 0,-87-9 0,-133 23 0,1 3 0,164-7 0,-226 20 0,0 0 0,-1-2 0,0-1 0,0-1 0,0-2 0,-1-1 0,27-13 0,23-7 0,-50 20 0,6-1 0,43-23 0,-43 16 0,1 2 0,38-13 0,-53 22 0,-1-2 0,0 0 0,-1-1 0,0-1 0,21-17 0,-15 12 0,46-27 0,6 1 0,-44 23 0,55-23 0,44-7 0,98-42 0,-193 79 0,0 0 0,1 2 0,67-9 0,23-7 0,-16-4 0,101-25 0,-168 47 0,1 1 0,86-1 0,-87 6 0,69-11 0,24-2 0,-86 14 0,88-15 0,-91 9 0,-1 3 0,54 2 0,-50 2 0,85-11 0,-42 0 0,96-1 0,30-2 0,-54 2 0,190 11 0,-156 4 0,-143-4 0,-1-3 0,60-10 0,-28 4 0,1 4 0,132 7 0,-85 2 0,1617-3 0,-1562 16 0,-17-1 0,50-15-1365,-198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0:11.024"/>
    </inkml:context>
    <inkml:brush xml:id="br0">
      <inkml:brushProperty name="width" value="0.035" units="cm"/>
      <inkml:brushProperty name="height" value="0.035" units="cm"/>
      <inkml:brushProperty name="color" value="#77933C"/>
    </inkml:brush>
  </inkml:definitions>
  <inkml:trace contextRef="#ctx0" brushRef="#br0">0 778 24575,'804'23'0,"-217"-14"0,-346-11 0,-191 2 0,404-18 0,-283 5 0,211 11 0,-169 5 0,2836-3 0,-3020 2 0,1 1 0,33 7 0,-31-4 0,50 3 0,369-8 0,-216-2 0,-212-1 0,0 0 0,39-9 0,-38 5 0,1 2 0,29-1 0,-23 3 0,-1-2 0,0-1 0,0-1 0,0-1 0,32-13 0,140-66 0,-199 84 0,34-18 0,-1-3 0,-1-1 0,-1-1 0,-2-2 0,0-1 0,38-44 0,11 2 0,-6 19 0,-56 39 0,-1 0 0,28-23 0,-32 25 0,0 0 0,1 1 0,0 1 0,1 1 0,0 0 0,0 1 0,0 0 0,26-4 0,54-22 0,-76 23 0,0 0 0,1 1 0,0 1 0,0 1 0,1 1 0,-1 1 0,44-2 0,-22 3 0,46-8 0,-47 5 0,53-2 0,-68 6 0,0 0 0,32-9 0,37-3 0,44-1 0,-80 7 0,70 0 0,2292 10 0,-1378-3 0,-1035 2 0,-1-1 0,1 2 0,0-1 0,-1 1 0,1 0 0,-1 1 0,1 0 0,-1 0 0,12 7 0,5 6 0,36 27 0,5 4 0,-24-20 0,-1 2 0,-2 1 0,-1 2 0,-1 1 0,44 53 0,-42-39 0,91 81 0,-115-116 0,1 0 0,0 0 0,1-2 0,0 0 0,1-1 0,0-1 0,0 0 0,0-1 0,1-1 0,25 4 0,91 15 0,173 54 0,-42-6 0,-226-67 0,1 0 0,0-3 0,0-1 0,58-6 0,-12 2 0,0 0 0,171 21 0,-163-8 0,0-5 0,128-8 0,-69-1 0,688 4 0,-787 1 0,57 11 0,57 2 0,1928-16 0,-2075 0 0,1-2 0,39-8 0,-38 6 0,1 0 0,32 0 0,24 4 0,-23 2 0,0-3 0,0-3 0,83-16 0,-96 10-341,1 3 0,1 1-1,72 0 1,-93 7-6485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23.978"/>
    </inkml:context>
    <inkml:brush xml:id="br0">
      <inkml:brushProperty name="width" value="0.035" units="cm"/>
      <inkml:brushProperty name="height" value="0.035" units="cm"/>
      <inkml:brushProperty name="color" value="#7030A0"/>
    </inkml:brush>
  </inkml:definitions>
  <inkml:trace contextRef="#ctx0" brushRef="#br0">1 3320 24575,'112'1'0,"34"0"0,186-21 0,-267 14 0,66 2 0,13 0 0,-32-9 0,37-3 0,862 15 0,-491 3 0,1666-2 0,-2130 3 0,57 9 0,47 3 0,1015-13 0,-569-5 0,-509 5 0,112-4 0,-61-27 0,-104 20 0,-1-2 0,-1-2 0,47-20 0,116-64 0,-182 83 0,-1-1 0,0-2 0,0 0 0,-2-1 0,28-32 0,27-24 0,-14 19 0,-29 24 0,46-34 0,-52 45 0,-2 0 0,0-2 0,-1-1 0,-1-1 0,-2 0 0,0-2 0,-2 0 0,0-2 0,17-38 0,-17 23 0,-14 31 0,0 2 0,1-1 0,0 0 0,0 1 0,1 0 0,1 0 0,10-11 0,-5 5 0,0 0 0,-1 0 0,13-25 0,-14 23 0,0 1 0,2 0 0,17-21 0,60-81 0,-75 102 0,-1 0 0,-1-2 0,-1 1 0,-1-1 0,14-35 0,-14 31 0,1 0 0,1 0 0,22-31 0,26-34 0,-38 55 0,40-49 0,-43 59 0,6-5 0,43-39 0,-60 60 0,0 0 0,1 1 0,0 0 0,1 1 0,-1 0 0,1 0 0,0 1 0,0 0 0,0 1 0,12-3 0,101-26 0,-14 2 0,-58 18 0,-26 6 0,0 1 0,0 1 0,30-1 0,-29 3 0,52-11 0,-51 8 0,51-4 0,-44 8 0,-1-1 0,62-12 0,106-17 0,-146 23 0,-1 4 0,1 1 0,74 6 0,79-3 0,-125-14 0,-60 9 0,0 0 0,30 0 0,186 7 0,85-4 0,-210-13 0,-66 8 0,65-2 0,-75 6 0,0-1 0,0-2 0,47-14 0,44-7 0,-92 19 0,-1-2 0,0-1 0,-1-1 0,64-34 0,2 1 0,-61 29 0,6-3 0,56-29 0,-72 33 0,1 1 0,56-16 0,23-9 0,-89 30 0,46-21 0,0-2 0,75-50 0,83-54 0,-138 86 0,-50 27 0,-23 14 0,1 0 0,-1 1 0,1 0 0,1 1 0,-1 0 0,1 2 0,0 0 0,20-4 0,33-3 0,79-24 0,42-9 0,140-17 0,-263 50 0,-42 6 0,0 1 0,37-1 0,507 7 0,-532-3 0,63-11 0,-60 6 0,50-1 0,64 10 0,82-4 0,-152-12 0,-56 8 0,45-3 0,142 9 0,45-2 0,-145-11 0,-58 5 0,69-1 0,34 12 0,180-5 0,-221-12 0,43-2 0,422 15 0,-277 2 0,-284-2 0,-1-1 0,40-10 0,-37 7 0,-1 1 0,28-2 0,539 5 82,-286 3-1529,-279-2-5379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5T13:51:37.26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 63 24575,'794'-18'0,"112"5"0,-588 15 0,89-26 0,-286 15 0,158 9 0,-112 2 0,3597-2 0,-3738 3 0,0 1 0,0 1 0,-1 1 0,0 1 0,0 1 0,26 13 0,0-2 0,182 79 0,-218-90 0,1 1 0,-2 1 0,26 22 0,13 8 0,-36-27 0,-1 0 0,0 0 0,-1 2 0,-1 0 0,0 1 0,17 26 0,-10-14 0,135 194 0,-117-164 0,1-6 0,-28-38 0,-1 0 0,0 1 0,11 23 0,11 36 0,14 26 0,-31-67 0,-2 1 0,-1 0 0,10 41 0,5 12 0,1 22 0,-21-76 0,-2 0 0,2-1 0,1 0 0,2 0 0,1-1 0,1 0 0,34 55 0,-7-18 0,-30-50 0,1 1 0,0-1 0,24 28 0,5 6 0,-33-41 0,0 0 0,1-1 0,16 15 0,-20-21 0,0-1 0,1 0 0,-1 0 0,1 0 0,0 0 0,-1-1 0,1 0 0,1 0 0,-1 0 0,0-1 0,0 0 0,9 1 0,27 5 0,60 18 0,27 4 0,81 2 0,-120-18 0,-47-7 0,66 4 0,-59-10 0,0 3 0,62 10 0,-36-3 0,-1-4 0,149-7 0,-83-2 0,306 3 0,-415 1 0,0 2 0,35 8 0,-33-4 0,56 2 0,613-8 0,-338-3 0,-342 4 0,0 0 0,40 9 0,-38-5 0,-1-2 0,30 1 0,-27-3 0,50 11 0,20 2 0,-13-7 0,114 26 0,-110-17 0,-55-10 0,43 17 0,25 5 0,-64-20 0,-1 2 0,0 1 0,-1 2 0,-1 1 0,0 2 0,56 37 0,69 33 0,-132-73 0,164 61 0,-162-61 0,26 14 0,51 34 0,-78-46 0,0-1 0,1-2 0,42 14 0,0 0 0,-28-12 0,1-2 0,1-2 0,85 11 0,-25-5 0,-31 0 0,139 55 0,-149-47 0,0-3 0,1-3 0,69 11 0,40 0 0,50 6 0,4-2 0,-122-11 0,46 7 0,-20-14 0,163-1 0,804-16 0,-606 1 0,-443-2 0,53-9 0,13-2 0,-42 6 0,86-21 0,-32 5 0,78 0 0,-128 13 0,0 5 0,136 6 0,-69 2 0,1407-3 0,-1528 1 43,-1 1 1,37 9-1,12 1-1538,-44-9-5331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customXml" Target="../ink/ink4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4.png"/><Relationship Id="rId10" Type="http://schemas.openxmlformats.org/officeDocument/2006/relationships/customXml" Target="../ink/ink6.xml"/><Relationship Id="rId4" Type="http://schemas.openxmlformats.org/officeDocument/2006/relationships/customXml" Target="../ink/ink2.xm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customXml" Target="../ink/ink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customXml" Target="../ink/ink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80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.xml"/><Relationship Id="rId5" Type="http://schemas.openxmlformats.org/officeDocument/2006/relationships/image" Target="../media/image70.png"/><Relationship Id="rId4" Type="http://schemas.openxmlformats.org/officeDocument/2006/relationships/customXml" Target="../ink/ink14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9.xml"/><Relationship Id="rId3" Type="http://schemas.openxmlformats.org/officeDocument/2006/relationships/image" Target="../media/image60.png"/><Relationship Id="rId7" Type="http://schemas.openxmlformats.org/officeDocument/2006/relationships/image" Target="../media/image9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.xml"/><Relationship Id="rId5" Type="http://schemas.openxmlformats.org/officeDocument/2006/relationships/image" Target="../media/image70.png"/><Relationship Id="rId4" Type="http://schemas.openxmlformats.org/officeDocument/2006/relationships/customXml" Target="../ink/ink17.xml"/><Relationship Id="rId9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3.xml"/><Relationship Id="rId3" Type="http://schemas.openxmlformats.org/officeDocument/2006/relationships/image" Target="../media/image60.png"/><Relationship Id="rId7" Type="http://schemas.openxmlformats.org/officeDocument/2006/relationships/image" Target="../media/image9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.xml"/><Relationship Id="rId5" Type="http://schemas.openxmlformats.org/officeDocument/2006/relationships/image" Target="../media/image70.png"/><Relationship Id="rId4" Type="http://schemas.openxmlformats.org/officeDocument/2006/relationships/customXml" Target="../ink/ink21.xml"/><Relationship Id="rId9" Type="http://schemas.openxmlformats.org/officeDocument/2006/relationships/image" Target="../media/image80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5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5AE3B-E844-6849-EE23-D5CE093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ED21E-2A64-ED4D-4B59-028B7B535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October 9</a:t>
            </a:r>
            <a:r>
              <a:rPr lang="en-US" baseline="30000" dirty="0">
                <a:solidFill>
                  <a:srgbClr val="FF0000"/>
                </a:solidFill>
              </a:rPr>
              <a:t>th</a:t>
            </a:r>
            <a:r>
              <a:rPr lang="en-US" dirty="0">
                <a:solidFill>
                  <a:srgbClr val="FF0000"/>
                </a:solidFill>
              </a:rPr>
              <a:t> 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EC4-8838-1461-ED2F-9605580A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6A5647-A493-48C5-C265-D399D0365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841AEE-2A63-933F-291A-FA6B0E75BF5F}"/>
              </a:ext>
            </a:extLst>
          </p:cNvPr>
          <p:cNvSpPr/>
          <p:nvPr/>
        </p:nvSpPr>
        <p:spPr>
          <a:xfrm>
            <a:off x="9940158" y="1899338"/>
            <a:ext cx="141889" cy="33032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D5E5963-1C57-E59F-4568-C64099816FD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F1F7C6-B7C9-0B60-6F98-6C2BB6D7218E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A06637-167A-1514-774A-B885449A954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0A3A0F-EDDA-20DA-6BB2-43DB0B9AE505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C027D7-A2FE-6D05-DBCA-294897A447A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59CEE4D-4018-E34C-E571-1E49BBC3C709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BC64EA-F660-590B-6297-7AC537DBCF05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880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CD40-FF5E-55E1-A042-05E7BD7C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9D763-3BFE-13BB-1836-D48DA8AE3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Lab #3: Burrows-Wheeler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70EC9-785B-AC9D-4E98-71BDFD958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28" y="1710735"/>
            <a:ext cx="7625958" cy="51249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Lab #3: Burrows-Wheeler Transform and Search </a:t>
            </a:r>
          </a:p>
          <a:p>
            <a:r>
              <a:rPr lang="en-US" dirty="0"/>
              <a:t>Due </a:t>
            </a:r>
            <a:r>
              <a:rPr lang="en-US" dirty="0">
                <a:solidFill>
                  <a:srgbClr val="FF0000"/>
                </a:solidFill>
              </a:rPr>
              <a:t>Friday </a:t>
            </a:r>
            <a:r>
              <a:rPr lang="en-US">
                <a:solidFill>
                  <a:srgbClr val="FF0000"/>
                </a:solidFill>
              </a:rPr>
              <a:t>October 9</a:t>
            </a:r>
            <a:r>
              <a:rPr lang="en-US" baseline="30000">
                <a:solidFill>
                  <a:srgbClr val="FF0000"/>
                </a:solidFill>
              </a:rPr>
              <a:t>th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 dirty="0">
                <a:solidFill>
                  <a:srgbClr val="FF0000"/>
                </a:solidFill>
              </a:rPr>
              <a:t>at 8:00pm</a:t>
            </a:r>
            <a:r>
              <a:rPr lang="en-US" dirty="0"/>
              <a:t>.</a:t>
            </a:r>
          </a:p>
          <a:p>
            <a:r>
              <a:rPr lang="en-US" dirty="0"/>
              <a:t>Undergraduate and Graduate: Implement function </a:t>
            </a:r>
            <a:r>
              <a:rPr lang="en-US" i="1" dirty="0" err="1"/>
              <a:t>burrows_wheeler_transform</a:t>
            </a:r>
            <a:r>
              <a:rPr lang="en-US" i="1" dirty="0"/>
              <a:t>(string seq) </a:t>
            </a:r>
            <a:r>
              <a:rPr lang="en-US" dirty="0"/>
              <a:t>that returns three objects:</a:t>
            </a:r>
          </a:p>
          <a:p>
            <a:pPr lvl="1"/>
            <a:r>
              <a:rPr lang="en-US" dirty="0"/>
              <a:t>(U: 30pt, G: 25pt) BWT string</a:t>
            </a:r>
          </a:p>
          <a:p>
            <a:pPr lvl="1"/>
            <a:r>
              <a:rPr lang="en-US" dirty="0"/>
              <a:t>(U: 30pt, G: 25pt) Suffix array (zero-based set of integers)</a:t>
            </a:r>
          </a:p>
          <a:p>
            <a:pPr lvl="1"/>
            <a:r>
              <a:rPr lang="en-US" dirty="0"/>
              <a:t>(U: 40pt, G: 25pt) First letters of the suffix array string</a:t>
            </a:r>
          </a:p>
          <a:p>
            <a:r>
              <a:rPr lang="en-US" dirty="0"/>
              <a:t>Graduate only (25pt): implement function </a:t>
            </a:r>
            <a:r>
              <a:rPr lang="en-US" i="1" dirty="0" err="1"/>
              <a:t>bwt_search_exact</a:t>
            </a:r>
            <a:r>
              <a:rPr lang="en-US" i="1" dirty="0"/>
              <a:t>(string pattern, string </a:t>
            </a:r>
            <a:r>
              <a:rPr lang="en-US" i="1" dirty="0" err="1"/>
              <a:t>bwt</a:t>
            </a:r>
            <a:r>
              <a:rPr lang="en-US" i="1" dirty="0"/>
              <a:t>, array </a:t>
            </a:r>
            <a:r>
              <a:rPr lang="en-US" i="1" dirty="0" err="1"/>
              <a:t>suffix_array</a:t>
            </a:r>
            <a:r>
              <a:rPr lang="en-US" i="1" dirty="0"/>
              <a:t>, string </a:t>
            </a:r>
            <a:r>
              <a:rPr lang="en-US" i="1" dirty="0" err="1"/>
              <a:t>first_column</a:t>
            </a:r>
            <a:r>
              <a:rPr lang="en-US" i="1" dirty="0"/>
              <a:t>) </a:t>
            </a:r>
            <a:r>
              <a:rPr lang="en-US" dirty="0"/>
              <a:t>that returns </a:t>
            </a:r>
          </a:p>
          <a:p>
            <a:pPr lvl="1"/>
            <a:r>
              <a:rPr lang="en-US" dirty="0"/>
              <a:t>array of zero-based positions of the beginning of the pattern in seq</a:t>
            </a:r>
          </a:p>
          <a:p>
            <a:pPr lvl="1"/>
            <a:r>
              <a:rPr lang="en-US" dirty="0"/>
              <a:t>Only compute forward matches</a:t>
            </a:r>
          </a:p>
          <a:p>
            <a:pPr lvl="1"/>
            <a:r>
              <a:rPr lang="en-US" dirty="0"/>
              <a:t>Example output for pattern “CG” is [ 0, 8 ]</a:t>
            </a:r>
          </a:p>
          <a:p>
            <a:pPr lvl="1"/>
            <a:r>
              <a:rPr lang="en-US" dirty="0"/>
              <a:t>Report matches in any order</a:t>
            </a:r>
          </a:p>
          <a:p>
            <a:r>
              <a:rPr lang="en-US" dirty="0"/>
              <a:t>Name file bwt.py and submit to </a:t>
            </a:r>
            <a:r>
              <a:rPr lang="en-US" dirty="0" err="1"/>
              <a:t>autograder</a:t>
            </a:r>
            <a:r>
              <a:rPr lang="en-US" dirty="0"/>
              <a:t> in </a:t>
            </a:r>
            <a:r>
              <a:rPr lang="en-US" dirty="0" err="1"/>
              <a:t>Gradescope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F743D-60A9-18B2-5AD8-7B17DB0CF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9CC58-5BBD-2489-A074-6A4B1C8EC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1567" r="1" b="21101"/>
          <a:stretch>
            <a:fillRect/>
          </a:stretch>
        </p:blipFill>
        <p:spPr>
          <a:xfrm>
            <a:off x="9388366" y="1759481"/>
            <a:ext cx="2707055" cy="349832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D85C6A-9655-0C1F-B08A-0D6D9F0F1D1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10011102" y="5202621"/>
            <a:ext cx="1" cy="794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6D1E701-ADF0-9C8E-4BCA-B15343892461}"/>
              </a:ext>
            </a:extLst>
          </p:cNvPr>
          <p:cNvSpPr txBox="1"/>
          <p:nvPr/>
        </p:nvSpPr>
        <p:spPr>
          <a:xfrm>
            <a:off x="9159971" y="5997305"/>
            <a:ext cx="170226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The first column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D73E2-7136-A83C-FD9A-1303A47D52DE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11500945" y="5235774"/>
            <a:ext cx="15767" cy="273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ABF93C9-FF89-6F8B-A1C6-17E6BF84FF01}"/>
              </a:ext>
            </a:extLst>
          </p:cNvPr>
          <p:cNvSpPr txBox="1"/>
          <p:nvPr/>
        </p:nvSpPr>
        <p:spPr>
          <a:xfrm>
            <a:off x="11177754" y="5509525"/>
            <a:ext cx="67791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BWT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C482F83-C83D-BB1E-64C0-4F83BB8CED58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9149911" y="5225068"/>
            <a:ext cx="451290" cy="2844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0FD0A88-004D-1836-0FE4-4288EBCAD1BE}"/>
              </a:ext>
            </a:extLst>
          </p:cNvPr>
          <p:cNvSpPr txBox="1"/>
          <p:nvPr/>
        </p:nvSpPr>
        <p:spPr>
          <a:xfrm>
            <a:off x="8521260" y="5509525"/>
            <a:ext cx="125730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Suffix array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C07FFC-EB65-2035-CA95-5D868ABC89C8}"/>
              </a:ext>
            </a:extLst>
          </p:cNvPr>
          <p:cNvSpPr txBox="1"/>
          <p:nvPr/>
        </p:nvSpPr>
        <p:spPr>
          <a:xfrm>
            <a:off x="9137416" y="1337426"/>
            <a:ext cx="29580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sequence: CGATGCACCGGT</a:t>
            </a:r>
            <a:br>
              <a:rPr lang="en-US" dirty="0"/>
            </a:b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CB4CA-0C91-6CF3-EDE3-4685CA2C9A74}"/>
              </a:ext>
            </a:extLst>
          </p:cNvPr>
          <p:cNvSpPr/>
          <p:nvPr/>
        </p:nvSpPr>
        <p:spPr>
          <a:xfrm>
            <a:off x="10249556" y="1434531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30523D-470D-8393-34A3-EBD7E0C987B1}"/>
              </a:ext>
            </a:extLst>
          </p:cNvPr>
          <p:cNvSpPr/>
          <p:nvPr/>
        </p:nvSpPr>
        <p:spPr>
          <a:xfrm>
            <a:off x="9427780" y="3186240"/>
            <a:ext cx="821776" cy="46347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AF287A-B5EC-4A5E-93B6-966FC0A1C9C0}"/>
              </a:ext>
            </a:extLst>
          </p:cNvPr>
          <p:cNvSpPr/>
          <p:nvPr/>
        </p:nvSpPr>
        <p:spPr>
          <a:xfrm>
            <a:off x="11234902" y="1438062"/>
            <a:ext cx="266043" cy="195557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0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4BA9DA3-F53F-6406-98B7-A7D57AAACA3A}"/>
              </a:ext>
            </a:extLst>
          </p:cNvPr>
          <p:cNvCxnSpPr/>
          <p:nvPr/>
        </p:nvCxnSpPr>
        <p:spPr>
          <a:xfrm>
            <a:off x="1719470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509E3C-2A69-AE9F-337B-D9258C063796}"/>
              </a:ext>
            </a:extLst>
          </p:cNvPr>
          <p:cNvCxnSpPr/>
          <p:nvPr/>
        </p:nvCxnSpPr>
        <p:spPr>
          <a:xfrm>
            <a:off x="4525618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ECEEFF-5F26-29D4-F2C1-4EFB02ACEF28}"/>
              </a:ext>
            </a:extLst>
          </p:cNvPr>
          <p:cNvCxnSpPr/>
          <p:nvPr/>
        </p:nvCxnSpPr>
        <p:spPr>
          <a:xfrm>
            <a:off x="6911009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884D49-E9BC-822C-D1D9-73C50086011C}"/>
              </a:ext>
            </a:extLst>
          </p:cNvPr>
          <p:cNvCxnSpPr/>
          <p:nvPr/>
        </p:nvCxnSpPr>
        <p:spPr>
          <a:xfrm>
            <a:off x="9717157" y="24549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500E48-2112-B041-D082-F1AB300C9A63}"/>
              </a:ext>
            </a:extLst>
          </p:cNvPr>
          <p:cNvCxnSpPr/>
          <p:nvPr/>
        </p:nvCxnSpPr>
        <p:spPr>
          <a:xfrm>
            <a:off x="1583635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B2650F-FFC7-2DE4-8A1D-8A7CDA8FDBD7}"/>
              </a:ext>
            </a:extLst>
          </p:cNvPr>
          <p:cNvCxnSpPr/>
          <p:nvPr/>
        </p:nvCxnSpPr>
        <p:spPr>
          <a:xfrm>
            <a:off x="4389783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430535-8680-1AC7-C202-D8F7A384CBEA}"/>
              </a:ext>
            </a:extLst>
          </p:cNvPr>
          <p:cNvCxnSpPr/>
          <p:nvPr/>
        </p:nvCxnSpPr>
        <p:spPr>
          <a:xfrm>
            <a:off x="7073348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3C039B-2ED9-0516-49B3-04DBA23184BE}"/>
              </a:ext>
            </a:extLst>
          </p:cNvPr>
          <p:cNvCxnSpPr/>
          <p:nvPr/>
        </p:nvCxnSpPr>
        <p:spPr>
          <a:xfrm>
            <a:off x="9581322" y="3899452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14:cNvPr>
              <p14:cNvContentPartPr/>
              <p14:nvPr/>
            </p14:nvContentPartPr>
            <p14:xfrm>
              <a:off x="2643496" y="3696151"/>
              <a:ext cx="2318400" cy="194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886686-FE92-5C5D-BEF3-EDDFD5E36E0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7376" y="3690031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14:cNvPr>
              <p14:cNvContentPartPr/>
              <p14:nvPr/>
            </p14:nvContentPartPr>
            <p14:xfrm>
              <a:off x="8139976" y="3477991"/>
              <a:ext cx="2577240" cy="414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202475A-F840-2E0D-6B81-E9F9776B71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3856" y="3471871"/>
                <a:ext cx="2589480" cy="42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19BA0C4-1ECA-AFD2-C4EA-E1C0EFDC0F65}"/>
              </a:ext>
            </a:extLst>
          </p:cNvPr>
          <p:cNvCxnSpPr/>
          <p:nvPr/>
        </p:nvCxnSpPr>
        <p:spPr>
          <a:xfrm>
            <a:off x="762000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460F0B-74D6-B1DF-7A6F-576C6373DF12}"/>
              </a:ext>
            </a:extLst>
          </p:cNvPr>
          <p:cNvCxnSpPr/>
          <p:nvPr/>
        </p:nvCxnSpPr>
        <p:spPr>
          <a:xfrm>
            <a:off x="3568148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26B477-C047-A09E-D7E4-8267B5E97E8D}"/>
              </a:ext>
            </a:extLst>
          </p:cNvPr>
          <p:cNvCxnSpPr/>
          <p:nvPr/>
        </p:nvCxnSpPr>
        <p:spPr>
          <a:xfrm>
            <a:off x="6251713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6141C11-6EEA-617D-CBF3-58A88777AE22}"/>
              </a:ext>
            </a:extLst>
          </p:cNvPr>
          <p:cNvCxnSpPr/>
          <p:nvPr/>
        </p:nvCxnSpPr>
        <p:spPr>
          <a:xfrm>
            <a:off x="8759687" y="6354765"/>
            <a:ext cx="2176669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14:cNvPr>
              <p14:cNvContentPartPr/>
              <p14:nvPr/>
            </p14:nvContentPartPr>
            <p14:xfrm>
              <a:off x="1821861" y="6151464"/>
              <a:ext cx="2318400" cy="194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BFA8BCF-683F-3430-7B88-6005F23124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5741" y="6145344"/>
                <a:ext cx="2330640" cy="20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14:cNvPr>
              <p14:cNvContentPartPr/>
              <p14:nvPr/>
            </p14:nvContentPartPr>
            <p14:xfrm>
              <a:off x="7318341" y="5933304"/>
              <a:ext cx="2577240" cy="4143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355D84FB-919C-E434-CEB7-67F9D864E70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12221" y="5927184"/>
                <a:ext cx="25894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14:cNvPr>
              <p14:cNvContentPartPr/>
              <p14:nvPr/>
            </p14:nvContentPartPr>
            <p14:xfrm>
              <a:off x="4323256" y="5614591"/>
              <a:ext cx="2435760" cy="7452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F193435-9698-43DC-6C92-C221CF2BC01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17136" y="5608471"/>
                <a:ext cx="2448000" cy="75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14:cNvPr>
              <p14:cNvContentPartPr/>
              <p14:nvPr/>
            </p14:nvContentPartPr>
            <p14:xfrm>
              <a:off x="1331656" y="5217151"/>
              <a:ext cx="9335880" cy="11502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05AE4FB-32D6-09CF-F0B0-F846BDE4414E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25536" y="5211031"/>
                <a:ext cx="9348120" cy="116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938047" y="4237047"/>
            <a:ext cx="958543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                        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R2(- implies that we had to RC):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5489327" y="4545805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5693978" y="4263157"/>
            <a:ext cx="3500765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CBBA-8D59-60E8-38AB-38F121990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Greedy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E101C-0067-1250-D8C1-A2A2B3932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Greedy assembly algorithm will always yield an assembly, but not necessarily the right one:</a:t>
            </a:r>
          </a:p>
          <a:p>
            <a:pPr lvl="1"/>
            <a:r>
              <a:rPr lang="en-US" dirty="0"/>
              <a:t>Search for overlaps. If there is more than 1 sequence that overlaps, find the sequence overlap with the highest area of overlap.</a:t>
            </a:r>
          </a:p>
          <a:p>
            <a:pPr lvl="1"/>
            <a:r>
              <a:rPr lang="en-US" dirty="0"/>
              <a:t>Find two fragments with largest overlap and merge fragments.</a:t>
            </a:r>
          </a:p>
          <a:p>
            <a:pPr lvl="1"/>
            <a:r>
              <a:rPr lang="en-US" dirty="0"/>
              <a:t>Always try to extend</a:t>
            </a:r>
          </a:p>
          <a:p>
            <a:pPr lvl="1"/>
            <a:r>
              <a:rPr lang="en-US" dirty="0"/>
              <a:t>Repeat until all overlaps are used or rejected.</a:t>
            </a:r>
            <a:br>
              <a:rPr lang="en-US" dirty="0"/>
            </a:br>
            <a:endParaRPr lang="en-US" dirty="0"/>
          </a:p>
          <a:p>
            <a:r>
              <a:rPr lang="en-US" dirty="0"/>
              <a:t>Strengths: Simple to implement and generally fast.</a:t>
            </a:r>
          </a:p>
          <a:p>
            <a:r>
              <a:rPr lang="en-US" dirty="0"/>
              <a:t>Weaknesses: Can make mistakes in assemblies.</a:t>
            </a:r>
          </a:p>
          <a:p>
            <a:r>
              <a:rPr lang="en-US" dirty="0"/>
              <a:t>Example: Imagine assembling a puzzle by always joining the two best matching pieces, even if those pieces might not be part of the final correct arrangement.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FF49-B061-4FEB-44CA-CE0CE8CA3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88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EE45-4783-73D7-C36D-56EF4C8D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86A13-B9D4-0E34-36CB-604EB09C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D1C68-13AA-8EE1-82AC-FCAD3C803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Problem: recover the genome using each read once</a:t>
            </a:r>
          </a:p>
          <a:p>
            <a:r>
              <a:rPr lang="en-US" dirty="0">
                <a:cs typeface="Courier New" panose="02070309020205020404" pitchFamily="49" charset="0"/>
              </a:rPr>
              <a:t>Longest overlap is between R3 and R6!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6C25-F597-00A9-2E63-384BD301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9940D-E086-2063-771B-3158734C1F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410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BEA7-0010-2854-09C6-089E451E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0AD7D-FDE0-281D-9C4C-8881EF598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FDFFD-A86C-B234-BC0C-AE8BC7436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427E5-4CBA-3D86-2E8B-A9B2EDD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7610D6-5D5A-9AD5-F16E-037E3B2D40B0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28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1C3B5-8702-BB6D-C6EF-D1C8F9CB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24C4-FB52-600B-B2D4-D870470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8C231-449D-580C-3C36-EE930B86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?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4D5-FBB4-E2C9-74F5-5A43E71F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4A178-0A26-72E1-CEE9-69EA793584C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211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922C2-4A76-3B12-645D-3F6DA084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AD48-2DE2-60B2-FFD1-BC081220E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F8906-F421-AABB-FCE4-9FEE0BCBE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79D6-F36C-8224-12C9-0F94F580C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98232-635C-C1A4-D46F-08B843A0F44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215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366E-1CAC-CCF9-AF1E-E227EC17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9729-9371-7CEE-0318-4AAF6DB8B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B4D7B-09A5-7D0C-E92B-EB62E5FD4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4811E-5BAC-F918-B018-DB75E81A0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1FA64-CD78-F3E1-5926-33DEEDA67C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7199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A188-B65B-E15F-4AE0-5ADA4257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E00F-D37B-9616-D2E2-23F7C8EFB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6989-145B-0084-C080-F0C241B03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04DCF-6D6C-30B3-37E5-71CE5386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3D1DC-B8C0-DFCC-4354-41DFC9302FD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758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D044-F455-B229-88E0-ACB0E2EB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32666-4C56-C269-2BBA-A6DEE6D58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29BB3-C0B6-3396-BC8B-8E3AA46B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?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77EAC-1092-FD35-0BE5-7F0B170F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C6A05-C44C-9BA5-A953-362FF91E9F08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30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D2A8D-AA93-6A97-AE6B-BF2C902D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BFEC5-4AA8-585F-6B09-E6C2DBFE0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9924-B1F6-FF8B-654C-E0F62395E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FA8C8-2C8B-F580-2E53-E7F25D72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EF3275-1779-774D-7674-B356B17189CB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739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16FB-07E1-BB42-DBED-02DD0D909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3D32F-3640-BFBD-D42A-F9AE91CD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greedy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5837D-3AF6-5C24-C3A9-D3232A338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5124936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 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Assembly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B4427-5E7D-0F2D-B95F-C763CD92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9A7FC-2BC3-5BAE-93C3-D8E616D7C1C5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>
                <a:highlight>
                  <a:srgbClr val="FFFF00"/>
                </a:highlight>
              </a:rPr>
              <a:t>R1 R2 4</a:t>
            </a:r>
          </a:p>
          <a:p>
            <a:r>
              <a:rPr lang="en-US" dirty="0">
                <a:highlight>
                  <a:srgbClr val="FFFF00"/>
                </a:highlight>
              </a:rPr>
              <a:t>R2 R3 5</a:t>
            </a:r>
          </a:p>
          <a:p>
            <a:r>
              <a:rPr lang="en-US" dirty="0">
                <a:highlight>
                  <a:srgbClr val="FFFF00"/>
                </a:highlight>
              </a:rPr>
              <a:t>R2 R6 5</a:t>
            </a:r>
          </a:p>
          <a:p>
            <a:r>
              <a:rPr lang="en-US" dirty="0">
                <a:highlight>
                  <a:srgbClr val="FFFF00"/>
                </a:highlight>
              </a:rPr>
              <a:t>R2 R7 3 X</a:t>
            </a:r>
          </a:p>
          <a:p>
            <a:r>
              <a:rPr lang="en-US" dirty="0">
                <a:highlight>
                  <a:srgbClr val="FFFF00"/>
                </a:highlight>
              </a:rPr>
              <a:t>R3 R4 3</a:t>
            </a:r>
          </a:p>
          <a:p>
            <a:r>
              <a:rPr lang="en-US" dirty="0">
                <a:highlight>
                  <a:srgbClr val="FFFF00"/>
                </a:highlight>
              </a:rPr>
              <a:t>R3 R5 3 X</a:t>
            </a:r>
          </a:p>
          <a:p>
            <a:r>
              <a:rPr lang="en-US" dirty="0">
                <a:highlight>
                  <a:srgbClr val="FFFF00"/>
                </a:highlight>
              </a:rPr>
              <a:t>R3 R6 6</a:t>
            </a:r>
          </a:p>
          <a:p>
            <a:r>
              <a:rPr lang="en-US" dirty="0">
                <a:highlight>
                  <a:srgbClr val="FFFF00"/>
                </a:highlight>
              </a:rPr>
              <a:t>R4 R5 5</a:t>
            </a:r>
          </a:p>
          <a:p>
            <a:r>
              <a:rPr lang="en-US" dirty="0">
                <a:highlight>
                  <a:srgbClr val="FFFF00"/>
                </a:highlight>
              </a:rPr>
              <a:t>R5 R6 3 X</a:t>
            </a:r>
          </a:p>
          <a:p>
            <a:r>
              <a:rPr lang="en-US" dirty="0">
                <a:highlight>
                  <a:srgbClr val="FFFF00"/>
                </a:highlight>
              </a:rPr>
              <a:t>R5 R7 3</a:t>
            </a:r>
          </a:p>
          <a:p>
            <a:r>
              <a:rPr lang="en-US" dirty="0">
                <a:highlight>
                  <a:srgbClr val="FFFF00"/>
                </a:highlight>
              </a:rPr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153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7692F-4AF3-27CF-927B-CBB1B5CE5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C59EF-DECB-CDD2-DAFC-E1B5088F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405D0-3788-255F-FFF9-CA6FF2E3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C511D-353E-B462-ADC0-BC05F26A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547F82-3FC3-29F3-FDE8-ED01C176C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520" y="5371132"/>
            <a:ext cx="9030960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28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0947-99ED-9203-770E-772FF8D2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F3AF-C48D-D566-C503-3ED43AF2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2FC3A-D9A8-5AFF-CBE7-333D1D3F4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a node 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084F0-9CBF-E184-F45D-3402EEED3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FEC71AA-A8D2-2F05-C366-D3D4A92B8C59}"/>
              </a:ext>
            </a:extLst>
          </p:cNvPr>
          <p:cNvCxnSpPr/>
          <p:nvPr/>
        </p:nvCxnSpPr>
        <p:spPr>
          <a:xfrm>
            <a:off x="3903406" y="4896465"/>
            <a:ext cx="963562" cy="55060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E6F3675-5E9A-B667-8C67-7E88C1025AF4}"/>
              </a:ext>
            </a:extLst>
          </p:cNvPr>
          <p:cNvCxnSpPr>
            <a:cxnSpLocks/>
          </p:cNvCxnSpPr>
          <p:nvPr/>
        </p:nvCxnSpPr>
        <p:spPr>
          <a:xfrm flipV="1">
            <a:off x="4100052" y="5476568"/>
            <a:ext cx="766916" cy="707922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FC357C-EC3B-A637-656C-116419A8FFB8}"/>
              </a:ext>
            </a:extLst>
          </p:cNvPr>
          <p:cNvCxnSpPr/>
          <p:nvPr/>
        </p:nvCxnSpPr>
        <p:spPr>
          <a:xfrm flipH="1">
            <a:off x="4866968" y="5476568"/>
            <a:ext cx="134701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8B5E29A-41A4-C35F-EB75-7C1CCF0E135A}"/>
              </a:ext>
            </a:extLst>
          </p:cNvPr>
          <p:cNvCxnSpPr/>
          <p:nvPr/>
        </p:nvCxnSpPr>
        <p:spPr>
          <a:xfrm flipV="1">
            <a:off x="6213987" y="4827639"/>
            <a:ext cx="855407" cy="648929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3E8D1A5-70E2-09B8-AD7E-0341DB4C3934}"/>
              </a:ext>
            </a:extLst>
          </p:cNvPr>
          <p:cNvCxnSpPr/>
          <p:nvPr/>
        </p:nvCxnSpPr>
        <p:spPr>
          <a:xfrm flipH="1" flipV="1">
            <a:off x="6213987" y="5476568"/>
            <a:ext cx="983226" cy="707922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99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EF11-DEE7-E2B2-F9D2-E2474D135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4F37-432D-7B61-4665-F150023F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82D75-8719-353F-80F8-13B29C4BF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String graph: </a:t>
            </a:r>
          </a:p>
          <a:p>
            <a:pPr lvl="1"/>
            <a:r>
              <a:rPr lang="en-US" dirty="0"/>
              <a:t>Construct a graph where each read is </a:t>
            </a:r>
            <a:r>
              <a:rPr lang="en-US"/>
              <a:t>a node </a:t>
            </a:r>
            <a:r>
              <a:rPr lang="en-US" dirty="0"/>
              <a:t>and an edge connects two reads if they overlap. </a:t>
            </a:r>
          </a:p>
          <a:p>
            <a:pPr lvl="1"/>
            <a:r>
              <a:rPr lang="en-US" dirty="0"/>
              <a:t>Merge unique edges/remove transitive edges (e.g. A-&gt;B, B-&gt;C and A-&gt;C, remove B-&gt;C if unique). </a:t>
            </a:r>
          </a:p>
          <a:p>
            <a:pPr lvl="1"/>
            <a:r>
              <a:rPr lang="en-US" dirty="0"/>
              <a:t>Contigs are a set of linear paths through the graph, split at all intersections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2078E-F401-74F4-A1B0-C207D326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BE2F5B-D595-98C2-957E-3FD32797B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494" y="5251862"/>
            <a:ext cx="9030960" cy="39058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F21D60-7F81-6C1A-D105-A679C046991D}"/>
              </a:ext>
            </a:extLst>
          </p:cNvPr>
          <p:cNvCxnSpPr>
            <a:cxnSpLocks/>
          </p:cNvCxnSpPr>
          <p:nvPr/>
        </p:nvCxnSpPr>
        <p:spPr>
          <a:xfrm>
            <a:off x="3742636" y="5993996"/>
            <a:ext cx="1544981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7CC66E-908B-D824-6330-DE3CE8CFA251}"/>
              </a:ext>
            </a:extLst>
          </p:cNvPr>
          <p:cNvCxnSpPr>
            <a:cxnSpLocks/>
          </p:cNvCxnSpPr>
          <p:nvPr/>
        </p:nvCxnSpPr>
        <p:spPr>
          <a:xfrm>
            <a:off x="3742636" y="6464180"/>
            <a:ext cx="1544981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B151E6-E37C-FACD-715E-D3F84ED212F7}"/>
              </a:ext>
            </a:extLst>
          </p:cNvPr>
          <p:cNvCxnSpPr>
            <a:cxnSpLocks/>
          </p:cNvCxnSpPr>
          <p:nvPr/>
        </p:nvCxnSpPr>
        <p:spPr>
          <a:xfrm flipH="1">
            <a:off x="5287617" y="6232215"/>
            <a:ext cx="110324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5E126-2D19-3824-2D25-E75905221540}"/>
              </a:ext>
            </a:extLst>
          </p:cNvPr>
          <p:cNvCxnSpPr>
            <a:cxnSpLocks/>
          </p:cNvCxnSpPr>
          <p:nvPr/>
        </p:nvCxnSpPr>
        <p:spPr>
          <a:xfrm>
            <a:off x="6390861" y="5993996"/>
            <a:ext cx="1230971" cy="0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AC9189-614F-9868-E50E-29B78E464E22}"/>
              </a:ext>
            </a:extLst>
          </p:cNvPr>
          <p:cNvCxnSpPr>
            <a:cxnSpLocks/>
          </p:cNvCxnSpPr>
          <p:nvPr/>
        </p:nvCxnSpPr>
        <p:spPr>
          <a:xfrm flipH="1">
            <a:off x="6390861" y="6552510"/>
            <a:ext cx="12690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996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FD871-58C2-94E2-42D9-8BFF5C172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57DC8-A219-C88E-CF3D-166C3B19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OLC strategies: String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B464B-20FC-1D20-EE5F-C1CF3AF8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91" y="1733064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Strengths: </a:t>
            </a:r>
          </a:p>
          <a:p>
            <a:pPr lvl="1"/>
            <a:r>
              <a:rPr lang="en-US" dirty="0"/>
              <a:t>Assemblies are more correct, because the graph structure preserves information about all overlaps, not just the strongest ones.</a:t>
            </a:r>
          </a:p>
          <a:p>
            <a:pPr lvl="1"/>
            <a:r>
              <a:rPr lang="en-US" dirty="0"/>
              <a:t>Storing assembly as a graph can help resolve it later with additional data</a:t>
            </a:r>
          </a:p>
          <a:p>
            <a:r>
              <a:rPr lang="en-US" dirty="0"/>
              <a:t>Weaknesses: More computationally intensive. Building the initial overlap graph is typically the slowest part of the assembly.</a:t>
            </a:r>
          </a:p>
          <a:p>
            <a:r>
              <a:rPr lang="en-US" dirty="0"/>
              <a:t>Example: Imagine creating a map of all possible connections between puzzle pieces and then finding the optimal path through the connections to assemble the puzzle.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11E45-C9AC-0D7F-3E0E-8BCD7674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07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02413-B113-551C-AF4F-2D563044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9BA9-A812-7105-E061-43EFBD05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8859C-791C-3FFB-66E9-2C866A311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37B97-321F-598B-551F-E6C6B21CF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14311-5D45-373A-A790-ABB8FF47F917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785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87A2E-85B4-488E-99B1-36C9F7A1C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F769-E1BB-44B7-9E5B-7CB476CE8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06980-B729-D2E9-EC54-7A4EA358F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6824F-3BA5-97FE-CA02-DFDE82F9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D5234-0D09-EBF0-51E4-D750AED8087C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1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1E5F-320A-1FBC-98CB-C4A60D57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A6E3-D661-7625-96B9-2C482C592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10B74-015D-9014-DB6C-383B4BDEE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Reduce R1 R2 and R4 R5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AAAAAAA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 err="1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cs typeface="Courier New" panose="02070309020205020404" pitchFamily="49" charset="0"/>
              </a:rPr>
              <a:t>Assembly: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 GACG 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022DA-463B-3F5B-1436-34A997FF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FF3CB0-3F53-0256-3B1B-CAE2E6E1704D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2C23F3-A4D1-3DFC-5246-F11131D4D3A2}"/>
              </a:ext>
            </a:extLst>
          </p:cNvPr>
          <p:cNvCxnSpPr/>
          <p:nvPr/>
        </p:nvCxnSpPr>
        <p:spPr>
          <a:xfrm>
            <a:off x="2035277" y="4689987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634F3A8-91A4-D7BD-4807-A6CDAD416931}"/>
              </a:ext>
            </a:extLst>
          </p:cNvPr>
          <p:cNvCxnSpPr/>
          <p:nvPr/>
        </p:nvCxnSpPr>
        <p:spPr>
          <a:xfrm>
            <a:off x="3220064" y="4429432"/>
            <a:ext cx="0" cy="1376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007874-22D9-E804-BF6E-9868F8AC474D}"/>
              </a:ext>
            </a:extLst>
          </p:cNvPr>
          <p:cNvCxnSpPr>
            <a:cxnSpLocks/>
          </p:cNvCxnSpPr>
          <p:nvPr/>
        </p:nvCxnSpPr>
        <p:spPr>
          <a:xfrm>
            <a:off x="3893573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89C59BF-BE46-A579-DB82-CE003ED97942}"/>
              </a:ext>
            </a:extLst>
          </p:cNvPr>
          <p:cNvCxnSpPr>
            <a:cxnSpLocks/>
          </p:cNvCxnSpPr>
          <p:nvPr/>
        </p:nvCxnSpPr>
        <p:spPr>
          <a:xfrm>
            <a:off x="4429431" y="4853005"/>
            <a:ext cx="0" cy="10561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06CC79-30B9-E41C-24BE-C3E275BB9E2D}"/>
              </a:ext>
            </a:extLst>
          </p:cNvPr>
          <p:cNvCxnSpPr>
            <a:cxnSpLocks/>
          </p:cNvCxnSpPr>
          <p:nvPr/>
        </p:nvCxnSpPr>
        <p:spPr>
          <a:xfrm>
            <a:off x="1376515" y="5299587"/>
            <a:ext cx="0" cy="7669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7266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3171-38EA-65CC-95CF-652C1E6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7F119-4A30-EA9B-77DA-C06E6FEBA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11FE9-FC8C-8E93-F670-4D5E7299B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949C8-D0EA-09EC-BBC9-19C1CD60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8ECF0-F4FC-9D0F-0827-7B41CA0AAD34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9EE80-5D63-4426-F841-2414604F8C0B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35EAF1-52B7-796E-FB46-CCD819C7690B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46275-4E31-A0E1-BE3D-1A96E176AEC0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69970B-191B-4051-451F-25AEE2F5FA2C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12A0194-B870-DAAF-918E-C3EDED2272B5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B60A06-E170-023A-0398-9E6F069CCCAE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6BE63B-5FC6-E685-49BE-00F94C947CD2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178542B-E98C-32BA-198C-B4AC8662380D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5129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D408-000E-10F1-1A5E-987BB907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1439E-6159-E90D-F0DB-8BA5C8D3F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88A-C842-1664-5DCB-D5EBF3E50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1"/>
            <a:ext cx="7970194" cy="32930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F5140-C0EE-AC3B-F4B8-403F3CE32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B8B3-F87D-B974-C95A-135951D3F182}"/>
              </a:ext>
            </a:extLst>
          </p:cNvPr>
          <p:cNvSpPr txBox="1"/>
          <p:nvPr/>
        </p:nvSpPr>
        <p:spPr>
          <a:xfrm>
            <a:off x="8641744" y="1838112"/>
            <a:ext cx="179388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Overlaps (min 3):</a:t>
            </a:r>
          </a:p>
          <a:p>
            <a:r>
              <a:rPr lang="en-US" dirty="0"/>
              <a:t>R1 R2 4</a:t>
            </a:r>
          </a:p>
          <a:p>
            <a:r>
              <a:rPr lang="en-US" dirty="0"/>
              <a:t>R2 R3 5</a:t>
            </a:r>
          </a:p>
          <a:p>
            <a:r>
              <a:rPr lang="en-US" dirty="0"/>
              <a:t>R2 R6 5</a:t>
            </a:r>
          </a:p>
          <a:p>
            <a:r>
              <a:rPr lang="en-US" dirty="0"/>
              <a:t>R2 R7 3</a:t>
            </a:r>
          </a:p>
          <a:p>
            <a:r>
              <a:rPr lang="en-US" dirty="0"/>
              <a:t>R3 R4 3</a:t>
            </a:r>
          </a:p>
          <a:p>
            <a:r>
              <a:rPr lang="en-US" dirty="0"/>
              <a:t>R3 R5 3</a:t>
            </a:r>
          </a:p>
          <a:p>
            <a:r>
              <a:rPr lang="en-US" dirty="0"/>
              <a:t>R3 R6 6</a:t>
            </a:r>
          </a:p>
          <a:p>
            <a:r>
              <a:rPr lang="en-US" dirty="0"/>
              <a:t>R4 R5 5</a:t>
            </a:r>
          </a:p>
          <a:p>
            <a:r>
              <a:rPr lang="en-US" dirty="0"/>
              <a:t>R5 R6 3</a:t>
            </a:r>
          </a:p>
          <a:p>
            <a:r>
              <a:rPr lang="en-US" dirty="0"/>
              <a:t>R5 R7 3</a:t>
            </a:r>
          </a:p>
          <a:p>
            <a:r>
              <a:rPr lang="en-US" dirty="0"/>
              <a:t>R6 R7 3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6F3E22-D4F4-0C48-6BE9-D3DB9F45239E}"/>
              </a:ext>
            </a:extLst>
          </p:cNvPr>
          <p:cNvSpPr txBox="1"/>
          <p:nvPr/>
        </p:nvSpPr>
        <p:spPr>
          <a:xfrm>
            <a:off x="1671007" y="5131321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62957-16F2-A422-8D24-934FDF0610AA}"/>
              </a:ext>
            </a:extLst>
          </p:cNvPr>
          <p:cNvSpPr txBox="1"/>
          <p:nvPr/>
        </p:nvSpPr>
        <p:spPr>
          <a:xfrm>
            <a:off x="3199155" y="5500826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B50B8-E36C-D443-BF78-B5181B10F35F}"/>
              </a:ext>
            </a:extLst>
          </p:cNvPr>
          <p:cNvSpPr txBox="1"/>
          <p:nvPr/>
        </p:nvSpPr>
        <p:spPr>
          <a:xfrm>
            <a:off x="4957868" y="5100716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B1276-8A75-2BEB-9E30-40644AB96427}"/>
              </a:ext>
            </a:extLst>
          </p:cNvPr>
          <p:cNvSpPr txBox="1"/>
          <p:nvPr/>
        </p:nvSpPr>
        <p:spPr>
          <a:xfrm>
            <a:off x="3438793" y="6112096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EE1D1A-8418-8A3D-ED79-C1E27F5A62F4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542271" y="5331376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A74B7B-E640-35EF-5A97-3DEC6DFA7135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230741" y="5700881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9E88DC5-781F-B863-B383-E964EDB9CF06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199155" y="5700881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A0F29A-F069-1A3D-05D1-3DC023B36957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427376" y="5300771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14:cNvPr>
              <p14:cNvContentPartPr/>
              <p14:nvPr/>
            </p14:nvContentPartPr>
            <p14:xfrm>
              <a:off x="1733138" y="5128943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1BDB242-C679-E715-FB1A-AC3FF931BB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27018" y="5122823"/>
                <a:ext cx="3965760" cy="13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6341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F0BAF-F279-BFD6-D299-E5493C1EE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87A0-7991-EE0E-A969-0F5084492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string graph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B49DA-9998-0C08-0B00-D1E8CCC25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8" y="1596541"/>
            <a:ext cx="10983781" cy="3735480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>
                <a:cs typeface="Courier New" panose="02070309020205020404" pitchFamily="49" charset="0"/>
              </a:rPr>
              <a:t>String graph: assembly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 </a:t>
            </a:r>
            <a:r>
              <a:rPr lang="en-US" dirty="0">
                <a:cs typeface="Courier New" panose="02070309020205020404" pitchFamily="49" charset="0"/>
              </a:rPr>
              <a:t>produces the same graph:</a:t>
            </a:r>
          </a:p>
          <a:p>
            <a:endParaRPr lang="en-US" dirty="0">
              <a:solidFill>
                <a:schemeClr val="tx1"/>
              </a:solidFill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AC1C-51A3-48BD-2317-105BED4F7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4DD092-BAE6-5DD7-CA9A-5621159865FA}"/>
              </a:ext>
            </a:extLst>
          </p:cNvPr>
          <p:cNvSpPr txBox="1"/>
          <p:nvPr/>
        </p:nvSpPr>
        <p:spPr>
          <a:xfrm>
            <a:off x="1504753" y="2771498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35E8C-BE95-7DEC-DDA8-65A441CC6935}"/>
              </a:ext>
            </a:extLst>
          </p:cNvPr>
          <p:cNvSpPr txBox="1"/>
          <p:nvPr/>
        </p:nvSpPr>
        <p:spPr>
          <a:xfrm>
            <a:off x="3032901" y="3141003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721045-E61E-2459-B401-6B795AB4960F}"/>
              </a:ext>
            </a:extLst>
          </p:cNvPr>
          <p:cNvSpPr txBox="1"/>
          <p:nvPr/>
        </p:nvSpPr>
        <p:spPr>
          <a:xfrm>
            <a:off x="4791614" y="2740893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C9091-692E-40F4-6C5B-F9297CB89826}"/>
              </a:ext>
            </a:extLst>
          </p:cNvPr>
          <p:cNvSpPr txBox="1"/>
          <p:nvPr/>
        </p:nvSpPr>
        <p:spPr>
          <a:xfrm>
            <a:off x="3272539" y="3752273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F9201A-19F6-6EA1-A878-EFF08554639E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2376017" y="2971553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95BFDE-93CA-EECD-11B5-80362F90399B}"/>
              </a:ext>
            </a:extLst>
          </p:cNvPr>
          <p:cNvCxnSpPr>
            <a:cxnSpLocks/>
            <a:stCxn id="15" idx="3"/>
            <a:endCxn id="10" idx="3"/>
          </p:cNvCxnSpPr>
          <p:nvPr/>
        </p:nvCxnSpPr>
        <p:spPr>
          <a:xfrm flipV="1">
            <a:off x="4064487" y="3341058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E64C87C-6061-D819-1F55-0BEBE317863B}"/>
              </a:ext>
            </a:extLst>
          </p:cNvPr>
          <p:cNvCxnSpPr>
            <a:cxnSpLocks/>
            <a:stCxn id="15" idx="1"/>
            <a:endCxn id="10" idx="1"/>
          </p:cNvCxnSpPr>
          <p:nvPr/>
        </p:nvCxnSpPr>
        <p:spPr>
          <a:xfrm flipH="1" flipV="1">
            <a:off x="3032901" y="3341058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E8C60A7-C83C-A40A-9CFD-2432368E4BE5}"/>
              </a:ext>
            </a:extLst>
          </p:cNvPr>
          <p:cNvCxnSpPr>
            <a:cxnSpLocks/>
            <a:stCxn id="13" idx="1"/>
            <a:endCxn id="10" idx="3"/>
          </p:cNvCxnSpPr>
          <p:nvPr/>
        </p:nvCxnSpPr>
        <p:spPr>
          <a:xfrm flipH="1">
            <a:off x="4261122" y="2940948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14:cNvPr>
              <p14:cNvContentPartPr/>
              <p14:nvPr/>
            </p14:nvContentPartPr>
            <p14:xfrm>
              <a:off x="1566884" y="2769120"/>
              <a:ext cx="3953520" cy="13197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F5F4F4E-B458-CF0D-366D-50D16B47DE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0764" y="2763000"/>
                <a:ext cx="3965760" cy="1332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BB11CAF-918C-00F9-E29D-AE82C904F562}"/>
              </a:ext>
            </a:extLst>
          </p:cNvPr>
          <p:cNvSpPr txBox="1"/>
          <p:nvPr/>
        </p:nvSpPr>
        <p:spPr>
          <a:xfrm>
            <a:off x="5124747" y="4900233"/>
            <a:ext cx="8712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AACAT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60540-248C-5C42-9A8B-0224493D24EB}"/>
              </a:ext>
            </a:extLst>
          </p:cNvPr>
          <p:cNvSpPr txBox="1"/>
          <p:nvPr/>
        </p:nvSpPr>
        <p:spPr>
          <a:xfrm>
            <a:off x="6652895" y="5269738"/>
            <a:ext cx="12282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99DDE-EE95-734C-B96F-6AE2DA7D8FB0}"/>
              </a:ext>
            </a:extLst>
          </p:cNvPr>
          <p:cNvSpPr txBox="1"/>
          <p:nvPr/>
        </p:nvSpPr>
        <p:spPr>
          <a:xfrm>
            <a:off x="8411608" y="4869628"/>
            <a:ext cx="784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CGTC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EEC80-387A-12C9-11EA-9A61DC7F8345}"/>
              </a:ext>
            </a:extLst>
          </p:cNvPr>
          <p:cNvSpPr txBox="1"/>
          <p:nvPr/>
        </p:nvSpPr>
        <p:spPr>
          <a:xfrm>
            <a:off x="6892533" y="5881008"/>
            <a:ext cx="7919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GCAG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863513-70C6-F725-F823-277F119047A7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5996011" y="5100288"/>
            <a:ext cx="656884" cy="369505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AC72D8E-A128-8BFC-166C-9AE98F929086}"/>
              </a:ext>
            </a:extLst>
          </p:cNvPr>
          <p:cNvCxnSpPr>
            <a:cxnSpLocks/>
            <a:stCxn id="12" idx="3"/>
            <a:endCxn id="8" idx="3"/>
          </p:cNvCxnSpPr>
          <p:nvPr/>
        </p:nvCxnSpPr>
        <p:spPr>
          <a:xfrm flipV="1">
            <a:off x="7684481" y="5469793"/>
            <a:ext cx="196635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F80A9C2-21BB-6225-9142-A647140607FA}"/>
              </a:ext>
            </a:extLst>
          </p:cNvPr>
          <p:cNvCxnSpPr>
            <a:cxnSpLocks/>
            <a:stCxn id="12" idx="1"/>
            <a:endCxn id="8" idx="1"/>
          </p:cNvCxnSpPr>
          <p:nvPr/>
        </p:nvCxnSpPr>
        <p:spPr>
          <a:xfrm flipH="1" flipV="1">
            <a:off x="6652895" y="5469793"/>
            <a:ext cx="239638" cy="6112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1AB5DE-6244-2A91-A11C-4B1E9734E14D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7881116" y="5069683"/>
            <a:ext cx="530492" cy="4001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D8F3142-DA2A-E3C1-894C-5D7EDB120C19}"/>
                  </a:ext>
                </a:extLst>
              </p14:cNvPr>
              <p14:cNvContentPartPr/>
              <p14:nvPr/>
            </p14:nvContentPartPr>
            <p14:xfrm>
              <a:off x="5189138" y="4950383"/>
              <a:ext cx="3906000" cy="14389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D8F3142-DA2A-E3C1-894C-5D7EDB120C1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183018" y="4944263"/>
                <a:ext cx="3918240" cy="145116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5FC96EC-7F1C-49B3-843C-8466F97F5757}"/>
              </a:ext>
            </a:extLst>
          </p:cNvPr>
          <p:cNvSpPr txBox="1"/>
          <p:nvPr/>
        </p:nvSpPr>
        <p:spPr>
          <a:xfrm>
            <a:off x="2064190" y="5881008"/>
            <a:ext cx="3796757" cy="644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use coverage to estimate repeat multiplicity</a:t>
            </a:r>
          </a:p>
        </p:txBody>
      </p:sp>
    </p:spTree>
    <p:extLst>
      <p:ext uri="{BB962C8B-B14F-4D97-AF65-F5344CB8AC3E}">
        <p14:creationId xmlns:p14="http://schemas.microsoft.com/office/powerpoint/2010/main" val="385442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2" grpId="0"/>
      <p:bldP spid="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7AA77-BD07-B5D1-C95C-7EF9483A6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3FEF-821E-D7E0-E240-787D05BBA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7F99-FE5F-AE5E-BBAF-A78096718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Reads have errors, overlaps are typically not perfect</a:t>
            </a:r>
          </a:p>
          <a:p>
            <a:endParaRPr lang="en-US" dirty="0"/>
          </a:p>
          <a:p>
            <a:r>
              <a:rPr lang="en-US" dirty="0"/>
              <a:t>In each contig we need to compute consensus sequence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11ED8-A67C-F9C7-85D9-BF5001079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93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9CD7-D23B-7A16-53CA-75862DA00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C0438-F4A4-AE56-359A-2D7FB2777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0243-4EDE-8D76-339C-6B8A96074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r>
              <a:rPr lang="en-US" b="1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AGATAGACAAAGACATAGACAGATACGC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ATAGACACAGACTATAGGCAGATACACTCGAT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GACATAGACATAGACAGGATACGCTCG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ACATAGATATAGACAGGATACACTCGA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TAGACAGGATACAC</a:t>
            </a:r>
            <a:r>
              <a:rPr lang="en-US" dirty="0">
                <a:highlight>
                  <a:srgbClr val="00FFFF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FDAC-EC65-9F18-86F7-7F39557B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9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DDD1A-0A70-C33A-55C5-5A09CD6BE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E09B2-83B2-638B-BFFD-C19A1751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3C44-2958-9368-E61C-29FC67FC4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multi-alignment to “backbone” contig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AGATAGACAAAGAC-ATAGACAG-ATACGCTCGATCGGGT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553D6-F3B3-E4EA-E5E2-39512801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966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DC8E-404A-D338-8A89-94902ABA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4C4C3-A68C-BB35-1AEB-ABCC95053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Computing consensus sequence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AB37-2FD6-5225-D78F-08D286B6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Produce consensus sequence</a:t>
            </a:r>
          </a:p>
          <a:p>
            <a:pPr marL="0" indent="0">
              <a:buNone/>
            </a:pP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ATAGACAG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b="1" dirty="0">
                <a:solidFill>
                  <a:srgbClr val="FF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CTCGATCGGGT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CAG-ATAC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-T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CTCGA</a:t>
            </a:r>
            <a:b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TAG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TCGATCGGGT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7A926-4208-DC1A-C189-8580AA7E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3147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6F81-C0D3-FA5A-B14B-5B2BD1635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F7279-AF34-7671-2C30-1F8CDF1A0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24EB8-D864-A4F1-14CF-2B13AFC2C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787985"/>
            <a:ext cx="11259083" cy="473080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Break reads into overlapping k-</a:t>
            </a:r>
            <a:r>
              <a:rPr lang="en-US" dirty="0" err="1"/>
              <a:t>mers</a:t>
            </a:r>
            <a:r>
              <a:rPr lang="en-US" dirty="0"/>
              <a:t> of fixed length K; for example</a:t>
            </a:r>
            <a:r>
              <a:rPr lang="en-US"/>
              <a:t>, K = 5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AGACATAGAC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GACAT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ACATA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CATAG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ATAGA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TAGAC</a:t>
            </a:r>
          </a:p>
          <a:p>
            <a:r>
              <a:rPr lang="en-US" dirty="0">
                <a:cs typeface="Courier New" panose="02070309020205020404" pitchFamily="49" charset="0"/>
              </a:rPr>
              <a:t>Count all </a:t>
            </a:r>
            <a:r>
              <a:rPr lang="en-US" dirty="0" err="1">
                <a:cs typeface="Courier New" panose="02070309020205020404" pitchFamily="49" charset="0"/>
              </a:rPr>
              <a:t>kmers</a:t>
            </a:r>
            <a:r>
              <a:rPr lang="en-US" dirty="0">
                <a:cs typeface="Courier New" panose="02070309020205020404" pitchFamily="49" charset="0"/>
              </a:rPr>
              <a:t> in the reads, build a </a:t>
            </a:r>
            <a:r>
              <a:rPr lang="en-US" i="1" dirty="0">
                <a:cs typeface="Courier New" panose="02070309020205020404" pitchFamily="49" charset="0"/>
              </a:rPr>
              <a:t>table</a:t>
            </a:r>
            <a:r>
              <a:rPr lang="en-US" dirty="0">
                <a:cs typeface="Courier New" panose="02070309020205020404" pitchFamily="49" charset="0"/>
              </a:rPr>
              <a:t> of </a:t>
            </a:r>
            <a:r>
              <a:rPr lang="en-US" dirty="0" err="1">
                <a:cs typeface="Courier New" panose="02070309020205020404" pitchFamily="49" charset="0"/>
              </a:rPr>
              <a:t>kmer</a:t>
            </a:r>
            <a:r>
              <a:rPr lang="en-US" dirty="0">
                <a:cs typeface="Courier New" panose="02070309020205020404" pitchFamily="49" charset="0"/>
              </a:rPr>
              <a:t>-count (use canonical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)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 5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ATGTC 20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Build </a:t>
            </a:r>
            <a:r>
              <a:rPr lang="en-US" i="1" dirty="0">
                <a:cs typeface="Courier New" panose="02070309020205020404" pitchFamily="49" charset="0"/>
              </a:rPr>
              <a:t>k-mer graph</a:t>
            </a:r>
            <a:r>
              <a:rPr lang="en-US" dirty="0">
                <a:cs typeface="Courier New" panose="02070309020205020404" pitchFamily="49" charset="0"/>
              </a:rPr>
              <a:t>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</a:p>
          <a:p>
            <a:r>
              <a:rPr lang="en-US" dirty="0">
                <a:cs typeface="Courier New" panose="02070309020205020404" pitchFamily="49" charset="0"/>
              </a:rPr>
              <a:t>Look for a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Eulerian</a:t>
            </a:r>
            <a:r>
              <a:rPr lang="en-US" dirty="0">
                <a:cs typeface="Courier New" panose="02070309020205020404" pitchFamily="49" charset="0"/>
              </a:rPr>
              <a:t> path through the graph (trail that visits each edge exactly once) or </a:t>
            </a:r>
          </a:p>
          <a:p>
            <a:pPr lvl="1"/>
            <a:r>
              <a:rPr lang="en-US" i="1" dirty="0">
                <a:cs typeface="Courier New" panose="02070309020205020404" pitchFamily="49" charset="0"/>
              </a:rPr>
              <a:t>Hamiltonian</a:t>
            </a:r>
            <a:r>
              <a:rPr lang="en-US" dirty="0">
                <a:cs typeface="Courier New" panose="02070309020205020404" pitchFamily="49" charset="0"/>
              </a:rPr>
              <a:t> path through the graph (path that visits each node exactly once)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12469A-ACAE-78EB-26B7-6C6BF83B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05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A2784-D1AF-232C-7EE5-6D3CDE4AF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4B5A2-D3AA-0BE7-7CB4-24075236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9E9641-2D54-149A-3761-4D1E708F8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5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G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10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 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-none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ACFE7-13D5-AEDD-067B-2790D3517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FB68D5-6DAF-1CA7-3CC0-C4EE61C2BFB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41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1F1F-55A4-2922-C733-FCA004FE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C55B-E271-79DB-2624-AF209A48F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4E86E-FFB3-6D98-728D-52FD2EEFD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b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GACA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This is a forward “branch”. 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350D6-9B46-641C-AA34-295F877B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CFE40A-C156-BD9D-9E9F-E5A7E8B31491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922313-FE72-539C-A196-FBBC3C57F084}"/>
              </a:ext>
            </a:extLst>
          </p:cNvPr>
          <p:cNvCxnSpPr/>
          <p:nvPr/>
        </p:nvCxnSpPr>
        <p:spPr>
          <a:xfrm flipV="1">
            <a:off x="6248705" y="342900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8AD8978-1D40-786D-2803-F9BDC491C34B}"/>
              </a:ext>
            </a:extLst>
          </p:cNvPr>
          <p:cNvCxnSpPr>
            <a:cxnSpLocks/>
          </p:cNvCxnSpPr>
          <p:nvPr/>
        </p:nvCxnSpPr>
        <p:spPr>
          <a:xfrm>
            <a:off x="6248705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8042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5B961-0E49-69BD-B55F-405C43168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02CB-75F6-0791-2719-2E3B82AE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7CB8-7845-D670-3A75-C8D5266CD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15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D713C-A3B4-8EDE-D04B-D078C582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D51C9-FC86-2C2F-B8DD-BE70A249F18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2D26F9-6987-B9D1-9FDE-48F837756241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E3BA5A-BE33-42AC-5AE6-308EF3008D2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EF633A-9622-2C29-1B95-BA51E539D8E9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for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3361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3CD20-DBDC-8AB9-CE2D-C5ACF6205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A9D06-3E06-DC73-BEAB-E58D33BFC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BB257-A012-64E9-3984-7DA642E53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0FDC8-E98A-9A0C-4EA8-D8D6744DB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199395-D67E-8EDB-2C6F-BD6BFA5DD53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6684FE6-B114-2674-FA62-90606B221EA3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7F6DB5-B80F-031A-1BCA-23BA7317A0AF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BE2AB99-B59F-5676-D02C-9E1C6A2090E2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Possibly unique continuation?  Check for backward branch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5801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409B-B440-83AB-9D34-07315743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19279-E907-E930-7F32-127F7BF6E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5828E-9EB0-DD79-B3C9-EF7675D67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none </a:t>
            </a:r>
            <a:r>
              <a:rPr lang="en-US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none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E4A93-7E52-12B6-8E11-AB61D0D5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34FD4-2EE5-5774-53CF-A827782CF03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08DE59-74C7-A996-43D7-B6E78E612B13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7AA0E0C-5E41-0ABE-DF3A-41FA6438B346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D1B11BB-ECC8-C497-BE6C-FD43378B5F84}"/>
              </a:ext>
            </a:extLst>
          </p:cNvPr>
          <p:cNvSpPr txBox="1"/>
          <p:nvPr/>
        </p:nvSpPr>
        <p:spPr>
          <a:xfrm>
            <a:off x="1108037" y="5843743"/>
            <a:ext cx="889657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cs typeface="Courier New" panose="02070309020205020404" pitchFamily="49" charset="0"/>
              </a:rPr>
              <a:t>No backward branch -- continue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326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0EA3-3246-3BCD-E7F0-A18DD187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4460-8AF6-DCCA-F327-079A70A82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6C881-2F85-4121-2E4F-080F9FEA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DE90E-4C53-0541-F51F-0624DABB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4C1F54-F6EE-25E7-D4E3-9C3A3943FA5C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9659B81-0923-BB9E-922E-BDA747B76E0A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0715F69-82B7-C0EF-9DE4-A45C4E85F357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7A064B-0EEC-FD29-63AE-62D9DC418F40}"/>
              </a:ext>
            </a:extLst>
          </p:cNvPr>
          <p:cNvCxnSpPr>
            <a:cxnSpLocks/>
          </p:cNvCxnSpPr>
          <p:nvPr/>
        </p:nvCxnSpPr>
        <p:spPr>
          <a:xfrm flipH="1" flipV="1">
            <a:off x="4263540" y="3734410"/>
            <a:ext cx="458115" cy="3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6922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3A23-6B38-B485-CDF3-340CFA90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E5904-6D91-6D96-0793-E5570AE7A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0291D-AA5E-5EAA-BA29-DD2A74D45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A9BD0-52B5-0343-D364-BF0AA7D32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4ADB5-4F5E-07FD-C4D2-DE26B69E73DD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D39780-D411-614D-A5FB-2F9DCCA167E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6D7235-5F9B-AD94-DE82-42DEF8235930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5882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F419C-9478-91AB-98BC-C753CF05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B3C42-1AF0-1516-DE5D-A140BE533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C471E-70EB-E535-7B5A-F13EC98C1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87986"/>
            <a:ext cx="10972800" cy="4389704"/>
          </a:xfrm>
        </p:spPr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Build k-mer graph,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nodes and k-1 exact overlaps are edges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 </a:t>
            </a:r>
            <a:r>
              <a:rPr lang="en-US" dirty="0">
                <a:cs typeface="Courier New" panose="02070309020205020404" pitchFamily="49" charset="0"/>
              </a:rPr>
              <a:t>check continuations in both directions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GACAC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AGAC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GACAG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none 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Continue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846C4-0091-B32B-EB7A-412A62EF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BE9817-4443-E5C0-0429-6B5022DF6CF6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A1E0BF9-A5E8-A51D-844C-FD09796A9CBF}"/>
              </a:ext>
            </a:extLst>
          </p:cNvPr>
          <p:cNvCxnSpPr/>
          <p:nvPr/>
        </p:nvCxnSpPr>
        <p:spPr>
          <a:xfrm flipV="1">
            <a:off x="6096000" y="3432629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339DE0-6691-7F10-00AB-1FAE75532E9B}"/>
              </a:ext>
            </a:extLst>
          </p:cNvPr>
          <p:cNvCxnSpPr>
            <a:cxnSpLocks/>
          </p:cNvCxnSpPr>
          <p:nvPr/>
        </p:nvCxnSpPr>
        <p:spPr>
          <a:xfrm>
            <a:off x="6085020" y="3734410"/>
            <a:ext cx="610820" cy="305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387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5ECEB-8314-4F5B-A37B-470FD90D5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Properties of the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0B893-EF41-6232-0920-205CB5599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k-mer is encountered only ONCE in the graph</a:t>
            </a:r>
          </a:p>
          <a:p>
            <a:endParaRPr lang="en-US" i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An assembly that visits each edge once can collapse repeats (some edges may need to be visited more than once in loops)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Can use k-mer counts to see how many times need to go through each node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FEC9-20C9-4652-BA81-FFC82D47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4270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2325D-839F-A8C7-19DB-7D03BBD2F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7355E7-B584-3612-A29A-58FD462AD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01079"/>
          </a:xfrm>
        </p:spPr>
        <p:txBody>
          <a:bodyPr>
            <a:normAutofit/>
          </a:bodyPr>
          <a:lstStyle/>
          <a:p>
            <a:r>
              <a:rPr lang="en-US" dirty="0"/>
              <a:t>K-unitigs are DNA sequences that correspond to strictly linear paths through K-mer graph</a:t>
            </a:r>
          </a:p>
          <a:p>
            <a:pPr lvl="1"/>
            <a:r>
              <a:rPr lang="en-US" dirty="0"/>
              <a:t>No forward or backward branches allowed</a:t>
            </a:r>
          </a:p>
          <a:p>
            <a:pPr lvl="1"/>
            <a:r>
              <a:rPr lang="en-US" dirty="0"/>
              <a:t>Can overlap exactly by K-1 bases with one or more other K-unitigs</a:t>
            </a:r>
          </a:p>
          <a:p>
            <a:pPr lvl="1"/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k-unitigs are distinct (no K-mer is repeated twice)</a:t>
            </a:r>
          </a:p>
          <a:p>
            <a:r>
              <a:rPr lang="en-US" dirty="0"/>
              <a:t>A more compact representation of K-mer graph </a:t>
            </a:r>
          </a:p>
          <a:p>
            <a:pPr lvl="1"/>
            <a:r>
              <a:rPr lang="en-US" dirty="0"/>
              <a:t>K-unitigs are nodes</a:t>
            </a:r>
          </a:p>
          <a:p>
            <a:pPr lvl="1"/>
            <a:r>
              <a:rPr lang="en-US" dirty="0"/>
              <a:t>K-1 exact overlaps are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F39EE-0A3B-CDEE-67CC-21AEB0A26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5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A196-3973-F5F7-8389-C4B5891B4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2601-726E-6A78-855B-D2AEFAD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B2B54-2F5A-F642-85AC-744709BAC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47F0D5-32A3-0F18-AE7A-83631F277D79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3584AE-D2C7-6A1C-8506-1CAE35112C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B88AC9-3E43-3579-77D0-E05B7694AF07}"/>
              </a:ext>
            </a:extLst>
          </p:cNvPr>
          <p:cNvSpPr/>
          <p:nvPr/>
        </p:nvSpPr>
        <p:spPr>
          <a:xfrm>
            <a:off x="3496235" y="3239556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F45A17-0CA8-EFB5-963F-E7B97C046FA6}"/>
              </a:ext>
            </a:extLst>
          </p:cNvPr>
          <p:cNvSpPr/>
          <p:nvPr/>
        </p:nvSpPr>
        <p:spPr>
          <a:xfrm>
            <a:off x="7144870" y="3262864"/>
            <a:ext cx="1247887" cy="9236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8551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E303-CAE7-019E-8D5A-397731D0C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DB4CD-0F7A-A465-2F7E-084A66FCE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DD0A5-9350-6919-76EB-AB03F5F69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7E992A-4D9C-FA4E-2A4E-BA8807EB5712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68E9E-1795-5D8E-27CF-1DE160C1E555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8EED-650E-4478-2054-51B127185E2A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E1D30BF-4B21-9320-62B0-5C6CCE3369C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84750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CA13-625C-1C93-56B5-89CE562F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50641-1F7E-D703-280B-D191B957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29AB4-520E-7D51-B483-89BC33459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D645D-DA86-5AF6-BB95-5F40978BD7B7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CEF3D-83E7-76F8-0BE5-B5162FCC9E02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D409A8-D0BD-818E-0927-8BF280921B0F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D715D7-A8F4-37AB-EAC9-D905D6A73C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DA87073-9278-EE92-AB61-4F17126967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25441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5F5C7-5FEA-ECD1-7634-33FC0E39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C407-5313-1C03-2C27-6DDC0ED6B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302F4-6547-1A36-F175-138E1C41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6DD-D27B-CD67-9662-3C32C77DAF94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178651-432D-B96E-944A-6CB79E34E54D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38EF86-2568-1BC3-0C5C-0149DDDD368B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1EF2061-4B2E-7005-4C7A-94397D60A6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0833ED-27A5-9195-EF79-50DC2014E6F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BF92AD9-1D2E-6315-723A-02763DCC934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87249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55D4-33B5-3DAC-251A-26522AD2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253-0AD0-D702-2587-4B268F32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88E50-3096-6232-BC20-E6CC4EC1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92432-BD6B-A6F7-882A-5AF0FB3BF668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GATAACAAAGATAGAC                ATGAGACTAAATAA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AGATAGACATAACAAGATACATCAATGAGACT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AGATACGACAATAGATAGAC                ATGAGACTAAACATGAC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9319D-BDEC-B158-D00C-D491D8EE84A9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603E-3B9C-A19F-CEC8-7C6FDDC6043D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366D76-0B69-D5D7-E5AA-7D22900E33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256A2C-D47E-1E0B-D528-2ECD10DDBD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B8F16614-77D9-3264-70A6-892E4C9B447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8312ABA-F0E2-652B-71DF-726320A311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0136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D306-84C3-ECD2-56DD-0EE17BF0D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147C-767B-2709-6288-75A9AC9C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K-unitigs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09060-5B55-68B7-B998-5CD3FEB8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23E8D-894A-7692-6801-DDE38056902F}"/>
              </a:ext>
            </a:extLst>
          </p:cNvPr>
          <p:cNvSpPr txBox="1"/>
          <p:nvPr/>
        </p:nvSpPr>
        <p:spPr>
          <a:xfrm>
            <a:off x="1570617" y="3239556"/>
            <a:ext cx="83407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AAACATGAC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6351C3-565A-6163-CB6A-69CCE660E086}"/>
              </a:ext>
            </a:extLst>
          </p:cNvPr>
          <p:cNvSpPr txBox="1"/>
          <p:nvPr/>
        </p:nvSpPr>
        <p:spPr>
          <a:xfrm>
            <a:off x="4251478" y="1835047"/>
            <a:ext cx="2979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Example: K=9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FE6069-914D-B9CF-8E69-5A26AE342AA9}"/>
              </a:ext>
            </a:extLst>
          </p:cNvPr>
          <p:cNvSpPr txBox="1"/>
          <p:nvPr/>
        </p:nvSpPr>
        <p:spPr>
          <a:xfrm>
            <a:off x="4360847" y="4290121"/>
            <a:ext cx="23995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Four paths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14:cNvPr>
              <p14:cNvContentPartPr/>
              <p14:nvPr/>
            </p14:nvContentPartPr>
            <p14:xfrm>
              <a:off x="2215609" y="3235913"/>
              <a:ext cx="7024320" cy="400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6A5EF74-BE41-14CC-9243-29F9B1B7FA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09489" y="3229793"/>
                <a:ext cx="7036560" cy="41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14:cNvPr>
              <p14:cNvContentPartPr/>
              <p14:nvPr/>
            </p14:nvContentPartPr>
            <p14:xfrm>
              <a:off x="2205169" y="3926033"/>
              <a:ext cx="7132320" cy="3236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D4421D4-F164-9153-83BA-B520C3FDD3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99049" y="3919913"/>
                <a:ext cx="7144560" cy="33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14:cNvPr>
              <p14:cNvContentPartPr/>
              <p14:nvPr/>
            </p14:nvContentPartPr>
            <p14:xfrm>
              <a:off x="2194009" y="3129353"/>
              <a:ext cx="7077600" cy="1195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1DDB8BD-FB12-9419-4672-1ABEAFB3E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87889" y="3123233"/>
                <a:ext cx="7089840" cy="12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14:cNvPr>
              <p14:cNvContentPartPr/>
              <p14:nvPr/>
            </p14:nvContentPartPr>
            <p14:xfrm>
              <a:off x="2194009" y="3193433"/>
              <a:ext cx="7421040" cy="1195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DB9F36C-DD42-6B5C-C5BC-6B6850D710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7889" y="3187311"/>
                <a:ext cx="7433280" cy="120816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5C67E93-77EA-CA15-E7DD-70401CC6F3A7}"/>
              </a:ext>
            </a:extLst>
          </p:cNvPr>
          <p:cNvSpPr txBox="1"/>
          <p:nvPr/>
        </p:nvSpPr>
        <p:spPr>
          <a:xfrm>
            <a:off x="1390225" y="5011750"/>
            <a:ext cx="84946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AGATACGACAAT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AAATAA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GATAACAA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AGATAGAC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ATAACAAGATACATCA</a:t>
            </a:r>
            <a:r>
              <a:rPr lang="en-US" sz="2000" b="1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ATGAGACT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CAACATGAC</a:t>
            </a:r>
          </a:p>
        </p:txBody>
      </p:sp>
    </p:spTree>
    <p:extLst>
      <p:ext uri="{BB962C8B-B14F-4D97-AF65-F5344CB8AC3E}">
        <p14:creationId xmlns:p14="http://schemas.microsoft.com/office/powerpoint/2010/main" val="13464850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180A-E0A6-400F-B155-70C3F9AB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</a:t>
            </a:r>
            <a:r>
              <a:rPr lang="en-US" dirty="0" err="1"/>
              <a:t>DeBruijn</a:t>
            </a:r>
            <a:r>
              <a:rPr lang="en-US" dirty="0"/>
              <a:t> of K-</a:t>
            </a:r>
            <a:r>
              <a:rPr lang="en-US" dirty="0" err="1"/>
              <a:t>mer</a:t>
            </a:r>
            <a:r>
              <a:rPr lang="en-US" dirty="0"/>
              <a:t> graph?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AE125-6F8F-4727-8CBB-1277CD4F2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759811"/>
          </a:xfrm>
        </p:spPr>
        <p:txBody>
          <a:bodyPr>
            <a:normAutofit fontScale="92500"/>
          </a:bodyPr>
          <a:lstStyle/>
          <a:p>
            <a:r>
              <a:rPr lang="en-US" dirty="0"/>
              <a:t>If k-</a:t>
            </a:r>
            <a:r>
              <a:rPr lang="en-US" dirty="0" err="1"/>
              <a:t>mers</a:t>
            </a:r>
            <a:r>
              <a:rPr lang="en-US" dirty="0"/>
              <a:t> are nodes then assembly can be a </a:t>
            </a:r>
            <a:r>
              <a:rPr lang="en-US" i="1" dirty="0"/>
              <a:t>path</a:t>
            </a:r>
            <a:r>
              <a:rPr lang="en-US" dirty="0"/>
              <a:t> that visits all nodes once (or at least once) </a:t>
            </a:r>
          </a:p>
          <a:p>
            <a:endParaRPr lang="en-US" i="1" dirty="0"/>
          </a:p>
          <a:p>
            <a:r>
              <a:rPr lang="en-US" i="1" dirty="0"/>
              <a:t>Hamiltonian path </a:t>
            </a:r>
            <a:r>
              <a:rPr lang="en-US" dirty="0"/>
              <a:t>problem, which is NP-complete (both NP and NP-hard)</a:t>
            </a:r>
          </a:p>
          <a:p>
            <a:endParaRPr lang="en-US" dirty="0"/>
          </a:p>
          <a:p>
            <a:r>
              <a:rPr lang="en-US" dirty="0"/>
              <a:t>Trick - </a:t>
            </a:r>
            <a:r>
              <a:rPr lang="en-US" i="1" dirty="0"/>
              <a:t>let’s make k-</a:t>
            </a:r>
            <a:r>
              <a:rPr lang="en-US" i="1" dirty="0" err="1"/>
              <a:t>mers</a:t>
            </a:r>
            <a:r>
              <a:rPr lang="en-US" i="1" dirty="0"/>
              <a:t> edges</a:t>
            </a:r>
            <a:r>
              <a:rPr lang="en-US" dirty="0"/>
              <a:t>:  then reform a problem as </a:t>
            </a:r>
            <a:r>
              <a:rPr lang="en-US" i="1" dirty="0"/>
              <a:t>Eulerian path </a:t>
            </a:r>
            <a:r>
              <a:rPr lang="en-US" dirty="0"/>
              <a:t>problem (</a:t>
            </a:r>
            <a:r>
              <a:rPr lang="en-US" i="1" dirty="0"/>
              <a:t>trail</a:t>
            </a:r>
            <a:r>
              <a:rPr lang="en-US" dirty="0"/>
              <a:t> that visits each </a:t>
            </a:r>
            <a:r>
              <a:rPr lang="en-US" i="1" dirty="0"/>
              <a:t>edge</a:t>
            </a:r>
            <a:r>
              <a:rPr lang="en-US" dirty="0"/>
              <a:t> once) , which can be solved in linear time</a:t>
            </a:r>
          </a:p>
          <a:p>
            <a:endParaRPr lang="en-US" dirty="0"/>
          </a:p>
          <a:p>
            <a:r>
              <a:rPr lang="en-US" dirty="0"/>
              <a:t>K-1-mers are now nodes, they can be visited more than once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98DE5-B37B-4CAC-B2D9-A1F359E0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433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2B13-4626-5EE6-05C6-64419166C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DeBruijn graph vs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CCEC9-304B-8B1A-7177-FAAD202A8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494063"/>
            <a:ext cx="6716580" cy="557677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DeBruijn graph and K-mer graph are </a:t>
            </a:r>
            <a:r>
              <a:rPr lang="en-US" u="sng" dirty="0"/>
              <a:t>the same concept</a:t>
            </a:r>
          </a:p>
          <a:p>
            <a:r>
              <a:rPr lang="en-US" dirty="0"/>
              <a:t>DeBruijn graph (K) == K-mer graph (K-1)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AGCTG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AGCTG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GCTGT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GCTGT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K             K-1</a:t>
            </a:r>
          </a:p>
          <a:p>
            <a:r>
              <a:rPr lang="en-US" dirty="0">
                <a:cs typeface="Courier New" panose="02070309020205020404" pitchFamily="49" charset="0"/>
              </a:rPr>
              <a:t>Genome assembly as a </a:t>
            </a:r>
            <a:r>
              <a:rPr lang="en-US" i="1" dirty="0">
                <a:cs typeface="Courier New" panose="02070309020205020404" pitchFamily="49" charset="0"/>
              </a:rPr>
              <a:t>Eulerian path </a:t>
            </a:r>
            <a:r>
              <a:rPr lang="en-US" dirty="0">
                <a:cs typeface="Courier New" panose="02070309020205020404" pitchFamily="49" charset="0"/>
              </a:rPr>
              <a:t>(trail that visits each edge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once</a:t>
            </a:r>
            <a:r>
              <a:rPr lang="en-US" dirty="0">
                <a:cs typeface="Courier New" panose="02070309020205020404" pitchFamily="49" charset="0"/>
              </a:rPr>
              <a:t>)  is </a:t>
            </a:r>
            <a:r>
              <a:rPr lang="en-US" b="1" dirty="0">
                <a:cs typeface="Courier New" panose="02070309020205020404" pitchFamily="49" charset="0"/>
              </a:rPr>
              <a:t>not</a:t>
            </a:r>
            <a:r>
              <a:rPr lang="en-US" dirty="0">
                <a:cs typeface="Courier New" panose="02070309020205020404" pitchFamily="49" charset="0"/>
              </a:rPr>
              <a:t> a practical approach for either, </a:t>
            </a:r>
            <a:r>
              <a:rPr lang="en-US" b="1" dirty="0">
                <a:cs typeface="Courier New" panose="02070309020205020404" pitchFamily="49" charset="0"/>
              </a:rPr>
              <a:t>unless</a:t>
            </a:r>
            <a:r>
              <a:rPr lang="en-US" dirty="0">
                <a:cs typeface="Courier New" panose="02070309020205020404" pitchFamily="49" charset="0"/>
              </a:rPr>
              <a:t>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are longer than the longest </a:t>
            </a:r>
            <a:r>
              <a:rPr lang="en-US" b="1" dirty="0">
                <a:cs typeface="Courier New" panose="02070309020205020404" pitchFamily="49" charset="0"/>
              </a:rPr>
              <a:t>exact</a:t>
            </a:r>
            <a:r>
              <a:rPr lang="en-US" dirty="0">
                <a:cs typeface="Courier New" panose="02070309020205020404" pitchFamily="49" charset="0"/>
              </a:rPr>
              <a:t> repeat: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DeBruijn graph: K-</a:t>
            </a:r>
            <a:r>
              <a:rPr lang="en-US" dirty="0" err="1">
                <a:cs typeface="Courier New" panose="02070309020205020404" pitchFamily="49" charset="0"/>
              </a:rPr>
              <a:t>mers</a:t>
            </a:r>
            <a:r>
              <a:rPr lang="en-US" dirty="0">
                <a:cs typeface="Courier New" panose="02070309020205020404" pitchFamily="49" charset="0"/>
              </a:rPr>
              <a:t> will be all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unique</a:t>
            </a:r>
            <a:r>
              <a:rPr lang="en-US" dirty="0">
                <a:cs typeface="Courier New" panose="02070309020205020404" pitchFamily="49" charset="0"/>
              </a:rPr>
              <a:t> in the assembly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K-mer graph: K+1-mers will be all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unique</a:t>
            </a:r>
            <a:r>
              <a:rPr lang="en-US" dirty="0">
                <a:cs typeface="Courier New" panose="02070309020205020404" pitchFamily="49" charset="0"/>
              </a:rPr>
              <a:t> in the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16750-EA1D-D462-96DD-520AED4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78210C-753B-C811-0F80-3AF7AD4116D0}"/>
              </a:ext>
            </a:extLst>
          </p:cNvPr>
          <p:cNvCxnSpPr>
            <a:cxnSpLocks/>
          </p:cNvCxnSpPr>
          <p:nvPr/>
        </p:nvCxnSpPr>
        <p:spPr>
          <a:xfrm>
            <a:off x="1024758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192BC13-E298-1997-93CA-22C029205FE5}"/>
              </a:ext>
            </a:extLst>
          </p:cNvPr>
          <p:cNvCxnSpPr>
            <a:cxnSpLocks/>
          </p:cNvCxnSpPr>
          <p:nvPr/>
        </p:nvCxnSpPr>
        <p:spPr>
          <a:xfrm>
            <a:off x="2225565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A2C920-F582-7B96-0516-8587157B91C2}"/>
              </a:ext>
            </a:extLst>
          </p:cNvPr>
          <p:cNvCxnSpPr>
            <a:cxnSpLocks/>
          </p:cNvCxnSpPr>
          <p:nvPr/>
        </p:nvCxnSpPr>
        <p:spPr>
          <a:xfrm>
            <a:off x="1024758" y="3614245"/>
            <a:ext cx="12008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32A7C3-48EA-2C0F-BD5E-DBB746B0A030}"/>
              </a:ext>
            </a:extLst>
          </p:cNvPr>
          <p:cNvCxnSpPr>
            <a:cxnSpLocks/>
          </p:cNvCxnSpPr>
          <p:nvPr/>
        </p:nvCxnSpPr>
        <p:spPr>
          <a:xfrm>
            <a:off x="3999187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E0E16-168F-B753-471A-334FAA2A1F59}"/>
              </a:ext>
            </a:extLst>
          </p:cNvPr>
          <p:cNvCxnSpPr>
            <a:cxnSpLocks/>
          </p:cNvCxnSpPr>
          <p:nvPr/>
        </p:nvCxnSpPr>
        <p:spPr>
          <a:xfrm>
            <a:off x="5002926" y="2778672"/>
            <a:ext cx="0" cy="9065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E928C12-A700-D877-4B2C-620CCA5F3360}"/>
              </a:ext>
            </a:extLst>
          </p:cNvPr>
          <p:cNvCxnSpPr>
            <a:cxnSpLocks/>
          </p:cNvCxnSpPr>
          <p:nvPr/>
        </p:nvCxnSpPr>
        <p:spPr>
          <a:xfrm>
            <a:off x="3999187" y="3614245"/>
            <a:ext cx="1003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09FE73B-6205-A14F-5031-E21F27DD3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344483"/>
              </p:ext>
            </p:extLst>
          </p:nvPr>
        </p:nvGraphicFramePr>
        <p:xfrm>
          <a:off x="7315200" y="1960646"/>
          <a:ext cx="4876800" cy="4522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0120401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0897360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250260279"/>
                    </a:ext>
                  </a:extLst>
                </a:gridCol>
              </a:tblGrid>
              <a:tr h="69626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DeBruijn graph (K)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K-mer graph</a:t>
                      </a:r>
                    </a:p>
                    <a:p>
                      <a:r>
                        <a:rPr lang="en-US" dirty="0"/>
                        <a:t>(K’)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73766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Edge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K’+1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9895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Vertex (node)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10913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Overlap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4068890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Unique 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K-1 -- 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K’ -- mer</a:t>
                      </a:r>
                    </a:p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111521"/>
                  </a:ext>
                </a:extLst>
              </a:tr>
              <a:tr h="696261">
                <a:tc>
                  <a:txBody>
                    <a:bodyPr/>
                    <a:lstStyle/>
                    <a:p>
                      <a:r>
                        <a:rPr lang="en-US" b="1" dirty="0"/>
                        <a:t>K-mer size to count for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K’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81531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26C9E51-6373-3CDB-2D97-F2697D7328B7}"/>
              </a:ext>
            </a:extLst>
          </p:cNvPr>
          <p:cNvSpPr txBox="1"/>
          <p:nvPr/>
        </p:nvSpPr>
        <p:spPr>
          <a:xfrm>
            <a:off x="9186917" y="1257148"/>
            <a:ext cx="1252266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K=K’-1</a:t>
            </a:r>
          </a:p>
        </p:txBody>
      </p:sp>
    </p:spTree>
    <p:extLst>
      <p:ext uri="{BB962C8B-B14F-4D97-AF65-F5344CB8AC3E}">
        <p14:creationId xmlns:p14="http://schemas.microsoft.com/office/powerpoint/2010/main" val="16122715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8116F-A8CD-9BFC-F1FC-7ADBEF619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65CD-BCBF-C537-A500-865E0AAF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524916-7A57-BAF8-EEF5-A742CBBD5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410D-8104-98B2-72EB-F002184E9098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EF17D2C-E771-F40B-7460-24B88D97C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145" y="2927183"/>
            <a:ext cx="8983329" cy="33913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688B68-349E-5B1B-065E-41FDABDEE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440" y="1901950"/>
            <a:ext cx="9602540" cy="4477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353B36-72B7-F04C-7F1C-951BE49C77FF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053E0-FAE4-BA31-AE30-0A8494EDB3DC}"/>
              </a:ext>
            </a:extLst>
          </p:cNvPr>
          <p:cNvSpPr txBox="1"/>
          <p:nvPr/>
        </p:nvSpPr>
        <p:spPr>
          <a:xfrm>
            <a:off x="3838903" y="2617076"/>
            <a:ext cx="6541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DeBruijn graph of 4-mers or K-mer graph of 3-mers</a:t>
            </a:r>
          </a:p>
        </p:txBody>
      </p:sp>
    </p:spTree>
    <p:extLst>
      <p:ext uri="{BB962C8B-B14F-4D97-AF65-F5344CB8AC3E}">
        <p14:creationId xmlns:p14="http://schemas.microsoft.com/office/powerpoint/2010/main" val="39951099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3DF8A-EF54-6D2E-BEDE-8F26264C5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Combining OLC and K-mer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32ECC-DE1D-1C6D-6F40-FCDDF4D3A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27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Shortcoming of K-mer graph: </a:t>
            </a:r>
          </a:p>
          <a:p>
            <a:pPr lvl="1"/>
            <a:r>
              <a:rPr lang="en-US" dirty="0"/>
              <a:t>repeats that are longer than a K-mer but shorter than a read cause unnecessary ambiguous edges or “forks” in the assembly graph </a:t>
            </a:r>
          </a:p>
          <a:p>
            <a:pPr lvl="1"/>
            <a:r>
              <a:rPr lang="en-US" dirty="0"/>
              <a:t>high memory requirements, not feasible for large genomes</a:t>
            </a:r>
          </a:p>
          <a:p>
            <a:endParaRPr lang="en-US" dirty="0"/>
          </a:p>
          <a:p>
            <a:r>
              <a:rPr lang="en-US" dirty="0"/>
              <a:t>There are also assembly techniques that combine k-mer graph and OLC</a:t>
            </a:r>
          </a:p>
          <a:p>
            <a:endParaRPr lang="en-US" dirty="0"/>
          </a:p>
          <a:p>
            <a:r>
              <a:rPr lang="en-US" i="1" dirty="0"/>
              <a:t>Super-reads</a:t>
            </a:r>
            <a:r>
              <a:rPr lang="en-US" dirty="0"/>
              <a:t> used in MaSuRCA assembler</a:t>
            </a:r>
          </a:p>
          <a:p>
            <a:endParaRPr lang="en-US" dirty="0"/>
          </a:p>
          <a:p>
            <a:r>
              <a:rPr lang="en-US" dirty="0"/>
              <a:t>The idea is to use k-mer graph to extend the reads, preserving K-mer adjacency information to reduce the number of edges in the K-mer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63D49-3886-1122-5595-D01EA2D3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43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</a:rPr>
              <a:t>For read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4535483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1846238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TGCATG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GAGATGA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26720749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GCATGC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39988721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bg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70460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Super-reads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34BE0-BD77-4B6B-9720-35840D9D8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61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3CC3267-8713-4997-9CAA-BBB2CF4B50A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56735" y="1749245"/>
            <a:ext cx="10689350" cy="495605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/>
              <a:t>Count all k-</a:t>
            </a:r>
            <a:r>
              <a:rPr lang="en-US" err="1"/>
              <a:t>mers</a:t>
            </a:r>
            <a:r>
              <a:rPr lang="en-US"/>
              <a:t> in the input reads, create hash count{</a:t>
            </a:r>
            <a:r>
              <a:rPr lang="en-US" err="1"/>
              <a:t>kmer</a:t>
            </a:r>
            <a:r>
              <a:rPr lang="en-US"/>
              <a:t>}</a:t>
            </a:r>
          </a:p>
          <a:p>
            <a:pPr>
              <a:lnSpc>
                <a:spcPct val="90000"/>
              </a:lnSpc>
              <a:defRPr/>
            </a:pPr>
            <a:r>
              <a:rPr lang="en-US"/>
              <a:t>For read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AGATGACAGATCAGATGCAT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TGCATG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>
                <a:cs typeface="Courier New" panose="02070309020205020404" pitchFamily="49" charset="0"/>
              </a:rPr>
              <a:t>stop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GCATGC</a:t>
            </a:r>
            <a:r>
              <a:rPr lang="en-US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>
                <a:cs typeface="Courier New" panose="02070309020205020404" pitchFamily="49" charset="0"/>
              </a:rPr>
              <a:t>stop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cs typeface="Courier New" panose="02070309020205020404" pitchFamily="49" charset="0"/>
              </a:rPr>
              <a:t>Produce super-read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AGATGACAGATCAGATGCAT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GC</a:t>
            </a:r>
          </a:p>
          <a:p>
            <a:pPr>
              <a:lnSpc>
                <a:spcPct val="90000"/>
              </a:lnSpc>
              <a:defRPr/>
            </a:pPr>
            <a:r>
              <a:rPr lang="en-US">
                <a:solidFill>
                  <a:schemeClr val="tx1"/>
                </a:solidFill>
                <a:cs typeface="Courier New" panose="02070309020205020404" pitchFamily="49" charset="0"/>
              </a:rPr>
              <a:t>Many short reads extend to the same super-read!!!</a:t>
            </a:r>
          </a:p>
        </p:txBody>
      </p:sp>
    </p:spTree>
    <p:extLst>
      <p:ext uri="{BB962C8B-B14F-4D97-AF65-F5344CB8AC3E}">
        <p14:creationId xmlns:p14="http://schemas.microsoft.com/office/powerpoint/2010/main" val="2191428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C0630-D5AB-125F-7A14-807982E9C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DBBF-B7D2-368E-5212-1C37CEA6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CBF64-E77F-A885-41F1-44F7F2CE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DE18C-D7F2-D756-321D-E0E5F7B1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835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A9003-67A8-1F16-9CA6-0C7FEC98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282FF-B642-F653-687B-B898C5C42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BAD71-969A-0178-9BD6-5AE01E2AA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R1:AACAT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DAE129-F14F-31FD-3E7E-A59F27B11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520065-4044-D9CC-CF90-5D8D76A2E631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2243380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3C233-6103-A346-CCD0-E5C414201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D853-6471-635E-C72E-D6FE431C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F56B8-3245-F772-44E1-C12304971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stop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8E7A4-49CA-0CFF-3658-EFAFBC699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B605-5990-5E90-2C0C-739BF84B5B52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7593236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0E6C5-0896-4AE4-1F68-CE4420954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A8B69-192B-B71B-472C-B798A490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47F14-F251-F42E-D496-5FDE4C80D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R2: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FA95F-FC06-5022-3F70-78A5F8E0E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C74DC-4777-4B2C-2BFE-0E8231F096AB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355739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6216-336B-97AD-0B8A-3B23BA4F5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A786-1DA6-FD73-00DD-2EBF342DB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B3F50-3FE8-715F-693E-635CA2594A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F72A9-377C-E107-656E-DFC6629DC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4561E2-BF39-0D18-504F-006E206D60D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469696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97F8B-A254-B9F8-EBD1-6D322D9E9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7D025-3491-694C-FCEE-CC3D0CCF7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EEAD1-849B-2437-9AF1-9FF5A99CE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634A-4526-E427-349C-C6790EB9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BB1F7-7BC8-3C94-A302-AA80E5E66D65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86632531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64815-A0C4-3280-2526-B6F8BDD2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EE0E9-E890-BE05-27F7-740FA9706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2ADB1-6186-8E55-4C6F-925EE2B00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966C7-B4C1-9615-292A-B7FD6DF5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91D9B5-0C45-A7CD-D101-4719D78C112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5214075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E24D-2EE2-99BD-B2A9-C4AF2F09B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9BABF-ECB4-D93C-6EAD-D31AB5EC8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752B-03CE-FC7F-C76C-2F42AC114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B314B-C341-2143-87C8-5BA76F9E0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8018-08DC-0D11-FB64-003ED73505B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3776609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57180-4AC9-CB36-0992-DB6961D7C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9F4D-2AEF-E97D-DA67-9F50CC07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EE0A0-4398-10B0-26E8-4EA16339A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24FA-05B9-289C-6C14-2CA6446D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E0BCE-2B2D-5A33-C77B-D6A85B29569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11774358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2E979-61DB-874E-2A78-EDA3402D2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B157-8618-8C86-72AB-EAA7EADB9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4CF0-22E3-92E7-376A-25E78BA6B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R5:GACG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3AD47-F833-D7DB-68F0-9F88D18C5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A5EAD-682A-4C84-BF64-BDB3C01AE5CE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66622265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2129-792E-3E0F-5273-579979429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7DD63-9FDD-A907-97AB-E461FC9A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55808-8DD5-7581-7D92-A90F99F09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B8B4-81C6-CE19-C61C-6645925EB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8BA6A-427D-2EBE-4161-0952446AAF00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5697260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33988-616C-184B-D54D-DF36AE4D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E357B-EE78-FAC8-EC98-F167E6915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F8AF-33F5-E17B-472A-1FE7B5993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5A884-2423-7A20-BD0F-C02B5809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43239-3C2E-3718-21E1-495438602E78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42834211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90BE8-9BBF-BD23-9EA4-5D7F7EF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BD89C-C501-D650-B27A-DDED45B9D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BAC60-804A-76C9-CE36-4CC4533CD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ER1: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ER5: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2698-981F-EF22-AF86-8828BD04D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1C9FE5-1193-A9E6-5810-8CEF7976FDBF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81061760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6BA9A-095D-AD0E-7B38-5AE9D2FC7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15E56-8406-7A94-75C2-6AEC8DAA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of a super-read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27D-212E-92A7-C1E4-7E2B160F1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7970194" cy="4936995"/>
          </a:xfrm>
        </p:spPr>
        <p:txBody>
          <a:bodyPr>
            <a:normAutofit/>
          </a:bodyPr>
          <a:lstStyle/>
          <a:p>
            <a:r>
              <a:rPr lang="en-US" dirty="0"/>
              <a:t>Genome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AACAT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</a:p>
          <a:p>
            <a:r>
              <a:rPr lang="en-US" dirty="0"/>
              <a:t>Reads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ER1:AAACATAAA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ER2: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ER3: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GACG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ER4:AAAAGACGAAA</a:t>
            </a:r>
            <a:b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ER5:AAAAGACGAAA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R6: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AAAAAAA </a:t>
            </a:r>
            <a:b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R7: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CGTC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C588E-0921-D8CB-9654-C51F9795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3C6B1-E970-381F-3E92-3AB78A62F355}"/>
              </a:ext>
            </a:extLst>
          </p:cNvPr>
          <p:cNvSpPr txBox="1"/>
          <p:nvPr/>
        </p:nvSpPr>
        <p:spPr>
          <a:xfrm>
            <a:off x="1853" y="5874635"/>
            <a:ext cx="91652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Reduced the number of reads from 7 to 4.</a:t>
            </a:r>
          </a:p>
          <a:p>
            <a:r>
              <a:rPr lang="en-US" sz="2800" dirty="0"/>
              <a:t>In real data one can reduce ~50B reads to ~100M super-reads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25722D-65CA-47B5-E5A0-6CEF541171BC}"/>
              </a:ext>
            </a:extLst>
          </p:cNvPr>
          <p:cNvSpPr txBox="1"/>
          <p:nvPr/>
        </p:nvSpPr>
        <p:spPr>
          <a:xfrm>
            <a:off x="10160000" y="1124149"/>
            <a:ext cx="1834413" cy="52322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Use 4-mers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AAAA 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AAAG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AACG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AAGA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ACAT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ACGT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ATAA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CATA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CGTC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GAAA 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GACG 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TAAA 1</a:t>
            </a:r>
          </a:p>
        </p:txBody>
      </p:sp>
    </p:spTree>
    <p:extLst>
      <p:ext uri="{BB962C8B-B14F-4D97-AF65-F5344CB8AC3E}">
        <p14:creationId xmlns:p14="http://schemas.microsoft.com/office/powerpoint/2010/main" val="267986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50E12-BBC0-C9A5-3064-37487059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Super-reads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B940E0-2B25-C1A2-A12C-678963502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Super-reads can be assembled with OLC or K-mer graph</a:t>
            </a:r>
          </a:p>
          <a:p>
            <a:pPr lvl="1"/>
            <a:r>
              <a:rPr lang="en-US" dirty="0"/>
              <a:t>Can use longer K</a:t>
            </a:r>
          </a:p>
          <a:p>
            <a:pPr lvl="1"/>
            <a:r>
              <a:rPr lang="en-US" dirty="0"/>
              <a:t>Easy to overlap – k-</a:t>
            </a:r>
            <a:r>
              <a:rPr lang="en-US" dirty="0" err="1"/>
              <a:t>mers</a:t>
            </a:r>
            <a:r>
              <a:rPr lang="en-US" dirty="0"/>
              <a:t> on the ends can be recorded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4D0D6-08AA-3F55-67BF-2671FE9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7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12865</TotalTime>
  <Words>4810</Words>
  <Application>Microsoft Office PowerPoint</Application>
  <PresentationFormat>Widescreen</PresentationFormat>
  <Paragraphs>900</Paragraphs>
  <Slides>76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1" baseType="lpstr">
      <vt:lpstr>Arial</vt:lpstr>
      <vt:lpstr>Calibri</vt:lpstr>
      <vt:lpstr>Courier New</vt:lpstr>
      <vt:lpstr>Trebuchet MS</vt:lpstr>
      <vt:lpstr>Office Theme</vt:lpstr>
      <vt:lpstr>PowerPoint Presentation</vt:lpstr>
      <vt:lpstr>Lab #3: Burrows-Wheeler Alignment</vt:lpstr>
      <vt:lpstr>Lab #3: Burrows-Wheeler Alignment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  <vt:lpstr>OLC strategies: Greedy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Example of a greedy assembly</vt:lpstr>
      <vt:lpstr>OLC strategies: String graph</vt:lpstr>
      <vt:lpstr>OLC strategies: String graph</vt:lpstr>
      <vt:lpstr>OLC strategies: String graph</vt:lpstr>
      <vt:lpstr>OLC strategies: String graph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Example of a string graph assembly</vt:lpstr>
      <vt:lpstr>Consensus</vt:lpstr>
      <vt:lpstr>Computing consensus sequence</vt:lpstr>
      <vt:lpstr>Computing consensus sequence</vt:lpstr>
      <vt:lpstr>Computing consensus sequence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K-mer graph</vt:lpstr>
      <vt:lpstr>Properties of the k-mer graph</vt:lpstr>
      <vt:lpstr>K-unitigs</vt:lpstr>
      <vt:lpstr>K-unitigs</vt:lpstr>
      <vt:lpstr>K-unitigs</vt:lpstr>
      <vt:lpstr>K-unitigs</vt:lpstr>
      <vt:lpstr>K-unitigs</vt:lpstr>
      <vt:lpstr>K-unitigs</vt:lpstr>
      <vt:lpstr>K-unitigs</vt:lpstr>
      <vt:lpstr>Why DeBruijn of K-mer graph?</vt:lpstr>
      <vt:lpstr>DeBruijn graph vs K-mer graph</vt:lpstr>
      <vt:lpstr>K-mer graph</vt:lpstr>
      <vt:lpstr>Combining OLC and K-mer graph</vt:lpstr>
      <vt:lpstr>Super-reads</vt:lpstr>
      <vt:lpstr>Super-reads</vt:lpstr>
      <vt:lpstr>Super-reads</vt:lpstr>
      <vt:lpstr>Super-reads</vt:lpstr>
      <vt:lpstr>Super-reads</vt:lpstr>
      <vt:lpstr>Super-reads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Example of a super-read assembly</vt:lpstr>
      <vt:lpstr>Super-reads assembly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46</cp:revision>
  <dcterms:created xsi:type="dcterms:W3CDTF">2013-08-21T19:17:07Z</dcterms:created>
  <dcterms:modified xsi:type="dcterms:W3CDTF">2026-09-28T20:04:10Z</dcterms:modified>
</cp:coreProperties>
</file>