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sldIdLst>
    <p:sldId id="272" r:id="rId2"/>
    <p:sldId id="509" r:id="rId3"/>
    <p:sldId id="512" r:id="rId4"/>
    <p:sldId id="511" r:id="rId5"/>
    <p:sldId id="451" r:id="rId6"/>
    <p:sldId id="493" r:id="rId7"/>
    <p:sldId id="494" r:id="rId8"/>
    <p:sldId id="495" r:id="rId9"/>
    <p:sldId id="496" r:id="rId10"/>
    <p:sldId id="500" r:id="rId11"/>
    <p:sldId id="497" r:id="rId12"/>
    <p:sldId id="503" r:id="rId13"/>
    <p:sldId id="501" r:id="rId14"/>
    <p:sldId id="502" r:id="rId15"/>
    <p:sldId id="453" r:id="rId16"/>
    <p:sldId id="506" r:id="rId17"/>
    <p:sldId id="505" r:id="rId18"/>
    <p:sldId id="455" r:id="rId19"/>
    <p:sldId id="479" r:id="rId20"/>
    <p:sldId id="504" r:id="rId21"/>
    <p:sldId id="513" r:id="rId22"/>
    <p:sldId id="514" r:id="rId23"/>
    <p:sldId id="515" r:id="rId24"/>
    <p:sldId id="508" r:id="rId25"/>
    <p:sldId id="546" r:id="rId26"/>
    <p:sldId id="547" r:id="rId27"/>
    <p:sldId id="548" r:id="rId28"/>
    <p:sldId id="410" r:id="rId29"/>
    <p:sldId id="440" r:id="rId30"/>
    <p:sldId id="441" r:id="rId31"/>
    <p:sldId id="442" r:id="rId32"/>
    <p:sldId id="469" r:id="rId33"/>
    <p:sldId id="470" r:id="rId34"/>
    <p:sldId id="443" r:id="rId35"/>
    <p:sldId id="468" r:id="rId36"/>
    <p:sldId id="467" r:id="rId37"/>
    <p:sldId id="471" r:id="rId38"/>
    <p:sldId id="472" r:id="rId39"/>
    <p:sldId id="473" r:id="rId40"/>
    <p:sldId id="474" r:id="rId41"/>
    <p:sldId id="475" r:id="rId42"/>
    <p:sldId id="476" r:id="rId43"/>
    <p:sldId id="477" r:id="rId44"/>
    <p:sldId id="478" r:id="rId45"/>
    <p:sldId id="550" r:id="rId46"/>
    <p:sldId id="549" r:id="rId47"/>
    <p:sldId id="412" r:id="rId48"/>
    <p:sldId id="516" r:id="rId49"/>
    <p:sldId id="282" r:id="rId50"/>
    <p:sldId id="283" r:id="rId51"/>
    <p:sldId id="284" r:id="rId52"/>
    <p:sldId id="285" r:id="rId53"/>
    <p:sldId id="286" r:id="rId54"/>
    <p:sldId id="287" r:id="rId55"/>
    <p:sldId id="517" r:id="rId56"/>
    <p:sldId id="518" r:id="rId57"/>
    <p:sldId id="532" r:id="rId58"/>
    <p:sldId id="519" r:id="rId59"/>
    <p:sldId id="520" r:id="rId60"/>
    <p:sldId id="521" r:id="rId61"/>
    <p:sldId id="522" r:id="rId62"/>
    <p:sldId id="523" r:id="rId63"/>
    <p:sldId id="524" r:id="rId64"/>
    <p:sldId id="525" r:id="rId65"/>
    <p:sldId id="526" r:id="rId66"/>
    <p:sldId id="528" r:id="rId67"/>
    <p:sldId id="529" r:id="rId68"/>
    <p:sldId id="533" r:id="rId69"/>
    <p:sldId id="531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7D9292-37AF-46B2-B6F3-3C6285C409C3}" v="324" dt="2025-09-24T20:43:56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3" autoAdjust="0"/>
    <p:restoredTop sz="93721" autoAdjust="0"/>
  </p:normalViewPr>
  <p:slideViewPr>
    <p:cSldViewPr snapToGrid="0">
      <p:cViewPr varScale="1">
        <p:scale>
          <a:sx n="106" d="100"/>
          <a:sy n="106" d="100"/>
        </p:scale>
        <p:origin x="822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1C363C82-C939-44FC-A8A5-AEBBD531DAF7}"/>
    <pc:docChg chg="undo custSel addSld delSld modSld sldOrd">
      <pc:chgData name="Aleksey Zimin" userId="7f2637d0bc515791" providerId="LiveId" clId="{1C363C82-C939-44FC-A8A5-AEBBD531DAF7}" dt="2025-09-25T12:24:08.943" v="2300" actId="255"/>
      <pc:docMkLst>
        <pc:docMk/>
      </pc:docMkLst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1314267360" sldId="257"/>
        </pc:sldMkLst>
      </pc:sldChg>
      <pc:sldChg chg="modSp mod">
        <pc:chgData name="Aleksey Zimin" userId="7f2637d0bc515791" providerId="LiveId" clId="{1C363C82-C939-44FC-A8A5-AEBBD531DAF7}" dt="2025-09-21T23:24:49.829" v="0" actId="20577"/>
        <pc:sldMkLst>
          <pc:docMk/>
          <pc:sldMk cId="1052403946" sldId="272"/>
        </pc:sldMkLst>
        <pc:spChg chg="mod">
          <ac:chgData name="Aleksey Zimin" userId="7f2637d0bc515791" providerId="LiveId" clId="{1C363C82-C939-44FC-A8A5-AEBBD531DAF7}" dt="2025-09-21T23:24:49.829" v="0" actId="20577"/>
          <ac:spMkLst>
            <pc:docMk/>
            <pc:sldMk cId="1052403946" sldId="272"/>
            <ac:spMk id="6" creationId="{3DF0520F-6299-4676-8176-653C51F4D7A4}"/>
          </ac:spMkLst>
        </pc:spChg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592540094" sldId="406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4233309679" sldId="409"/>
        </pc:sldMkLst>
      </pc:sldChg>
      <pc:sldChg chg="modSp mod">
        <pc:chgData name="Aleksey Zimin" userId="7f2637d0bc515791" providerId="LiveId" clId="{1C363C82-C939-44FC-A8A5-AEBBD531DAF7}" dt="2025-09-25T11:50:12.791" v="1272" actId="20577"/>
        <pc:sldMkLst>
          <pc:docMk/>
          <pc:sldMk cId="3009805394" sldId="410"/>
        </pc:sldMkLst>
        <pc:spChg chg="mod">
          <ac:chgData name="Aleksey Zimin" userId="7f2637d0bc515791" providerId="LiveId" clId="{1C363C82-C939-44FC-A8A5-AEBBD531DAF7}" dt="2025-09-25T11:50:12.791" v="1272" actId="20577"/>
          <ac:spMkLst>
            <pc:docMk/>
            <pc:sldMk cId="3009805394" sldId="410"/>
            <ac:spMk id="3" creationId="{F5524EB8-D864-A4F1-14CF-2B13AFC2C8F0}"/>
          </ac:spMkLst>
        </pc:spChg>
      </pc:sldChg>
      <pc:sldChg chg="addSp modSp mod ord">
        <pc:chgData name="Aleksey Zimin" userId="7f2637d0bc515791" providerId="LiveId" clId="{1C363C82-C939-44FC-A8A5-AEBBD531DAF7}" dt="2025-09-25T12:24:08.943" v="2300" actId="255"/>
        <pc:sldMkLst>
          <pc:docMk/>
          <pc:sldMk cId="3995109930" sldId="412"/>
        </pc:sldMkLst>
        <pc:spChg chg="add mod">
          <ac:chgData name="Aleksey Zimin" userId="7f2637d0bc515791" providerId="LiveId" clId="{1C363C82-C939-44FC-A8A5-AEBBD531DAF7}" dt="2025-09-25T12:24:08.943" v="2300" actId="255"/>
          <ac:spMkLst>
            <pc:docMk/>
            <pc:sldMk cId="3995109930" sldId="412"/>
            <ac:spMk id="3" creationId="{98E053E0-FAE4-BA31-AE30-0A8494EDB3DC}"/>
          </ac:spMkLst>
        </pc:spChg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1730381858" sldId="449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963822541" sldId="450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3138998660" sldId="457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69819771" sldId="459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62980489" sldId="460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249744415" sldId="461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3771281687" sldId="462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1306819728" sldId="463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569996796" sldId="464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3890613836" sldId="465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9451513" sldId="466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2834092579" sldId="480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101577214" sldId="481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2937538841" sldId="482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2484742642" sldId="483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711630029" sldId="484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504679209" sldId="485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475957125" sldId="486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2985806091" sldId="487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2995777133" sldId="488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2889233369" sldId="489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3365098991" sldId="490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585261617" sldId="491"/>
        </pc:sldMkLst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591985588" sldId="509"/>
        </pc:sldMkLst>
      </pc:sldChg>
      <pc:sldChg chg="addSp delSp modSp new mod">
        <pc:chgData name="Aleksey Zimin" userId="7f2637d0bc515791" providerId="LiveId" clId="{1C363C82-C939-44FC-A8A5-AEBBD531DAF7}" dt="2025-09-21T23:51:23.355" v="1251" actId="20577"/>
        <pc:sldMkLst>
          <pc:docMk/>
          <pc:sldMk cId="3062880992" sldId="509"/>
        </pc:sldMkLst>
        <pc:spChg chg="mod">
          <ac:chgData name="Aleksey Zimin" userId="7f2637d0bc515791" providerId="LiveId" clId="{1C363C82-C939-44FC-A8A5-AEBBD531DAF7}" dt="2025-09-21T23:26:05.391" v="36" actId="20577"/>
          <ac:spMkLst>
            <pc:docMk/>
            <pc:sldMk cId="3062880992" sldId="509"/>
            <ac:spMk id="2" creationId="{07B5AE3B-E844-6849-EE23-D5CE09342EAA}"/>
          </ac:spMkLst>
        </pc:spChg>
        <pc:spChg chg="mod">
          <ac:chgData name="Aleksey Zimin" userId="7f2637d0bc515791" providerId="LiveId" clId="{1C363C82-C939-44FC-A8A5-AEBBD531DAF7}" dt="2025-09-21T23:51:23.355" v="1251" actId="20577"/>
          <ac:spMkLst>
            <pc:docMk/>
            <pc:sldMk cId="3062880992" sldId="509"/>
            <ac:spMk id="3" creationId="{0E8ED21E-2A64-ED4D-4B59-028B7B535245}"/>
          </ac:spMkLst>
        </pc:spChg>
        <pc:spChg chg="add mod">
          <ac:chgData name="Aleksey Zimin" userId="7f2637d0bc515791" providerId="LiveId" clId="{1C363C82-C939-44FC-A8A5-AEBBD531DAF7}" dt="2025-09-21T23:37:44.241" v="761" actId="14100"/>
          <ac:spMkLst>
            <pc:docMk/>
            <pc:sldMk cId="3062880992" sldId="509"/>
            <ac:spMk id="7" creationId="{76841AEE-2A63-933F-291A-FA6B0E75BF5F}"/>
          </ac:spMkLst>
        </pc:spChg>
        <pc:spChg chg="add mod">
          <ac:chgData name="Aleksey Zimin" userId="7f2637d0bc515791" providerId="LiveId" clId="{1C363C82-C939-44FC-A8A5-AEBBD531DAF7}" dt="2025-09-21T23:39:09.353" v="786" actId="1076"/>
          <ac:spMkLst>
            <pc:docMk/>
            <pc:sldMk cId="3062880992" sldId="509"/>
            <ac:spMk id="10" creationId="{CCF1F7C6-B7C9-0B60-6F98-6C2BB6D7218E}"/>
          </ac:spMkLst>
        </pc:spChg>
        <pc:spChg chg="add mod">
          <ac:chgData name="Aleksey Zimin" userId="7f2637d0bc515791" providerId="LiveId" clId="{1C363C82-C939-44FC-A8A5-AEBBD531DAF7}" dt="2025-09-21T23:39:35.526" v="794" actId="14100"/>
          <ac:spMkLst>
            <pc:docMk/>
            <pc:sldMk cId="3062880992" sldId="509"/>
            <ac:spMk id="14" creationId="{560A3A0F-EDDA-20DA-6BB2-43DB0B9AE505}"/>
          </ac:spMkLst>
        </pc:spChg>
        <pc:spChg chg="add mod">
          <ac:chgData name="Aleksey Zimin" userId="7f2637d0bc515791" providerId="LiveId" clId="{1C363C82-C939-44FC-A8A5-AEBBD531DAF7}" dt="2025-09-21T23:39:59.646" v="811" actId="14100"/>
          <ac:spMkLst>
            <pc:docMk/>
            <pc:sldMk cId="3062880992" sldId="509"/>
            <ac:spMk id="19" creationId="{E59CEE4D-4018-E34C-E571-1E49BBC3C709}"/>
          </ac:spMkLst>
        </pc:spChg>
        <pc:spChg chg="add mod">
          <ac:chgData name="Aleksey Zimin" userId="7f2637d0bc515791" providerId="LiveId" clId="{1C363C82-C939-44FC-A8A5-AEBBD531DAF7}" dt="2025-09-21T23:47:23.321" v="1189" actId="6549"/>
          <ac:spMkLst>
            <pc:docMk/>
            <pc:sldMk cId="3062880992" sldId="509"/>
            <ac:spMk id="23" creationId="{51BC64EA-F660-590B-6297-7AC537DBCF05}"/>
          </ac:spMkLst>
        </pc:spChg>
        <pc:picChg chg="add mod modCrop">
          <ac:chgData name="Aleksey Zimin" userId="7f2637d0bc515791" providerId="LiveId" clId="{1C363C82-C939-44FC-A8A5-AEBBD531DAF7}" dt="2025-09-21T23:38:57.009" v="785" actId="732"/>
          <ac:picMkLst>
            <pc:docMk/>
            <pc:sldMk cId="3062880992" sldId="509"/>
            <ac:picMk id="6" creationId="{A96A5647-A493-48C5-C265-D399D0365CA4}"/>
          </ac:picMkLst>
        </pc:picChg>
        <pc:cxnChg chg="add mod">
          <ac:chgData name="Aleksey Zimin" userId="7f2637d0bc515791" providerId="LiveId" clId="{1C363C82-C939-44FC-A8A5-AEBBD531DAF7}" dt="2025-09-21T23:39:09.353" v="786" actId="1076"/>
          <ac:cxnSpMkLst>
            <pc:docMk/>
            <pc:sldMk cId="3062880992" sldId="509"/>
            <ac:cxnSpMk id="9" creationId="{AD5E5963-1C57-E59F-4568-C64099816FDF}"/>
          </ac:cxnSpMkLst>
        </pc:cxnChg>
        <pc:cxnChg chg="add mod">
          <ac:chgData name="Aleksey Zimin" userId="7f2637d0bc515791" providerId="LiveId" clId="{1C363C82-C939-44FC-A8A5-AEBBD531DAF7}" dt="2025-09-21T23:39:35.526" v="794" actId="14100"/>
          <ac:cxnSpMkLst>
            <pc:docMk/>
            <pc:sldMk cId="3062880992" sldId="509"/>
            <ac:cxnSpMk id="13" creationId="{34A06637-167A-1514-774A-B885449A9545}"/>
          </ac:cxnSpMkLst>
        </pc:cxnChg>
        <pc:cxnChg chg="add mod">
          <ac:chgData name="Aleksey Zimin" userId="7f2637d0bc515791" providerId="LiveId" clId="{1C363C82-C939-44FC-A8A5-AEBBD531DAF7}" dt="2025-09-21T23:39:59.646" v="811" actId="14100"/>
          <ac:cxnSpMkLst>
            <pc:docMk/>
            <pc:sldMk cId="3062880992" sldId="509"/>
            <ac:cxnSpMk id="18" creationId="{5EC027D7-A2FE-6D05-DBCA-294897A447AA}"/>
          </ac:cxnSpMkLst>
        </pc:cxnChg>
      </pc:sldChg>
      <pc:sldChg chg="del">
        <pc:chgData name="Aleksey Zimin" userId="7f2637d0bc515791" providerId="LiveId" clId="{1C363C82-C939-44FC-A8A5-AEBBD531DAF7}" dt="2025-09-21T23:25:48.415" v="1" actId="47"/>
        <pc:sldMkLst>
          <pc:docMk/>
          <pc:sldMk cId="1571147949" sldId="510"/>
        </pc:sldMkLst>
      </pc:sldChg>
      <pc:sldChg chg="modSp add del mod">
        <pc:chgData name="Aleksey Zimin" userId="7f2637d0bc515791" providerId="LiveId" clId="{1C363C82-C939-44FC-A8A5-AEBBD531DAF7}" dt="2025-09-21T23:50:51.661" v="1249" actId="14100"/>
        <pc:sldMkLst>
          <pc:docMk/>
          <pc:sldMk cId="2893640457" sldId="511"/>
        </pc:sldMkLst>
        <pc:spChg chg="mod">
          <ac:chgData name="Aleksey Zimin" userId="7f2637d0bc515791" providerId="LiveId" clId="{1C363C82-C939-44FC-A8A5-AEBBD531DAF7}" dt="2025-09-21T23:50:32.468" v="1247" actId="20577"/>
          <ac:spMkLst>
            <pc:docMk/>
            <pc:sldMk cId="2893640457" sldId="511"/>
            <ac:spMk id="10" creationId="{8D5672CF-467D-508A-E129-8125277AA5AF}"/>
          </ac:spMkLst>
        </pc:spChg>
        <pc:spChg chg="mod">
          <ac:chgData name="Aleksey Zimin" userId="7f2637d0bc515791" providerId="LiveId" clId="{1C363C82-C939-44FC-A8A5-AEBBD531DAF7}" dt="2025-09-21T23:50:26.426" v="1233" actId="1076"/>
          <ac:spMkLst>
            <pc:docMk/>
            <pc:sldMk cId="2893640457" sldId="511"/>
            <ac:spMk id="11" creationId="{E05F16AD-1890-4D7E-8B80-3C06FB189F27}"/>
          </ac:spMkLst>
        </pc:spChg>
        <pc:spChg chg="mod">
          <ac:chgData name="Aleksey Zimin" userId="7f2637d0bc515791" providerId="LiveId" clId="{1C363C82-C939-44FC-A8A5-AEBBD531DAF7}" dt="2025-09-21T23:50:51.661" v="1249" actId="14100"/>
          <ac:spMkLst>
            <pc:docMk/>
            <pc:sldMk cId="2893640457" sldId="511"/>
            <ac:spMk id="12" creationId="{23982319-37F9-4278-9C6B-0F9CD90353ED}"/>
          </ac:spMkLst>
        </pc:spChg>
      </pc:sldChg>
      <pc:sldChg chg="addSp delSp modSp add mod">
        <pc:chgData name="Aleksey Zimin" userId="7f2637d0bc515791" providerId="LiveId" clId="{1C363C82-C939-44FC-A8A5-AEBBD531DAF7}" dt="2025-09-21T23:53:24.396" v="1268" actId="14100"/>
        <pc:sldMkLst>
          <pc:docMk/>
          <pc:sldMk cId="3703700114" sldId="512"/>
        </pc:sldMkLst>
        <pc:spChg chg="add mod">
          <ac:chgData name="Aleksey Zimin" userId="7f2637d0bc515791" providerId="LiveId" clId="{1C363C82-C939-44FC-A8A5-AEBBD531DAF7}" dt="2025-09-21T23:53:01.815" v="1263" actId="208"/>
          <ac:spMkLst>
            <pc:docMk/>
            <pc:sldMk cId="3703700114" sldId="512"/>
            <ac:spMk id="5" creationId="{546CB4CA-0C91-6CF3-EDE3-4685CA2C9A74}"/>
          </ac:spMkLst>
        </pc:spChg>
        <pc:spChg chg="add mod">
          <ac:chgData name="Aleksey Zimin" userId="7f2637d0bc515791" providerId="LiveId" clId="{1C363C82-C939-44FC-A8A5-AEBBD531DAF7}" dt="2025-09-21T23:53:24.396" v="1268" actId="14100"/>
          <ac:spMkLst>
            <pc:docMk/>
            <pc:sldMk cId="3703700114" sldId="512"/>
            <ac:spMk id="8" creationId="{BC30523D-470D-8393-34A3-EBD7E0C987B1}"/>
          </ac:spMkLst>
        </pc:spChg>
        <pc:picChg chg="add del">
          <ac:chgData name="Aleksey Zimin" userId="7f2637d0bc515791" providerId="LiveId" clId="{1C363C82-C939-44FC-A8A5-AEBBD531DAF7}" dt="2025-09-21T23:52:17.661" v="1254" actId="478"/>
          <ac:picMkLst>
            <pc:docMk/>
            <pc:sldMk cId="3703700114" sldId="512"/>
            <ac:picMk id="6" creationId="{C509CC58-5BBD-2489-A074-6A4B1C8EC530}"/>
          </ac:picMkLst>
        </pc:picChg>
        <pc:cxnChg chg="mod">
          <ac:chgData name="Aleksey Zimin" userId="7f2637d0bc515791" providerId="LiveId" clId="{1C363C82-C939-44FC-A8A5-AEBBD531DAF7}" dt="2025-09-21T23:53:05.963" v="1264" actId="478"/>
          <ac:cxnSpMkLst>
            <pc:docMk/>
            <pc:sldMk cId="3703700114" sldId="512"/>
            <ac:cxnSpMk id="9" creationId="{F2D85C6A-9655-0C1F-B08A-0D6D9F0F1D18}"/>
          </ac:cxnSpMkLst>
        </pc:cxnChg>
      </pc:sldChg>
      <pc:sldChg chg="addSp modSp new mod">
        <pc:chgData name="Aleksey Zimin" userId="7f2637d0bc515791" providerId="LiveId" clId="{1C363C82-C939-44FC-A8A5-AEBBD531DAF7}" dt="2025-09-25T12:23:18.666" v="2299" actId="113"/>
        <pc:sldMkLst>
          <pc:docMk/>
          <pc:sldMk cId="1612271559" sldId="549"/>
        </pc:sldMkLst>
        <pc:spChg chg="mod">
          <ac:chgData name="Aleksey Zimin" userId="7f2637d0bc515791" providerId="LiveId" clId="{1C363C82-C939-44FC-A8A5-AEBBD531DAF7}" dt="2025-09-25T11:52:09.951" v="1303" actId="20577"/>
          <ac:spMkLst>
            <pc:docMk/>
            <pc:sldMk cId="1612271559" sldId="549"/>
            <ac:spMk id="2" creationId="{ABCB2B13-4626-5EE6-05C6-64419166C77F}"/>
          </ac:spMkLst>
        </pc:spChg>
        <pc:spChg chg="mod">
          <ac:chgData name="Aleksey Zimin" userId="7f2637d0bc515791" providerId="LiveId" clId="{1C363C82-C939-44FC-A8A5-AEBBD531DAF7}" dt="2025-09-25T12:23:18.666" v="2299" actId="113"/>
          <ac:spMkLst>
            <pc:docMk/>
            <pc:sldMk cId="1612271559" sldId="549"/>
            <ac:spMk id="3" creationId="{D7CCCEC9-304B-8B1A-7177-FAAD202A8D96}"/>
          </ac:spMkLst>
        </pc:spChg>
        <pc:spChg chg="add mod">
          <ac:chgData name="Aleksey Zimin" userId="7f2637d0bc515791" providerId="LiveId" clId="{1C363C82-C939-44FC-A8A5-AEBBD531DAF7}" dt="2025-09-25T12:21:28.216" v="2289" actId="20577"/>
          <ac:spMkLst>
            <pc:docMk/>
            <pc:sldMk cId="1612271559" sldId="549"/>
            <ac:spMk id="19" creationId="{C26C9E51-6373-3CDB-2D97-F2697D7328B7}"/>
          </ac:spMkLst>
        </pc:spChg>
        <pc:graphicFrameChg chg="add mod modGraphic">
          <ac:chgData name="Aleksey Zimin" userId="7f2637d0bc515791" providerId="LiveId" clId="{1C363C82-C939-44FC-A8A5-AEBBD531DAF7}" dt="2025-09-25T12:22:09.517" v="2290" actId="255"/>
          <ac:graphicFrameMkLst>
            <pc:docMk/>
            <pc:sldMk cId="1612271559" sldId="549"/>
            <ac:graphicFrameMk id="15" creationId="{B09FE73B-6205-A14F-5031-E21F27DD35B0}"/>
          </ac:graphicFrameMkLst>
        </pc:graphicFrameChg>
        <pc:cxnChg chg="add mod">
          <ac:chgData name="Aleksey Zimin" userId="7f2637d0bc515791" providerId="LiveId" clId="{1C363C82-C939-44FC-A8A5-AEBBD531DAF7}" dt="2025-09-25T12:12:41.013" v="2084" actId="1076"/>
          <ac:cxnSpMkLst>
            <pc:docMk/>
            <pc:sldMk cId="1612271559" sldId="549"/>
            <ac:cxnSpMk id="6" creationId="{2978210C-753B-C811-0F80-3AF7AD4116D0}"/>
          </ac:cxnSpMkLst>
        </pc:cxnChg>
        <pc:cxnChg chg="add mod">
          <ac:chgData name="Aleksey Zimin" userId="7f2637d0bc515791" providerId="LiveId" clId="{1C363C82-C939-44FC-A8A5-AEBBD531DAF7}" dt="2025-09-25T12:12:41.013" v="2084" actId="1076"/>
          <ac:cxnSpMkLst>
            <pc:docMk/>
            <pc:sldMk cId="1612271559" sldId="549"/>
            <ac:cxnSpMk id="7" creationId="{7192BC13-E298-1997-93CA-22C029205FE5}"/>
          </ac:cxnSpMkLst>
        </pc:cxnChg>
        <pc:cxnChg chg="add mod">
          <ac:chgData name="Aleksey Zimin" userId="7f2637d0bc515791" providerId="LiveId" clId="{1C363C82-C939-44FC-A8A5-AEBBD531DAF7}" dt="2025-09-25T12:12:41.013" v="2084" actId="1076"/>
          <ac:cxnSpMkLst>
            <pc:docMk/>
            <pc:sldMk cId="1612271559" sldId="549"/>
            <ac:cxnSpMk id="11" creationId="{60A2C920-F582-7B96-0516-8587157B91C2}"/>
          </ac:cxnSpMkLst>
        </pc:cxnChg>
        <pc:cxnChg chg="add mod">
          <ac:chgData name="Aleksey Zimin" userId="7f2637d0bc515791" providerId="LiveId" clId="{1C363C82-C939-44FC-A8A5-AEBBD531DAF7}" dt="2025-09-25T12:12:52.559" v="2085" actId="1076"/>
          <ac:cxnSpMkLst>
            <pc:docMk/>
            <pc:sldMk cId="1612271559" sldId="549"/>
            <ac:cxnSpMk id="12" creationId="{3132A7C3-48EA-2C0F-BD5E-DBB746B0A030}"/>
          </ac:cxnSpMkLst>
        </pc:cxnChg>
        <pc:cxnChg chg="add mod">
          <ac:chgData name="Aleksey Zimin" userId="7f2637d0bc515791" providerId="LiveId" clId="{1C363C82-C939-44FC-A8A5-AEBBD531DAF7}" dt="2025-09-25T12:12:57.685" v="2086" actId="1076"/>
          <ac:cxnSpMkLst>
            <pc:docMk/>
            <pc:sldMk cId="1612271559" sldId="549"/>
            <ac:cxnSpMk id="13" creationId="{A94E0E16-168F-B753-471A-334FAA2A1F59}"/>
          </ac:cxnSpMkLst>
        </pc:cxnChg>
        <pc:cxnChg chg="add mod">
          <ac:chgData name="Aleksey Zimin" userId="7f2637d0bc515791" providerId="LiveId" clId="{1C363C82-C939-44FC-A8A5-AEBBD531DAF7}" dt="2025-09-25T12:13:00.436" v="2087" actId="14100"/>
          <ac:cxnSpMkLst>
            <pc:docMk/>
            <pc:sldMk cId="1612271559" sldId="549"/>
            <ac:cxnSpMk id="14" creationId="{9E928C12-A700-D877-4B2C-620CCA5F3360}"/>
          </ac:cxnSpMkLst>
        </pc:cxnChg>
      </pc:sldChg>
    </pc:docChg>
  </pc:docChgLst>
  <pc:docChgLst>
    <pc:chgData name="Aleksey Zimin" userId="7f2637d0bc515791" providerId="LiveId" clId="{8553A319-8433-4677-8F80-E28D63617D4C}"/>
    <pc:docChg chg="undo redo custSel addSld delSld modSld">
      <pc:chgData name="Aleksey Zimin" userId="7f2637d0bc515791" providerId="LiveId" clId="{8553A319-8433-4677-8F80-E28D63617D4C}" dt="2025-09-26T18:49:12.409" v="5678" actId="47"/>
      <pc:docMkLst>
        <pc:docMk/>
      </pc:docMkLst>
      <pc:sldChg chg="add">
        <pc:chgData name="Aleksey Zimin" userId="7f2637d0bc515791" providerId="LiveId" clId="{8553A319-8433-4677-8F80-E28D63617D4C}" dt="2025-09-24T14:52:55.493" v="808"/>
        <pc:sldMkLst>
          <pc:docMk/>
          <pc:sldMk cId="453548371" sldId="282"/>
        </pc:sldMkLst>
      </pc:sldChg>
      <pc:sldChg chg="add">
        <pc:chgData name="Aleksey Zimin" userId="7f2637d0bc515791" providerId="LiveId" clId="{8553A319-8433-4677-8F80-E28D63617D4C}" dt="2025-09-24T14:52:55.493" v="808"/>
        <pc:sldMkLst>
          <pc:docMk/>
          <pc:sldMk cId="3184623871" sldId="283"/>
        </pc:sldMkLst>
      </pc:sldChg>
      <pc:sldChg chg="add">
        <pc:chgData name="Aleksey Zimin" userId="7f2637d0bc515791" providerId="LiveId" clId="{8553A319-8433-4677-8F80-E28D63617D4C}" dt="2025-09-24T14:52:55.493" v="808"/>
        <pc:sldMkLst>
          <pc:docMk/>
          <pc:sldMk cId="2267207498" sldId="284"/>
        </pc:sldMkLst>
      </pc:sldChg>
      <pc:sldChg chg="add">
        <pc:chgData name="Aleksey Zimin" userId="7f2637d0bc515791" providerId="LiveId" clId="{8553A319-8433-4677-8F80-E28D63617D4C}" dt="2025-09-24T14:52:55.493" v="808"/>
        <pc:sldMkLst>
          <pc:docMk/>
          <pc:sldMk cId="3998872157" sldId="285"/>
        </pc:sldMkLst>
      </pc:sldChg>
      <pc:sldChg chg="add">
        <pc:chgData name="Aleksey Zimin" userId="7f2637d0bc515791" providerId="LiveId" clId="{8553A319-8433-4677-8F80-E28D63617D4C}" dt="2025-09-24T14:52:55.493" v="808"/>
        <pc:sldMkLst>
          <pc:docMk/>
          <pc:sldMk cId="217046075" sldId="286"/>
        </pc:sldMkLst>
      </pc:sldChg>
      <pc:sldChg chg="add">
        <pc:chgData name="Aleksey Zimin" userId="7f2637d0bc515791" providerId="LiveId" clId="{8553A319-8433-4677-8F80-E28D63617D4C}" dt="2025-09-24T14:52:55.493" v="808"/>
        <pc:sldMkLst>
          <pc:docMk/>
          <pc:sldMk cId="219142859" sldId="287"/>
        </pc:sldMkLst>
      </pc:sldChg>
      <pc:sldChg chg="modSp del mod modAnim">
        <pc:chgData name="Aleksey Zimin" userId="7f2637d0bc515791" providerId="LiveId" clId="{8553A319-8433-4677-8F80-E28D63617D4C}" dt="2025-09-26T18:49:12.409" v="5678" actId="47"/>
        <pc:sldMkLst>
          <pc:docMk/>
          <pc:sldMk cId="807348765" sldId="407"/>
        </pc:sldMkLst>
      </pc:sldChg>
      <pc:sldChg chg="delSp modSp mod">
        <pc:chgData name="Aleksey Zimin" userId="7f2637d0bc515791" providerId="LiveId" clId="{8553A319-8433-4677-8F80-E28D63617D4C}" dt="2025-09-24T14:30:20.953" v="393" actId="478"/>
        <pc:sldMkLst>
          <pc:docMk/>
          <pc:sldMk cId="3009805394" sldId="410"/>
        </pc:sldMkLst>
        <pc:spChg chg="mod">
          <ac:chgData name="Aleksey Zimin" userId="7f2637d0bc515791" providerId="LiveId" clId="{8553A319-8433-4677-8F80-E28D63617D4C}" dt="2025-09-24T13:41:31.711" v="326" actId="20577"/>
          <ac:spMkLst>
            <pc:docMk/>
            <pc:sldMk cId="3009805394" sldId="410"/>
            <ac:spMk id="2" creationId="{BCFF7279-AF34-7671-2C30-1F8CDF1A031B}"/>
          </ac:spMkLst>
        </pc:spChg>
        <pc:spChg chg="mod">
          <ac:chgData name="Aleksey Zimin" userId="7f2637d0bc515791" providerId="LiveId" clId="{8553A319-8433-4677-8F80-E28D63617D4C}" dt="2025-09-24T14:30:08.443" v="392" actId="15"/>
          <ac:spMkLst>
            <pc:docMk/>
            <pc:sldMk cId="3009805394" sldId="410"/>
            <ac:spMk id="3" creationId="{F5524EB8-D864-A4F1-14CF-2B13AFC2C8F0}"/>
          </ac:spMkLst>
        </pc:spChg>
      </pc:sldChg>
      <pc:sldChg chg="modSp del mod">
        <pc:chgData name="Aleksey Zimin" userId="7f2637d0bc515791" providerId="LiveId" clId="{8553A319-8433-4677-8F80-E28D63617D4C}" dt="2025-09-26T18:49:12.409" v="5678" actId="47"/>
        <pc:sldMkLst>
          <pc:docMk/>
          <pc:sldMk cId="3540739500" sldId="411"/>
        </pc:sldMkLst>
      </pc:sldChg>
      <pc:sldChg chg="modSp mod">
        <pc:chgData name="Aleksey Zimin" userId="7f2637d0bc515791" providerId="LiveId" clId="{8553A319-8433-4677-8F80-E28D63617D4C}" dt="2025-09-24T13:48:23.335" v="381" actId="20577"/>
        <pc:sldMkLst>
          <pc:docMk/>
          <pc:sldMk cId="3995109930" sldId="412"/>
        </pc:sldMkLst>
        <pc:spChg chg="mod">
          <ac:chgData name="Aleksey Zimin" userId="7f2637d0bc515791" providerId="LiveId" clId="{8553A319-8433-4677-8F80-E28D63617D4C}" dt="2025-09-24T13:48:23.335" v="381" actId="20577"/>
          <ac:spMkLst>
            <pc:docMk/>
            <pc:sldMk cId="3995109930" sldId="412"/>
            <ac:spMk id="2" creationId="{1CBC65CD-BCBF-C537-A500-865E0AAFA46C}"/>
          </ac:spMkLst>
        </pc:spChg>
      </pc:sldChg>
      <pc:sldChg chg="addSp modSp del mod modAnim">
        <pc:chgData name="Aleksey Zimin" userId="7f2637d0bc515791" providerId="LiveId" clId="{8553A319-8433-4677-8F80-E28D63617D4C}" dt="2025-09-26T18:49:12.409" v="5678" actId="47"/>
        <pc:sldMkLst>
          <pc:docMk/>
          <pc:sldMk cId="1345575573" sldId="413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1902230169" sldId="421"/>
        </pc:sldMkLst>
      </pc:sldChg>
      <pc:sldChg chg="modSp del mod">
        <pc:chgData name="Aleksey Zimin" userId="7f2637d0bc515791" providerId="LiveId" clId="{8553A319-8433-4677-8F80-E28D63617D4C}" dt="2025-09-26T18:49:12.409" v="5678" actId="47"/>
        <pc:sldMkLst>
          <pc:docMk/>
          <pc:sldMk cId="3130437174" sldId="423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2194738520" sldId="425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809032690" sldId="426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1762822495" sldId="427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2968288127" sldId="428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708600537" sldId="429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3229156974" sldId="430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1201566736" sldId="431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224006590" sldId="432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2261212866" sldId="433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2841383390" sldId="434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2387758340" sldId="435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737597283" sldId="436"/>
        </pc:sldMkLst>
      </pc:sldChg>
      <pc:sldChg chg="modSp mod">
        <pc:chgData name="Aleksey Zimin" userId="7f2637d0bc515791" providerId="LiveId" clId="{8553A319-8433-4677-8F80-E28D63617D4C}" dt="2025-09-24T13:41:38.535" v="331" actId="20577"/>
        <pc:sldMkLst>
          <pc:docMk/>
          <pc:sldMk cId="1402074185" sldId="440"/>
        </pc:sldMkLst>
        <pc:spChg chg="mod">
          <ac:chgData name="Aleksey Zimin" userId="7f2637d0bc515791" providerId="LiveId" clId="{8553A319-8433-4677-8F80-E28D63617D4C}" dt="2025-09-24T13:41:38.535" v="331" actId="20577"/>
          <ac:spMkLst>
            <pc:docMk/>
            <pc:sldMk cId="1402074185" sldId="440"/>
            <ac:spMk id="2" creationId="{2884B5A2-D3AA-0BE7-7CB4-24075236499E}"/>
          </ac:spMkLst>
        </pc:spChg>
      </pc:sldChg>
      <pc:sldChg chg="modSp mod">
        <pc:chgData name="Aleksey Zimin" userId="7f2637d0bc515791" providerId="LiveId" clId="{8553A319-8433-4677-8F80-E28D63617D4C}" dt="2025-09-24T13:41:46.734" v="336" actId="20577"/>
        <pc:sldMkLst>
          <pc:docMk/>
          <pc:sldMk cId="4268804242" sldId="441"/>
        </pc:sldMkLst>
        <pc:spChg chg="mod">
          <ac:chgData name="Aleksey Zimin" userId="7f2637d0bc515791" providerId="LiveId" clId="{8553A319-8433-4677-8F80-E28D63617D4C}" dt="2025-09-24T13:41:46.734" v="336" actId="20577"/>
          <ac:spMkLst>
            <pc:docMk/>
            <pc:sldMk cId="4268804242" sldId="441"/>
            <ac:spMk id="2" creationId="{F374C55B-E271-79DB-2624-AF209A48FA6D}"/>
          </ac:spMkLst>
        </pc:spChg>
      </pc:sldChg>
      <pc:sldChg chg="modSp mod">
        <pc:chgData name="Aleksey Zimin" userId="7f2637d0bc515791" providerId="LiveId" clId="{8553A319-8433-4677-8F80-E28D63617D4C}" dt="2025-09-24T13:41:53.143" v="341" actId="20577"/>
        <pc:sldMkLst>
          <pc:docMk/>
          <pc:sldMk cId="3290336111" sldId="442"/>
        </pc:sldMkLst>
        <pc:spChg chg="mod">
          <ac:chgData name="Aleksey Zimin" userId="7f2637d0bc515791" providerId="LiveId" clId="{8553A319-8433-4677-8F80-E28D63617D4C}" dt="2025-09-24T13:41:53.143" v="341" actId="20577"/>
          <ac:spMkLst>
            <pc:docMk/>
            <pc:sldMk cId="3290336111" sldId="442"/>
            <ac:spMk id="2" creationId="{0F4002CB-75F6-0791-2719-2E3B82AE5AC9}"/>
          </ac:spMkLst>
        </pc:spChg>
      </pc:sldChg>
      <pc:sldChg chg="modSp mod">
        <pc:chgData name="Aleksey Zimin" userId="7f2637d0bc515791" providerId="LiveId" clId="{8553A319-8433-4677-8F80-E28D63617D4C}" dt="2025-09-24T13:45:03.895" v="356" actId="20577"/>
        <pc:sldMkLst>
          <pc:docMk/>
          <pc:sldMk cId="1196692292" sldId="443"/>
        </pc:sldMkLst>
        <pc:spChg chg="mod">
          <ac:chgData name="Aleksey Zimin" userId="7f2637d0bc515791" providerId="LiveId" clId="{8553A319-8433-4677-8F80-E28D63617D4C}" dt="2025-09-24T13:45:03.895" v="356" actId="20577"/>
          <ac:spMkLst>
            <pc:docMk/>
            <pc:sldMk cId="1196692292" sldId="443"/>
            <ac:spMk id="2" creationId="{39A14460-8AF6-DCCA-F327-079A70A82293}"/>
          </ac:spMkLst>
        </pc:spChg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2006090250" sldId="445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1978762931" sldId="446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1290344996" sldId="447"/>
        </pc:sldMkLst>
      </pc:sldChg>
      <pc:sldChg chg="del">
        <pc:chgData name="Aleksey Zimin" userId="7f2637d0bc515791" providerId="LiveId" clId="{8553A319-8433-4677-8F80-E28D63617D4C}" dt="2025-09-26T18:49:12.409" v="5678" actId="47"/>
        <pc:sldMkLst>
          <pc:docMk/>
          <pc:sldMk cId="1210766213" sldId="448"/>
        </pc:sldMkLst>
      </pc:sldChg>
      <pc:sldChg chg="modSp mod">
        <pc:chgData name="Aleksey Zimin" userId="7f2637d0bc515791" providerId="LiveId" clId="{8553A319-8433-4677-8F80-E28D63617D4C}" dt="2025-09-22T13:38:45.091" v="283" actId="20577"/>
        <pc:sldMkLst>
          <pc:docMk/>
          <pc:sldMk cId="1331428061" sldId="453"/>
        </pc:sldMkLst>
        <pc:spChg chg="mod">
          <ac:chgData name="Aleksey Zimin" userId="7f2637d0bc515791" providerId="LiveId" clId="{8553A319-8433-4677-8F80-E28D63617D4C}" dt="2025-09-22T13:38:45.091" v="283" actId="20577"/>
          <ac:spMkLst>
            <pc:docMk/>
            <pc:sldMk cId="1331428061" sldId="453"/>
            <ac:spMk id="3" creationId="{527405D0-3788-255F-FFF9-CA6FF2E390CE}"/>
          </ac:spMkLst>
        </pc:spChg>
      </pc:sldChg>
      <pc:sldChg chg="modSp del mod">
        <pc:chgData name="Aleksey Zimin" userId="7f2637d0bc515791" providerId="LiveId" clId="{8553A319-8433-4677-8F80-E28D63617D4C}" dt="2025-09-24T20:03:15.041" v="5544" actId="47"/>
        <pc:sldMkLst>
          <pc:docMk/>
          <pc:sldMk cId="3536544664" sldId="456"/>
        </pc:sldMkLst>
      </pc:sldChg>
      <pc:sldChg chg="modSp mod">
        <pc:chgData name="Aleksey Zimin" userId="7f2637d0bc515791" providerId="LiveId" clId="{8553A319-8433-4677-8F80-E28D63617D4C}" dt="2025-09-24T13:47:13.726" v="371" actId="20577"/>
        <pc:sldMkLst>
          <pc:docMk/>
          <pc:sldMk cId="997387992" sldId="467"/>
        </pc:sldMkLst>
        <pc:spChg chg="mod">
          <ac:chgData name="Aleksey Zimin" userId="7f2637d0bc515791" providerId="LiveId" clId="{8553A319-8433-4677-8F80-E28D63617D4C}" dt="2025-09-24T13:47:13.726" v="371" actId="20577"/>
          <ac:spMkLst>
            <pc:docMk/>
            <pc:sldMk cId="997387992" sldId="467"/>
            <ac:spMk id="2" creationId="{75FB3C42-1AF0-1516-DE5D-A140BE53373B}"/>
          </ac:spMkLst>
        </pc:spChg>
      </pc:sldChg>
      <pc:sldChg chg="modSp mod">
        <pc:chgData name="Aleksey Zimin" userId="7f2637d0bc515791" providerId="LiveId" clId="{8553A319-8433-4677-8F80-E28D63617D4C}" dt="2025-09-24T13:47:08.968" v="366" actId="20577"/>
        <pc:sldMkLst>
          <pc:docMk/>
          <pc:sldMk cId="4128588245" sldId="468"/>
        </pc:sldMkLst>
        <pc:spChg chg="mod">
          <ac:chgData name="Aleksey Zimin" userId="7f2637d0bc515791" providerId="LiveId" clId="{8553A319-8433-4677-8F80-E28D63617D4C}" dt="2025-09-24T13:47:08.968" v="366" actId="20577"/>
          <ac:spMkLst>
            <pc:docMk/>
            <pc:sldMk cId="4128588245" sldId="468"/>
            <ac:spMk id="2" creationId="{006E5904-6D91-6D96-0793-E5570AE7AF76}"/>
          </ac:spMkLst>
        </pc:spChg>
      </pc:sldChg>
      <pc:sldChg chg="modSp mod">
        <pc:chgData name="Aleksey Zimin" userId="7f2637d0bc515791" providerId="LiveId" clId="{8553A319-8433-4677-8F80-E28D63617D4C}" dt="2025-09-24T13:46:50.210" v="361" actId="20577"/>
        <pc:sldMkLst>
          <pc:docMk/>
          <pc:sldMk cId="3458580164" sldId="469"/>
        </pc:sldMkLst>
        <pc:spChg chg="mod">
          <ac:chgData name="Aleksey Zimin" userId="7f2637d0bc515791" providerId="LiveId" clId="{8553A319-8433-4677-8F80-E28D63617D4C}" dt="2025-09-24T13:44:51.517" v="346" actId="20577"/>
          <ac:spMkLst>
            <pc:docMk/>
            <pc:sldMk cId="3458580164" sldId="469"/>
            <ac:spMk id="2" creationId="{47CA9D06-3E06-DC73-BEAB-E58D33BFC47A}"/>
          </ac:spMkLst>
        </pc:spChg>
        <pc:spChg chg="mod">
          <ac:chgData name="Aleksey Zimin" userId="7f2637d0bc515791" providerId="LiveId" clId="{8553A319-8433-4677-8F80-E28D63617D4C}" dt="2025-09-24T13:46:50.210" v="361" actId="20577"/>
          <ac:spMkLst>
            <pc:docMk/>
            <pc:sldMk cId="3458580164" sldId="469"/>
            <ac:spMk id="3" creationId="{885BB257-A012-64E9-3984-7DA642E53E1A}"/>
          </ac:spMkLst>
        </pc:spChg>
      </pc:sldChg>
      <pc:sldChg chg="modSp mod">
        <pc:chgData name="Aleksey Zimin" userId="7f2637d0bc515791" providerId="LiveId" clId="{8553A319-8433-4677-8F80-E28D63617D4C}" dt="2025-09-24T13:44:56.775" v="351" actId="20577"/>
        <pc:sldMkLst>
          <pc:docMk/>
          <pc:sldMk cId="1342632659" sldId="470"/>
        </pc:sldMkLst>
        <pc:spChg chg="mod">
          <ac:chgData name="Aleksey Zimin" userId="7f2637d0bc515791" providerId="LiveId" clId="{8553A319-8433-4677-8F80-E28D63617D4C}" dt="2025-09-24T13:44:56.775" v="351" actId="20577"/>
          <ac:spMkLst>
            <pc:docMk/>
            <pc:sldMk cId="1342632659" sldId="470"/>
            <ac:spMk id="2" creationId="{9FF19279-E907-E930-7F32-127F7BF6E26A}"/>
          </ac:spMkLst>
        </pc:spChg>
        <pc:spChg chg="mod">
          <ac:chgData name="Aleksey Zimin" userId="7f2637d0bc515791" providerId="LiveId" clId="{8553A319-8433-4677-8F80-E28D63617D4C}" dt="2025-09-24T13:31:40.361" v="321" actId="20577"/>
          <ac:spMkLst>
            <pc:docMk/>
            <pc:sldMk cId="1342632659" sldId="470"/>
            <ac:spMk id="3" creationId="{2B05828E-9EB0-DD79-B3C9-EF7675D67A1D}"/>
          </ac:spMkLst>
        </pc:spChg>
      </pc:sldChg>
      <pc:sldChg chg="modSp mod modAnim">
        <pc:chgData name="Aleksey Zimin" userId="7f2637d0bc515791" providerId="LiveId" clId="{8553A319-8433-4677-8F80-E28D63617D4C}" dt="2025-09-24T20:43:57.177" v="5677" actId="20577"/>
        <pc:sldMkLst>
          <pc:docMk/>
          <pc:sldMk cId="1222427046" sldId="471"/>
        </pc:sldMkLst>
        <pc:spChg chg="mod">
          <ac:chgData name="Aleksey Zimin" userId="7f2637d0bc515791" providerId="LiveId" clId="{8553A319-8433-4677-8F80-E28D63617D4C}" dt="2025-09-24T20:30:02.659" v="5644" actId="20577"/>
          <ac:spMkLst>
            <pc:docMk/>
            <pc:sldMk cId="1222427046" sldId="471"/>
            <ac:spMk id="2" creationId="{8155ECEB-8314-4F5B-A37B-470FD90D56D7}"/>
          </ac:spMkLst>
        </pc:spChg>
        <pc:spChg chg="mod">
          <ac:chgData name="Aleksey Zimin" userId="7f2637d0bc515791" providerId="LiveId" clId="{8553A319-8433-4677-8F80-E28D63617D4C}" dt="2025-09-24T20:43:57.177" v="5677" actId="20577"/>
          <ac:spMkLst>
            <pc:docMk/>
            <pc:sldMk cId="1222427046" sldId="471"/>
            <ac:spMk id="3" creationId="{56A0B893-EF41-6232-0920-205CB5599C44}"/>
          </ac:spMkLst>
        </pc:spChg>
      </pc:sldChg>
      <pc:sldChg chg="modSp">
        <pc:chgData name="Aleksey Zimin" userId="7f2637d0bc515791" providerId="LiveId" clId="{8553A319-8433-4677-8F80-E28D63617D4C}" dt="2025-09-24T13:47:26.616" v="376" actId="20577"/>
        <pc:sldMkLst>
          <pc:docMk/>
          <pc:sldMk cId="1737656846" sldId="472"/>
        </pc:sldMkLst>
        <pc:spChg chg="mod">
          <ac:chgData name="Aleksey Zimin" userId="7f2637d0bc515791" providerId="LiveId" clId="{8553A319-8433-4677-8F80-E28D63617D4C}" dt="2025-09-24T13:47:26.616" v="376" actId="20577"/>
          <ac:spMkLst>
            <pc:docMk/>
            <pc:sldMk cId="1737656846" sldId="472"/>
            <ac:spMk id="3" creationId="{077355E7-B584-3612-A29A-58FD462AD01C}"/>
          </ac:spMkLst>
        </pc:spChg>
      </pc:sldChg>
      <pc:sldChg chg="modSp mod">
        <pc:chgData name="Aleksey Zimin" userId="7f2637d0bc515791" providerId="LiveId" clId="{8553A319-8433-4677-8F80-E28D63617D4C}" dt="2025-09-22T13:38:51.124" v="289" actId="20577"/>
        <pc:sldMkLst>
          <pc:docMk/>
          <pc:sldMk cId="3340996165" sldId="506"/>
        </pc:sldMkLst>
        <pc:spChg chg="mod">
          <ac:chgData name="Aleksey Zimin" userId="7f2637d0bc515791" providerId="LiveId" clId="{8553A319-8433-4677-8F80-E28D63617D4C}" dt="2025-09-22T13:38:51.124" v="289" actId="20577"/>
          <ac:spMkLst>
            <pc:docMk/>
            <pc:sldMk cId="3340996165" sldId="506"/>
            <ac:spMk id="3" creationId="{A5D82D75-8719-353F-80F8-13B29C4BFA76}"/>
          </ac:spMkLst>
        </pc:spChg>
      </pc:sldChg>
      <pc:sldChg chg="modSp del mod">
        <pc:chgData name="Aleksey Zimin" userId="7f2637d0bc515791" providerId="LiveId" clId="{8553A319-8433-4677-8F80-E28D63617D4C}" dt="2025-09-24T20:11:37.866" v="5615" actId="47"/>
        <pc:sldMkLst>
          <pc:docMk/>
          <pc:sldMk cId="2762099099" sldId="507"/>
        </pc:sldMkLst>
      </pc:sldChg>
      <pc:sldChg chg="modSp mod">
        <pc:chgData name="Aleksey Zimin" userId="7f2637d0bc515791" providerId="LiveId" clId="{8553A319-8433-4677-8F80-E28D63617D4C}" dt="2025-09-24T20:07:27.515" v="5598"/>
        <pc:sldMkLst>
          <pc:docMk/>
          <pc:sldMk cId="313719381" sldId="508"/>
        </pc:sldMkLst>
        <pc:spChg chg="mod">
          <ac:chgData name="Aleksey Zimin" userId="7f2637d0bc515791" providerId="LiveId" clId="{8553A319-8433-4677-8F80-E28D63617D4C}" dt="2025-09-24T20:07:27.515" v="5598"/>
          <ac:spMkLst>
            <pc:docMk/>
            <pc:sldMk cId="313719381" sldId="508"/>
            <ac:spMk id="3" creationId="{C7D27F99-FE5F-AE5E-BBAF-A780967180CA}"/>
          </ac:spMkLst>
        </pc:spChg>
      </pc:sldChg>
      <pc:sldChg chg="addSp delSp modSp add mod">
        <pc:chgData name="Aleksey Zimin" userId="7f2637d0bc515791" providerId="LiveId" clId="{8553A319-8433-4677-8F80-E28D63617D4C}" dt="2025-09-22T13:32:41.716" v="200"/>
        <pc:sldMkLst>
          <pc:docMk/>
          <pc:sldMk cId="1684512943" sldId="513"/>
        </pc:sldMkLst>
        <pc:spChg chg="mod">
          <ac:chgData name="Aleksey Zimin" userId="7f2637d0bc515791" providerId="LiveId" clId="{8553A319-8433-4677-8F80-E28D63617D4C}" dt="2025-09-22T13:27:03.997" v="131" actId="6549"/>
          <ac:spMkLst>
            <pc:docMk/>
            <pc:sldMk cId="1684512943" sldId="513"/>
            <ac:spMk id="3" creationId="{23A11FE9-FC8C-8E93-F670-4D5E7299B92D}"/>
          </ac:spMkLst>
        </pc:spChg>
        <pc:spChg chg="add mod">
          <ac:chgData name="Aleksey Zimin" userId="7f2637d0bc515791" providerId="LiveId" clId="{8553A319-8433-4677-8F80-E28D63617D4C}" dt="2025-09-22T13:32:27.394" v="199" actId="1076"/>
          <ac:spMkLst>
            <pc:docMk/>
            <pc:sldMk cId="1684512943" sldId="513"/>
            <ac:spMk id="6" creationId="{2C29EE80-5D63-4426-F841-2414604F8C0B}"/>
          </ac:spMkLst>
        </pc:spChg>
        <pc:spChg chg="add mod">
          <ac:chgData name="Aleksey Zimin" userId="7f2637d0bc515791" providerId="LiveId" clId="{8553A319-8433-4677-8F80-E28D63617D4C}" dt="2025-09-22T13:32:19.650" v="197" actId="1076"/>
          <ac:spMkLst>
            <pc:docMk/>
            <pc:sldMk cId="1684512943" sldId="513"/>
            <ac:spMk id="10" creationId="{9E35EAF1-52B7-796E-FB46-CCD819C7690B}"/>
          </ac:spMkLst>
        </pc:spChg>
        <pc:spChg chg="add mod">
          <ac:chgData name="Aleksey Zimin" userId="7f2637d0bc515791" providerId="LiveId" clId="{8553A319-8433-4677-8F80-E28D63617D4C}" dt="2025-09-22T13:32:22.242" v="198" actId="1076"/>
          <ac:spMkLst>
            <pc:docMk/>
            <pc:sldMk cId="1684512943" sldId="513"/>
            <ac:spMk id="13" creationId="{83246275-4E31-A0E1-BE3D-1A96E176AEC0}"/>
          </ac:spMkLst>
        </pc:spChg>
        <pc:spChg chg="add mod">
          <ac:chgData name="Aleksey Zimin" userId="7f2637d0bc515791" providerId="LiveId" clId="{8553A319-8433-4677-8F80-E28D63617D4C}" dt="2025-09-22T13:32:05.722" v="196" actId="20577"/>
          <ac:spMkLst>
            <pc:docMk/>
            <pc:sldMk cId="1684512943" sldId="513"/>
            <ac:spMk id="15" creationId="{B669970B-191B-4051-451F-25AEE2F5FA2C}"/>
          </ac:spMkLst>
        </pc:spChg>
        <pc:cxnChg chg="add mod">
          <ac:chgData name="Aleksey Zimin" userId="7f2637d0bc515791" providerId="LiveId" clId="{8553A319-8433-4677-8F80-E28D63617D4C}" dt="2025-09-22T13:32:27.394" v="199" actId="1076"/>
          <ac:cxnSpMkLst>
            <pc:docMk/>
            <pc:sldMk cId="1684512943" sldId="513"/>
            <ac:cxnSpMk id="21" creationId="{712A0194-B870-DAAF-918E-C3EDED2272B5}"/>
          </ac:cxnSpMkLst>
        </pc:cxnChg>
        <pc:cxnChg chg="add mod">
          <ac:chgData name="Aleksey Zimin" userId="7f2637d0bc515791" providerId="LiveId" clId="{8553A319-8433-4677-8F80-E28D63617D4C}" dt="2025-09-22T13:32:19.650" v="197" actId="1076"/>
          <ac:cxnSpMkLst>
            <pc:docMk/>
            <pc:sldMk cId="1684512943" sldId="513"/>
            <ac:cxnSpMk id="37" creationId="{88B60A06-E170-023A-0398-9E6F069CCCAE}"/>
          </ac:cxnSpMkLst>
        </pc:cxnChg>
        <pc:cxnChg chg="add mod">
          <ac:chgData name="Aleksey Zimin" userId="7f2637d0bc515791" providerId="LiveId" clId="{8553A319-8433-4677-8F80-E28D63617D4C}" dt="2025-09-22T13:32:19.650" v="197" actId="1076"/>
          <ac:cxnSpMkLst>
            <pc:docMk/>
            <pc:sldMk cId="1684512943" sldId="513"/>
            <ac:cxnSpMk id="45" creationId="{F26BE63B-5FC6-E685-49BE-00F94C947CD2}"/>
          </ac:cxnSpMkLst>
        </pc:cxnChg>
        <pc:cxnChg chg="add mod">
          <ac:chgData name="Aleksey Zimin" userId="7f2637d0bc515791" providerId="LiveId" clId="{8553A319-8433-4677-8F80-E28D63617D4C}" dt="2025-09-22T13:32:22.242" v="198" actId="1076"/>
          <ac:cxnSpMkLst>
            <pc:docMk/>
            <pc:sldMk cId="1684512943" sldId="513"/>
            <ac:cxnSpMk id="86" creationId="{B178542B-E98C-32BA-198C-B4AC8662380D}"/>
          </ac:cxnSpMkLst>
        </pc:cxnChg>
      </pc:sldChg>
      <pc:sldChg chg="addSp delSp modSp add mod">
        <pc:chgData name="Aleksey Zimin" userId="7f2637d0bc515791" providerId="LiveId" clId="{8553A319-8433-4677-8F80-E28D63617D4C}" dt="2025-09-22T13:33:58.379" v="219" actId="20577"/>
        <pc:sldMkLst>
          <pc:docMk/>
          <pc:sldMk cId="1116341114" sldId="514"/>
        </pc:sldMkLst>
        <pc:spChg chg="mod">
          <ac:chgData name="Aleksey Zimin" userId="7f2637d0bc515791" providerId="LiveId" clId="{8553A319-8433-4677-8F80-E28D63617D4C}" dt="2025-09-22T13:33:58.379" v="219" actId="20577"/>
          <ac:spMkLst>
            <pc:docMk/>
            <pc:sldMk cId="1116341114" sldId="514"/>
            <ac:spMk id="3" creationId="{9EDB188A-C842-1664-5DCB-D5EBF3E50A93}"/>
          </ac:spMkLst>
        </pc:spChg>
        <pc:inkChg chg="add">
          <ac:chgData name="Aleksey Zimin" userId="7f2637d0bc515791" providerId="LiveId" clId="{8553A319-8433-4677-8F80-E28D63617D4C}" dt="2025-09-22T13:33:37.901" v="210" actId="9405"/>
          <ac:inkMkLst>
            <pc:docMk/>
            <pc:sldMk cId="1116341114" sldId="514"/>
            <ac:inkMk id="11" creationId="{91BDB242-C679-E715-FB1A-AC3FF931BB20}"/>
          </ac:inkMkLst>
        </pc:inkChg>
      </pc:sldChg>
      <pc:sldChg chg="addSp delSp modSp add mod">
        <pc:chgData name="Aleksey Zimin" userId="7f2637d0bc515791" providerId="LiveId" clId="{8553A319-8433-4677-8F80-E28D63617D4C}" dt="2025-09-22T13:37:36.795" v="279" actId="9405"/>
        <pc:sldMkLst>
          <pc:docMk/>
          <pc:sldMk cId="3854425644" sldId="515"/>
        </pc:sldMkLst>
        <pc:spChg chg="mod">
          <ac:chgData name="Aleksey Zimin" userId="7f2637d0bc515791" providerId="LiveId" clId="{8553A319-8433-4677-8F80-E28D63617D4C}" dt="2025-09-22T13:36:21.941" v="271" actId="2711"/>
          <ac:spMkLst>
            <pc:docMk/>
            <pc:sldMk cId="3854425644" sldId="515"/>
            <ac:spMk id="3" creationId="{5EEB49DA-9998-0C08-0B00-D1E8CCC25776}"/>
          </ac:spMkLst>
        </pc:spChg>
        <pc:spChg chg="mod">
          <ac:chgData name="Aleksey Zimin" userId="7f2637d0bc515791" providerId="LiveId" clId="{8553A319-8433-4677-8F80-E28D63617D4C}" dt="2025-09-22T13:34:21.339" v="223" actId="1076"/>
          <ac:spMkLst>
            <pc:docMk/>
            <pc:sldMk cId="3854425644" sldId="515"/>
            <ac:spMk id="6" creationId="{A24DD092-BAE6-5DD7-CA9A-5621159865FA}"/>
          </ac:spMkLst>
        </pc:spChg>
        <pc:spChg chg="add mod">
          <ac:chgData name="Aleksey Zimin" userId="7f2637d0bc515791" providerId="LiveId" clId="{8553A319-8433-4677-8F80-E28D63617D4C}" dt="2025-09-22T13:36:38.723" v="273" actId="1076"/>
          <ac:spMkLst>
            <pc:docMk/>
            <pc:sldMk cId="3854425644" sldId="515"/>
            <ac:spMk id="7" creationId="{5BB11CAF-918C-00F9-E29D-AE82C904F562}"/>
          </ac:spMkLst>
        </pc:spChg>
        <pc:spChg chg="add mod">
          <ac:chgData name="Aleksey Zimin" userId="7f2637d0bc515791" providerId="LiveId" clId="{8553A319-8433-4677-8F80-E28D63617D4C}" dt="2025-09-22T13:36:38.723" v="273" actId="1076"/>
          <ac:spMkLst>
            <pc:docMk/>
            <pc:sldMk cId="3854425644" sldId="515"/>
            <ac:spMk id="8" creationId="{E2960540-248C-5C42-9A8B-0224493D24EB}"/>
          </ac:spMkLst>
        </pc:spChg>
        <pc:spChg chg="add mod">
          <ac:chgData name="Aleksey Zimin" userId="7f2637d0bc515791" providerId="LiveId" clId="{8553A319-8433-4677-8F80-E28D63617D4C}" dt="2025-09-22T13:36:38.723" v="273" actId="1076"/>
          <ac:spMkLst>
            <pc:docMk/>
            <pc:sldMk cId="3854425644" sldId="515"/>
            <ac:spMk id="9" creationId="{4F899DDE-EE95-734C-B96F-6AE2DA7D8FB0}"/>
          </ac:spMkLst>
        </pc:spChg>
        <pc:spChg chg="mod">
          <ac:chgData name="Aleksey Zimin" userId="7f2637d0bc515791" providerId="LiveId" clId="{8553A319-8433-4677-8F80-E28D63617D4C}" dt="2025-09-22T13:34:21.339" v="223" actId="1076"/>
          <ac:spMkLst>
            <pc:docMk/>
            <pc:sldMk cId="3854425644" sldId="515"/>
            <ac:spMk id="10" creationId="{85335E8C-BE95-7DEC-DDA8-65A441CC6935}"/>
          </ac:spMkLst>
        </pc:spChg>
        <pc:spChg chg="add mod">
          <ac:chgData name="Aleksey Zimin" userId="7f2637d0bc515791" providerId="LiveId" clId="{8553A319-8433-4677-8F80-E28D63617D4C}" dt="2025-09-22T13:36:38.723" v="273" actId="1076"/>
          <ac:spMkLst>
            <pc:docMk/>
            <pc:sldMk cId="3854425644" sldId="515"/>
            <ac:spMk id="12" creationId="{CB0EEC80-387A-12C9-11EA-9A61DC7F8345}"/>
          </ac:spMkLst>
        </pc:spChg>
        <pc:spChg chg="mod">
          <ac:chgData name="Aleksey Zimin" userId="7f2637d0bc515791" providerId="LiveId" clId="{8553A319-8433-4677-8F80-E28D63617D4C}" dt="2025-09-22T13:34:21.339" v="223" actId="1076"/>
          <ac:spMkLst>
            <pc:docMk/>
            <pc:sldMk cId="3854425644" sldId="515"/>
            <ac:spMk id="13" creationId="{B7721045-E61E-2459-B401-6B795AB4960F}"/>
          </ac:spMkLst>
        </pc:spChg>
        <pc:spChg chg="mod">
          <ac:chgData name="Aleksey Zimin" userId="7f2637d0bc515791" providerId="LiveId" clId="{8553A319-8433-4677-8F80-E28D63617D4C}" dt="2025-09-22T13:34:21.339" v="223" actId="1076"/>
          <ac:spMkLst>
            <pc:docMk/>
            <pc:sldMk cId="3854425644" sldId="515"/>
            <ac:spMk id="15" creationId="{999C9091-692E-40F4-6C5B-F9297CB89826}"/>
          </ac:spMkLst>
        </pc:spChg>
        <pc:inkChg chg="mod">
          <ac:chgData name="Aleksey Zimin" userId="7f2637d0bc515791" providerId="LiveId" clId="{8553A319-8433-4677-8F80-E28D63617D4C}" dt="2025-09-22T13:34:21.339" v="223" actId="1076"/>
          <ac:inkMkLst>
            <pc:docMk/>
            <pc:sldMk cId="3854425644" sldId="515"/>
            <ac:inkMk id="11" creationId="{8F5F4F4E-B458-CF0D-366D-50D16B47DEFF}"/>
          </ac:inkMkLst>
        </pc:inkChg>
        <pc:inkChg chg="add">
          <ac:chgData name="Aleksey Zimin" userId="7f2637d0bc515791" providerId="LiveId" clId="{8553A319-8433-4677-8F80-E28D63617D4C}" dt="2025-09-22T13:37:36.795" v="279" actId="9405"/>
          <ac:inkMkLst>
            <pc:docMk/>
            <pc:sldMk cId="3854425644" sldId="515"/>
            <ac:inkMk id="23" creationId="{1D8F3142-DA2A-E3C1-894C-5D7EDB120C19}"/>
          </ac:inkMkLst>
        </pc:inkChg>
        <pc:cxnChg chg="add mod">
          <ac:chgData name="Aleksey Zimin" userId="7f2637d0bc515791" providerId="LiveId" clId="{8553A319-8433-4677-8F80-E28D63617D4C}" dt="2025-09-22T13:36:38.723" v="273" actId="1076"/>
          <ac:cxnSpMkLst>
            <pc:docMk/>
            <pc:sldMk cId="3854425644" sldId="515"/>
            <ac:cxnSpMk id="14" creationId="{C6863513-70C6-F725-F823-277F119047A7}"/>
          </ac:cxnSpMkLst>
        </pc:cxnChg>
        <pc:cxnChg chg="add mod">
          <ac:chgData name="Aleksey Zimin" userId="7f2637d0bc515791" providerId="LiveId" clId="{8553A319-8433-4677-8F80-E28D63617D4C}" dt="2025-09-22T13:36:38.723" v="273" actId="1076"/>
          <ac:cxnSpMkLst>
            <pc:docMk/>
            <pc:sldMk cId="3854425644" sldId="515"/>
            <ac:cxnSpMk id="16" creationId="{4AC72D8E-A128-8BFC-166C-9AE98F929086}"/>
          </ac:cxnSpMkLst>
        </pc:cxnChg>
        <pc:cxnChg chg="add mod">
          <ac:chgData name="Aleksey Zimin" userId="7f2637d0bc515791" providerId="LiveId" clId="{8553A319-8433-4677-8F80-E28D63617D4C}" dt="2025-09-22T13:36:38.723" v="273" actId="1076"/>
          <ac:cxnSpMkLst>
            <pc:docMk/>
            <pc:sldMk cId="3854425644" sldId="515"/>
            <ac:cxnSpMk id="17" creationId="{EF80A9C2-21BB-6225-9142-A647140607FA}"/>
          </ac:cxnSpMkLst>
        </pc:cxnChg>
        <pc:cxnChg chg="add mod">
          <ac:chgData name="Aleksey Zimin" userId="7f2637d0bc515791" providerId="LiveId" clId="{8553A319-8433-4677-8F80-E28D63617D4C}" dt="2025-09-22T13:36:38.723" v="273" actId="1076"/>
          <ac:cxnSpMkLst>
            <pc:docMk/>
            <pc:sldMk cId="3854425644" sldId="515"/>
            <ac:cxnSpMk id="18" creationId="{8B1AB5DE-6244-2A91-A11C-4B1E9734E14D}"/>
          </ac:cxnSpMkLst>
        </pc:cxnChg>
        <pc:cxnChg chg="mod">
          <ac:chgData name="Aleksey Zimin" userId="7f2637d0bc515791" providerId="LiveId" clId="{8553A319-8433-4677-8F80-E28D63617D4C}" dt="2025-09-22T13:34:21.339" v="223" actId="1076"/>
          <ac:cxnSpMkLst>
            <pc:docMk/>
            <pc:sldMk cId="3854425644" sldId="515"/>
            <ac:cxnSpMk id="21" creationId="{CEF9201A-19F6-6EA1-A878-EFF08554639E}"/>
          </ac:cxnSpMkLst>
        </pc:cxnChg>
        <pc:cxnChg chg="mod">
          <ac:chgData name="Aleksey Zimin" userId="7f2637d0bc515791" providerId="LiveId" clId="{8553A319-8433-4677-8F80-E28D63617D4C}" dt="2025-09-22T13:34:21.339" v="223" actId="1076"/>
          <ac:cxnSpMkLst>
            <pc:docMk/>
            <pc:sldMk cId="3854425644" sldId="515"/>
            <ac:cxnSpMk id="37" creationId="{4895BFDE-93CA-EECD-11B5-80362F90399B}"/>
          </ac:cxnSpMkLst>
        </pc:cxnChg>
        <pc:cxnChg chg="mod">
          <ac:chgData name="Aleksey Zimin" userId="7f2637d0bc515791" providerId="LiveId" clId="{8553A319-8433-4677-8F80-E28D63617D4C}" dt="2025-09-22T13:34:21.339" v="223" actId="1076"/>
          <ac:cxnSpMkLst>
            <pc:docMk/>
            <pc:sldMk cId="3854425644" sldId="515"/>
            <ac:cxnSpMk id="45" creationId="{8E64C87C-6061-D819-1F55-0BEBE317863B}"/>
          </ac:cxnSpMkLst>
        </pc:cxnChg>
        <pc:cxnChg chg="mod">
          <ac:chgData name="Aleksey Zimin" userId="7f2637d0bc515791" providerId="LiveId" clId="{8553A319-8433-4677-8F80-E28D63617D4C}" dt="2025-09-22T13:34:21.339" v="223" actId="1076"/>
          <ac:cxnSpMkLst>
            <pc:docMk/>
            <pc:sldMk cId="3854425644" sldId="515"/>
            <ac:cxnSpMk id="86" creationId="{FE8C60A7-C83C-A40A-9CFD-2432368E4BE5}"/>
          </ac:cxnSpMkLst>
        </pc:cxnChg>
      </pc:sldChg>
      <pc:sldChg chg="modSp new mod">
        <pc:chgData name="Aleksey Zimin" userId="7f2637d0bc515791" providerId="LiveId" clId="{8553A319-8433-4677-8F80-E28D63617D4C}" dt="2025-09-24T15:30:01.955" v="1756" actId="20577"/>
        <pc:sldMkLst>
          <pc:docMk/>
          <pc:sldMk cId="598604316" sldId="516"/>
        </pc:sldMkLst>
        <pc:spChg chg="mod">
          <ac:chgData name="Aleksey Zimin" userId="7f2637d0bc515791" providerId="LiveId" clId="{8553A319-8433-4677-8F80-E28D63617D4C}" dt="2025-09-24T14:46:51.553" v="424" actId="20577"/>
          <ac:spMkLst>
            <pc:docMk/>
            <pc:sldMk cId="598604316" sldId="516"/>
            <ac:spMk id="2" creationId="{4963DF8A-EF54-6D2E-BEDE-8F26264C5192}"/>
          </ac:spMkLst>
        </pc:spChg>
        <pc:spChg chg="mod">
          <ac:chgData name="Aleksey Zimin" userId="7f2637d0bc515791" providerId="LiveId" clId="{8553A319-8433-4677-8F80-E28D63617D4C}" dt="2025-09-24T15:30:01.955" v="1756" actId="20577"/>
          <ac:spMkLst>
            <pc:docMk/>
            <pc:sldMk cId="598604316" sldId="516"/>
            <ac:spMk id="3" creationId="{23932ECC-DE1D-1C6D-6F40-FCDDF4D3A123}"/>
          </ac:spMkLst>
        </pc:spChg>
      </pc:sldChg>
      <pc:sldChg chg="delSp modSp add mod">
        <pc:chgData name="Aleksey Zimin" userId="7f2637d0bc515791" providerId="LiveId" clId="{8553A319-8433-4677-8F80-E28D63617D4C}" dt="2025-09-24T15:46:06.234" v="1804" actId="20577"/>
        <pc:sldMkLst>
          <pc:docMk/>
          <pc:sldMk cId="676083568" sldId="517"/>
        </pc:sldMkLst>
        <pc:spChg chg="mod">
          <ac:chgData name="Aleksey Zimin" userId="7f2637d0bc515791" providerId="LiveId" clId="{8553A319-8433-4677-8F80-E28D63617D4C}" dt="2025-09-24T15:05:18.787" v="1177" actId="20577"/>
          <ac:spMkLst>
            <pc:docMk/>
            <pc:sldMk cId="676083568" sldId="517"/>
            <ac:spMk id="2" creationId="{063DDBBF-B7D2-368E-5212-1C37CEA68A2C}"/>
          </ac:spMkLst>
        </pc:spChg>
        <pc:spChg chg="mod">
          <ac:chgData name="Aleksey Zimin" userId="7f2637d0bc515791" providerId="LiveId" clId="{8553A319-8433-4677-8F80-E28D63617D4C}" dt="2025-09-24T15:46:06.234" v="1804" actId="20577"/>
          <ac:spMkLst>
            <pc:docMk/>
            <pc:sldMk cId="676083568" sldId="517"/>
            <ac:spMk id="3" creationId="{B23CBF64-E77F-A885-41F1-44F7F2CE657F}"/>
          </ac:spMkLst>
        </pc:spChg>
      </pc:sldChg>
      <pc:sldChg chg="modSp new del mod">
        <pc:chgData name="Aleksey Zimin" userId="7f2637d0bc515791" providerId="LiveId" clId="{8553A319-8433-4677-8F80-E28D63617D4C}" dt="2025-09-24T14:53:31.361" v="810" actId="47"/>
        <pc:sldMkLst>
          <pc:docMk/>
          <pc:sldMk cId="2945943409" sldId="517"/>
        </pc:sldMkLst>
      </pc:sldChg>
      <pc:sldChg chg="addSp delSp modSp add mod">
        <pc:chgData name="Aleksey Zimin" userId="7f2637d0bc515791" providerId="LiveId" clId="{8553A319-8433-4677-8F80-E28D63617D4C}" dt="2025-09-24T15:54:33.206" v="1901"/>
        <pc:sldMkLst>
          <pc:docMk/>
          <pc:sldMk cId="2224338047" sldId="518"/>
        </pc:sldMkLst>
        <pc:spChg chg="mod">
          <ac:chgData name="Aleksey Zimin" userId="7f2637d0bc515791" providerId="LiveId" clId="{8553A319-8433-4677-8F80-E28D63617D4C}" dt="2025-09-24T15:08:25.140" v="1214" actId="20577"/>
          <ac:spMkLst>
            <pc:docMk/>
            <pc:sldMk cId="2224338047" sldId="518"/>
            <ac:spMk id="3" creationId="{3A3BAD71-969A-0178-9BD6-5AE01E2AA9FD}"/>
          </ac:spMkLst>
        </pc:spChg>
        <pc:spChg chg="add mod">
          <ac:chgData name="Aleksey Zimin" userId="7f2637d0bc515791" providerId="LiveId" clId="{8553A319-8433-4677-8F80-E28D63617D4C}" dt="2025-09-24T15:54:33.206" v="1901"/>
          <ac:spMkLst>
            <pc:docMk/>
            <pc:sldMk cId="2224338047" sldId="518"/>
            <ac:spMk id="6" creationId="{AB520065-4044-D9CC-CF90-5D8D76A2E631}"/>
          </ac:spMkLst>
        </pc:spChg>
      </pc:sldChg>
      <pc:sldChg chg="addSp delSp modSp add mod">
        <pc:chgData name="Aleksey Zimin" userId="7f2637d0bc515791" providerId="LiveId" clId="{8553A319-8433-4677-8F80-E28D63617D4C}" dt="2025-09-24T15:54:52.585" v="1907"/>
        <pc:sldMkLst>
          <pc:docMk/>
          <pc:sldMk cId="235573976" sldId="519"/>
        </pc:sldMkLst>
        <pc:spChg chg="mod">
          <ac:chgData name="Aleksey Zimin" userId="7f2637d0bc515791" providerId="LiveId" clId="{8553A319-8433-4677-8F80-E28D63617D4C}" dt="2025-09-24T15:49:00.567" v="1833" actId="6549"/>
          <ac:spMkLst>
            <pc:docMk/>
            <pc:sldMk cId="235573976" sldId="519"/>
            <ac:spMk id="3" creationId="{CA447F14-F251-F42E-D496-5FDE4C80D3FE}"/>
          </ac:spMkLst>
        </pc:spChg>
        <pc:spChg chg="add mod">
          <ac:chgData name="Aleksey Zimin" userId="7f2637d0bc515791" providerId="LiveId" clId="{8553A319-8433-4677-8F80-E28D63617D4C}" dt="2025-09-24T15:54:52.585" v="1907"/>
          <ac:spMkLst>
            <pc:docMk/>
            <pc:sldMk cId="235573976" sldId="519"/>
            <ac:spMk id="8" creationId="{5F5C74DC-4777-4B2C-2BFE-0E8231F096AB}"/>
          </ac:spMkLst>
        </pc:spChg>
      </pc:sldChg>
      <pc:sldChg chg="new del">
        <pc:chgData name="Aleksey Zimin" userId="7f2637d0bc515791" providerId="LiveId" clId="{8553A319-8433-4677-8F80-E28D63617D4C}" dt="2025-09-24T15:08:37.944" v="1216" actId="47"/>
        <pc:sldMkLst>
          <pc:docMk/>
          <pc:sldMk cId="1412724150" sldId="519"/>
        </pc:sldMkLst>
      </pc:sldChg>
      <pc:sldChg chg="addSp delSp modSp add mod">
        <pc:chgData name="Aleksey Zimin" userId="7f2637d0bc515791" providerId="LiveId" clId="{8553A319-8433-4677-8F80-E28D63617D4C}" dt="2025-09-24T15:55:00.044" v="1910"/>
        <pc:sldMkLst>
          <pc:docMk/>
          <pc:sldMk cId="2546969699" sldId="520"/>
        </pc:sldMkLst>
        <pc:spChg chg="mod">
          <ac:chgData name="Aleksey Zimin" userId="7f2637d0bc515791" providerId="LiveId" clId="{8553A319-8433-4677-8F80-E28D63617D4C}" dt="2025-09-24T15:49:08.224" v="1834" actId="6549"/>
          <ac:spMkLst>
            <pc:docMk/>
            <pc:sldMk cId="2546969699" sldId="520"/>
            <ac:spMk id="3" creationId="{251B3F50-3FE8-715F-693E-635CA2594A64}"/>
          </ac:spMkLst>
        </pc:spChg>
        <pc:spChg chg="add mod">
          <ac:chgData name="Aleksey Zimin" userId="7f2637d0bc515791" providerId="LiveId" clId="{8553A319-8433-4677-8F80-E28D63617D4C}" dt="2025-09-24T15:55:00.044" v="1910"/>
          <ac:spMkLst>
            <pc:docMk/>
            <pc:sldMk cId="2546969699" sldId="520"/>
            <ac:spMk id="8" creationId="{0F4561E2-BF39-0D18-504F-006E206D60D0}"/>
          </ac:spMkLst>
        </pc:spChg>
      </pc:sldChg>
      <pc:sldChg chg="addSp delSp modSp add mod">
        <pc:chgData name="Aleksey Zimin" userId="7f2637d0bc515791" providerId="LiveId" clId="{8553A319-8433-4677-8F80-E28D63617D4C}" dt="2025-09-24T15:55:07.015" v="1913"/>
        <pc:sldMkLst>
          <pc:docMk/>
          <pc:sldMk cId="1866325316" sldId="521"/>
        </pc:sldMkLst>
        <pc:spChg chg="mod">
          <ac:chgData name="Aleksey Zimin" userId="7f2637d0bc515791" providerId="LiveId" clId="{8553A319-8433-4677-8F80-E28D63617D4C}" dt="2025-09-24T15:49:51.861" v="1835" actId="6549"/>
          <ac:spMkLst>
            <pc:docMk/>
            <pc:sldMk cId="1866325316" sldId="521"/>
            <ac:spMk id="3" creationId="{171EEAD1-849B-2437-9AF1-9FF5A99CEB43}"/>
          </ac:spMkLst>
        </pc:spChg>
        <pc:spChg chg="add mod">
          <ac:chgData name="Aleksey Zimin" userId="7f2637d0bc515791" providerId="LiveId" clId="{8553A319-8433-4677-8F80-E28D63617D4C}" dt="2025-09-24T15:55:07.015" v="1913"/>
          <ac:spMkLst>
            <pc:docMk/>
            <pc:sldMk cId="1866325316" sldId="521"/>
            <ac:spMk id="8" creationId="{4D3BB1F7-7BC8-3C94-A302-AA80E5E66D65}"/>
          </ac:spMkLst>
        </pc:spChg>
      </pc:sldChg>
      <pc:sldChg chg="addSp delSp modSp add mod">
        <pc:chgData name="Aleksey Zimin" userId="7f2637d0bc515791" providerId="LiveId" clId="{8553A319-8433-4677-8F80-E28D63617D4C}" dt="2025-09-24T15:55:14.047" v="1916"/>
        <pc:sldMkLst>
          <pc:docMk/>
          <pc:sldMk cId="521407578" sldId="522"/>
        </pc:sldMkLst>
        <pc:spChg chg="mod">
          <ac:chgData name="Aleksey Zimin" userId="7f2637d0bc515791" providerId="LiveId" clId="{8553A319-8433-4677-8F80-E28D63617D4C}" dt="2025-09-24T15:50:41.411" v="1846" actId="20577"/>
          <ac:spMkLst>
            <pc:docMk/>
            <pc:sldMk cId="521407578" sldId="522"/>
            <ac:spMk id="3" creationId="{FFD2ADB1-6186-8E55-4C6F-925EE2B00081}"/>
          </ac:spMkLst>
        </pc:spChg>
        <pc:spChg chg="add mod">
          <ac:chgData name="Aleksey Zimin" userId="7f2637d0bc515791" providerId="LiveId" clId="{8553A319-8433-4677-8F80-E28D63617D4C}" dt="2025-09-24T15:55:14.047" v="1916"/>
          <ac:spMkLst>
            <pc:docMk/>
            <pc:sldMk cId="521407578" sldId="522"/>
            <ac:spMk id="8" creationId="{C491D9B5-0C45-A7CD-D101-4719D78C112C}"/>
          </ac:spMkLst>
        </pc:spChg>
      </pc:sldChg>
      <pc:sldChg chg="addSp delSp modSp add mod">
        <pc:chgData name="Aleksey Zimin" userId="7f2637d0bc515791" providerId="LiveId" clId="{8553A319-8433-4677-8F80-E28D63617D4C}" dt="2025-09-24T15:55:21.555" v="1919"/>
        <pc:sldMkLst>
          <pc:docMk/>
          <pc:sldMk cId="1377660912" sldId="523"/>
        </pc:sldMkLst>
        <pc:spChg chg="mod">
          <ac:chgData name="Aleksey Zimin" userId="7f2637d0bc515791" providerId="LiveId" clId="{8553A319-8433-4677-8F80-E28D63617D4C}" dt="2025-09-24T15:51:51.559" v="1857" actId="6549"/>
          <ac:spMkLst>
            <pc:docMk/>
            <pc:sldMk cId="1377660912" sldId="523"/>
            <ac:spMk id="3" creationId="{81F3752B-03CE-FC7F-C76C-2F42AC1149FB}"/>
          </ac:spMkLst>
        </pc:spChg>
        <pc:spChg chg="add mod">
          <ac:chgData name="Aleksey Zimin" userId="7f2637d0bc515791" providerId="LiveId" clId="{8553A319-8433-4677-8F80-E28D63617D4C}" dt="2025-09-24T15:55:21.555" v="1919"/>
          <ac:spMkLst>
            <pc:docMk/>
            <pc:sldMk cId="1377660912" sldId="523"/>
            <ac:spMk id="8" creationId="{49868018-08DC-0D11-FB64-003ED73505B8}"/>
          </ac:spMkLst>
        </pc:spChg>
      </pc:sldChg>
      <pc:sldChg chg="addSp delSp modSp add mod">
        <pc:chgData name="Aleksey Zimin" userId="7f2637d0bc515791" providerId="LiveId" clId="{8553A319-8433-4677-8F80-E28D63617D4C}" dt="2025-09-24T15:55:31.772" v="1922"/>
        <pc:sldMkLst>
          <pc:docMk/>
          <pc:sldMk cId="1177435844" sldId="524"/>
        </pc:sldMkLst>
        <pc:spChg chg="mod">
          <ac:chgData name="Aleksey Zimin" userId="7f2637d0bc515791" providerId="LiveId" clId="{8553A319-8433-4677-8F80-E28D63617D4C}" dt="2025-09-24T15:52:06.288" v="1858" actId="6549"/>
          <ac:spMkLst>
            <pc:docMk/>
            <pc:sldMk cId="1177435844" sldId="524"/>
            <ac:spMk id="3" creationId="{E4FEE0A0-4398-10B0-26E8-4EA16339A227}"/>
          </ac:spMkLst>
        </pc:spChg>
        <pc:spChg chg="add mod">
          <ac:chgData name="Aleksey Zimin" userId="7f2637d0bc515791" providerId="LiveId" clId="{8553A319-8433-4677-8F80-E28D63617D4C}" dt="2025-09-24T15:55:31.772" v="1922"/>
          <ac:spMkLst>
            <pc:docMk/>
            <pc:sldMk cId="1177435844" sldId="524"/>
            <ac:spMk id="8" creationId="{8C9E0BCE-2B2D-5A33-C77B-D6A85B29569E}"/>
          </ac:spMkLst>
        </pc:spChg>
      </pc:sldChg>
      <pc:sldChg chg="addSp delSp modSp add mod">
        <pc:chgData name="Aleksey Zimin" userId="7f2637d0bc515791" providerId="LiveId" clId="{8553A319-8433-4677-8F80-E28D63617D4C}" dt="2025-09-24T15:55:38.758" v="1925"/>
        <pc:sldMkLst>
          <pc:docMk/>
          <pc:sldMk cId="666222654" sldId="525"/>
        </pc:sldMkLst>
        <pc:spChg chg="mod">
          <ac:chgData name="Aleksey Zimin" userId="7f2637d0bc515791" providerId="LiveId" clId="{8553A319-8433-4677-8F80-E28D63617D4C}" dt="2025-09-24T15:51:01.441" v="1853" actId="20577"/>
          <ac:spMkLst>
            <pc:docMk/>
            <pc:sldMk cId="666222654" sldId="525"/>
            <ac:spMk id="3" creationId="{670E4CF0-22E3-92E7-376A-25E78BA6B80B}"/>
          </ac:spMkLst>
        </pc:spChg>
        <pc:spChg chg="add mod">
          <ac:chgData name="Aleksey Zimin" userId="7f2637d0bc515791" providerId="LiveId" clId="{8553A319-8433-4677-8F80-E28D63617D4C}" dt="2025-09-24T15:55:38.758" v="1925"/>
          <ac:spMkLst>
            <pc:docMk/>
            <pc:sldMk cId="666222654" sldId="525"/>
            <ac:spMk id="8" creationId="{D0BA5EAD-682A-4C84-BF64-BDB3C01AE5CE}"/>
          </ac:spMkLst>
        </pc:spChg>
      </pc:sldChg>
      <pc:sldChg chg="new del">
        <pc:chgData name="Aleksey Zimin" userId="7f2637d0bc515791" providerId="LiveId" clId="{8553A319-8433-4677-8F80-E28D63617D4C}" dt="2025-09-24T15:15:30.839" v="1310" actId="47"/>
        <pc:sldMkLst>
          <pc:docMk/>
          <pc:sldMk cId="3702459691" sldId="525"/>
        </pc:sldMkLst>
      </pc:sldChg>
      <pc:sldChg chg="addSp delSp modSp add mod">
        <pc:chgData name="Aleksey Zimin" userId="7f2637d0bc515791" providerId="LiveId" clId="{8553A319-8433-4677-8F80-E28D63617D4C}" dt="2025-09-24T15:55:45.724" v="1928"/>
        <pc:sldMkLst>
          <pc:docMk/>
          <pc:sldMk cId="2569726080" sldId="526"/>
        </pc:sldMkLst>
        <pc:spChg chg="mod">
          <ac:chgData name="Aleksey Zimin" userId="7f2637d0bc515791" providerId="LiveId" clId="{8553A319-8433-4677-8F80-E28D63617D4C}" dt="2025-09-24T15:52:26.492" v="1866" actId="20577"/>
          <ac:spMkLst>
            <pc:docMk/>
            <pc:sldMk cId="2569726080" sldId="526"/>
            <ac:spMk id="3" creationId="{C2455808-8DD5-7581-7D92-A90F99F09B33}"/>
          </ac:spMkLst>
        </pc:spChg>
        <pc:spChg chg="add mod">
          <ac:chgData name="Aleksey Zimin" userId="7f2637d0bc515791" providerId="LiveId" clId="{8553A319-8433-4677-8F80-E28D63617D4C}" dt="2025-09-24T15:55:45.724" v="1928"/>
          <ac:spMkLst>
            <pc:docMk/>
            <pc:sldMk cId="2569726080" sldId="526"/>
            <ac:spMk id="8" creationId="{FB18BA6A-427D-2EBE-4161-0952446AAF00}"/>
          </ac:spMkLst>
        </pc:spChg>
      </pc:sldChg>
      <pc:sldChg chg="modSp new del mod">
        <pc:chgData name="Aleksey Zimin" userId="7f2637d0bc515791" providerId="LiveId" clId="{8553A319-8433-4677-8F80-E28D63617D4C}" dt="2025-09-24T15:17:40.588" v="1371" actId="47"/>
        <pc:sldMkLst>
          <pc:docMk/>
          <pc:sldMk cId="88812135" sldId="527"/>
        </pc:sldMkLst>
      </pc:sldChg>
      <pc:sldChg chg="addSp delSp modSp add mod">
        <pc:chgData name="Aleksey Zimin" userId="7f2637d0bc515791" providerId="LiveId" clId="{8553A319-8433-4677-8F80-E28D63617D4C}" dt="2025-09-24T15:55:53.308" v="1930"/>
        <pc:sldMkLst>
          <pc:docMk/>
          <pc:sldMk cId="4283421162" sldId="528"/>
        </pc:sldMkLst>
        <pc:spChg chg="mod">
          <ac:chgData name="Aleksey Zimin" userId="7f2637d0bc515791" providerId="LiveId" clId="{8553A319-8433-4677-8F80-E28D63617D4C}" dt="2025-09-24T15:52:41.063" v="1874" actId="20577"/>
          <ac:spMkLst>
            <pc:docMk/>
            <pc:sldMk cId="4283421162" sldId="528"/>
            <ac:spMk id="3" creationId="{874FF8AF-33F5-E17B-472A-1FE7B5993DF0}"/>
          </ac:spMkLst>
        </pc:spChg>
        <pc:spChg chg="add mod">
          <ac:chgData name="Aleksey Zimin" userId="7f2637d0bc515791" providerId="LiveId" clId="{8553A319-8433-4677-8F80-E28D63617D4C}" dt="2025-09-24T15:55:53.308" v="1930"/>
          <ac:spMkLst>
            <pc:docMk/>
            <pc:sldMk cId="4283421162" sldId="528"/>
            <ac:spMk id="8" creationId="{F4C43239-3C2E-3718-21E1-495438602E78}"/>
          </ac:spMkLst>
        </pc:spChg>
      </pc:sldChg>
      <pc:sldChg chg="addSp delSp modSp add mod">
        <pc:chgData name="Aleksey Zimin" userId="7f2637d0bc515791" providerId="LiveId" clId="{8553A319-8433-4677-8F80-E28D63617D4C}" dt="2025-09-24T15:57:08.553" v="1940" actId="20577"/>
        <pc:sldMkLst>
          <pc:docMk/>
          <pc:sldMk cId="810617600" sldId="529"/>
        </pc:sldMkLst>
        <pc:spChg chg="mod">
          <ac:chgData name="Aleksey Zimin" userId="7f2637d0bc515791" providerId="LiveId" clId="{8553A319-8433-4677-8F80-E28D63617D4C}" dt="2025-09-24T15:57:08.553" v="1940" actId="20577"/>
          <ac:spMkLst>
            <pc:docMk/>
            <pc:sldMk cId="810617600" sldId="529"/>
            <ac:spMk id="3" creationId="{DABBAC60-804A-76C9-CE36-4CC4533CDB67}"/>
          </ac:spMkLst>
        </pc:spChg>
        <pc:spChg chg="add mod">
          <ac:chgData name="Aleksey Zimin" userId="7f2637d0bc515791" providerId="LiveId" clId="{8553A319-8433-4677-8F80-E28D63617D4C}" dt="2025-09-24T15:55:57.649" v="1932"/>
          <ac:spMkLst>
            <pc:docMk/>
            <pc:sldMk cId="810617600" sldId="529"/>
            <ac:spMk id="8" creationId="{BE1C9FE5-1193-A9E6-5810-8CEF7976FDBF}"/>
          </ac:spMkLst>
        </pc:spChg>
      </pc:sldChg>
      <pc:sldChg chg="modSp add del mod">
        <pc:chgData name="Aleksey Zimin" userId="7f2637d0bc515791" providerId="LiveId" clId="{8553A319-8433-4677-8F80-E28D63617D4C}" dt="2025-09-24T15:17:36.779" v="1370" actId="2696"/>
        <pc:sldMkLst>
          <pc:docMk/>
          <pc:sldMk cId="3324904183" sldId="529"/>
        </pc:sldMkLst>
      </pc:sldChg>
      <pc:sldChg chg="addSp delSp modSp add del mod">
        <pc:chgData name="Aleksey Zimin" userId="7f2637d0bc515791" providerId="LiveId" clId="{8553A319-8433-4677-8F80-E28D63617D4C}" dt="2025-09-24T15:53:48.327" v="1888" actId="47"/>
        <pc:sldMkLst>
          <pc:docMk/>
          <pc:sldMk cId="1775147057" sldId="530"/>
        </pc:sldMkLst>
      </pc:sldChg>
      <pc:sldChg chg="modSp new mod">
        <pc:chgData name="Aleksey Zimin" userId="7f2637d0bc515791" providerId="LiveId" clId="{8553A319-8433-4677-8F80-E28D63617D4C}" dt="2025-09-24T16:44:28.174" v="2106" actId="20577"/>
        <pc:sldMkLst>
          <pc:docMk/>
          <pc:sldMk cId="3117472246" sldId="531"/>
        </pc:sldMkLst>
        <pc:spChg chg="mod">
          <ac:chgData name="Aleksey Zimin" userId="7f2637d0bc515791" providerId="LiveId" clId="{8553A319-8433-4677-8F80-E28D63617D4C}" dt="2025-09-24T15:25:40.575" v="1553" actId="20577"/>
          <ac:spMkLst>
            <pc:docMk/>
            <pc:sldMk cId="3117472246" sldId="531"/>
            <ac:spMk id="2" creationId="{0CE50E12-BBC0-C9A5-3064-374870597EB5}"/>
          </ac:spMkLst>
        </pc:spChg>
        <pc:spChg chg="mod">
          <ac:chgData name="Aleksey Zimin" userId="7f2637d0bc515791" providerId="LiveId" clId="{8553A319-8433-4677-8F80-E28D63617D4C}" dt="2025-09-24T16:44:28.174" v="2106" actId="20577"/>
          <ac:spMkLst>
            <pc:docMk/>
            <pc:sldMk cId="3117472246" sldId="531"/>
            <ac:spMk id="3" creationId="{D5B940E0-2B25-C1A2-A12C-678963502F66}"/>
          </ac:spMkLst>
        </pc:spChg>
      </pc:sldChg>
      <pc:sldChg chg="addSp delSp modSp add mod">
        <pc:chgData name="Aleksey Zimin" userId="7f2637d0bc515791" providerId="LiveId" clId="{8553A319-8433-4677-8F80-E28D63617D4C}" dt="2025-09-24T15:54:47.801" v="1905"/>
        <pc:sldMkLst>
          <pc:docMk/>
          <pc:sldMk cId="759323606" sldId="532"/>
        </pc:sldMkLst>
        <pc:spChg chg="mod">
          <ac:chgData name="Aleksey Zimin" userId="7f2637d0bc515791" providerId="LiveId" clId="{8553A319-8433-4677-8F80-E28D63617D4C}" dt="2025-09-24T15:48:54.626" v="1832" actId="6549"/>
          <ac:spMkLst>
            <pc:docMk/>
            <pc:sldMk cId="759323606" sldId="532"/>
            <ac:spMk id="3" creationId="{663F56B8-3245-F772-44E1-C12304971BCA}"/>
          </ac:spMkLst>
        </pc:spChg>
        <pc:spChg chg="add del">
          <ac:chgData name="Aleksey Zimin" userId="7f2637d0bc515791" providerId="LiveId" clId="{8553A319-8433-4677-8F80-E28D63617D4C}" dt="2025-09-24T15:54:41.194" v="1903" actId="478"/>
          <ac:spMkLst>
            <pc:docMk/>
            <pc:sldMk cId="759323606" sldId="532"/>
            <ac:spMk id="4" creationId="{1EC8E7A4-49CA-0CFF-3658-EFAFBC699C8F}"/>
          </ac:spMkLst>
        </pc:spChg>
        <pc:spChg chg="add mod">
          <ac:chgData name="Aleksey Zimin" userId="7f2637d0bc515791" providerId="LiveId" clId="{8553A319-8433-4677-8F80-E28D63617D4C}" dt="2025-09-24T15:54:47.801" v="1905"/>
          <ac:spMkLst>
            <pc:docMk/>
            <pc:sldMk cId="759323606" sldId="532"/>
            <ac:spMk id="7" creationId="{D7EAB605-5990-5E90-2C0C-739BF84B5B52}"/>
          </ac:spMkLst>
        </pc:spChg>
      </pc:sldChg>
      <pc:sldChg chg="addSp delSp modSp add mod">
        <pc:chgData name="Aleksey Zimin" userId="7f2637d0bc515791" providerId="LiveId" clId="{8553A319-8433-4677-8F80-E28D63617D4C}" dt="2025-09-24T16:43:16.726" v="1966" actId="20577"/>
        <pc:sldMkLst>
          <pc:docMk/>
          <pc:sldMk cId="2679866" sldId="533"/>
        </pc:sldMkLst>
        <pc:spChg chg="mod">
          <ac:chgData name="Aleksey Zimin" userId="7f2637d0bc515791" providerId="LiveId" clId="{8553A319-8433-4677-8F80-E28D63617D4C}" dt="2025-09-24T16:43:16.726" v="1966" actId="20577"/>
          <ac:spMkLst>
            <pc:docMk/>
            <pc:sldMk cId="2679866" sldId="533"/>
            <ac:spMk id="3" creationId="{A626327D-212E-92A7-C1E4-7E2B160F1B38}"/>
          </ac:spMkLst>
        </pc:spChg>
        <pc:spChg chg="add mod">
          <ac:chgData name="Aleksey Zimin" userId="7f2637d0bc515791" providerId="LiveId" clId="{8553A319-8433-4677-8F80-E28D63617D4C}" dt="2025-09-24T15:53:55.814" v="1892" actId="1076"/>
          <ac:spMkLst>
            <pc:docMk/>
            <pc:sldMk cId="2679866" sldId="533"/>
            <ac:spMk id="6" creationId="{90E3C6B1-E970-381F-3E92-3AB78A62F355}"/>
          </ac:spMkLst>
        </pc:spChg>
        <pc:spChg chg="add mod">
          <ac:chgData name="Aleksey Zimin" userId="7f2637d0bc515791" providerId="LiveId" clId="{8553A319-8433-4677-8F80-E28D63617D4C}" dt="2025-09-24T15:56:02.799" v="1934"/>
          <ac:spMkLst>
            <pc:docMk/>
            <pc:sldMk cId="2679866" sldId="533"/>
            <ac:spMk id="8" creationId="{A625722D-65CA-47B5-E5A0-6CEF541171BC}"/>
          </ac:spMkLst>
        </pc:spChg>
      </pc:sldChg>
      <pc:sldChg chg="delSp modSp add del mod delAnim">
        <pc:chgData name="Aleksey Zimin" userId="7f2637d0bc515791" providerId="LiveId" clId="{8553A319-8433-4677-8F80-E28D63617D4C}" dt="2025-09-26T18:49:12.409" v="5678" actId="47"/>
        <pc:sldMkLst>
          <pc:docMk/>
          <pc:sldMk cId="3285775858" sldId="534"/>
        </pc:sldMkLst>
      </pc:sldChg>
      <pc:sldChg chg="modSp new del mod">
        <pc:chgData name="Aleksey Zimin" userId="7f2637d0bc515791" providerId="LiveId" clId="{8553A319-8433-4677-8F80-E28D63617D4C}" dt="2025-09-26T18:49:12.409" v="5678" actId="47"/>
        <pc:sldMkLst>
          <pc:docMk/>
          <pc:sldMk cId="4155030297" sldId="535"/>
        </pc:sldMkLst>
      </pc:sldChg>
      <pc:sldChg chg="addSp delSp modSp new del mod modAnim">
        <pc:chgData name="Aleksey Zimin" userId="7f2637d0bc515791" providerId="LiveId" clId="{8553A319-8433-4677-8F80-E28D63617D4C}" dt="2025-09-26T18:49:12.409" v="5678" actId="47"/>
        <pc:sldMkLst>
          <pc:docMk/>
          <pc:sldMk cId="3118235880" sldId="536"/>
        </pc:sldMkLst>
      </pc:sldChg>
      <pc:sldChg chg="delSp modSp add del mod delAnim">
        <pc:chgData name="Aleksey Zimin" userId="7f2637d0bc515791" providerId="LiveId" clId="{8553A319-8433-4677-8F80-E28D63617D4C}" dt="2025-09-26T18:49:12.409" v="5678" actId="47"/>
        <pc:sldMkLst>
          <pc:docMk/>
          <pc:sldMk cId="2432909833" sldId="537"/>
        </pc:sldMkLst>
      </pc:sldChg>
      <pc:sldChg chg="modSp add del mod">
        <pc:chgData name="Aleksey Zimin" userId="7f2637d0bc515791" providerId="LiveId" clId="{8553A319-8433-4677-8F80-E28D63617D4C}" dt="2025-09-26T18:49:12.409" v="5678" actId="47"/>
        <pc:sldMkLst>
          <pc:docMk/>
          <pc:sldMk cId="3070266333" sldId="538"/>
        </pc:sldMkLst>
      </pc:sldChg>
      <pc:sldChg chg="addSp delSp modSp new del mod">
        <pc:chgData name="Aleksey Zimin" userId="7f2637d0bc515791" providerId="LiveId" clId="{8553A319-8433-4677-8F80-E28D63617D4C}" dt="2025-09-24T18:24:30.031" v="3976" actId="47"/>
        <pc:sldMkLst>
          <pc:docMk/>
          <pc:sldMk cId="3776367407" sldId="539"/>
        </pc:sldMkLst>
      </pc:sldChg>
      <pc:sldChg chg="modSp new del mod">
        <pc:chgData name="Aleksey Zimin" userId="7f2637d0bc515791" providerId="LiveId" clId="{8553A319-8433-4677-8F80-E28D63617D4C}" dt="2025-09-26T18:49:12.409" v="5678" actId="47"/>
        <pc:sldMkLst>
          <pc:docMk/>
          <pc:sldMk cId="3801788517" sldId="540"/>
        </pc:sldMkLst>
      </pc:sldChg>
      <pc:sldChg chg="modSp new del mod">
        <pc:chgData name="Aleksey Zimin" userId="7f2637d0bc515791" providerId="LiveId" clId="{8553A319-8433-4677-8F80-E28D63617D4C}" dt="2025-09-24T18:21:25.171" v="3600" actId="2696"/>
        <pc:sldMkLst>
          <pc:docMk/>
          <pc:sldMk cId="703581221" sldId="541"/>
        </pc:sldMkLst>
      </pc:sldChg>
      <pc:sldChg chg="delSp modSp add del mod">
        <pc:chgData name="Aleksey Zimin" userId="7f2637d0bc515791" providerId="LiveId" clId="{8553A319-8433-4677-8F80-E28D63617D4C}" dt="2025-09-26T18:49:12.409" v="5678" actId="47"/>
        <pc:sldMkLst>
          <pc:docMk/>
          <pc:sldMk cId="1724472678" sldId="541"/>
        </pc:sldMkLst>
      </pc:sldChg>
      <pc:sldChg chg="modSp add del mod">
        <pc:chgData name="Aleksey Zimin" userId="7f2637d0bc515791" providerId="LiveId" clId="{8553A319-8433-4677-8F80-E28D63617D4C}" dt="2025-09-26T18:49:12.409" v="5678" actId="47"/>
        <pc:sldMkLst>
          <pc:docMk/>
          <pc:sldMk cId="66182920" sldId="542"/>
        </pc:sldMkLst>
      </pc:sldChg>
      <pc:sldChg chg="addSp modSp new del mod">
        <pc:chgData name="Aleksey Zimin" userId="7f2637d0bc515791" providerId="LiveId" clId="{8553A319-8433-4677-8F80-E28D63617D4C}" dt="2025-09-26T18:49:12.409" v="5678" actId="47"/>
        <pc:sldMkLst>
          <pc:docMk/>
          <pc:sldMk cId="1177331852" sldId="543"/>
        </pc:sldMkLst>
      </pc:sldChg>
      <pc:sldChg chg="addSp delSp modSp new del mod modAnim">
        <pc:chgData name="Aleksey Zimin" userId="7f2637d0bc515791" providerId="LiveId" clId="{8553A319-8433-4677-8F80-E28D63617D4C}" dt="2025-09-26T18:49:12.409" v="5678" actId="47"/>
        <pc:sldMkLst>
          <pc:docMk/>
          <pc:sldMk cId="792036356" sldId="544"/>
        </pc:sldMkLst>
      </pc:sldChg>
      <pc:sldChg chg="addSp delSp modSp add del mod delAnim">
        <pc:chgData name="Aleksey Zimin" userId="7f2637d0bc515791" providerId="LiveId" clId="{8553A319-8433-4677-8F80-E28D63617D4C}" dt="2025-09-26T18:49:12.409" v="5678" actId="47"/>
        <pc:sldMkLst>
          <pc:docMk/>
          <pc:sldMk cId="1879869462" sldId="545"/>
        </pc:sldMkLst>
      </pc:sldChg>
      <pc:sldChg chg="modSp add mod">
        <pc:chgData name="Aleksey Zimin" userId="7f2637d0bc515791" providerId="LiveId" clId="{8553A319-8433-4677-8F80-E28D63617D4C}" dt="2025-09-24T20:07:20.398" v="5597"/>
        <pc:sldMkLst>
          <pc:docMk/>
          <pc:sldMk cId="1231749025" sldId="546"/>
        </pc:sldMkLst>
        <pc:spChg chg="mod">
          <ac:chgData name="Aleksey Zimin" userId="7f2637d0bc515791" providerId="LiveId" clId="{8553A319-8433-4677-8F80-E28D63617D4C}" dt="2025-09-24T20:03:11.316" v="5543"/>
          <ac:spMkLst>
            <pc:docMk/>
            <pc:sldMk cId="1231749025" sldId="546"/>
            <ac:spMk id="2" creationId="{ED9C0438-F4A4-AE56-359A-2D7FB2777686}"/>
          </ac:spMkLst>
        </pc:spChg>
        <pc:spChg chg="mod">
          <ac:chgData name="Aleksey Zimin" userId="7f2637d0bc515791" providerId="LiveId" clId="{8553A319-8433-4677-8F80-E28D63617D4C}" dt="2025-09-24T20:07:20.398" v="5597"/>
          <ac:spMkLst>
            <pc:docMk/>
            <pc:sldMk cId="1231749025" sldId="546"/>
            <ac:spMk id="3" creationId="{98760243-4EDE-8D76-339C-6B8A960745F3}"/>
          </ac:spMkLst>
        </pc:spChg>
      </pc:sldChg>
      <pc:sldChg chg="modSp add mod">
        <pc:chgData name="Aleksey Zimin" userId="7f2637d0bc515791" providerId="LiveId" clId="{8553A319-8433-4677-8F80-E28D63617D4C}" dt="2025-09-24T20:10:54.832" v="5613" actId="207"/>
        <pc:sldMkLst>
          <pc:docMk/>
          <pc:sldMk cId="1435696604" sldId="547"/>
        </pc:sldMkLst>
        <pc:spChg chg="mod">
          <ac:chgData name="Aleksey Zimin" userId="7f2637d0bc515791" providerId="LiveId" clId="{8553A319-8433-4677-8F80-E28D63617D4C}" dt="2025-09-24T20:10:54.832" v="5613" actId="207"/>
          <ac:spMkLst>
            <pc:docMk/>
            <pc:sldMk cId="1435696604" sldId="547"/>
            <ac:spMk id="3" creationId="{43913C44-2958-9368-E61C-29FC67FC4475}"/>
          </ac:spMkLst>
        </pc:spChg>
      </pc:sldChg>
      <pc:sldChg chg="modSp add mod">
        <pc:chgData name="Aleksey Zimin" userId="7f2637d0bc515791" providerId="LiveId" clId="{8553A319-8433-4677-8F80-E28D63617D4C}" dt="2025-09-24T20:12:27.816" v="5641" actId="207"/>
        <pc:sldMkLst>
          <pc:docMk/>
          <pc:sldMk cId="1807314734" sldId="548"/>
        </pc:sldMkLst>
        <pc:spChg chg="mod">
          <ac:chgData name="Aleksey Zimin" userId="7f2637d0bc515791" providerId="LiveId" clId="{8553A319-8433-4677-8F80-E28D63617D4C}" dt="2025-09-24T20:12:27.816" v="5641" actId="207"/>
          <ac:spMkLst>
            <pc:docMk/>
            <pc:sldMk cId="1807314734" sldId="548"/>
            <ac:spMk id="3" creationId="{3930AB37-2FD6-5225-D78F-08D286B6DE52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7:36.79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70 24575,'400'-34'0,"-273"18"0,116-1 0,261 15 0,-227 5 0,318-3 0,-567 3 0,0 1 0,0 1 0,0 2 0,0 1 0,-1 1 0,44 21 0,6 0 0,185 63 0,-205-69 0,54 32 0,-30-14 0,-66-34 0,-1 2 0,1 0 0,-1 1 0,-1 0 0,16 18 0,34 27 0,-20-28 0,69 35 0,-5-4 0,-64-32 0,-14-7 0,1-3 0,35 17 0,-59-32 0,19 10 0,1-1 0,0-2 0,1 0 0,0-2 0,0-1 0,40 4 0,-34-7 0,44 10 0,-46-6 0,58 3 0,-71-10 0,22 1 0,-1 1 0,75 14 0,104 18 0,-119-23 0,-68-9 0,59 11 0,286 66 0,-288-71 0,22 4 0,-12 0 0,1-3 0,179-9 0,-115-3 0,-123 2 0,0 2 0,0 2 0,72 14 0,-74-9 0,0-3 0,43 2 0,50 7 0,-77-7 0,0-2 0,93-4 0,-92-3 0,0 3 0,85 12 0,36 5 0,-102-13 0,-40 0 0,0 1 0,-1 1 0,0 3 0,0 0 0,-1 2 0,0 1 0,56 33 0,-64-29 0,-1 0 0,-1 2 0,-1 0 0,0 2 0,-1 0 0,30 44 0,-42-53 0,-1 1 0,0 0 0,-1 0 0,-1 1 0,0 0 0,-1 0 0,3 18 0,7 104 0,-5-38 0,31 148 0,-32-185 0,-2-1 0,-3 1 0,-6 72 0,1-22 0,0-87 0,0 1 0,-12 44 0,9-43 0,0 0 0,-2 34 0,6-22 0,-1 1 0,-14 63 0,8-52 0,7-39 0,-1 0 0,0 0 0,0-1 0,-1 1 0,0 0 0,-1-1 0,0 0 0,-7 12 0,-34 66 0,39-73 0,-1 0 0,0-1 0,-1 0 0,0 0 0,-1-1 0,0 0 0,-1-1 0,-22 21 0,-13 8 0,-67 79 0,32-31 0,61-72 0,-2 0 0,0-2 0,-1 0 0,0-1 0,-34 15 0,-6 4 0,43-25 0,0 0 0,0-1 0,-1-1 0,0-1 0,-1-1 0,-32 3 0,-5 2 0,-22 0 0,-1-3 0,-141-7 0,75-2 0,-1405 3 0,1527-2 0,-1-1 0,0-1 0,1-1 0,-45-16 0,-40-9 0,12 11 0,-117-41 0,145 40 0,51 15 0,-1 0 0,0-1 0,1-1 0,0-1 0,1-1 0,0 0 0,0-2 0,-23-17 0,-22-19 0,-13-11 0,71 54 0,-25-24 0,0-1 0,-34-47 0,56 65 0,1 0 0,0 0 0,0-1 0,2 1 0,-1-2 0,2 1 0,-1 0 0,2-1 0,0 0 0,0 0 0,-1-23 0,9-261 0,-3 278 0,2 0 0,0 0 0,1 0 0,1 1 0,0 0 0,2 0 0,0 1 0,20-31 0,-8 17 0,2 1 0,2 2 0,44-44 0,-30 42 0,-29 24 0,0-1 0,0 0 0,15-17 0,47-49 0,4-4 0,-53 52 0,1 1 0,2 2 0,0 0 0,53-34 0,-61 46 0,0 1 0,0 1 0,1 1 0,0 1 0,0 0 0,1 1 0,-1 1 0,37-3 0,13 3 0,79 6 0,-50 1 0,2588-3 0,-2660 1 0,0 2 0,44 10 0,31 3 0,-84-14 0,-2 0 0,1 1 0,0 1 0,-1 1 0,1 0 0,-1 0 0,0 2 0,-1 0 0,0 0 0,0 1 0,17 14 0,14 15 0,67 73 0,-45-43 0,-53-53 0,0 0 0,-1 1 0,0 0 0,-1 0 0,-1 1 0,-1 1 0,0 0 0,11 30 0,-8-6 0,-1-1 0,9 77 0,-6-38 0,-7-52 0,-3 0 0,4 40 0,-8-36 0,-1 125 0,0-134 0,-2-1 0,-1 0 0,0 1 0,-2-1 0,-9 23 0,7-23 0,-1 3 0,-1 1 0,-1-1 0,-1-1 0,-1 0 0,-31 41 0,23-38 0,-31 51 0,34-48 0,-36 46 0,40-61 0,-1-1 0,0-1 0,-1 0 0,-20 12 0,-24 18 0,28-20 0,-1-1 0,0-2 0,-2-2 0,-61 23 0,75-31 0,-50 22 0,50-20 0,-1-1 0,0-1 0,0-1 0,-1-1 0,0-1 0,0-1 0,-1-1 0,-25 1 0,-8-4 0,0 1 0,-61 12 0,38-4 0,1-3 0,-147-8 0,83-2 0,100 4 0,1 2 0,-71 14 0,74-12 0,-1-1 0,-61-2 0,-15 1 0,26 13 0,65-11 0,-1 0 0,-31 1 0,-274-5 0,153-3 0,148 1 0,0-2 0,-38-9 0,33 6 0,-43-4 0,-88 11 0,-42-3 0,96-14 0,68 8 0,-59-2 0,88 10 0,-38-1 0,-57-9 0,90 6 0,1 0 0,0-1 0,0-1 0,0-1 0,1 0 0,-23-14 0,-202-133 0,178 116 0,47 28 0,0 0 0,1-1 0,-27-22 0,28 19 0,-1 1 0,-32-18 0,35 23 0,0 0 0,1-1 0,0-1 0,1 0 0,-1-1 0,-11-14 0,8 3 0,1 0 0,-18-38 0,20 36 0,0 1 0,-24-31 0,18 29 0,1-1 0,2-1 0,0 0 0,2-1 0,0-1 0,3 0 0,0 0 0,-9-44 0,10 28 0,2 15 0,2 1 0,2-2 0,-2-30 0,5 24 0,0 1 0,1 1 0,1-1 0,9-51 0,-8 77 0,1 1 0,-1-1 0,1 1 0,1 0 0,0 0 0,0 0 0,1 0 0,0 1 0,0 0 0,1 0 0,0 0 0,0 1 0,1 0 0,0 0 0,1 0 0,-1 1 0,12-7 0,25-13 0,1 2 0,1 2 0,1 1 0,69-18 0,-74 32 0,0 1 0,0 3 0,0 1 0,70 6 0,-7-1 0,490-3 0,-562 2 0,0 1 0,37 9 0,-34-5 0,54 2 0,-54-8 0,0 2 0,-1 1 0,36 8 0,-21-3 0,1-4 0,-1-1 0,1-2 0,54-6 0,4 1 0,491 3 0,-571 2 0,0 1 0,-1 2 0,0 0 0,41 14 0,-40-10 0,0-1 0,1-1 0,57 4 0,242-12 0,-131-1 0,-174 0 0,1-2 0,-1 0 0,0-2 0,0 0 0,-1-2 0,0-1 0,33-17 0,-4 3 0,-16 6 0,-1-1 0,-1-2 0,48-36 0,-12-8 0,-52 46 0,0 1 0,1 1 0,24-16 0,74-51 0,-52 36 0,-33 21 0,-1 0 0,37-42 0,-37 35 0,56-45 0,-45 41 0,-1-1 0,56-68 0,-11 11 0,-66 77 0,37-27 0,-6 5 0,26-18 0,-48 39 0,34-32 0,9-3 0,-51 39 0,35-30 0,-31 22 0,2 1 0,1 1 0,47-27 0,98-40 0,-161 83 0,1 0 0,-1 1 0,1 1 0,0 0 0,0 0 0,25 0 0,85 5 0,-54 1 0,-27-4 0,0-1 0,73-14 0,-38 6 0,0 4 0,153 6 0,-87 3 0,648-3-1365,-762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9/29/2025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9/29/2025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9/29/2025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customXml" Target="../ink/ink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customXml" Target="../ink/ink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7" Type="http://schemas.openxmlformats.org/officeDocument/2006/relationships/image" Target="../media/image24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.xml"/><Relationship Id="rId5" Type="http://schemas.openxmlformats.org/officeDocument/2006/relationships/image" Target="../media/image23.png"/><Relationship Id="rId4" Type="http://schemas.openxmlformats.org/officeDocument/2006/relationships/customXml" Target="../ink/ink8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3.xml"/><Relationship Id="rId3" Type="http://schemas.openxmlformats.org/officeDocument/2006/relationships/image" Target="../media/image220.png"/><Relationship Id="rId7" Type="http://schemas.openxmlformats.org/officeDocument/2006/relationships/image" Target="../media/image24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.xml"/><Relationship Id="rId5" Type="http://schemas.openxmlformats.org/officeDocument/2006/relationships/image" Target="../media/image23.png"/><Relationship Id="rId4" Type="http://schemas.openxmlformats.org/officeDocument/2006/relationships/customXml" Target="../ink/ink11.xml"/><Relationship Id="rId9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7.xml"/><Relationship Id="rId3" Type="http://schemas.openxmlformats.org/officeDocument/2006/relationships/image" Target="../media/image220.png"/><Relationship Id="rId7" Type="http://schemas.openxmlformats.org/officeDocument/2006/relationships/image" Target="../media/image24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.xml"/><Relationship Id="rId5" Type="http://schemas.openxmlformats.org/officeDocument/2006/relationships/image" Target="../media/image23.png"/><Relationship Id="rId4" Type="http://schemas.openxmlformats.org/officeDocument/2006/relationships/customXml" Target="../ink/ink15.xml"/><Relationship Id="rId9" Type="http://schemas.openxmlformats.org/officeDocument/2006/relationships/image" Target="../media/image25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5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</a:t>
            </a:r>
            <a:r>
              <a:rPr lang="en-US" sz="2400"/>
              <a:t>BME 580.417/707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5AE3B-E844-6849-EE23-D5CE0934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ED21E-2A64-ED4D-4B59-028B7B535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October 3</a:t>
            </a:r>
            <a:r>
              <a:rPr lang="en-US" baseline="30000" dirty="0">
                <a:solidFill>
                  <a:srgbClr val="FF0000"/>
                </a:solidFill>
              </a:rPr>
              <a:t>rd</a:t>
            </a:r>
            <a:r>
              <a:rPr lang="en-US" dirty="0">
                <a:solidFill>
                  <a:srgbClr val="FF0000"/>
                </a:solidFill>
              </a:rPr>
              <a:t> 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EC4-8838-1461-ED2F-9605580A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6A5647-A493-48C5-C265-D399D0365C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841AEE-2A63-933F-291A-FA6B0E75BF5F}"/>
              </a:ext>
            </a:extLst>
          </p:cNvPr>
          <p:cNvSpPr/>
          <p:nvPr/>
        </p:nvSpPr>
        <p:spPr>
          <a:xfrm>
            <a:off x="9940158" y="1899338"/>
            <a:ext cx="141889" cy="33032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D5E5963-1C57-E59F-4568-C64099816FDF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F1F7C6-B7C9-0B60-6F98-6C2BB6D7218E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A06637-167A-1514-774A-B885449A9545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0A3A0F-EDDA-20DA-6BB2-43DB0B9AE505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C027D7-A2FE-6D05-DBCA-294897A447AA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59CEE4D-4018-E34C-E571-1E49BBC3C709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BC64EA-F660-590B-6297-7AC537DBCF05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2880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CD40-FF5E-55E1-A042-05E7BD7C6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9D763-3BFE-13BB-1836-D48DA8AE3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70EC9-785B-AC9D-4E98-71BDFD958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October 3</a:t>
            </a:r>
            <a:r>
              <a:rPr lang="en-US" baseline="30000" dirty="0">
                <a:solidFill>
                  <a:srgbClr val="FF0000"/>
                </a:solidFill>
              </a:rPr>
              <a:t>rd</a:t>
            </a:r>
            <a:r>
              <a:rPr lang="en-US" dirty="0">
                <a:solidFill>
                  <a:srgbClr val="FF0000"/>
                </a:solidFill>
              </a:rPr>
              <a:t> 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F743D-60A9-18B2-5AD8-7B17DB0CF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9CC58-5BBD-2489-A074-6A4B1C8EC5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D85C6A-9655-0C1F-B08A-0D6D9F0F1D18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6D1E701-ADF0-9C8E-4BCA-B15343892461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5D73E2-7136-A83C-FD9A-1303A47D52DE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ABF93C9-FF89-6F8B-A1C6-17E6BF84FF01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C482F83-C83D-BB1E-64C0-4F83BB8CED58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0FD0A88-004D-1836-0FE4-4288EBCAD1BE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C07FFC-EB65-2035-CA95-5D868ABC89C8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CB4CA-0C91-6CF3-EDE3-4685CA2C9A74}"/>
              </a:ext>
            </a:extLst>
          </p:cNvPr>
          <p:cNvSpPr/>
          <p:nvPr/>
        </p:nvSpPr>
        <p:spPr>
          <a:xfrm>
            <a:off x="10249556" y="1434531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30523D-470D-8393-34A3-EBD7E0C987B1}"/>
              </a:ext>
            </a:extLst>
          </p:cNvPr>
          <p:cNvSpPr/>
          <p:nvPr/>
        </p:nvSpPr>
        <p:spPr>
          <a:xfrm>
            <a:off x="9427780" y="3186240"/>
            <a:ext cx="821776" cy="46347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AF287A-B5EC-4A5E-93B6-966FC0A1C9C0}"/>
              </a:ext>
            </a:extLst>
          </p:cNvPr>
          <p:cNvSpPr/>
          <p:nvPr/>
        </p:nvSpPr>
        <p:spPr>
          <a:xfrm>
            <a:off x="11234902" y="1438062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700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D909-1F99-FD81-A120-C8C3FB947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 is not an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7B2DB-C45E-AFC1-1EB0-F2CEEFD28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there are indels, you can choose the longest stretch without them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Record R1, R2, orientation, A-hang, B-hang, overlap length or quality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913B6-EBF2-F542-E2A1-77C724A17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A95E3-2CA3-8460-1781-6C168D343E60}"/>
              </a:ext>
            </a:extLst>
          </p:cNvPr>
          <p:cNvSpPr txBox="1"/>
          <p:nvPr/>
        </p:nvSpPr>
        <p:spPr>
          <a:xfrm>
            <a:off x="1763768" y="2215083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4B9E8-7C78-FAD0-98F5-363EF468A770}"/>
              </a:ext>
            </a:extLst>
          </p:cNvPr>
          <p:cNvSpPr txBox="1"/>
          <p:nvPr/>
        </p:nvSpPr>
        <p:spPr>
          <a:xfrm>
            <a:off x="1763768" y="2958752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C8DA62-C26B-87C9-BC56-7247E1A030D8}"/>
              </a:ext>
            </a:extLst>
          </p:cNvPr>
          <p:cNvSpPr/>
          <p:nvPr/>
        </p:nvSpPr>
        <p:spPr>
          <a:xfrm>
            <a:off x="2128344" y="3021391"/>
            <a:ext cx="1623848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74FA7B-4E76-0D79-AC58-BCD016257757}"/>
              </a:ext>
            </a:extLst>
          </p:cNvPr>
          <p:cNvSpPr/>
          <p:nvPr/>
        </p:nvSpPr>
        <p:spPr>
          <a:xfrm>
            <a:off x="3752192" y="2270973"/>
            <a:ext cx="1941786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5672CF-467D-508A-E129-8125277AA5AF}"/>
              </a:ext>
            </a:extLst>
          </p:cNvPr>
          <p:cNvSpPr txBox="1"/>
          <p:nvPr/>
        </p:nvSpPr>
        <p:spPr>
          <a:xfrm>
            <a:off x="938047" y="4237047"/>
            <a:ext cx="9585435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R1(+):                          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R2(- implies that we had to RC):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/>
              <a:t>Overlap: </a:t>
            </a:r>
          </a:p>
          <a:p>
            <a:r>
              <a:rPr lang="en-US" sz="2800" b="1" dirty="0"/>
              <a:t>R1 R2 – 1 5 27 or</a:t>
            </a:r>
          </a:p>
          <a:p>
            <a:r>
              <a:rPr lang="en-US" sz="2800" b="1" dirty="0"/>
              <a:t>R1 R2 – 2 5 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5F16AD-1890-4D7E-8B80-3C06FB189F27}"/>
              </a:ext>
            </a:extLst>
          </p:cNvPr>
          <p:cNvSpPr/>
          <p:nvPr/>
        </p:nvSpPr>
        <p:spPr>
          <a:xfrm>
            <a:off x="5489327" y="4545805"/>
            <a:ext cx="3705416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982319-37F9-4278-9C6B-0F9CD90353ED}"/>
              </a:ext>
            </a:extLst>
          </p:cNvPr>
          <p:cNvSpPr/>
          <p:nvPr/>
        </p:nvSpPr>
        <p:spPr>
          <a:xfrm>
            <a:off x="5693978" y="4263157"/>
            <a:ext cx="3500765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40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CBBA-8D59-60E8-38AB-38F121990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Greedy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E101C-0067-1250-D8C1-A2A2B3932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Greedy assembly algorithm will always yield an assembly, but not necessarily the right one:</a:t>
            </a:r>
          </a:p>
          <a:p>
            <a:pPr lvl="1"/>
            <a:r>
              <a:rPr lang="en-US" dirty="0"/>
              <a:t>Search for overlaps. If there is more than 1 sequence that overlaps, find the sequence overlap with the highest area of overlap.</a:t>
            </a:r>
          </a:p>
          <a:p>
            <a:pPr lvl="1"/>
            <a:r>
              <a:rPr lang="en-US" dirty="0"/>
              <a:t>Find two fragments with largest overlap and merge fragments.</a:t>
            </a:r>
          </a:p>
          <a:p>
            <a:pPr lvl="1"/>
            <a:r>
              <a:rPr lang="en-US" dirty="0"/>
              <a:t>Always try to extend</a:t>
            </a:r>
          </a:p>
          <a:p>
            <a:pPr lvl="1"/>
            <a:r>
              <a:rPr lang="en-US" dirty="0"/>
              <a:t>Repeat until all overlaps are used or rejected.</a:t>
            </a:r>
            <a:br>
              <a:rPr lang="en-US" dirty="0"/>
            </a:br>
            <a:endParaRPr lang="en-US" dirty="0"/>
          </a:p>
          <a:p>
            <a:r>
              <a:rPr lang="en-US" dirty="0"/>
              <a:t>Strengths: Simple to implement and generally fast.</a:t>
            </a:r>
          </a:p>
          <a:p>
            <a:r>
              <a:rPr lang="en-US" dirty="0"/>
              <a:t>Weaknesses: Can make mistakes in assemblies.</a:t>
            </a:r>
          </a:p>
          <a:p>
            <a:r>
              <a:rPr lang="en-US" dirty="0"/>
              <a:t>Example: Imagine assembling a puzzle by always joining the two best matching pieces, even if those pieces might not be part of the final correct arrangement.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BFF49-B061-4FEB-44CA-CE0CE8CA3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88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EE45-4783-73D7-C36D-56EF4C8D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86A13-B9D4-0E34-36CB-604EB09CC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6D1C68-13AA-8EE1-82AC-FCAD3C803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Problem: recover the genome using each read once</a:t>
            </a:r>
          </a:p>
          <a:p>
            <a:r>
              <a:rPr lang="en-US" dirty="0">
                <a:cs typeface="Courier New" panose="02070309020205020404" pitchFamily="49" charset="0"/>
              </a:rPr>
              <a:t>Longest overlap is between R3 and R6!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66C25-F597-00A9-2E63-384BD301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A9940D-E086-2063-771B-3158734C1F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410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BEA7-0010-2854-09C6-089E451E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0AD7D-FDE0-281D-9C4C-8881EF598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FDFFD-A86C-B234-BC0C-AE8BC7436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427E5-4CBA-3D86-2E8B-A9B2EDD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7610D6-5D5A-9AD5-F16E-037E3B2D40B0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280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1C3B5-8702-BB6D-C6EF-D1C8F9CB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24C4-FB52-600B-B2D4-D870470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8C231-449D-580C-3C36-EE930B86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1F64D5-FBB4-E2C9-74F5-5A43E71F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4A178-0A26-72E1-CEE9-69EA793584C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211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922C2-4A76-3B12-645D-3F6DA084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0AD48-2DE2-60B2-FFD1-BC081220E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F8906-F421-AABB-FCE4-9FEE0BCBE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79D6-F36C-8224-12C9-0F94F580C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E98232-635C-C1A4-D46F-08B843A0F44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215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2366E-1CAC-CCF9-AF1E-E227EC17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9729-9371-7CEE-0318-4AAF6DB8B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B4D7B-09A5-7D0C-E92B-EB62E5FD4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4811E-5BAC-F918-B018-DB75E81A0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1FA64-CD78-F3E1-5926-33DEEDA67C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1996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A188-B65B-E15F-4AE0-5ADA4257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4E00F-D37B-9616-D2E2-23F7C8EFB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A6989-145B-0084-C080-F0C241B03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04DCF-6D6C-30B3-37E5-71CE53868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3D1DC-B8C0-DFCC-4354-41DFC9302FD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758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8D044-F455-B229-88E0-ACB0E2EB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32666-4C56-C269-2BBA-A6DEE6D58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29BB3-C0B6-3396-BC8B-8E3AA46BD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77EAC-1092-FD35-0BE5-7F0B170F9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C6A05-C44C-9BA5-A953-362FF91E9F08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230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D2A8D-AA93-6A97-AE6B-BF2C902D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BFEC5-4AA8-585F-6B09-E6C2DBFE0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19924-B1F6-FF8B-654C-E0F62395E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FA8C8-2C8B-F580-2E53-E7F25D726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F3275-1779-774D-7674-B356B17189CB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7399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16FB-07E1-BB42-DBED-02DD0D909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3D32F-3640-BFBD-D42A-F9AE91CD9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5837D-3AF6-5C24-C3A9-D3232A338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5124936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Assembly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B4427-5E7D-0F2D-B95F-C763CD921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9A7FC-2BC3-5BAE-93C3-D8E616D7C1C5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153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7692F-4AF3-27CF-927B-CBB1B5CE5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C59EF-DECB-CDD2-DAFC-E1B5088F9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405D0-3788-255F-FFF9-CA6FF2E39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2C511D-353E-B462-ADC0-BC05F26A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4DC410F-7733-5269-0284-008B323E6DE1}"/>
              </a:ext>
            </a:extLst>
          </p:cNvPr>
          <p:cNvCxnSpPr/>
          <p:nvPr/>
        </p:nvCxnSpPr>
        <p:spPr>
          <a:xfrm>
            <a:off x="3903406" y="4896465"/>
            <a:ext cx="963562" cy="55060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69AA401-0CBB-86D3-E15D-33411F3FEDF0}"/>
              </a:ext>
            </a:extLst>
          </p:cNvPr>
          <p:cNvCxnSpPr>
            <a:cxnSpLocks/>
          </p:cNvCxnSpPr>
          <p:nvPr/>
        </p:nvCxnSpPr>
        <p:spPr>
          <a:xfrm flipV="1">
            <a:off x="4100052" y="5476568"/>
            <a:ext cx="766916" cy="707922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1D4609D-AE0D-CA79-22BD-BCC6C55285AB}"/>
              </a:ext>
            </a:extLst>
          </p:cNvPr>
          <p:cNvCxnSpPr/>
          <p:nvPr/>
        </p:nvCxnSpPr>
        <p:spPr>
          <a:xfrm flipH="1">
            <a:off x="4866968" y="5476568"/>
            <a:ext cx="13470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8E03E6D-5D77-11AA-7E97-994DC730AC88}"/>
              </a:ext>
            </a:extLst>
          </p:cNvPr>
          <p:cNvCxnSpPr/>
          <p:nvPr/>
        </p:nvCxnSpPr>
        <p:spPr>
          <a:xfrm flipV="1">
            <a:off x="6213987" y="4827639"/>
            <a:ext cx="855407" cy="648929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6D4CC3-8416-6D34-47F3-A1E6FB0ACEB9}"/>
              </a:ext>
            </a:extLst>
          </p:cNvPr>
          <p:cNvCxnSpPr/>
          <p:nvPr/>
        </p:nvCxnSpPr>
        <p:spPr>
          <a:xfrm flipH="1" flipV="1">
            <a:off x="6213987" y="5476568"/>
            <a:ext cx="983226" cy="707922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1428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CEF11-DEE7-E2B2-F9D2-E2474D135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4F37-432D-7B61-4665-F150023F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82D75-8719-353F-80F8-13B29C4BF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</a:t>
            </a:r>
            <a:r>
              <a:rPr lang="en-US"/>
              <a:t>a node </a:t>
            </a:r>
            <a:r>
              <a:rPr lang="en-US" dirty="0"/>
              <a:t>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2078E-F401-74F4-A1B0-C207D326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4ABF028-7B4F-6283-AF57-F6555A2E78F4}"/>
              </a:ext>
            </a:extLst>
          </p:cNvPr>
          <p:cNvCxnSpPr>
            <a:cxnSpLocks/>
          </p:cNvCxnSpPr>
          <p:nvPr/>
        </p:nvCxnSpPr>
        <p:spPr>
          <a:xfrm>
            <a:off x="2440127" y="5413787"/>
            <a:ext cx="963562" cy="55060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CA5915-F07A-6C67-7D54-15D84EA1AD51}"/>
              </a:ext>
            </a:extLst>
          </p:cNvPr>
          <p:cNvCxnSpPr>
            <a:cxnSpLocks/>
          </p:cNvCxnSpPr>
          <p:nvPr/>
        </p:nvCxnSpPr>
        <p:spPr>
          <a:xfrm flipV="1">
            <a:off x="3765755" y="5964393"/>
            <a:ext cx="766916" cy="707922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F3B478-5BBD-75C9-21DE-2DA24DB45DDD}"/>
              </a:ext>
            </a:extLst>
          </p:cNvPr>
          <p:cNvCxnSpPr/>
          <p:nvPr/>
        </p:nvCxnSpPr>
        <p:spPr>
          <a:xfrm flipH="1">
            <a:off x="4748981" y="6469627"/>
            <a:ext cx="13470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0F7CB0F-0D3B-7B72-04F0-C3074929666D}"/>
              </a:ext>
            </a:extLst>
          </p:cNvPr>
          <p:cNvCxnSpPr>
            <a:cxnSpLocks/>
          </p:cNvCxnSpPr>
          <p:nvPr/>
        </p:nvCxnSpPr>
        <p:spPr>
          <a:xfrm flipV="1">
            <a:off x="5425768" y="5226059"/>
            <a:ext cx="855407" cy="648929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A8D07C-EDDC-9F65-66A4-03BCB8DE3A41}"/>
              </a:ext>
            </a:extLst>
          </p:cNvPr>
          <p:cNvCxnSpPr/>
          <p:nvPr/>
        </p:nvCxnSpPr>
        <p:spPr>
          <a:xfrm flipH="1" flipV="1">
            <a:off x="6803923" y="5830991"/>
            <a:ext cx="983226" cy="707922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996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FD871-58C2-94E2-42D9-8BFF5C172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57DC8-A219-C88E-CF3D-166C3B19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B464B-20FC-1D20-EE5F-C1CF3AF8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Strengths: </a:t>
            </a:r>
          </a:p>
          <a:p>
            <a:pPr lvl="1"/>
            <a:r>
              <a:rPr lang="en-US" dirty="0"/>
              <a:t>Assemblies are more correct, because the graph structure preserves information about all overlaps, not just the strongest ones.</a:t>
            </a:r>
          </a:p>
          <a:p>
            <a:pPr lvl="1"/>
            <a:r>
              <a:rPr lang="en-US" dirty="0"/>
              <a:t>Storing assembly as a graph can help resolve it later with additional data</a:t>
            </a:r>
          </a:p>
          <a:p>
            <a:r>
              <a:rPr lang="en-US" dirty="0"/>
              <a:t>Weaknesses: More computationally intensive. Building the initial overlap graph is typically the slowest part of the assembly.</a:t>
            </a:r>
          </a:p>
          <a:p>
            <a:r>
              <a:rPr lang="en-US" dirty="0"/>
              <a:t>Example: Imagine creating a map of all possible connections between puzzle pieces and then finding the optimal path through the connections to assemble the puzzle.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11E45-C9AC-0D7F-3E0E-8BCD7674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07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2413-B113-551C-AF4F-2D5630443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9BA9-A812-7105-E061-43EFBD05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8859C-791C-3FFB-66E9-2C866A311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37B97-321F-598B-551F-E6C6B21CF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14311-5D45-373A-A790-ABB8FF47F91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78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87A2E-85B4-488E-99B1-36C9F7A1C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F769-E1BB-44B7-9E5B-7CB476CE8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06980-B729-D2E9-EC54-7A4EA358F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6824F-3BA5-97FE-CA02-DFDE82F9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D5234-0D09-EBF0-51E4-D750AED808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1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1E5F-320A-1FBC-98CB-C4A60D57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AA6E3-D661-7625-96B9-2C482C592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10B74-015D-9014-DB6C-383B4BDEE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022DA-463B-3F5B-1436-34A997FFE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FF3CB0-3F53-0256-3B1B-CAE2E6E170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2C23F3-A4D1-3DFC-5246-F11131D4D3A2}"/>
              </a:ext>
            </a:extLst>
          </p:cNvPr>
          <p:cNvCxnSpPr/>
          <p:nvPr/>
        </p:nvCxnSpPr>
        <p:spPr>
          <a:xfrm>
            <a:off x="2035277" y="4689987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634F3A8-91A4-D7BD-4807-A6CDAD416931}"/>
              </a:ext>
            </a:extLst>
          </p:cNvPr>
          <p:cNvCxnSpPr/>
          <p:nvPr/>
        </p:nvCxnSpPr>
        <p:spPr>
          <a:xfrm>
            <a:off x="3220064" y="4429432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007874-22D9-E804-BF6E-9868F8AC474D}"/>
              </a:ext>
            </a:extLst>
          </p:cNvPr>
          <p:cNvCxnSpPr>
            <a:cxnSpLocks/>
          </p:cNvCxnSpPr>
          <p:nvPr/>
        </p:nvCxnSpPr>
        <p:spPr>
          <a:xfrm>
            <a:off x="3893573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89C59BF-BE46-A579-DB82-CE003ED97942}"/>
              </a:ext>
            </a:extLst>
          </p:cNvPr>
          <p:cNvCxnSpPr>
            <a:cxnSpLocks/>
          </p:cNvCxnSpPr>
          <p:nvPr/>
        </p:nvCxnSpPr>
        <p:spPr>
          <a:xfrm>
            <a:off x="4429431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06CC79-30B9-E41C-24BE-C3E275BB9E2D}"/>
              </a:ext>
            </a:extLst>
          </p:cNvPr>
          <p:cNvCxnSpPr>
            <a:cxnSpLocks/>
          </p:cNvCxnSpPr>
          <p:nvPr/>
        </p:nvCxnSpPr>
        <p:spPr>
          <a:xfrm>
            <a:off x="1376515" y="5299587"/>
            <a:ext cx="0" cy="7669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7266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3171-38EA-65CC-95CF-652C1E68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7F119-4A30-EA9B-77DA-C06E6FEBA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11FE9-FC8C-8E93-F670-4D5E7299B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949C8-D0EA-09EC-BBC9-19C1CD60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48ECF0-F4FC-9D0F-0827-7B41CA0AAD34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9EE80-5D63-4426-F841-2414604F8C0B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5EAF1-52B7-796E-FB46-CCD819C7690B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246275-4E31-A0E1-BE3D-1A96E176AEC0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69970B-191B-4051-451F-25AEE2F5FA2C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12A0194-B870-DAAF-918E-C3EDED2272B5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B60A06-E170-023A-0398-9E6F069CCCAE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26BE63B-5FC6-E685-49BE-00F94C947CD2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178542B-E98C-32BA-198C-B4AC8662380D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45129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BD408-000E-10F1-1A5E-987BB907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1439E-6159-E90D-F0DB-8BA5C8D3F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B188A-C842-1664-5DCB-D5EBF3E50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F5140-C0EE-AC3B-F4B8-403F3CE3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B8B3-F87D-B974-C95A-135951D3F18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F3E22-D4F4-0C48-6BE9-D3DB9F45239E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62957-16F2-A422-8D24-934FDF0610AA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FB50B8-E36C-D443-BF78-B5181B10F35F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8B1276-8A75-2BEB-9E30-40644AB96427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7EE1D1A-8418-8A3D-ED79-C1E27F5A62F4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7A74B7B-E640-35EF-5A97-3DEC6DFA7135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9E88DC5-781F-B863-B383-E964EDB9CF06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2A0F29A-F069-1A3D-05D1-3DC023B36957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14:cNvPr>
              <p14:cNvContentPartPr/>
              <p14:nvPr/>
            </p14:nvContentPartPr>
            <p14:xfrm>
              <a:off x="1733138" y="5128943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27018" y="5122823"/>
                <a:ext cx="3965760" cy="13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163411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F0BAF-F279-BFD6-D299-E5493C1EE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487A0-7991-EE0E-A969-0F5084492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B49DA-9998-0C08-0B00-D1E8CCC25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8" y="1596541"/>
            <a:ext cx="10983781" cy="3735480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</a:t>
            </a:r>
            <a:r>
              <a:rPr lang="en-US" dirty="0">
                <a:cs typeface="Courier New" panose="02070309020205020404" pitchFamily="49" charset="0"/>
              </a:rPr>
              <a:t>produces the same graph: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AC1C-51A3-48BD-2317-105BED4F7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4DD092-BAE6-5DD7-CA9A-5621159865FA}"/>
              </a:ext>
            </a:extLst>
          </p:cNvPr>
          <p:cNvSpPr txBox="1"/>
          <p:nvPr/>
        </p:nvSpPr>
        <p:spPr>
          <a:xfrm>
            <a:off x="1504753" y="2771498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335E8C-BE95-7DEC-DDA8-65A441CC6935}"/>
              </a:ext>
            </a:extLst>
          </p:cNvPr>
          <p:cNvSpPr txBox="1"/>
          <p:nvPr/>
        </p:nvSpPr>
        <p:spPr>
          <a:xfrm>
            <a:off x="3032901" y="3141003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721045-E61E-2459-B401-6B795AB4960F}"/>
              </a:ext>
            </a:extLst>
          </p:cNvPr>
          <p:cNvSpPr txBox="1"/>
          <p:nvPr/>
        </p:nvSpPr>
        <p:spPr>
          <a:xfrm>
            <a:off x="4791614" y="2740893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C9091-692E-40F4-6C5B-F9297CB89826}"/>
              </a:ext>
            </a:extLst>
          </p:cNvPr>
          <p:cNvSpPr txBox="1"/>
          <p:nvPr/>
        </p:nvSpPr>
        <p:spPr>
          <a:xfrm>
            <a:off x="3272539" y="3752273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EF9201A-19F6-6EA1-A878-EFF08554639E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376017" y="2971553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895BFDE-93CA-EECD-11B5-80362F90399B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064487" y="3341058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E64C87C-6061-D819-1F55-0BEBE317863B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032901" y="3341058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E8C60A7-C83C-A40A-9CFD-2432368E4BE5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261122" y="2940948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14:cNvPr>
              <p14:cNvContentPartPr/>
              <p14:nvPr/>
            </p14:nvContentPartPr>
            <p14:xfrm>
              <a:off x="1566884" y="2769120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0764" y="2763000"/>
                <a:ext cx="3965760" cy="1332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BB11CAF-918C-00F9-E29D-AE82C904F562}"/>
              </a:ext>
            </a:extLst>
          </p:cNvPr>
          <p:cNvSpPr txBox="1"/>
          <p:nvPr/>
        </p:nvSpPr>
        <p:spPr>
          <a:xfrm>
            <a:off x="5124747" y="4900233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960540-248C-5C42-9A8B-0224493D24EB}"/>
              </a:ext>
            </a:extLst>
          </p:cNvPr>
          <p:cNvSpPr txBox="1"/>
          <p:nvPr/>
        </p:nvSpPr>
        <p:spPr>
          <a:xfrm>
            <a:off x="6652895" y="5269738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99DDE-EE95-734C-B96F-6AE2DA7D8FB0}"/>
              </a:ext>
            </a:extLst>
          </p:cNvPr>
          <p:cNvSpPr txBox="1"/>
          <p:nvPr/>
        </p:nvSpPr>
        <p:spPr>
          <a:xfrm>
            <a:off x="8411608" y="4869628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0EEC80-387A-12C9-11EA-9A61DC7F8345}"/>
              </a:ext>
            </a:extLst>
          </p:cNvPr>
          <p:cNvSpPr txBox="1"/>
          <p:nvPr/>
        </p:nvSpPr>
        <p:spPr>
          <a:xfrm>
            <a:off x="6892533" y="5881008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863513-70C6-F725-F823-277F119047A7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996011" y="5100288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AC72D8E-A128-8BFC-166C-9AE98F929086}"/>
              </a:ext>
            </a:extLst>
          </p:cNvPr>
          <p:cNvCxnSpPr>
            <a:cxnSpLocks/>
            <a:stCxn id="12" idx="3"/>
            <a:endCxn id="8" idx="3"/>
          </p:cNvCxnSpPr>
          <p:nvPr/>
        </p:nvCxnSpPr>
        <p:spPr>
          <a:xfrm flipV="1">
            <a:off x="7684481" y="5469793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80A9C2-21BB-6225-9142-A647140607FA}"/>
              </a:ext>
            </a:extLst>
          </p:cNvPr>
          <p:cNvCxnSpPr>
            <a:cxnSpLocks/>
            <a:stCxn id="12" idx="1"/>
            <a:endCxn id="8" idx="1"/>
          </p:cNvCxnSpPr>
          <p:nvPr/>
        </p:nvCxnSpPr>
        <p:spPr>
          <a:xfrm flipH="1" flipV="1">
            <a:off x="6652895" y="5469793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1AB5DE-6244-2A91-A11C-4B1E9734E14D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7881116" y="5069683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D8F3142-DA2A-E3C1-894C-5D7EDB120C19}"/>
                  </a:ext>
                </a:extLst>
              </p14:cNvPr>
              <p14:cNvContentPartPr/>
              <p14:nvPr/>
            </p14:nvContentPartPr>
            <p14:xfrm>
              <a:off x="5189138" y="4950383"/>
              <a:ext cx="3906000" cy="14389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D8F3142-DA2A-E3C1-894C-5D7EDB120C1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83018" y="4944263"/>
                <a:ext cx="3918240" cy="145116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5FC96EC-7F1C-49B3-843C-8466F97F5757}"/>
              </a:ext>
            </a:extLst>
          </p:cNvPr>
          <p:cNvSpPr txBox="1"/>
          <p:nvPr/>
        </p:nvSpPr>
        <p:spPr>
          <a:xfrm>
            <a:off x="2064190" y="5881008"/>
            <a:ext cx="3796757" cy="644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use coverage to estimate repeat multiplicity</a:t>
            </a:r>
          </a:p>
        </p:txBody>
      </p:sp>
    </p:spTree>
    <p:extLst>
      <p:ext uri="{BB962C8B-B14F-4D97-AF65-F5344CB8AC3E}">
        <p14:creationId xmlns:p14="http://schemas.microsoft.com/office/powerpoint/2010/main" val="385442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2" grpId="0"/>
      <p:bldP spid="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7AA77-BD07-B5D1-C95C-7EF9483A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3FEF-821E-D7E0-E240-787D05BB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27F99-FE5F-AE5E-BBAF-A78096718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Reads have errors, overlaps are typically not perfect</a:t>
            </a:r>
          </a:p>
          <a:p>
            <a:endParaRPr lang="en-US" dirty="0"/>
          </a:p>
          <a:p>
            <a:r>
              <a:rPr lang="en-US" dirty="0"/>
              <a:t>In each contig we need to compute consensus sequence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11ED8-A67C-F9C7-85D9-BF500107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9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9CD7-D23B-7A16-53CA-75862DA00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0438-F4A4-AE56-359A-2D7FB2777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60243-4EDE-8D76-339C-6B8A96074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r>
              <a:rPr lang="en-US" b="1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</a:t>
            </a:r>
            <a:r>
              <a:rPr lang="en-US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E5FDAC-EC65-9F18-86F7-7F39557BC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490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DDD1A-0A70-C33A-55C5-5A09CD6BE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E09B2-83B2-638B-BFFD-C19A17512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3C44-2958-9368-E61C-29FC67FC4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multi-alignment to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AGATAGACAAAGAC-ATAGACAG-ATACGCTCGATCGGGT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553D6-F3B3-E4EA-E5E2-39512801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6966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EDC8E-404A-D338-8A89-94902ABA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4C4C3-A68C-BB35-1AEB-ABCC95053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AB37-2FD6-5225-D78F-08D286B6D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consensus sequence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ATAGACAG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7A926-4208-DC1A-C189-8580AA7E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3147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26F81-C0D3-FA5A-B14B-5B2BD163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F7279-AF34-7671-2C30-1F8CDF1A0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24EB8-D864-A4F1-14CF-2B13AFC2C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787985"/>
            <a:ext cx="11259083" cy="473080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Break reads into overlapping k-</a:t>
            </a:r>
            <a:r>
              <a:rPr lang="en-US" dirty="0" err="1"/>
              <a:t>mers</a:t>
            </a:r>
            <a:r>
              <a:rPr lang="en-US" dirty="0"/>
              <a:t> of fixed length K</a:t>
            </a:r>
          </a:p>
          <a:p>
            <a:pPr lvl="1"/>
            <a:r>
              <a:rPr lang="en-US" dirty="0" err="1"/>
              <a:t>e.g</a:t>
            </a:r>
            <a:r>
              <a:rPr lang="en-US" dirty="0"/>
              <a:t> K=5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AGACATAGAC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GACAT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ACATA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CATAG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ATAGA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TAGAC</a:t>
            </a:r>
          </a:p>
          <a:p>
            <a:r>
              <a:rPr lang="en-US" dirty="0">
                <a:cs typeface="Courier New" panose="02070309020205020404" pitchFamily="49" charset="0"/>
              </a:rPr>
              <a:t>Count all </a:t>
            </a:r>
            <a:r>
              <a:rPr lang="en-US" dirty="0" err="1">
                <a:cs typeface="Courier New" panose="02070309020205020404" pitchFamily="49" charset="0"/>
              </a:rPr>
              <a:t>kmers</a:t>
            </a:r>
            <a:r>
              <a:rPr lang="en-US" dirty="0">
                <a:cs typeface="Courier New" panose="02070309020205020404" pitchFamily="49" charset="0"/>
              </a:rPr>
              <a:t> in the reads, build a table of </a:t>
            </a:r>
            <a:r>
              <a:rPr lang="en-US" dirty="0" err="1">
                <a:cs typeface="Courier New" panose="02070309020205020404" pitchFamily="49" charset="0"/>
              </a:rPr>
              <a:t>kmer</a:t>
            </a:r>
            <a:r>
              <a:rPr lang="en-US" dirty="0">
                <a:cs typeface="Courier New" panose="02070309020205020404" pitchFamily="49" charset="0"/>
              </a:rPr>
              <a:t>-count (use canonical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)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 5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GACAT 20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</a:p>
          <a:p>
            <a:r>
              <a:rPr lang="en-US" dirty="0">
                <a:cs typeface="Courier New" panose="02070309020205020404" pitchFamily="49" charset="0"/>
              </a:rPr>
              <a:t>Look for a 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Eulerian</a:t>
            </a:r>
            <a:r>
              <a:rPr lang="en-US" dirty="0">
                <a:cs typeface="Courier New" panose="02070309020205020404" pitchFamily="49" charset="0"/>
              </a:rPr>
              <a:t> path through the graph (trail that visits each edge exactly once) or 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Hamiltonian</a:t>
            </a:r>
            <a:r>
              <a:rPr lang="en-US" dirty="0">
                <a:cs typeface="Courier New" panose="02070309020205020404" pitchFamily="49" charset="0"/>
              </a:rPr>
              <a:t> path through the graph (path that visits each node exactly once)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2469A-ACAE-78EB-26B7-6C6BF83B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053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A2784-D1AF-232C-7EE5-6D3CDE4A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4B5A2-D3AA-0BE7-7CB4-240752364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E9641-2D54-149A-3761-4D1E708F89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5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G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10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ACFE7-13D5-AEDD-067B-2790D3517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FB68D5-6DAF-1CA7-3CC0-C4EE61C2BFB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741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11F1F-55A4-2922-C733-FCA004FE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4C55B-E271-79DB-2624-AF209A48F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4E86E-FFB3-6D98-728D-52FD2EEFD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This is a forward “branch”. 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350D6-9B46-641C-AA34-295F877B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CFE40A-C156-BD9D-9E9F-E5A7E8B3149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922313-FE72-539C-A196-FBBC3C57F084}"/>
              </a:ext>
            </a:extLst>
          </p:cNvPr>
          <p:cNvCxnSpPr/>
          <p:nvPr/>
        </p:nvCxnSpPr>
        <p:spPr>
          <a:xfrm flipV="1">
            <a:off x="6248705" y="342900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8AD8978-1D40-786D-2803-F9BDC491C34B}"/>
              </a:ext>
            </a:extLst>
          </p:cNvPr>
          <p:cNvCxnSpPr>
            <a:cxnSpLocks/>
          </p:cNvCxnSpPr>
          <p:nvPr/>
        </p:nvCxnSpPr>
        <p:spPr>
          <a:xfrm>
            <a:off x="6248705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8042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5B961-0E49-69BD-B55F-405C43168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002CB-75F6-0791-2719-2E3B82AE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A7CB8-7845-D670-3A75-C8D5266CD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15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D713C-A3B4-8EDE-D04B-D078C582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BD51C9-FC86-2C2F-B8DD-BE70A249F18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2D26F9-6987-B9D1-9FDE-48F837756241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E3BA5A-BE33-42AC-5AE6-308EF3008D2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BEF633A-9622-2C29-1B95-BA51E539D8E9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for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336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3CD20-DBDC-8AB9-CE2D-C5ACF6205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A9D06-3E06-DC73-BEAB-E58D33BFC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BB257-A012-64E9-3984-7DA642E53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0FDC8-E98A-9A0C-4EA8-D8D6744DB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199395-D67E-8EDB-2C6F-BD6BFA5DD53C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6684FE6-B114-2674-FA62-90606B221EA3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7F6DB5-B80F-031A-1BCA-23BA7317A0AF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BE2AB99-B59F-5676-D02C-9E1C6A2090E2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for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85801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409B-B440-83AB-9D34-073157438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19279-E907-E930-7F32-127F7BF6E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5828E-9EB0-DD79-B3C9-EF7675D67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E4A93-7E52-12B6-8E11-AB61D0D5B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34FD4-2EE5-5774-53CF-A827782CF03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08DE59-74C7-A996-43D7-B6E78E612B13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7AA0E0C-5E41-0ABE-DF3A-41FA6438B346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D1B11BB-ECC8-C497-BE6C-FD43378B5F84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No backward branch -- continue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6326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0EA3-3246-3BCD-E7F0-A18DD187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4460-8AF6-DCCA-F327-079A70A82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6C881-2F85-4121-2E4F-080F9FEA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DE90E-4C53-0541-F51F-0624DABB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4C1F54-F6EE-25E7-D4E3-9C3A3943FA5C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9659B81-0923-BB9E-922E-BDA747B76E0A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715F69-82B7-C0EF-9DE4-A45C4E85F357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87A064B-0EEC-FD29-63AE-62D9DC418F40}"/>
              </a:ext>
            </a:extLst>
          </p:cNvPr>
          <p:cNvCxnSpPr>
            <a:cxnSpLocks/>
          </p:cNvCxnSpPr>
          <p:nvPr/>
        </p:nvCxnSpPr>
        <p:spPr>
          <a:xfrm flipH="1" flipV="1">
            <a:off x="4263540" y="3734410"/>
            <a:ext cx="458115" cy="3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6922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3A23-6B38-B485-CDF3-340CFA90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E5904-6D91-6D96-0793-E5570AE7A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0291D-AA5E-5EAA-BA29-DD2A74D45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A9BD0-52B5-0343-D364-BF0AA7D32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4ADB5-4F5E-07FD-C4D2-DE26B69E73DD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DD39780-D411-614D-A5FB-2F9DCCA167EF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6D7235-5F9B-AD94-DE82-42DEF8235930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5882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F419C-9478-91AB-98BC-C753CF05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B3C42-1AF0-1516-DE5D-A140BE533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C471E-70EB-E535-7B5A-F13EC98C1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Continue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846C4-0091-B32B-EB7A-412A62EFE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BE9817-4443-E5C0-0429-6B5022DF6CF6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A1E0BF9-A5E8-A51D-844C-FD09796A9CBF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339DE0-6691-7F10-00AB-1FAE75532E9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73879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ECEB-8314-4F5B-A37B-470FD90D5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Properties of the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0B893-EF41-6232-0920-205CB5599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k-mer is encountered only ONCE in the graph</a:t>
            </a:r>
          </a:p>
          <a:p>
            <a:endParaRPr lang="en-US" i="1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An assembly that visits each edge once can collapse repeats (some edges may need to be visited more than once in loops)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Can use k-mer counts to see how many times need to go through each node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5FEC9-20C9-4652-BA81-FFC82D476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270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2325D-839F-A8C7-19DB-7D03BBD2F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355E7-B584-3612-A29A-58FD462AD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901079"/>
          </a:xfrm>
        </p:spPr>
        <p:txBody>
          <a:bodyPr>
            <a:normAutofit/>
          </a:bodyPr>
          <a:lstStyle/>
          <a:p>
            <a:r>
              <a:rPr lang="en-US" dirty="0"/>
              <a:t>K-unitigs are DNA sequences that correspond to strictly linear paths through K-mer graph</a:t>
            </a:r>
          </a:p>
          <a:p>
            <a:pPr lvl="1"/>
            <a:r>
              <a:rPr lang="en-US" dirty="0"/>
              <a:t>No forward or backward branches allowed</a:t>
            </a:r>
          </a:p>
          <a:p>
            <a:pPr lvl="1"/>
            <a:r>
              <a:rPr lang="en-US" dirty="0"/>
              <a:t>Can overlap exactly by K-1 bases with one or more other K-unitigs</a:t>
            </a:r>
          </a:p>
          <a:p>
            <a:pPr lvl="1"/>
            <a:r>
              <a:rPr lang="en-US" dirty="0"/>
              <a:t>All K-</a:t>
            </a:r>
            <a:r>
              <a:rPr lang="en-US" dirty="0" err="1"/>
              <a:t>mers</a:t>
            </a:r>
            <a:r>
              <a:rPr lang="en-US" dirty="0"/>
              <a:t> in k-unitigs are distinct (no K-mer is repeated twice)</a:t>
            </a:r>
          </a:p>
          <a:p>
            <a:r>
              <a:rPr lang="en-US" dirty="0"/>
              <a:t>A more compact representation of K-mer graph </a:t>
            </a:r>
          </a:p>
          <a:p>
            <a:pPr lvl="1"/>
            <a:r>
              <a:rPr lang="en-US" dirty="0"/>
              <a:t>K-unitigs are nodes</a:t>
            </a:r>
          </a:p>
          <a:p>
            <a:pPr lvl="1"/>
            <a:r>
              <a:rPr lang="en-US" dirty="0"/>
              <a:t>K-1 exact overlaps are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F39EE-0A3B-CDEE-67CC-21AEB0A26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5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AA196-3973-F5F7-8389-C4B5891B4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22601-726E-6A78-855B-D2AEFAD65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B2B54-2F5A-F642-85AC-744709BAC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47F0D5-32A3-0F18-AE7A-83631F277D79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3584AE-D2C7-6A1C-8506-1CAE35112C4D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B88AC9-3E43-3579-77D0-E05B7694AF07}"/>
              </a:ext>
            </a:extLst>
          </p:cNvPr>
          <p:cNvSpPr/>
          <p:nvPr/>
        </p:nvSpPr>
        <p:spPr>
          <a:xfrm>
            <a:off x="3496235" y="3239556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F45A17-0CA8-EFB5-963F-E7B97C046FA6}"/>
              </a:ext>
            </a:extLst>
          </p:cNvPr>
          <p:cNvSpPr/>
          <p:nvPr/>
        </p:nvSpPr>
        <p:spPr>
          <a:xfrm>
            <a:off x="7144870" y="3262864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8551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3F8C9-6D0B-D747-5E37-759C92F8D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2174-0AB5-68F5-455A-D117A30B1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B8D9A-0419-31A8-8C8A-B57C71242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4DBC2C-9AF5-054E-05DB-55412B54D653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FF5F43-B823-F896-B251-1DA983DC0274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B7DE85-0DD9-6227-20E6-313E30CA94AB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B0EDB37-670D-33DB-DC02-79AE4FA8F31E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B0EDB37-670D-33DB-DC02-79AE4FA8F31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122176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33891-5751-97B2-E9F8-83B606E9E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DA7DE-08A8-728F-F298-092D4E61D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3A990-F5CE-B8A8-D280-9E71B24F4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CD2E04-9EB9-6763-9BAC-5486A8908387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9ECF1A-1AD5-2BB1-4C25-ACFB11718AB5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B474F8-28F8-FD93-46CA-F967F85F00DF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8E47EF6-8530-F7B9-6587-142DDD5B8CE4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8E47EF6-8530-F7B9-6587-142DDD5B8CE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24E3374-3F8A-2984-4872-8AF164AEEEBA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24E3374-3F8A-2984-4872-8AF164AEEEB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877758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6EB6-0524-53D3-3183-43F3E227E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31C50-BB81-2E77-006B-3CB421585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1494D-A3AD-30C0-13B2-61C23CF65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F57473-1A3C-D8DA-C9F5-F862EC6B1D9A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CDADCF-2911-CDBD-19E2-032DD26421AA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021EA6-C5F5-0D5E-C835-EB646C4B3BFF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0664E84-FAF9-FA47-B17A-CF57C8D4F861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0664E84-FAF9-FA47-B17A-CF57C8D4F86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DF487FE-49F9-050E-D3C7-5D69B4B8E548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DF487FE-49F9-050E-D3C7-5D69B4B8E54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05C76812-1555-7E8B-8E37-B600DD39F770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05C76812-1555-7E8B-8E37-B600DD39F77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544678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E303-CAE7-019E-8D5A-397731D0C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DB4CD-0F7A-A465-2F7E-084A66FC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DD0A5-9350-6919-76EB-AB03F5F6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7E992A-4D9C-FA4E-2A4E-BA8807EB5712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68E9E-1795-5D8E-27CF-1DE160C1E555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A8EED-650E-4478-2054-51B127185E2A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0692D19-3D4E-D8DE-5BCB-EA113468D83F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0692D19-3D4E-D8DE-5BCB-EA113468D83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D5B8817-5DBD-1E6D-3712-7B28C4EC64EC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D5B8817-5DBD-1E6D-3712-7B28C4EC64E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529F9E2-FA10-48FA-E0FC-55ADA748C948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529F9E2-FA10-48FA-E0FC-55ADA748C94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84750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7FB1F-0523-B72C-4724-2786477E6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BD7B9-9EEC-036E-74BF-BE0403A30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D34BE2-0D5A-0494-3C81-4F41EAD7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535532-BBA1-A280-EB77-756D0DF25388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AGATAGACATAACAAGATACATCAATGAGACT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DC47FC-BB44-3ED1-DD86-9ADDA0C934E0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862D31-FBE2-474C-7BB8-2D62E5EF2BC6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EA0613B-2957-5DD6-3AD1-28677BECB06C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EA0613B-2957-5DD6-3AD1-28677BECB06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A25EFEC-1DCA-7D3F-5515-9BD45ECA8FC7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A25EFEC-1DCA-7D3F-5515-9BD45ECA8FC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D8860C09-3CC6-0BE6-C185-12D4CC3EFDDE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D8860C09-3CC6-0BE6-C185-12D4CC3EFDD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3623562-BE9E-EAB6-E641-600CCC35C5BF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3623562-BE9E-EAB6-E641-600CCC35C5B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681D2A9-BDD0-C7E5-5DCD-22E2F3131BA0}"/>
              </a:ext>
            </a:extLst>
          </p:cNvPr>
          <p:cNvSpPr txBox="1"/>
          <p:nvPr/>
        </p:nvSpPr>
        <p:spPr>
          <a:xfrm>
            <a:off x="1390225" y="5011750"/>
            <a:ext cx="84946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AGATAGACATAACAAGATACATCAATGAGACT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AGATAGACATAACAAGATACATCAATGAGACT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AGATAGACATAACAAGATACATCAATGAGACT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AGATAGACATAACAAGATACATCAATGAGACT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</p:txBody>
      </p:sp>
    </p:spTree>
    <p:extLst>
      <p:ext uri="{BB962C8B-B14F-4D97-AF65-F5344CB8AC3E}">
        <p14:creationId xmlns:p14="http://schemas.microsoft.com/office/powerpoint/2010/main" val="42661770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180A-E0A6-400F-B155-70C3F9AB5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</a:t>
            </a:r>
            <a:r>
              <a:rPr lang="en-US" dirty="0" err="1"/>
              <a:t>DeBruijn</a:t>
            </a:r>
            <a:r>
              <a:rPr lang="en-US" dirty="0"/>
              <a:t> of K-</a:t>
            </a:r>
            <a:r>
              <a:rPr lang="en-US" dirty="0" err="1"/>
              <a:t>mer</a:t>
            </a:r>
            <a:r>
              <a:rPr lang="en-US" dirty="0"/>
              <a:t> graph?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AE125-6F8F-4727-8CBB-1277CD4F2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759811"/>
          </a:xfrm>
        </p:spPr>
        <p:txBody>
          <a:bodyPr>
            <a:normAutofit fontScale="92500"/>
          </a:bodyPr>
          <a:lstStyle/>
          <a:p>
            <a:r>
              <a:rPr lang="en-US" dirty="0"/>
              <a:t>If k-</a:t>
            </a:r>
            <a:r>
              <a:rPr lang="en-US" dirty="0" err="1"/>
              <a:t>mers</a:t>
            </a:r>
            <a:r>
              <a:rPr lang="en-US" dirty="0"/>
              <a:t> are nodes then assembly can be a </a:t>
            </a:r>
            <a:r>
              <a:rPr lang="en-US" i="1" dirty="0"/>
              <a:t>path</a:t>
            </a:r>
            <a:r>
              <a:rPr lang="en-US" dirty="0"/>
              <a:t> that visits all nodes once (or at least once) </a:t>
            </a:r>
          </a:p>
          <a:p>
            <a:endParaRPr lang="en-US" i="1" dirty="0"/>
          </a:p>
          <a:p>
            <a:r>
              <a:rPr lang="en-US" i="1" dirty="0"/>
              <a:t>Hamiltonian path </a:t>
            </a:r>
            <a:r>
              <a:rPr lang="en-US" dirty="0"/>
              <a:t>problem, which is NP-complete (both NP and NP-hard)</a:t>
            </a:r>
          </a:p>
          <a:p>
            <a:endParaRPr lang="en-US" dirty="0"/>
          </a:p>
          <a:p>
            <a:r>
              <a:rPr lang="en-US" dirty="0"/>
              <a:t>Trick - </a:t>
            </a:r>
            <a:r>
              <a:rPr lang="en-US" i="1" dirty="0"/>
              <a:t>let’s make k-</a:t>
            </a:r>
            <a:r>
              <a:rPr lang="en-US" i="1" dirty="0" err="1"/>
              <a:t>mers</a:t>
            </a:r>
            <a:r>
              <a:rPr lang="en-US" i="1" dirty="0"/>
              <a:t> edges</a:t>
            </a:r>
            <a:r>
              <a:rPr lang="en-US" dirty="0"/>
              <a:t>:  then reform a problem as </a:t>
            </a:r>
            <a:r>
              <a:rPr lang="en-US" i="1" dirty="0"/>
              <a:t>Eulerian path </a:t>
            </a:r>
            <a:r>
              <a:rPr lang="en-US" dirty="0"/>
              <a:t>problem (</a:t>
            </a:r>
            <a:r>
              <a:rPr lang="en-US" i="1" dirty="0"/>
              <a:t>trail</a:t>
            </a:r>
            <a:r>
              <a:rPr lang="en-US" dirty="0"/>
              <a:t> that visits each </a:t>
            </a:r>
            <a:r>
              <a:rPr lang="en-US" i="1" dirty="0"/>
              <a:t>edge</a:t>
            </a:r>
            <a:r>
              <a:rPr lang="en-US" dirty="0"/>
              <a:t> once) , which can be solved in linear time</a:t>
            </a:r>
          </a:p>
          <a:p>
            <a:endParaRPr lang="en-US" dirty="0"/>
          </a:p>
          <a:p>
            <a:r>
              <a:rPr lang="en-US" dirty="0"/>
              <a:t>K-1-mers are now nodes, they can be visited more than once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98DE5-B37B-4CAC-B2D9-A1F359E05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1433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B2B13-4626-5EE6-05C6-64419166C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DeBruijn graph vs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CCEC9-304B-8B1A-7177-FAAD202A8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494063"/>
            <a:ext cx="6716580" cy="557677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DeBruijn graph and K-mer graph are </a:t>
            </a:r>
            <a:r>
              <a:rPr lang="en-US" u="sng" dirty="0"/>
              <a:t>the same concept</a:t>
            </a:r>
          </a:p>
          <a:p>
            <a:r>
              <a:rPr lang="en-US" dirty="0"/>
              <a:t>DeBruijn graph (K) == K-mer graph (K-1)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AGCTG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AGCTG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GCTGT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GCTGT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K             K-1</a:t>
            </a:r>
          </a:p>
          <a:p>
            <a:r>
              <a:rPr lang="en-US" dirty="0">
                <a:cs typeface="Courier New" panose="02070309020205020404" pitchFamily="49" charset="0"/>
              </a:rPr>
              <a:t>Genome assembly as a </a:t>
            </a:r>
            <a:r>
              <a:rPr lang="en-US" i="1" dirty="0">
                <a:cs typeface="Courier New" panose="02070309020205020404" pitchFamily="49" charset="0"/>
              </a:rPr>
              <a:t>Eulerian path </a:t>
            </a:r>
            <a:r>
              <a:rPr lang="en-US" dirty="0">
                <a:cs typeface="Courier New" panose="02070309020205020404" pitchFamily="49" charset="0"/>
              </a:rPr>
              <a:t>(trail that visits each edge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once</a:t>
            </a:r>
            <a:r>
              <a:rPr lang="en-US" dirty="0">
                <a:cs typeface="Courier New" panose="02070309020205020404" pitchFamily="49" charset="0"/>
              </a:rPr>
              <a:t>)  is </a:t>
            </a:r>
            <a:r>
              <a:rPr lang="en-US" b="1" dirty="0">
                <a:cs typeface="Courier New" panose="02070309020205020404" pitchFamily="49" charset="0"/>
              </a:rPr>
              <a:t>not</a:t>
            </a:r>
            <a:r>
              <a:rPr lang="en-US" dirty="0">
                <a:cs typeface="Courier New" panose="02070309020205020404" pitchFamily="49" charset="0"/>
              </a:rPr>
              <a:t> a practical approach for either, </a:t>
            </a:r>
            <a:r>
              <a:rPr lang="en-US" b="1" dirty="0">
                <a:cs typeface="Courier New" panose="02070309020205020404" pitchFamily="49" charset="0"/>
              </a:rPr>
              <a:t>unless</a:t>
            </a:r>
            <a:r>
              <a:rPr lang="en-US" dirty="0">
                <a:cs typeface="Courier New" panose="02070309020205020404" pitchFamily="49" charset="0"/>
              </a:rPr>
              <a:t>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longer than the longest </a:t>
            </a:r>
            <a:r>
              <a:rPr lang="en-US" b="1" dirty="0">
                <a:cs typeface="Courier New" panose="02070309020205020404" pitchFamily="49" charset="0"/>
              </a:rPr>
              <a:t>exact</a:t>
            </a:r>
            <a:r>
              <a:rPr lang="en-US" dirty="0">
                <a:cs typeface="Courier New" panose="02070309020205020404" pitchFamily="49" charset="0"/>
              </a:rPr>
              <a:t> repeat: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DeBruijn graph: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will be all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unique</a:t>
            </a:r>
            <a:r>
              <a:rPr lang="en-US" dirty="0">
                <a:cs typeface="Courier New" panose="02070309020205020404" pitchFamily="49" charset="0"/>
              </a:rPr>
              <a:t> in the assembly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K-mer graph: K+1-mers will be all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unique</a:t>
            </a:r>
            <a:r>
              <a:rPr lang="en-US" dirty="0">
                <a:cs typeface="Courier New" panose="02070309020205020404" pitchFamily="49" charset="0"/>
              </a:rPr>
              <a:t> in the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916750-EA1D-D462-96DD-520AED45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46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78210C-753B-C811-0F80-3AF7AD4116D0}"/>
              </a:ext>
            </a:extLst>
          </p:cNvPr>
          <p:cNvCxnSpPr>
            <a:cxnSpLocks/>
          </p:cNvCxnSpPr>
          <p:nvPr/>
        </p:nvCxnSpPr>
        <p:spPr>
          <a:xfrm>
            <a:off x="1024758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192BC13-E298-1997-93CA-22C029205FE5}"/>
              </a:ext>
            </a:extLst>
          </p:cNvPr>
          <p:cNvCxnSpPr>
            <a:cxnSpLocks/>
          </p:cNvCxnSpPr>
          <p:nvPr/>
        </p:nvCxnSpPr>
        <p:spPr>
          <a:xfrm>
            <a:off x="2225565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A2C920-F582-7B96-0516-8587157B91C2}"/>
              </a:ext>
            </a:extLst>
          </p:cNvPr>
          <p:cNvCxnSpPr>
            <a:cxnSpLocks/>
          </p:cNvCxnSpPr>
          <p:nvPr/>
        </p:nvCxnSpPr>
        <p:spPr>
          <a:xfrm>
            <a:off x="1024758" y="3614245"/>
            <a:ext cx="12008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132A7C3-48EA-2C0F-BD5E-DBB746B0A030}"/>
              </a:ext>
            </a:extLst>
          </p:cNvPr>
          <p:cNvCxnSpPr>
            <a:cxnSpLocks/>
          </p:cNvCxnSpPr>
          <p:nvPr/>
        </p:nvCxnSpPr>
        <p:spPr>
          <a:xfrm>
            <a:off x="3999187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4E0E16-168F-B753-471A-334FAA2A1F59}"/>
              </a:ext>
            </a:extLst>
          </p:cNvPr>
          <p:cNvCxnSpPr>
            <a:cxnSpLocks/>
          </p:cNvCxnSpPr>
          <p:nvPr/>
        </p:nvCxnSpPr>
        <p:spPr>
          <a:xfrm>
            <a:off x="5002926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E928C12-A700-D877-4B2C-620CCA5F3360}"/>
              </a:ext>
            </a:extLst>
          </p:cNvPr>
          <p:cNvCxnSpPr>
            <a:cxnSpLocks/>
          </p:cNvCxnSpPr>
          <p:nvPr/>
        </p:nvCxnSpPr>
        <p:spPr>
          <a:xfrm>
            <a:off x="3999187" y="3614245"/>
            <a:ext cx="10037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B09FE73B-6205-A14F-5031-E21F27DD35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344483"/>
              </p:ext>
            </p:extLst>
          </p:nvPr>
        </p:nvGraphicFramePr>
        <p:xfrm>
          <a:off x="7315200" y="1960646"/>
          <a:ext cx="4876800" cy="4522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01204018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0897360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250260279"/>
                    </a:ext>
                  </a:extLst>
                </a:gridCol>
              </a:tblGrid>
              <a:tr h="6962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DeBruijn graph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K-mer graph</a:t>
                      </a:r>
                    </a:p>
                    <a:p>
                      <a:r>
                        <a:rPr lang="en-US" dirty="0"/>
                        <a:t>(K’)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73766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Edge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K’+1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9895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Vertex (node)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10913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Overlap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068890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Unique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K-1 -- 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K’ -- mer</a:t>
                      </a:r>
                    </a:p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11152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K-mer size to count for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8153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26C9E51-6373-3CDB-2D97-F2697D7328B7}"/>
              </a:ext>
            </a:extLst>
          </p:cNvPr>
          <p:cNvSpPr txBox="1"/>
          <p:nvPr/>
        </p:nvSpPr>
        <p:spPr>
          <a:xfrm>
            <a:off x="9186917" y="1257148"/>
            <a:ext cx="1252266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K=K’-1</a:t>
            </a:r>
          </a:p>
        </p:txBody>
      </p:sp>
    </p:spTree>
    <p:extLst>
      <p:ext uri="{BB962C8B-B14F-4D97-AF65-F5344CB8AC3E}">
        <p14:creationId xmlns:p14="http://schemas.microsoft.com/office/powerpoint/2010/main" val="16122715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8116F-A8CD-9BFC-F1FC-7ADBEF619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C65CD-BCBF-C537-A500-865E0AAFA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24916-7A57-BAF8-EEF5-A742CBBD5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2410D-8104-98B2-72EB-F002184E9098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F17D2C-E771-F40B-7460-24B88D97C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145" y="2927183"/>
            <a:ext cx="8983329" cy="33913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688B68-349E-5B1B-065E-41FDABDEE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440" y="1901950"/>
            <a:ext cx="9602540" cy="4477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353B36-72B7-F04C-7F1C-951BE49C77FF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E053E0-FAE4-BA31-AE30-0A8494EDB3DC}"/>
              </a:ext>
            </a:extLst>
          </p:cNvPr>
          <p:cNvSpPr txBox="1"/>
          <p:nvPr/>
        </p:nvSpPr>
        <p:spPr>
          <a:xfrm>
            <a:off x="3838903" y="2617076"/>
            <a:ext cx="65415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DeBruijn graph of 4-mers or K-mer graph of 3-mers</a:t>
            </a:r>
          </a:p>
        </p:txBody>
      </p:sp>
    </p:spTree>
    <p:extLst>
      <p:ext uri="{BB962C8B-B14F-4D97-AF65-F5344CB8AC3E}">
        <p14:creationId xmlns:p14="http://schemas.microsoft.com/office/powerpoint/2010/main" val="39951099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3DF8A-EF54-6D2E-BEDE-8F26264C5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Combining OLC and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32ECC-DE1D-1C6D-6F40-FCDDF4D3A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4276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Shortcoming of K-mer graph: </a:t>
            </a:r>
          </a:p>
          <a:p>
            <a:pPr lvl="1"/>
            <a:r>
              <a:rPr lang="en-US" dirty="0"/>
              <a:t>repeats that are longer than a K-mer but shorter than a read cause unnecessary ambiguous edges or “forks” in the assembly graph </a:t>
            </a:r>
          </a:p>
          <a:p>
            <a:pPr lvl="1"/>
            <a:r>
              <a:rPr lang="en-US" dirty="0"/>
              <a:t>high memory requirements, not feasible for large genomes</a:t>
            </a:r>
          </a:p>
          <a:p>
            <a:endParaRPr lang="en-US" dirty="0"/>
          </a:p>
          <a:p>
            <a:r>
              <a:rPr lang="en-US" dirty="0"/>
              <a:t>There are also assembly techniques that combine k-mer graph and OLC</a:t>
            </a:r>
          </a:p>
          <a:p>
            <a:endParaRPr lang="en-US" dirty="0"/>
          </a:p>
          <a:p>
            <a:r>
              <a:rPr lang="en-US" i="1" dirty="0"/>
              <a:t>Super-reads</a:t>
            </a:r>
            <a:r>
              <a:rPr lang="en-US" dirty="0"/>
              <a:t> used in MaSuRCA assembler</a:t>
            </a:r>
          </a:p>
          <a:p>
            <a:endParaRPr lang="en-US" dirty="0"/>
          </a:p>
          <a:p>
            <a:r>
              <a:rPr lang="en-US" dirty="0"/>
              <a:t>The idea is to use k-mer graph to extend the reads, preserving K-mer adjacency information to reduce the number of edges in the K-mer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63D49-3886-1122-5595-D01EA2D3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43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</a:rPr>
              <a:t>For read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4535483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1846238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2672074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9988721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70460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91428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C0630-D5AB-125F-7A14-807982E9C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DDBBF-B7D2-368E-5212-1C37CEA68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CBF64-E77F-A885-41F1-44F7F2CE6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DE18C-D7F2-D756-321D-E0E5F7B1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835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A9003-67A8-1F16-9CA6-0C7FEC98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282FF-B642-F653-687B-B898C5C42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BAD71-969A-0178-9BD6-5AE01E2AA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AE129-F14F-31FD-3E7E-A59F27B11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520065-4044-D9CC-CF90-5D8D76A2E631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2243380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3C233-6103-A346-CCD0-E5C41420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D853-6471-635E-C72E-D6FE431C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F56B8-3245-F772-44E1-C12304971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stop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8E7A4-49CA-0CFF-3658-EFAFBC699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AB605-5990-5E90-2C0C-739BF84B5B52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75932360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0E6C5-0896-4AE4-1F68-CE442095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A8B69-192B-B71B-472C-B798A4907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47F14-F251-F42E-D496-5FDE4C80D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FA95F-FC06-5022-3F70-78A5F8E0E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C74DC-4777-4B2C-2BFE-0E8231F096AB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355739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6216-336B-97AD-0B8A-3B23BA4F5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CA786-1DA6-FD73-00DD-2EBF342D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B3F50-3FE8-715F-693E-635CA2594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F72A9-377C-E107-656E-DFC6629DC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561E2-BF39-0D18-504F-006E206D60D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4696969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97F8B-A254-B9F8-EBD1-6D322D9E9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7D025-3491-694C-FCEE-CC3D0CCF7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EEAD1-849B-2437-9AF1-9FF5A99CE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C634A-4526-E427-349C-C6790EB9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3BB1F7-7BC8-3C94-A302-AA80E5E66D65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86632531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64815-A0C4-3280-2526-B6F8BDD2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EE0E9-E890-BE05-27F7-740FA9706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2ADB1-6186-8E55-4C6F-925EE2B00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966C7-B4C1-9615-292A-B7FD6DF5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91D9B5-0C45-A7CD-D101-4719D78C112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52140757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E24D-2EE2-99BD-B2A9-C4AF2F09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9BABF-ECB4-D93C-6EAD-D31AB5EC8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752B-03CE-FC7F-C76C-2F42AC114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B314B-C341-2143-87C8-5BA76F9E0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68018-08DC-0D11-FB64-003ED73505B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37766091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57180-4AC9-CB36-0992-DB6961D7C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9F4D-2AEF-E97D-DA67-9F50CC072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EE0A0-4398-10B0-26E8-4EA16339A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A24FA-05B9-289C-6C14-2CA6446DE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9E0BCE-2B2D-5A33-C77B-D6A85B29569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17743584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2E979-61DB-874E-2A78-EDA3402D2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6B157-8618-8C86-72AB-EAA7EADB9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E4CF0-22E3-92E7-376A-25E78BA6B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3AD47-F833-D7DB-68F0-9F88D18C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A5EAD-682A-4C84-BF64-BDB3C01AE5C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66622265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2129-792E-3E0F-5273-57997942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7DD63-9FDD-A907-97AB-E461FC9A7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55808-8DD5-7581-7D92-A90F99F09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9B8B4-81C6-CE19-C61C-6645925EB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18BA6A-427D-2EBE-4161-0952446AAF0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697260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33988-616C-184B-D54D-DF36AE4D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E357B-EE78-FAC8-EC98-F167E6915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FF8AF-33F5-E17B-472A-1FE7B5993D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5A884-2423-7A20-BD0F-C02B5809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C43239-3C2E-3718-21E1-495438602E7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42834211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90BE8-9BBF-BD23-9EA4-5D7F7EF83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BD89C-C501-D650-B27A-DDED45B9D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BAC60-804A-76C9-CE36-4CC4533CD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2698-981F-EF22-AF86-8828BD04D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1C9FE5-1193-A9E6-5810-8CEF7976FDBF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8106176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6BA9A-095D-AD0E-7B38-5AE9D2FC7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15E56-8406-7A94-75C2-6AEC8DAA7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327D-212E-92A7-C1E4-7E2B160F1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ER1:AAACATAAA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ER4:AAAAGACGAAA</a:t>
            </a:r>
            <a:b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ER5:AAAAGACGAAA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C588E-0921-D8CB-9654-C51F97955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E3C6B1-E970-381F-3E92-3AB78A62F355}"/>
              </a:ext>
            </a:extLst>
          </p:cNvPr>
          <p:cNvSpPr txBox="1"/>
          <p:nvPr/>
        </p:nvSpPr>
        <p:spPr>
          <a:xfrm>
            <a:off x="1853" y="5874635"/>
            <a:ext cx="91652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Reduced the number of reads from 7 to 4.</a:t>
            </a:r>
          </a:p>
          <a:p>
            <a:r>
              <a:rPr lang="en-US" sz="2800" dirty="0"/>
              <a:t>In real data one can reduce ~50B reads to ~100M super-reads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25722D-65CA-47B5-E5A0-6CEF541171B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67986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50E12-BBC0-C9A5-3064-37487059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Super-reads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940E0-2B25-C1A2-A12C-678963502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Super-reads can be assembled with OLC or K-mer graph</a:t>
            </a:r>
          </a:p>
          <a:p>
            <a:pPr lvl="1"/>
            <a:r>
              <a:rPr lang="en-US" dirty="0"/>
              <a:t>Can use longer K</a:t>
            </a:r>
          </a:p>
          <a:p>
            <a:pPr lvl="1"/>
            <a:r>
              <a:rPr lang="en-US" dirty="0"/>
              <a:t>Easy to overlap – k-</a:t>
            </a:r>
            <a:r>
              <a:rPr lang="en-US" dirty="0" err="1"/>
              <a:t>mers</a:t>
            </a:r>
            <a:r>
              <a:rPr lang="en-US" dirty="0"/>
              <a:t> on the ends can be recorded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4D0D6-08AA-3F55-67BF-2671FE9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47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12848</TotalTime>
  <Words>4452</Words>
  <Application>Microsoft Office PowerPoint</Application>
  <PresentationFormat>Widescreen</PresentationFormat>
  <Paragraphs>846</Paragraphs>
  <Slides>69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4" baseType="lpstr">
      <vt:lpstr>Arial</vt:lpstr>
      <vt:lpstr>Calibri</vt:lpstr>
      <vt:lpstr>Courier New</vt:lpstr>
      <vt:lpstr>Trebuchet MS</vt:lpstr>
      <vt:lpstr>Office Theme</vt:lpstr>
      <vt:lpstr>PowerPoint Presentation</vt:lpstr>
      <vt:lpstr>Lab #3: Burrows-Wheeler Alignment</vt:lpstr>
      <vt:lpstr>Lab #3: Burrows-Wheeler Alignment</vt:lpstr>
      <vt:lpstr>Overlap is not an alignment</vt:lpstr>
      <vt:lpstr>OLC strategies: Greedy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OLC strategies: String graph</vt:lpstr>
      <vt:lpstr>OLC strategies: String graph</vt:lpstr>
      <vt:lpstr>OLC strategies: String graph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Consensus</vt:lpstr>
      <vt:lpstr>Computing consensus sequence</vt:lpstr>
      <vt:lpstr>Computing consensus sequence</vt:lpstr>
      <vt:lpstr>Computing consensus sequence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Properties of the k-mer graph</vt:lpstr>
      <vt:lpstr>K-unitigs</vt:lpstr>
      <vt:lpstr>K-unitigs</vt:lpstr>
      <vt:lpstr>K-unitigs</vt:lpstr>
      <vt:lpstr>K-unitigs</vt:lpstr>
      <vt:lpstr>K-unitigs</vt:lpstr>
      <vt:lpstr>K-unitigs</vt:lpstr>
      <vt:lpstr>K-unitigs</vt:lpstr>
      <vt:lpstr>Why DeBruijn of K-mer graph?</vt:lpstr>
      <vt:lpstr>DeBruijn graph vs K-mer graph</vt:lpstr>
      <vt:lpstr>K-mer graph</vt:lpstr>
      <vt:lpstr>Combining OLC and K-mer graph</vt:lpstr>
      <vt:lpstr>Super-reads</vt:lpstr>
      <vt:lpstr>Super-reads</vt:lpstr>
      <vt:lpstr>Super-reads</vt:lpstr>
      <vt:lpstr>Super-reads</vt:lpstr>
      <vt:lpstr>Super-reads</vt:lpstr>
      <vt:lpstr>Super-reads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Super-reads assembly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catsuser</cp:lastModifiedBy>
  <cp:revision>46</cp:revision>
  <dcterms:created xsi:type="dcterms:W3CDTF">2013-08-21T19:17:07Z</dcterms:created>
  <dcterms:modified xsi:type="dcterms:W3CDTF">2025-09-29T11:45:03Z</dcterms:modified>
</cp:coreProperties>
</file>