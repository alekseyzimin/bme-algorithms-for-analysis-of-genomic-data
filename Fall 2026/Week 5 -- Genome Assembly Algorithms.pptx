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72" r:id="rId2"/>
    <p:sldId id="509" r:id="rId3"/>
    <p:sldId id="512" r:id="rId4"/>
    <p:sldId id="406" r:id="rId5"/>
    <p:sldId id="450" r:id="rId6"/>
    <p:sldId id="449" r:id="rId7"/>
    <p:sldId id="409" r:id="rId8"/>
    <p:sldId id="555" r:id="rId9"/>
    <p:sldId id="510" r:id="rId10"/>
    <p:sldId id="511" r:id="rId11"/>
    <p:sldId id="451" r:id="rId12"/>
    <p:sldId id="493" r:id="rId13"/>
    <p:sldId id="494" r:id="rId14"/>
    <p:sldId id="495" r:id="rId15"/>
    <p:sldId id="496" r:id="rId16"/>
    <p:sldId id="500" r:id="rId17"/>
    <p:sldId id="497" r:id="rId18"/>
    <p:sldId id="503" r:id="rId19"/>
    <p:sldId id="501" r:id="rId20"/>
    <p:sldId id="502" r:id="rId21"/>
    <p:sldId id="453" r:id="rId22"/>
    <p:sldId id="573" r:id="rId23"/>
    <p:sldId id="506" r:id="rId24"/>
    <p:sldId id="505" r:id="rId25"/>
    <p:sldId id="455" r:id="rId26"/>
    <p:sldId id="479" r:id="rId27"/>
    <p:sldId id="569" r:id="rId28"/>
    <p:sldId id="571" r:id="rId29"/>
    <p:sldId id="570" r:id="rId30"/>
    <p:sldId id="504" r:id="rId31"/>
    <p:sldId id="572" r:id="rId32"/>
    <p:sldId id="513" r:id="rId33"/>
    <p:sldId id="514" r:id="rId34"/>
    <p:sldId id="515" r:id="rId35"/>
    <p:sldId id="508" r:id="rId36"/>
    <p:sldId id="546" r:id="rId37"/>
    <p:sldId id="547" r:id="rId38"/>
    <p:sldId id="548" r:id="rId39"/>
    <p:sldId id="411" r:id="rId40"/>
    <p:sldId id="567" r:id="rId41"/>
    <p:sldId id="407" r:id="rId42"/>
    <p:sldId id="421" r:id="rId43"/>
    <p:sldId id="566" r:id="rId44"/>
    <p:sldId id="410" r:id="rId45"/>
    <p:sldId id="440" r:id="rId46"/>
    <p:sldId id="558" r:id="rId47"/>
    <p:sldId id="441" r:id="rId48"/>
    <p:sldId id="442" r:id="rId49"/>
    <p:sldId id="443" r:id="rId50"/>
    <p:sldId id="559" r:id="rId51"/>
    <p:sldId id="560" r:id="rId52"/>
    <p:sldId id="562" r:id="rId53"/>
    <p:sldId id="468" r:id="rId54"/>
    <p:sldId id="563" r:id="rId55"/>
    <p:sldId id="561" r:id="rId56"/>
    <p:sldId id="471" r:id="rId57"/>
    <p:sldId id="472" r:id="rId58"/>
    <p:sldId id="473" r:id="rId59"/>
    <p:sldId id="477" r:id="rId60"/>
    <p:sldId id="551" r:id="rId61"/>
    <p:sldId id="552" r:id="rId62"/>
    <p:sldId id="553" r:id="rId63"/>
    <p:sldId id="554" r:id="rId64"/>
    <p:sldId id="557" r:id="rId65"/>
    <p:sldId id="550" r:id="rId66"/>
    <p:sldId id="564" r:id="rId67"/>
    <p:sldId id="565" r:id="rId68"/>
    <p:sldId id="412" r:id="rId69"/>
    <p:sldId id="516" r:id="rId70"/>
    <p:sldId id="282" r:id="rId71"/>
    <p:sldId id="283" r:id="rId72"/>
    <p:sldId id="284" r:id="rId73"/>
    <p:sldId id="285" r:id="rId74"/>
    <p:sldId id="286" r:id="rId75"/>
    <p:sldId id="287" r:id="rId76"/>
    <p:sldId id="517" r:id="rId77"/>
    <p:sldId id="518" r:id="rId78"/>
    <p:sldId id="532" r:id="rId79"/>
    <p:sldId id="519" r:id="rId80"/>
    <p:sldId id="520" r:id="rId81"/>
    <p:sldId id="521" r:id="rId82"/>
    <p:sldId id="522" r:id="rId83"/>
    <p:sldId id="523" r:id="rId84"/>
    <p:sldId id="524" r:id="rId85"/>
    <p:sldId id="525" r:id="rId86"/>
    <p:sldId id="526" r:id="rId87"/>
    <p:sldId id="528" r:id="rId88"/>
    <p:sldId id="529" r:id="rId89"/>
    <p:sldId id="533" r:id="rId90"/>
    <p:sldId id="531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FC2F98-A6B4-40DA-954F-88B2EEDB9609}" v="788" dt="2026-10-05T18:17:57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3" autoAdjust="0"/>
    <p:restoredTop sz="93721" autoAdjust="0"/>
  </p:normalViewPr>
  <p:slideViewPr>
    <p:cSldViewPr snapToGrid="0">
      <p:cViewPr varScale="1">
        <p:scale>
          <a:sx n="96" d="100"/>
          <a:sy n="96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F359FD6-B8E9-41DA-90EC-0BA4FD0F3073}"/>
    <pc:docChg chg="undo redo custSel addSld delSld modSld sldOrd">
      <pc:chgData name="Aleksey Zimin" userId="7f2637d0bc515791" providerId="LiveId" clId="{5F359FD6-B8E9-41DA-90EC-0BA4FD0F3073}" dt="2026-10-05T18:17:57.395" v="3307" actId="20577"/>
      <pc:docMkLst>
        <pc:docMk/>
      </pc:docMkLst>
      <pc:sldChg chg="add">
        <pc:chgData name="Aleksey Zimin" userId="7f2637d0bc515791" providerId="LiveId" clId="{5F359FD6-B8E9-41DA-90EC-0BA4FD0F3073}" dt="2026-09-28T14:44:26.096" v="95"/>
        <pc:sldMkLst>
          <pc:docMk/>
          <pc:sldMk cId="592540094" sldId="406"/>
        </pc:sldMkLst>
      </pc:sldChg>
      <pc:sldChg chg="addSp modSp add mod modAnim">
        <pc:chgData name="Aleksey Zimin" userId="7f2637d0bc515791" providerId="LiveId" clId="{5F359FD6-B8E9-41DA-90EC-0BA4FD0F3073}" dt="2026-09-30T16:37:27.880" v="2897"/>
        <pc:sldMkLst>
          <pc:docMk/>
          <pc:sldMk cId="807348765" sldId="407"/>
        </pc:sldMkLst>
        <pc:spChg chg="mod">
          <ac:chgData name="Aleksey Zimin" userId="7f2637d0bc515791" providerId="LiveId" clId="{5F359FD6-B8E9-41DA-90EC-0BA4FD0F3073}" dt="2026-09-30T15:44:31.632" v="2219" actId="1076"/>
          <ac:spMkLst>
            <pc:docMk/>
            <pc:sldMk cId="807348765" sldId="407"/>
            <ac:spMk id="2" creationId="{28526115-0F50-D62F-6736-FB3DAE5B5E74}"/>
          </ac:spMkLst>
        </pc:spChg>
        <pc:spChg chg="mod">
          <ac:chgData name="Aleksey Zimin" userId="7f2637d0bc515791" providerId="LiveId" clId="{5F359FD6-B8E9-41DA-90EC-0BA4FD0F3073}" dt="2026-09-30T16:35:40.342" v="2872" actId="1076"/>
          <ac:spMkLst>
            <pc:docMk/>
            <pc:sldMk cId="807348765" sldId="407"/>
            <ac:spMk id="3" creationId="{DD9FA874-AAAE-2124-EC2E-057DB25523B2}"/>
          </ac:spMkLst>
        </pc:spChg>
        <pc:spChg chg="add mod">
          <ac:chgData name="Aleksey Zimin" userId="7f2637d0bc515791" providerId="LiveId" clId="{5F359FD6-B8E9-41DA-90EC-0BA4FD0F3073}" dt="2026-09-30T16:37:06.837" v="2893" actId="1076"/>
          <ac:spMkLst>
            <pc:docMk/>
            <pc:sldMk cId="807348765" sldId="407"/>
            <ac:spMk id="5" creationId="{E716F3CB-DD12-4291-5D0F-6A661C7CDA12}"/>
          </ac:spMkLst>
        </pc:spChg>
        <pc:picChg chg="add mod">
          <ac:chgData name="Aleksey Zimin" userId="7f2637d0bc515791" providerId="LiveId" clId="{5F359FD6-B8E9-41DA-90EC-0BA4FD0F3073}" dt="2026-09-30T16:36:57.390" v="2891" actId="1076"/>
          <ac:picMkLst>
            <pc:docMk/>
            <pc:sldMk cId="807348765" sldId="407"/>
            <ac:picMk id="7" creationId="{1DC6DBC8-6C40-B0B2-0F63-D5677AAF0EE9}"/>
          </ac:picMkLst>
        </pc:picChg>
        <pc:picChg chg="add mod">
          <ac:chgData name="Aleksey Zimin" userId="7f2637d0bc515791" providerId="LiveId" clId="{5F359FD6-B8E9-41DA-90EC-0BA4FD0F3073}" dt="2026-09-30T16:37:13.654" v="2896" actId="14100"/>
          <ac:picMkLst>
            <pc:docMk/>
            <pc:sldMk cId="807348765" sldId="407"/>
            <ac:picMk id="9" creationId="{1BF8EE4B-CA39-EF1A-5EFD-F08C2EC0AA48}"/>
          </ac:picMkLst>
        </pc:picChg>
      </pc:sldChg>
      <pc:sldChg chg="add">
        <pc:chgData name="Aleksey Zimin" userId="7f2637d0bc515791" providerId="LiveId" clId="{5F359FD6-B8E9-41DA-90EC-0BA4FD0F3073}" dt="2026-09-28T14:44:26.096" v="95"/>
        <pc:sldMkLst>
          <pc:docMk/>
          <pc:sldMk cId="4233309679" sldId="409"/>
        </pc:sldMkLst>
      </pc:sldChg>
      <pc:sldChg chg="modSp mod">
        <pc:chgData name="Aleksey Zimin" userId="7f2637d0bc515791" providerId="LiveId" clId="{5F359FD6-B8E9-41DA-90EC-0BA4FD0F3073}" dt="2026-09-29T19:45:08.494" v="1969" actId="113"/>
        <pc:sldMkLst>
          <pc:docMk/>
          <pc:sldMk cId="3009805394" sldId="410"/>
        </pc:sldMkLst>
        <pc:spChg chg="mod">
          <ac:chgData name="Aleksey Zimin" userId="7f2637d0bc515791" providerId="LiveId" clId="{5F359FD6-B8E9-41DA-90EC-0BA4FD0F3073}" dt="2026-09-29T16:53:45.293" v="157" actId="20577"/>
          <ac:spMkLst>
            <pc:docMk/>
            <pc:sldMk cId="3009805394" sldId="410"/>
            <ac:spMk id="2" creationId="{BCFF7279-AF34-7671-2C30-1F8CDF1A031B}"/>
          </ac:spMkLst>
        </pc:spChg>
        <pc:spChg chg="mod">
          <ac:chgData name="Aleksey Zimin" userId="7f2637d0bc515791" providerId="LiveId" clId="{5F359FD6-B8E9-41DA-90EC-0BA4FD0F3073}" dt="2026-09-29T19:45:08.494" v="1969" actId="113"/>
          <ac:spMkLst>
            <pc:docMk/>
            <pc:sldMk cId="3009805394" sldId="410"/>
            <ac:spMk id="3" creationId="{F5524EB8-D864-A4F1-14CF-2B13AFC2C8F0}"/>
          </ac:spMkLst>
        </pc:spChg>
      </pc:sldChg>
      <pc:sldChg chg="add">
        <pc:chgData name="Aleksey Zimin" userId="7f2637d0bc515791" providerId="LiveId" clId="{5F359FD6-B8E9-41DA-90EC-0BA4FD0F3073}" dt="2026-09-30T15:54:01.091" v="2792"/>
        <pc:sldMkLst>
          <pc:docMk/>
          <pc:sldMk cId="3540739500" sldId="411"/>
        </pc:sldMkLst>
      </pc:sldChg>
      <pc:sldChg chg="addSp modSp mod">
        <pc:chgData name="Aleksey Zimin" userId="7f2637d0bc515791" providerId="LiveId" clId="{5F359FD6-B8E9-41DA-90EC-0BA4FD0F3073}" dt="2026-09-29T19:55:34.634" v="2190" actId="20577"/>
        <pc:sldMkLst>
          <pc:docMk/>
          <pc:sldMk cId="3995109930" sldId="412"/>
        </pc:sldMkLst>
        <pc:spChg chg="mod">
          <ac:chgData name="Aleksey Zimin" userId="7f2637d0bc515791" providerId="LiveId" clId="{5F359FD6-B8E9-41DA-90EC-0BA4FD0F3073}" dt="2026-09-29T19:55:34.634" v="2190" actId="20577"/>
          <ac:spMkLst>
            <pc:docMk/>
            <pc:sldMk cId="3995109930" sldId="412"/>
            <ac:spMk id="2" creationId="{1CBC65CD-BCBF-C537-A500-865E0AAFA46C}"/>
          </ac:spMkLst>
        </pc:spChg>
        <pc:spChg chg="add mod">
          <ac:chgData name="Aleksey Zimin" userId="7f2637d0bc515791" providerId="LiveId" clId="{5F359FD6-B8E9-41DA-90EC-0BA4FD0F3073}" dt="2026-09-29T19:55:03.473" v="2173" actId="1076"/>
          <ac:spMkLst>
            <pc:docMk/>
            <pc:sldMk cId="3995109930" sldId="412"/>
            <ac:spMk id="5" creationId="{047E609A-C2BA-05C1-A79B-A5DEA08594FA}"/>
          </ac:spMkLst>
        </pc:spChg>
        <pc:spChg chg="add mod">
          <ac:chgData name="Aleksey Zimin" userId="7f2637d0bc515791" providerId="LiveId" clId="{5F359FD6-B8E9-41DA-90EC-0BA4FD0F3073}" dt="2026-09-29T19:53:36.618" v="2093" actId="1076"/>
          <ac:spMkLst>
            <pc:docMk/>
            <pc:sldMk cId="3995109930" sldId="412"/>
            <ac:spMk id="7" creationId="{59AD0E47-0542-2BCB-FDD6-143DD0F739EE}"/>
          </ac:spMkLst>
        </pc:spChg>
        <pc:spChg chg="add mod">
          <ac:chgData name="Aleksey Zimin" userId="7f2637d0bc515791" providerId="LiveId" clId="{5F359FD6-B8E9-41DA-90EC-0BA4FD0F3073}" dt="2026-09-29T19:53:40.602" v="2095" actId="1076"/>
          <ac:spMkLst>
            <pc:docMk/>
            <pc:sldMk cId="3995109930" sldId="412"/>
            <ac:spMk id="13" creationId="{FDC2BB9E-02FF-4AB7-F6FF-5D56E78F04F8}"/>
          </ac:spMkLst>
        </pc:spChg>
        <pc:spChg chg="add mod">
          <ac:chgData name="Aleksey Zimin" userId="7f2637d0bc515791" providerId="LiveId" clId="{5F359FD6-B8E9-41DA-90EC-0BA4FD0F3073}" dt="2026-09-29T19:53:44.490" v="2097" actId="1076"/>
          <ac:spMkLst>
            <pc:docMk/>
            <pc:sldMk cId="3995109930" sldId="412"/>
            <ac:spMk id="15" creationId="{66085DC6-E845-2C52-3E58-8A7D6E7AF33B}"/>
          </ac:spMkLst>
        </pc:spChg>
        <pc:spChg chg="add mod">
          <ac:chgData name="Aleksey Zimin" userId="7f2637d0bc515791" providerId="LiveId" clId="{5F359FD6-B8E9-41DA-90EC-0BA4FD0F3073}" dt="2026-09-29T19:53:51.930" v="2105" actId="1076"/>
          <ac:spMkLst>
            <pc:docMk/>
            <pc:sldMk cId="3995109930" sldId="412"/>
            <ac:spMk id="17" creationId="{F3600F04-53D7-2FD8-2E73-6C0C9E9FCCD3}"/>
          </ac:spMkLst>
        </pc:spChg>
        <pc:spChg chg="add mod">
          <ac:chgData name="Aleksey Zimin" userId="7f2637d0bc515791" providerId="LiveId" clId="{5F359FD6-B8E9-41DA-90EC-0BA4FD0F3073}" dt="2026-09-29T19:53:58.747" v="2113" actId="20577"/>
          <ac:spMkLst>
            <pc:docMk/>
            <pc:sldMk cId="3995109930" sldId="412"/>
            <ac:spMk id="19" creationId="{4420B842-CDB4-837B-2677-1A38BE22C91F}"/>
          </ac:spMkLst>
        </pc:spChg>
        <pc:spChg chg="add mod">
          <ac:chgData name="Aleksey Zimin" userId="7f2637d0bc515791" providerId="LiveId" clId="{5F359FD6-B8E9-41DA-90EC-0BA4FD0F3073}" dt="2026-09-29T19:54:06.658" v="2115" actId="1076"/>
          <ac:spMkLst>
            <pc:docMk/>
            <pc:sldMk cId="3995109930" sldId="412"/>
            <ac:spMk id="21" creationId="{33CA825E-D626-58E2-D80D-99B11C72199F}"/>
          </ac:spMkLst>
        </pc:spChg>
        <pc:spChg chg="add mod">
          <ac:chgData name="Aleksey Zimin" userId="7f2637d0bc515791" providerId="LiveId" clId="{5F359FD6-B8E9-41DA-90EC-0BA4FD0F3073}" dt="2026-09-29T19:54:57.161" v="2172" actId="1076"/>
          <ac:spMkLst>
            <pc:docMk/>
            <pc:sldMk cId="3995109930" sldId="412"/>
            <ac:spMk id="23" creationId="{E02A9DFC-EAB2-C2CF-D0A0-3225A45C85E5}"/>
          </ac:spMkLst>
        </pc:spChg>
      </pc:sldChg>
      <pc:sldChg chg="delSp modSp add mod">
        <pc:chgData name="Aleksey Zimin" userId="7f2637d0bc515791" providerId="LiveId" clId="{5F359FD6-B8E9-41DA-90EC-0BA4FD0F3073}" dt="2026-09-30T16:37:40.491" v="2899" actId="27636"/>
        <pc:sldMkLst>
          <pc:docMk/>
          <pc:sldMk cId="1902230169" sldId="421"/>
        </pc:sldMkLst>
        <pc:spChg chg="mod">
          <ac:chgData name="Aleksey Zimin" userId="7f2637d0bc515791" providerId="LiveId" clId="{5F359FD6-B8E9-41DA-90EC-0BA4FD0F3073}" dt="2026-09-30T16:37:40.491" v="2899" actId="27636"/>
          <ac:spMkLst>
            <pc:docMk/>
            <pc:sldMk cId="1902230169" sldId="421"/>
            <ac:spMk id="3" creationId="{DBE60FA5-F728-B4B6-3C61-1584C6FEF3CF}"/>
          </ac:spMkLst>
        </pc:spChg>
      </pc:sldChg>
      <pc:sldChg chg="addSp modSp mod ord">
        <pc:chgData name="Aleksey Zimin" userId="7f2637d0bc515791" providerId="LiveId" clId="{5F359FD6-B8E9-41DA-90EC-0BA4FD0F3073}" dt="2026-09-29T18:31:39.196" v="1112" actId="6549"/>
        <pc:sldMkLst>
          <pc:docMk/>
          <pc:sldMk cId="1402074185" sldId="440"/>
        </pc:sldMkLst>
        <pc:spChg chg="mod">
          <ac:chgData name="Aleksey Zimin" userId="7f2637d0bc515791" providerId="LiveId" clId="{5F359FD6-B8E9-41DA-90EC-0BA4FD0F3073}" dt="2026-09-29T18:31:39.196" v="1112" actId="6549"/>
          <ac:spMkLst>
            <pc:docMk/>
            <pc:sldMk cId="1402074185" sldId="440"/>
            <ac:spMk id="3" creationId="{A69E9641-2D54-149A-3761-4D1E708F8947}"/>
          </ac:spMkLst>
        </pc:spChg>
        <pc:spChg chg="add mod">
          <ac:chgData name="Aleksey Zimin" userId="7f2637d0bc515791" providerId="LiveId" clId="{5F359FD6-B8E9-41DA-90EC-0BA4FD0F3073}" dt="2026-09-29T18:29:15.002" v="1064" actId="14100"/>
          <ac:spMkLst>
            <pc:docMk/>
            <pc:sldMk cId="1402074185" sldId="440"/>
            <ac:spMk id="7" creationId="{164F8086-4FAD-8CFD-DE9B-18F842BDDACC}"/>
          </ac:spMkLst>
        </pc:spChg>
        <pc:cxnChg chg="add mod">
          <ac:chgData name="Aleksey Zimin" userId="7f2637d0bc515791" providerId="LiveId" clId="{5F359FD6-B8E9-41DA-90EC-0BA4FD0F3073}" dt="2026-09-29T18:28:07.282" v="1021" actId="1076"/>
          <ac:cxnSpMkLst>
            <pc:docMk/>
            <pc:sldMk cId="1402074185" sldId="440"/>
            <ac:cxnSpMk id="6" creationId="{ADACDB5A-21CC-C987-315C-C8F99368BC5C}"/>
          </ac:cxnSpMkLst>
        </pc:cxnChg>
      </pc:sldChg>
      <pc:sldChg chg="modSp mod">
        <pc:chgData name="Aleksey Zimin" userId="7f2637d0bc515791" providerId="LiveId" clId="{5F359FD6-B8E9-41DA-90EC-0BA4FD0F3073}" dt="2026-09-29T18:59:18.807" v="1836" actId="113"/>
        <pc:sldMkLst>
          <pc:docMk/>
          <pc:sldMk cId="4268804242" sldId="441"/>
        </pc:sldMkLst>
        <pc:spChg chg="mod">
          <ac:chgData name="Aleksey Zimin" userId="7f2637d0bc515791" providerId="LiveId" clId="{5F359FD6-B8E9-41DA-90EC-0BA4FD0F3073}" dt="2026-09-29T18:59:18.807" v="1836" actId="113"/>
          <ac:spMkLst>
            <pc:docMk/>
            <pc:sldMk cId="4268804242" sldId="441"/>
            <ac:spMk id="3" creationId="{91B4E86E-FFB3-6D98-728D-52FD2EEFDA8F}"/>
          </ac:spMkLst>
        </pc:spChg>
      </pc:sldChg>
      <pc:sldChg chg="delSp modSp mod">
        <pc:chgData name="Aleksey Zimin" userId="7f2637d0bc515791" providerId="LiveId" clId="{5F359FD6-B8E9-41DA-90EC-0BA4FD0F3073}" dt="2026-09-29T18:39:08.377" v="1231" actId="478"/>
        <pc:sldMkLst>
          <pc:docMk/>
          <pc:sldMk cId="3290336111" sldId="442"/>
        </pc:sldMkLst>
        <pc:spChg chg="mod">
          <ac:chgData name="Aleksey Zimin" userId="7f2637d0bc515791" providerId="LiveId" clId="{5F359FD6-B8E9-41DA-90EC-0BA4FD0F3073}" dt="2026-09-29T18:32:16.733" v="1115"/>
          <ac:spMkLst>
            <pc:docMk/>
            <pc:sldMk cId="3290336111" sldId="442"/>
            <ac:spMk id="3" creationId="{9A9A7CB8-7845-D670-3A75-C8D5266CD882}"/>
          </ac:spMkLst>
        </pc:spChg>
      </pc:sldChg>
      <pc:sldChg chg="addSp delSp modSp mod ord">
        <pc:chgData name="Aleksey Zimin" userId="7f2637d0bc515791" providerId="LiveId" clId="{5F359FD6-B8E9-41DA-90EC-0BA4FD0F3073}" dt="2026-09-29T19:46:16.140" v="1986" actId="20577"/>
        <pc:sldMkLst>
          <pc:docMk/>
          <pc:sldMk cId="1196692292" sldId="443"/>
        </pc:sldMkLst>
        <pc:spChg chg="mod">
          <ac:chgData name="Aleksey Zimin" userId="7f2637d0bc515791" providerId="LiveId" clId="{5F359FD6-B8E9-41DA-90EC-0BA4FD0F3073}" dt="2026-09-29T18:37:37.551" v="1226" actId="207"/>
          <ac:spMkLst>
            <pc:docMk/>
            <pc:sldMk cId="1196692292" sldId="443"/>
            <ac:spMk id="3" creationId="{B416C881-2F85-4121-2E4F-080F9FEA57AC}"/>
          </ac:spMkLst>
        </pc:spChg>
        <pc:spChg chg="add mod">
          <ac:chgData name="Aleksey Zimin" userId="7f2637d0bc515791" providerId="LiveId" clId="{5F359FD6-B8E9-41DA-90EC-0BA4FD0F3073}" dt="2026-09-29T19:46:16.140" v="1986" actId="20577"/>
          <ac:spMkLst>
            <pc:docMk/>
            <pc:sldMk cId="1196692292" sldId="443"/>
            <ac:spMk id="12" creationId="{3A39866E-5C4A-65F7-ABE4-B6C5966DB4DE}"/>
          </ac:spMkLst>
        </pc:spChg>
        <pc:cxnChg chg="mod">
          <ac:chgData name="Aleksey Zimin" userId="7f2637d0bc515791" providerId="LiveId" clId="{5F359FD6-B8E9-41DA-90EC-0BA4FD0F3073}" dt="2026-09-29T18:37:12.285" v="1225" actId="692"/>
          <ac:cxnSpMkLst>
            <pc:docMk/>
            <pc:sldMk cId="1196692292" sldId="443"/>
            <ac:cxnSpMk id="5" creationId="{187A064B-0EEC-FD29-63AE-62D9DC418F40}"/>
          </ac:cxnSpMkLst>
        </pc:cxnChg>
      </pc:sldChg>
      <pc:sldChg chg="add">
        <pc:chgData name="Aleksey Zimin" userId="7f2637d0bc515791" providerId="LiveId" clId="{5F359FD6-B8E9-41DA-90EC-0BA4FD0F3073}" dt="2026-09-28T14:44:26.096" v="95"/>
        <pc:sldMkLst>
          <pc:docMk/>
          <pc:sldMk cId="1730381858" sldId="449"/>
        </pc:sldMkLst>
      </pc:sldChg>
      <pc:sldChg chg="addSp delSp modSp add mod">
        <pc:chgData name="Aleksey Zimin" userId="7f2637d0bc515791" providerId="LiveId" clId="{5F359FD6-B8E9-41DA-90EC-0BA4FD0F3073}" dt="2026-09-28T17:52:11.108" v="117" actId="9405"/>
        <pc:sldMkLst>
          <pc:docMk/>
          <pc:sldMk cId="963822541" sldId="450"/>
        </pc:sldMkLst>
        <pc:inkChg chg="add">
          <ac:chgData name="Aleksey Zimin" userId="7f2637d0bc515791" providerId="LiveId" clId="{5F359FD6-B8E9-41DA-90EC-0BA4FD0F3073}" dt="2026-09-28T17:51:19.050" v="109" actId="9405"/>
          <ac:inkMkLst>
            <pc:docMk/>
            <pc:sldMk cId="963822541" sldId="450"/>
            <ac:inkMk id="16" creationId="{30886686-FE92-5C5D-BEF3-EDDFD5E36E08}"/>
          </ac:inkMkLst>
        </pc:inkChg>
        <pc:inkChg chg="add">
          <ac:chgData name="Aleksey Zimin" userId="7f2637d0bc515791" providerId="LiveId" clId="{5F359FD6-B8E9-41DA-90EC-0BA4FD0F3073}" dt="2026-09-28T17:51:23.475" v="110" actId="9405"/>
          <ac:inkMkLst>
            <pc:docMk/>
            <pc:sldMk cId="963822541" sldId="450"/>
            <ac:inkMk id="17" creationId="{4202475A-F840-2E0D-6B81-E9F9776B7135}"/>
          </ac:inkMkLst>
        </pc:inkChg>
        <pc:inkChg chg="add mod">
          <ac:chgData name="Aleksey Zimin" userId="7f2637d0bc515791" providerId="LiveId" clId="{5F359FD6-B8E9-41DA-90EC-0BA4FD0F3073}" dt="2026-09-28T17:51:37.186" v="113" actId="1076"/>
          <ac:inkMkLst>
            <pc:docMk/>
            <pc:sldMk cId="963822541" sldId="450"/>
            <ac:inkMk id="22" creationId="{4BFA8BCF-683F-3430-7B88-6005F23124BF}"/>
          </ac:inkMkLst>
        </pc:inkChg>
        <pc:inkChg chg="add mod">
          <ac:chgData name="Aleksey Zimin" userId="7f2637d0bc515791" providerId="LiveId" clId="{5F359FD6-B8E9-41DA-90EC-0BA4FD0F3073}" dt="2026-09-28T17:51:37.186" v="113" actId="1076"/>
          <ac:inkMkLst>
            <pc:docMk/>
            <pc:sldMk cId="963822541" sldId="450"/>
            <ac:inkMk id="23" creationId="{355D84FB-919C-E434-CEB7-67F9D864E701}"/>
          </ac:inkMkLst>
        </pc:inkChg>
        <pc:inkChg chg="add">
          <ac:chgData name="Aleksey Zimin" userId="7f2637d0bc515791" providerId="LiveId" clId="{5F359FD6-B8E9-41DA-90EC-0BA4FD0F3073}" dt="2026-09-28T17:52:05.811" v="116" actId="9405"/>
          <ac:inkMkLst>
            <pc:docMk/>
            <pc:sldMk cId="963822541" sldId="450"/>
            <ac:inkMk id="25" creationId="{CF193435-9698-43DC-6C92-C221CF2BC018}"/>
          </ac:inkMkLst>
        </pc:inkChg>
        <pc:inkChg chg="add">
          <ac:chgData name="Aleksey Zimin" userId="7f2637d0bc515791" providerId="LiveId" clId="{5F359FD6-B8E9-41DA-90EC-0BA4FD0F3073}" dt="2026-09-28T17:52:11.108" v="117" actId="9405"/>
          <ac:inkMkLst>
            <pc:docMk/>
            <pc:sldMk cId="963822541" sldId="450"/>
            <ac:inkMk id="26" creationId="{B05AE4FB-32D6-09CF-F0B0-F846BDE4414E}"/>
          </ac:inkMkLst>
        </pc:inkChg>
        <pc:cxnChg chg="add mod">
          <ac:chgData name="Aleksey Zimin" userId="7f2637d0bc515791" providerId="LiveId" clId="{5F359FD6-B8E9-41DA-90EC-0BA4FD0F3073}" dt="2026-09-28T17:50:01.626" v="98" actId="13822"/>
          <ac:cxnSpMkLst>
            <pc:docMk/>
            <pc:sldMk cId="963822541" sldId="450"/>
            <ac:cxnSpMk id="6" creationId="{04BA9DA3-F53F-6406-98B7-A7D57AAACA3A}"/>
          </ac:cxnSpMkLst>
        </pc:cxnChg>
        <pc:cxnChg chg="add mod">
          <ac:chgData name="Aleksey Zimin" userId="7f2637d0bc515791" providerId="LiveId" clId="{5F359FD6-B8E9-41DA-90EC-0BA4FD0F3073}" dt="2026-09-28T17:50:06.131" v="100" actId="1076"/>
          <ac:cxnSpMkLst>
            <pc:docMk/>
            <pc:sldMk cId="963822541" sldId="450"/>
            <ac:cxnSpMk id="7" creationId="{FA509E3C-2A69-AE9F-337B-D9258C063796}"/>
          </ac:cxnSpMkLst>
        </pc:cxnChg>
        <pc:cxnChg chg="add mod">
          <ac:chgData name="Aleksey Zimin" userId="7f2637d0bc515791" providerId="LiveId" clId="{5F359FD6-B8E9-41DA-90EC-0BA4FD0F3073}" dt="2026-09-28T17:50:15.763" v="102" actId="1076"/>
          <ac:cxnSpMkLst>
            <pc:docMk/>
            <pc:sldMk cId="963822541" sldId="450"/>
            <ac:cxnSpMk id="8" creationId="{75ECEEFF-5F26-29D4-F2C1-4EFB02ACEF28}"/>
          </ac:cxnSpMkLst>
        </pc:cxnChg>
        <pc:cxnChg chg="add mod">
          <ac:chgData name="Aleksey Zimin" userId="7f2637d0bc515791" providerId="LiveId" clId="{5F359FD6-B8E9-41DA-90EC-0BA4FD0F3073}" dt="2026-09-28T17:50:15.763" v="102" actId="1076"/>
          <ac:cxnSpMkLst>
            <pc:docMk/>
            <pc:sldMk cId="963822541" sldId="450"/>
            <ac:cxnSpMk id="9" creationId="{45884D49-E9BC-822C-D1D9-73C50086011C}"/>
          </ac:cxnSpMkLst>
        </pc:cxnChg>
        <pc:cxnChg chg="add mod">
          <ac:chgData name="Aleksey Zimin" userId="7f2637d0bc515791" providerId="LiveId" clId="{5F359FD6-B8E9-41DA-90EC-0BA4FD0F3073}" dt="2026-09-28T17:50:25.779" v="104" actId="1076"/>
          <ac:cxnSpMkLst>
            <pc:docMk/>
            <pc:sldMk cId="963822541" sldId="450"/>
            <ac:cxnSpMk id="10" creationId="{9D500E48-2112-B041-D082-F1AB300C9A63}"/>
          </ac:cxnSpMkLst>
        </pc:cxnChg>
        <pc:cxnChg chg="add mod">
          <ac:chgData name="Aleksey Zimin" userId="7f2637d0bc515791" providerId="LiveId" clId="{5F359FD6-B8E9-41DA-90EC-0BA4FD0F3073}" dt="2026-09-28T17:50:25.779" v="104" actId="1076"/>
          <ac:cxnSpMkLst>
            <pc:docMk/>
            <pc:sldMk cId="963822541" sldId="450"/>
            <ac:cxnSpMk id="11" creationId="{88B2650F-FFC7-2DE4-8A1D-8A7CDA8FDBD7}"/>
          </ac:cxnSpMkLst>
        </pc:cxnChg>
        <pc:cxnChg chg="add mod">
          <ac:chgData name="Aleksey Zimin" userId="7f2637d0bc515791" providerId="LiveId" clId="{5F359FD6-B8E9-41DA-90EC-0BA4FD0F3073}" dt="2026-09-28T17:50:48.667" v="107" actId="1076"/>
          <ac:cxnSpMkLst>
            <pc:docMk/>
            <pc:sldMk cId="963822541" sldId="450"/>
            <ac:cxnSpMk id="12" creationId="{5C430535-8680-1AC7-C202-D8F7A384CBEA}"/>
          </ac:cxnSpMkLst>
        </pc:cxnChg>
        <pc:cxnChg chg="add mod">
          <ac:chgData name="Aleksey Zimin" userId="7f2637d0bc515791" providerId="LiveId" clId="{5F359FD6-B8E9-41DA-90EC-0BA4FD0F3073}" dt="2026-09-28T17:50:25.779" v="104" actId="1076"/>
          <ac:cxnSpMkLst>
            <pc:docMk/>
            <pc:sldMk cId="963822541" sldId="450"/>
            <ac:cxnSpMk id="13" creationId="{553C039B-2ED9-0516-49B3-04DBA23184BE}"/>
          </ac:cxnSpMkLst>
        </pc:cxnChg>
        <pc:cxnChg chg="add mod">
          <ac:chgData name="Aleksey Zimin" userId="7f2637d0bc515791" providerId="LiveId" clId="{5F359FD6-B8E9-41DA-90EC-0BA4FD0F3073}" dt="2026-09-28T17:51:37.186" v="113" actId="1076"/>
          <ac:cxnSpMkLst>
            <pc:docMk/>
            <pc:sldMk cId="963822541" sldId="450"/>
            <ac:cxnSpMk id="18" creationId="{919BA0C4-1ECA-AFD2-C4EA-E1C0EFDC0F65}"/>
          </ac:cxnSpMkLst>
        </pc:cxnChg>
        <pc:cxnChg chg="add mod">
          <ac:chgData name="Aleksey Zimin" userId="7f2637d0bc515791" providerId="LiveId" clId="{5F359FD6-B8E9-41DA-90EC-0BA4FD0F3073}" dt="2026-09-28T17:51:37.186" v="113" actId="1076"/>
          <ac:cxnSpMkLst>
            <pc:docMk/>
            <pc:sldMk cId="963822541" sldId="450"/>
            <ac:cxnSpMk id="19" creationId="{18460F0B-74D6-B1DF-7A6F-576C6373DF12}"/>
          </ac:cxnSpMkLst>
        </pc:cxnChg>
        <pc:cxnChg chg="add mod">
          <ac:chgData name="Aleksey Zimin" userId="7f2637d0bc515791" providerId="LiveId" clId="{5F359FD6-B8E9-41DA-90EC-0BA4FD0F3073}" dt="2026-09-28T17:51:37.186" v="113" actId="1076"/>
          <ac:cxnSpMkLst>
            <pc:docMk/>
            <pc:sldMk cId="963822541" sldId="450"/>
            <ac:cxnSpMk id="20" creationId="{8226B477-C047-A09E-D7E4-8267B5E97E8D}"/>
          </ac:cxnSpMkLst>
        </pc:cxnChg>
        <pc:cxnChg chg="add mod">
          <ac:chgData name="Aleksey Zimin" userId="7f2637d0bc515791" providerId="LiveId" clId="{5F359FD6-B8E9-41DA-90EC-0BA4FD0F3073}" dt="2026-09-28T17:51:37.186" v="113" actId="1076"/>
          <ac:cxnSpMkLst>
            <pc:docMk/>
            <pc:sldMk cId="963822541" sldId="450"/>
            <ac:cxnSpMk id="21" creationId="{86141C11-6EEA-617D-CBF3-58A88777AE22}"/>
          </ac:cxnSpMkLst>
        </pc:cxnChg>
      </pc:sldChg>
      <pc:sldChg chg="addSp delSp modSp mod">
        <pc:chgData name="Aleksey Zimin" userId="7f2637d0bc515791" providerId="LiveId" clId="{5F359FD6-B8E9-41DA-90EC-0BA4FD0F3073}" dt="2026-09-28T20:01:51.236" v="121" actId="1076"/>
        <pc:sldMkLst>
          <pc:docMk/>
          <pc:sldMk cId="1331428061" sldId="453"/>
        </pc:sldMkLst>
        <pc:picChg chg="add mod">
          <ac:chgData name="Aleksey Zimin" userId="7f2637d0bc515791" providerId="LiveId" clId="{5F359FD6-B8E9-41DA-90EC-0BA4FD0F3073}" dt="2026-09-28T20:01:51.236" v="121" actId="1076"/>
          <ac:picMkLst>
            <pc:docMk/>
            <pc:sldMk cId="1331428061" sldId="453"/>
            <ac:picMk id="7" creationId="{65547F82-3FC3-29F3-FDE8-ED01C176C677}"/>
          </ac:picMkLst>
        </pc:picChg>
      </pc:sldChg>
      <pc:sldChg chg="addSp modSp add del mod">
        <pc:chgData name="Aleksey Zimin" userId="7f2637d0bc515791" providerId="LiveId" clId="{5F359FD6-B8E9-41DA-90EC-0BA4FD0F3073}" dt="2026-09-29T19:47:41.492" v="1996" actId="2696"/>
        <pc:sldMkLst>
          <pc:docMk/>
          <pc:sldMk cId="4128588245" sldId="468"/>
        </pc:sldMkLst>
        <pc:spChg chg="mod">
          <ac:chgData name="Aleksey Zimin" userId="7f2637d0bc515791" providerId="LiveId" clId="{5F359FD6-B8E9-41DA-90EC-0BA4FD0F3073}" dt="2026-09-29T18:33:50.242" v="1122" actId="207"/>
          <ac:spMkLst>
            <pc:docMk/>
            <pc:sldMk cId="4128588245" sldId="468"/>
            <ac:spMk id="3" creationId="{ABC0291D-AA5E-5EAA-BA29-DD2A74D45F29}"/>
          </ac:spMkLst>
        </pc:spChg>
        <pc:spChg chg="add mod">
          <ac:chgData name="Aleksey Zimin" userId="7f2637d0bc515791" providerId="LiveId" clId="{5F359FD6-B8E9-41DA-90EC-0BA4FD0F3073}" dt="2026-09-29T19:47:16.876" v="1993" actId="1076"/>
          <ac:spMkLst>
            <pc:docMk/>
            <pc:sldMk cId="4128588245" sldId="468"/>
            <ac:spMk id="9" creationId="{41AB746A-A6B1-5230-75F6-B283037505B4}"/>
          </ac:spMkLst>
        </pc:spChg>
      </pc:sldChg>
      <pc:sldChg chg="modSp mod">
        <pc:chgData name="Aleksey Zimin" userId="7f2637d0bc515791" providerId="LiveId" clId="{5F359FD6-B8E9-41DA-90EC-0BA4FD0F3073}" dt="2026-09-29T19:48:26.119" v="2010" actId="20577"/>
        <pc:sldMkLst>
          <pc:docMk/>
          <pc:sldMk cId="1222427046" sldId="471"/>
        </pc:sldMkLst>
        <pc:spChg chg="mod">
          <ac:chgData name="Aleksey Zimin" userId="7f2637d0bc515791" providerId="LiveId" clId="{5F359FD6-B8E9-41DA-90EC-0BA4FD0F3073}" dt="2026-09-29T19:48:26.119" v="2010" actId="20577"/>
          <ac:spMkLst>
            <pc:docMk/>
            <pc:sldMk cId="1222427046" sldId="471"/>
            <ac:spMk id="3" creationId="{56A0B893-EF41-6232-0920-205CB5599C44}"/>
          </ac:spMkLst>
        </pc:spChg>
      </pc:sldChg>
      <pc:sldChg chg="modSp modAnim">
        <pc:chgData name="Aleksey Zimin" userId="7f2637d0bc515791" providerId="LiveId" clId="{5F359FD6-B8E9-41DA-90EC-0BA4FD0F3073}" dt="2026-10-05T18:17:57.395" v="3307" actId="20577"/>
        <pc:sldMkLst>
          <pc:docMk/>
          <pc:sldMk cId="1737656846" sldId="472"/>
        </pc:sldMkLst>
        <pc:spChg chg="mod">
          <ac:chgData name="Aleksey Zimin" userId="7f2637d0bc515791" providerId="LiveId" clId="{5F359FD6-B8E9-41DA-90EC-0BA4FD0F3073}" dt="2026-10-05T18:17:57.395" v="3307" actId="20577"/>
          <ac:spMkLst>
            <pc:docMk/>
            <pc:sldMk cId="1737656846" sldId="472"/>
            <ac:spMk id="3" creationId="{077355E7-B584-3612-A29A-58FD462AD01C}"/>
          </ac:spMkLst>
        </pc:spChg>
      </pc:sldChg>
      <pc:sldChg chg="addSp delSp modSp mod">
        <pc:chgData name="Aleksey Zimin" userId="7f2637d0bc515791" providerId="LiveId" clId="{5F359FD6-B8E9-41DA-90EC-0BA4FD0F3073}" dt="2026-09-29T19:49:02.401" v="2015" actId="20577"/>
        <pc:sldMkLst>
          <pc:docMk/>
          <pc:sldMk cId="4186855173" sldId="473"/>
        </pc:sldMkLst>
        <pc:spChg chg="mod">
          <ac:chgData name="Aleksey Zimin" userId="7f2637d0bc515791" providerId="LiveId" clId="{5F359FD6-B8E9-41DA-90EC-0BA4FD0F3073}" dt="2026-09-29T19:49:02.401" v="2015" actId="20577"/>
          <ac:spMkLst>
            <pc:docMk/>
            <pc:sldMk cId="4186855173" sldId="473"/>
            <ac:spMk id="8" creationId="{C53584AE-D2C7-6A1C-8506-1CAE35112C4D}"/>
          </ac:spMkLst>
        </pc:spChg>
      </pc:sldChg>
      <pc:sldChg chg="delSp modSp mod">
        <pc:chgData name="Aleksey Zimin" userId="7f2637d0bc515791" providerId="LiveId" clId="{5F359FD6-B8E9-41DA-90EC-0BA4FD0F3073}" dt="2026-09-28T14:38:12.877" v="35" actId="478"/>
        <pc:sldMkLst>
          <pc:docMk/>
          <pc:sldMk cId="1808475080" sldId="477"/>
        </pc:sldMkLst>
        <pc:inkChg chg="mod">
          <ac:chgData name="Aleksey Zimin" userId="7f2637d0bc515791" providerId="LiveId" clId="{5F359FD6-B8E9-41DA-90EC-0BA4FD0F3073}" dt="2026-09-28T14:37:26.831" v="26" actId="208"/>
          <ac:inkMkLst>
            <pc:docMk/>
            <pc:sldMk cId="1808475080" sldId="477"/>
            <ac:inkMk id="10" creationId="{DE1D30BF-4B21-9320-62B0-5C6CCE3369C1}"/>
          </ac:inkMkLst>
        </pc:inkChg>
      </pc:sldChg>
      <pc:sldChg chg="modSp mod">
        <pc:chgData name="Aleksey Zimin" userId="7f2637d0bc515791" providerId="LiveId" clId="{5F359FD6-B8E9-41DA-90EC-0BA4FD0F3073}" dt="2026-09-30T18:23:32.035" v="3108" actId="13926"/>
        <pc:sldMkLst>
          <pc:docMk/>
          <pc:sldMk cId="142761125" sldId="479"/>
        </pc:sldMkLst>
        <pc:spChg chg="mod">
          <ac:chgData name="Aleksey Zimin" userId="7f2637d0bc515791" providerId="LiveId" clId="{5F359FD6-B8E9-41DA-90EC-0BA4FD0F3073}" dt="2026-09-30T18:13:30.998" v="3025" actId="20577"/>
          <ac:spMkLst>
            <pc:docMk/>
            <pc:sldMk cId="142761125" sldId="479"/>
            <ac:spMk id="3" creationId="{E7106980-B729-D2E9-EC54-7A4EA358F403}"/>
          </ac:spMkLst>
        </pc:spChg>
        <pc:spChg chg="mod">
          <ac:chgData name="Aleksey Zimin" userId="7f2637d0bc515791" providerId="LiveId" clId="{5F359FD6-B8E9-41DA-90EC-0BA4FD0F3073}" dt="2026-09-30T18:23:32.035" v="3108" actId="13926"/>
          <ac:spMkLst>
            <pc:docMk/>
            <pc:sldMk cId="142761125" sldId="479"/>
            <ac:spMk id="5" creationId="{70CD5234-0D09-EBF0-51E4-D750AED8087C}"/>
          </ac:spMkLst>
        </pc:spChg>
      </pc:sldChg>
      <pc:sldChg chg="addSp delSp modSp mod">
        <pc:chgData name="Aleksey Zimin" userId="7f2637d0bc515791" providerId="LiveId" clId="{5F359FD6-B8E9-41DA-90EC-0BA4FD0F3073}" dt="2026-09-30T18:37:47.623" v="3233" actId="20577"/>
        <pc:sldMkLst>
          <pc:docMk/>
          <pc:sldMk cId="3787266202" sldId="504"/>
        </pc:sldMkLst>
        <pc:spChg chg="mod">
          <ac:chgData name="Aleksey Zimin" userId="7f2637d0bc515791" providerId="LiveId" clId="{5F359FD6-B8E9-41DA-90EC-0BA4FD0F3073}" dt="2026-09-30T18:37:47.623" v="3233" actId="20577"/>
          <ac:spMkLst>
            <pc:docMk/>
            <pc:sldMk cId="3787266202" sldId="504"/>
            <ac:spMk id="3" creationId="{3C210B74-015D-9014-DB6C-383B4BDEE7C7}"/>
          </ac:spMkLst>
        </pc:spChg>
        <pc:spChg chg="add mod">
          <ac:chgData name="Aleksey Zimin" userId="7f2637d0bc515791" providerId="LiveId" clId="{5F359FD6-B8E9-41DA-90EC-0BA4FD0F3073}" dt="2026-09-30T18:35:35.426" v="3147" actId="13926"/>
          <ac:spMkLst>
            <pc:docMk/>
            <pc:sldMk cId="3787266202" sldId="504"/>
            <ac:spMk id="13" creationId="{EC0DC117-5B22-B883-7CD1-C4899BBDD775}"/>
          </ac:spMkLst>
        </pc:spChg>
        <pc:cxnChg chg="mod">
          <ac:chgData name="Aleksey Zimin" userId="7f2637d0bc515791" providerId="LiveId" clId="{5F359FD6-B8E9-41DA-90EC-0BA4FD0F3073}" dt="2026-09-30T18:34:14.273" v="3141" actId="14100"/>
          <ac:cxnSpMkLst>
            <pc:docMk/>
            <pc:sldMk cId="3787266202" sldId="504"/>
            <ac:cxnSpMk id="12" creationId="{9706CC79-30B9-E41C-24BE-C3E275BB9E2D}"/>
          </ac:cxnSpMkLst>
        </pc:cxnChg>
      </pc:sldChg>
      <pc:sldChg chg="addSp delSp modSp mod">
        <pc:chgData name="Aleksey Zimin" userId="7f2637d0bc515791" providerId="LiveId" clId="{5F359FD6-B8E9-41DA-90EC-0BA4FD0F3073}" dt="2026-09-28T20:04:04.451" v="144" actId="1076"/>
        <pc:sldMkLst>
          <pc:docMk/>
          <pc:sldMk cId="3340996165" sldId="506"/>
        </pc:sldMkLst>
        <pc:picChg chg="add mod">
          <ac:chgData name="Aleksey Zimin" userId="7f2637d0bc515791" providerId="LiveId" clId="{5F359FD6-B8E9-41DA-90EC-0BA4FD0F3073}" dt="2026-09-28T20:03:04.756" v="128" actId="1076"/>
          <ac:picMkLst>
            <pc:docMk/>
            <pc:sldMk cId="3340996165" sldId="506"/>
            <ac:picMk id="7" creationId="{27BE2F5B-D595-98C2-957E-3FD32797B598}"/>
          </ac:picMkLst>
        </pc:picChg>
        <pc:cxnChg chg="add mod">
          <ac:chgData name="Aleksey Zimin" userId="7f2637d0bc515791" providerId="LiveId" clId="{5F359FD6-B8E9-41DA-90EC-0BA4FD0F3073}" dt="2026-09-28T20:04:04.451" v="144" actId="1076"/>
          <ac:cxnSpMkLst>
            <pc:docMk/>
            <pc:sldMk cId="3340996165" sldId="506"/>
            <ac:cxnSpMk id="9" creationId="{E3F21D60-7F81-6C1A-D105-A679C046991D}"/>
          </ac:cxnSpMkLst>
        </pc:cxnChg>
        <pc:cxnChg chg="add mod">
          <ac:chgData name="Aleksey Zimin" userId="7f2637d0bc515791" providerId="LiveId" clId="{5F359FD6-B8E9-41DA-90EC-0BA4FD0F3073}" dt="2026-09-28T20:04:04.451" v="144" actId="1076"/>
          <ac:cxnSpMkLst>
            <pc:docMk/>
            <pc:sldMk cId="3340996165" sldId="506"/>
            <ac:cxnSpMk id="11" creationId="{367CC66E-908B-D824-6330-DE3CE8CFA251}"/>
          </ac:cxnSpMkLst>
        </pc:cxnChg>
        <pc:cxnChg chg="add mod">
          <ac:chgData name="Aleksey Zimin" userId="7f2637d0bc515791" providerId="LiveId" clId="{5F359FD6-B8E9-41DA-90EC-0BA4FD0F3073}" dt="2026-09-28T20:04:04.451" v="144" actId="1076"/>
          <ac:cxnSpMkLst>
            <pc:docMk/>
            <pc:sldMk cId="3340996165" sldId="506"/>
            <ac:cxnSpMk id="12" creationId="{10B151E6-E37C-FACD-715E-D3F84ED212F7}"/>
          </ac:cxnSpMkLst>
        </pc:cxnChg>
        <pc:cxnChg chg="add mod">
          <ac:chgData name="Aleksey Zimin" userId="7f2637d0bc515791" providerId="LiveId" clId="{5F359FD6-B8E9-41DA-90EC-0BA4FD0F3073}" dt="2026-09-28T20:04:04.451" v="144" actId="1076"/>
          <ac:cxnSpMkLst>
            <pc:docMk/>
            <pc:sldMk cId="3340996165" sldId="506"/>
            <ac:cxnSpMk id="14" creationId="{CA55E126-2D19-3824-2D25-E75905221540}"/>
          </ac:cxnSpMkLst>
        </pc:cxnChg>
        <pc:cxnChg chg="add mod">
          <ac:chgData name="Aleksey Zimin" userId="7f2637d0bc515791" providerId="LiveId" clId="{5F359FD6-B8E9-41DA-90EC-0BA4FD0F3073}" dt="2026-09-28T20:04:04.451" v="144" actId="1076"/>
          <ac:cxnSpMkLst>
            <pc:docMk/>
            <pc:sldMk cId="3340996165" sldId="506"/>
            <ac:cxnSpMk id="16" creationId="{95AC9189-614F-9868-E50E-29B78E464E22}"/>
          </ac:cxnSpMkLst>
        </pc:cxnChg>
      </pc:sldChg>
      <pc:sldChg chg="modSp mod">
        <pc:chgData name="Aleksey Zimin" userId="7f2637d0bc515791" providerId="LiveId" clId="{5F359FD6-B8E9-41DA-90EC-0BA4FD0F3073}" dt="2026-09-28T14:29:28.479" v="2" actId="947"/>
        <pc:sldMkLst>
          <pc:docMk/>
          <pc:sldMk cId="3062880992" sldId="509"/>
        </pc:sldMkLst>
        <pc:spChg chg="mod">
          <ac:chgData name="Aleksey Zimin" userId="7f2637d0bc515791" providerId="LiveId" clId="{5F359FD6-B8E9-41DA-90EC-0BA4FD0F3073}" dt="2026-09-28T14:29:28.479" v="2" actId="947"/>
          <ac:spMkLst>
            <pc:docMk/>
            <pc:sldMk cId="3062880992" sldId="509"/>
            <ac:spMk id="3" creationId="{0E8ED21E-2A64-ED4D-4B59-028B7B535245}"/>
          </ac:spMkLst>
        </pc:spChg>
      </pc:sldChg>
      <pc:sldChg chg="add">
        <pc:chgData name="Aleksey Zimin" userId="7f2637d0bc515791" providerId="LiveId" clId="{5F359FD6-B8E9-41DA-90EC-0BA4FD0F3073}" dt="2026-09-28T14:44:26.096" v="95"/>
        <pc:sldMkLst>
          <pc:docMk/>
          <pc:sldMk cId="1571147949" sldId="510"/>
        </pc:sldMkLst>
      </pc:sldChg>
      <pc:sldChg chg="modSp mod">
        <pc:chgData name="Aleksey Zimin" userId="7f2637d0bc515791" providerId="LiveId" clId="{5F359FD6-B8E9-41DA-90EC-0BA4FD0F3073}" dt="2026-09-28T14:30:25.791" v="11" actId="20577"/>
        <pc:sldMkLst>
          <pc:docMk/>
          <pc:sldMk cId="3703700114" sldId="512"/>
        </pc:sldMkLst>
        <pc:spChg chg="mod">
          <ac:chgData name="Aleksey Zimin" userId="7f2637d0bc515791" providerId="LiveId" clId="{5F359FD6-B8E9-41DA-90EC-0BA4FD0F3073}" dt="2026-09-28T14:30:25.791" v="11" actId="20577"/>
          <ac:spMkLst>
            <pc:docMk/>
            <pc:sldMk cId="3703700114" sldId="512"/>
            <ac:spMk id="3" creationId="{78770EC9-785B-AC9D-4E98-71BDFD958572}"/>
          </ac:spMkLst>
        </pc:spChg>
      </pc:sldChg>
      <pc:sldChg chg="addSp delSp modSp mod">
        <pc:chgData name="Aleksey Zimin" userId="7f2637d0bc515791" providerId="LiveId" clId="{5F359FD6-B8E9-41DA-90EC-0BA4FD0F3073}" dt="2026-09-30T18:35:47.449" v="3150" actId="13926"/>
        <pc:sldMkLst>
          <pc:docMk/>
          <pc:sldMk cId="1684512943" sldId="513"/>
        </pc:sldMkLst>
        <pc:spChg chg="add mod">
          <ac:chgData name="Aleksey Zimin" userId="7f2637d0bc515791" providerId="LiveId" clId="{5F359FD6-B8E9-41DA-90EC-0BA4FD0F3073}" dt="2026-09-30T18:35:47.449" v="3150" actId="13926"/>
          <ac:spMkLst>
            <pc:docMk/>
            <pc:sldMk cId="1684512943" sldId="513"/>
            <ac:spMk id="8" creationId="{450378D7-C741-98BE-9D4A-D7FE24337E46}"/>
          </ac:spMkLst>
        </pc:spChg>
      </pc:sldChg>
      <pc:sldChg chg="addSp delSp modSp mod delAnim modAnim">
        <pc:chgData name="Aleksey Zimin" userId="7f2637d0bc515791" providerId="LiveId" clId="{5F359FD6-B8E9-41DA-90EC-0BA4FD0F3073}" dt="2026-09-30T16:41:21.886" v="2915"/>
        <pc:sldMkLst>
          <pc:docMk/>
          <pc:sldMk cId="3854425644" sldId="515"/>
        </pc:sldMkLst>
        <pc:inkChg chg="add">
          <ac:chgData name="Aleksey Zimin" userId="7f2637d0bc515791" providerId="LiveId" clId="{5F359FD6-B8E9-41DA-90EC-0BA4FD0F3073}" dt="2026-09-30T16:40:34.177" v="2913" actId="9405"/>
          <ac:inkMkLst>
            <pc:docMk/>
            <pc:sldMk cId="3854425644" sldId="515"/>
            <ac:inkMk id="22" creationId="{AA6ADA0A-3BFE-0DB7-D0F3-422A1230C598}"/>
          </ac:inkMkLst>
        </pc:inkChg>
      </pc:sldChg>
      <pc:sldChg chg="modSp mod">
        <pc:chgData name="Aleksey Zimin" userId="7f2637d0bc515791" providerId="LiveId" clId="{5F359FD6-B8E9-41DA-90EC-0BA4FD0F3073}" dt="2026-09-29T19:55:59.157" v="2195" actId="20577"/>
        <pc:sldMkLst>
          <pc:docMk/>
          <pc:sldMk cId="598604316" sldId="516"/>
        </pc:sldMkLst>
        <pc:spChg chg="mod">
          <ac:chgData name="Aleksey Zimin" userId="7f2637d0bc515791" providerId="LiveId" clId="{5F359FD6-B8E9-41DA-90EC-0BA4FD0F3073}" dt="2026-09-29T19:55:59.157" v="2195" actId="20577"/>
          <ac:spMkLst>
            <pc:docMk/>
            <pc:sldMk cId="598604316" sldId="516"/>
            <ac:spMk id="3" creationId="{23932ECC-DE1D-1C6D-6F40-FCDDF4D3A123}"/>
          </ac:spMkLst>
        </pc:spChg>
      </pc:sldChg>
      <pc:sldChg chg="modSp mod">
        <pc:chgData name="Aleksey Zimin" userId="7f2637d0bc515791" providerId="LiveId" clId="{5F359FD6-B8E9-41DA-90EC-0BA4FD0F3073}" dt="2026-09-29T17:24:39.943" v="906" actId="20577"/>
        <pc:sldMkLst>
          <pc:docMk/>
          <pc:sldMk cId="1998143328" sldId="550"/>
        </pc:sldMkLst>
        <pc:spChg chg="mod">
          <ac:chgData name="Aleksey Zimin" userId="7f2637d0bc515791" providerId="LiveId" clId="{5F359FD6-B8E9-41DA-90EC-0BA4FD0F3073}" dt="2026-09-29T17:24:39.943" v="906" actId="20577"/>
          <ac:spMkLst>
            <pc:docMk/>
            <pc:sldMk cId="1998143328" sldId="550"/>
            <ac:spMk id="3" creationId="{9D8AE125-6F8F-4727-8CBB-1277CD4F2816}"/>
          </ac:spMkLst>
        </pc:spChg>
      </pc:sldChg>
      <pc:sldChg chg="delSp add mod">
        <pc:chgData name="Aleksey Zimin" userId="7f2637d0bc515791" providerId="LiveId" clId="{5F359FD6-B8E9-41DA-90EC-0BA4FD0F3073}" dt="2026-09-28T14:38:19.857" v="37" actId="478"/>
        <pc:sldMkLst>
          <pc:docMk/>
          <pc:sldMk cId="2122544176" sldId="551"/>
        </pc:sldMkLst>
      </pc:sldChg>
      <pc:sldChg chg="delSp add mod">
        <pc:chgData name="Aleksey Zimin" userId="7f2637d0bc515791" providerId="LiveId" clId="{5F359FD6-B8E9-41DA-90EC-0BA4FD0F3073}" dt="2026-09-28T14:38:24.366" v="38" actId="478"/>
        <pc:sldMkLst>
          <pc:docMk/>
          <pc:sldMk cId="4038724973" sldId="552"/>
        </pc:sldMkLst>
      </pc:sldChg>
      <pc:sldChg chg="add">
        <pc:chgData name="Aleksey Zimin" userId="7f2637d0bc515791" providerId="LiveId" clId="{5F359FD6-B8E9-41DA-90EC-0BA4FD0F3073}" dt="2026-09-28T14:38:06.510" v="32" actId="2890"/>
        <pc:sldMkLst>
          <pc:docMk/>
          <pc:sldMk cId="920013687" sldId="553"/>
        </pc:sldMkLst>
      </pc:sldChg>
      <pc:sldChg chg="addSp modSp add mod">
        <pc:chgData name="Aleksey Zimin" userId="7f2637d0bc515791" providerId="LiveId" clId="{5F359FD6-B8E9-41DA-90EC-0BA4FD0F3073}" dt="2026-09-29T17:11:12.299" v="558" actId="20577"/>
        <pc:sldMkLst>
          <pc:docMk/>
          <pc:sldMk cId="1346485017" sldId="554"/>
        </pc:sldMkLst>
        <pc:spChg chg="mod">
          <ac:chgData name="Aleksey Zimin" userId="7f2637d0bc515791" providerId="LiveId" clId="{5F359FD6-B8E9-41DA-90EC-0BA4FD0F3073}" dt="2026-09-29T17:11:12.299" v="558" actId="20577"/>
          <ac:spMkLst>
            <pc:docMk/>
            <pc:sldMk cId="1346485017" sldId="554"/>
            <ac:spMk id="3" creationId="{54FE6069-914D-B9CF-8E69-5A26AE342AA9}"/>
          </ac:spMkLst>
        </pc:spChg>
        <pc:spChg chg="add mod">
          <ac:chgData name="Aleksey Zimin" userId="7f2637d0bc515791" providerId="LiveId" clId="{5F359FD6-B8E9-41DA-90EC-0BA4FD0F3073}" dt="2026-09-28T14:39:44.232" v="44" actId="207"/>
          <ac:spMkLst>
            <pc:docMk/>
            <pc:sldMk cId="1346485017" sldId="554"/>
            <ac:spMk id="6" creationId="{85C67E93-77EA-CA15-E7DD-70401CC6F3A7}"/>
          </ac:spMkLst>
        </pc:spChg>
        <pc:spChg chg="mod">
          <ac:chgData name="Aleksey Zimin" userId="7f2637d0bc515791" providerId="LiveId" clId="{5F359FD6-B8E9-41DA-90EC-0BA4FD0F3073}" dt="2026-09-28T14:40:10.944" v="47" actId="207"/>
          <ac:spMkLst>
            <pc:docMk/>
            <pc:sldMk cId="1346485017" sldId="554"/>
            <ac:spMk id="7" creationId="{79E23E8D-894A-7692-6801-DDE38056902F}"/>
          </ac:spMkLst>
        </pc:spChg>
      </pc:sldChg>
      <pc:sldChg chg="add">
        <pc:chgData name="Aleksey Zimin" userId="7f2637d0bc515791" providerId="LiveId" clId="{5F359FD6-B8E9-41DA-90EC-0BA4FD0F3073}" dt="2026-09-28T14:44:26.096" v="95"/>
        <pc:sldMkLst>
          <pc:docMk/>
          <pc:sldMk cId="591985588" sldId="555"/>
        </pc:sldMkLst>
      </pc:sldChg>
      <pc:sldChg chg="modSp new mod ord modAnim">
        <pc:chgData name="Aleksey Zimin" userId="7f2637d0bc515791" providerId="LiveId" clId="{5F359FD6-B8E9-41DA-90EC-0BA4FD0F3073}" dt="2026-09-29T17:20:16.677" v="832" actId="20577"/>
        <pc:sldMkLst>
          <pc:docMk/>
          <pc:sldMk cId="1508105199" sldId="557"/>
        </pc:sldMkLst>
        <pc:spChg chg="mod">
          <ac:chgData name="Aleksey Zimin" userId="7f2637d0bc515791" providerId="LiveId" clId="{5F359FD6-B8E9-41DA-90EC-0BA4FD0F3073}" dt="2026-09-29T17:20:16.677" v="832" actId="20577"/>
          <ac:spMkLst>
            <pc:docMk/>
            <pc:sldMk cId="1508105199" sldId="557"/>
            <ac:spMk id="2" creationId="{D50F166F-772E-AE16-33BF-805613D12412}"/>
          </ac:spMkLst>
        </pc:spChg>
        <pc:spChg chg="mod">
          <ac:chgData name="Aleksey Zimin" userId="7f2637d0bc515791" providerId="LiveId" clId="{5F359FD6-B8E9-41DA-90EC-0BA4FD0F3073}" dt="2026-09-29T17:02:42.801" v="524" actId="27636"/>
          <ac:spMkLst>
            <pc:docMk/>
            <pc:sldMk cId="1508105199" sldId="557"/>
            <ac:spMk id="3" creationId="{630CA860-E630-5E74-2A1C-8463D8B219BF}"/>
          </ac:spMkLst>
        </pc:spChg>
      </pc:sldChg>
      <pc:sldChg chg="modSp add">
        <pc:chgData name="Aleksey Zimin" userId="7f2637d0bc515791" providerId="LiveId" clId="{5F359FD6-B8E9-41DA-90EC-0BA4FD0F3073}" dt="2026-09-29T18:31:59.878" v="1113"/>
        <pc:sldMkLst>
          <pc:docMk/>
          <pc:sldMk cId="1092133853" sldId="558"/>
        </pc:sldMkLst>
        <pc:spChg chg="mod">
          <ac:chgData name="Aleksey Zimin" userId="7f2637d0bc515791" providerId="LiveId" clId="{5F359FD6-B8E9-41DA-90EC-0BA4FD0F3073}" dt="2026-09-29T18:31:59.878" v="1113"/>
          <ac:spMkLst>
            <pc:docMk/>
            <pc:sldMk cId="1092133853" sldId="558"/>
            <ac:spMk id="3" creationId="{FC50F03A-F6C0-72E9-4068-58A17868CE18}"/>
          </ac:spMkLst>
        </pc:spChg>
      </pc:sldChg>
      <pc:sldChg chg="addSp delSp modSp add mod">
        <pc:chgData name="Aleksey Zimin" userId="7f2637d0bc515791" providerId="LiveId" clId="{5F359FD6-B8E9-41DA-90EC-0BA4FD0F3073}" dt="2026-09-29T19:46:36.845" v="1990" actId="22"/>
        <pc:sldMkLst>
          <pc:docMk/>
          <pc:sldMk cId="557418132" sldId="559"/>
        </pc:sldMkLst>
        <pc:spChg chg="mod">
          <ac:chgData name="Aleksey Zimin" userId="7f2637d0bc515791" providerId="LiveId" clId="{5F359FD6-B8E9-41DA-90EC-0BA4FD0F3073}" dt="2026-09-29T18:39:59.272" v="1283" actId="6549"/>
          <ac:spMkLst>
            <pc:docMk/>
            <pc:sldMk cId="557418132" sldId="559"/>
            <ac:spMk id="3" creationId="{01F0E3FA-85E7-10C2-05C3-F251A38B346C}"/>
          </ac:spMkLst>
        </pc:spChg>
        <pc:spChg chg="add">
          <ac:chgData name="Aleksey Zimin" userId="7f2637d0bc515791" providerId="LiveId" clId="{5F359FD6-B8E9-41DA-90EC-0BA4FD0F3073}" dt="2026-09-29T19:46:36.845" v="1990" actId="22"/>
          <ac:spMkLst>
            <pc:docMk/>
            <pc:sldMk cId="557418132" sldId="559"/>
            <ac:spMk id="13" creationId="{232DEDC0-0F61-D813-D651-ED99DD2B426B}"/>
          </ac:spMkLst>
        </pc:spChg>
        <pc:cxnChg chg="mod">
          <ac:chgData name="Aleksey Zimin" userId="7f2637d0bc515791" providerId="LiveId" clId="{5F359FD6-B8E9-41DA-90EC-0BA4FD0F3073}" dt="2026-09-29T18:38:29.715" v="1229" actId="692"/>
          <ac:cxnSpMkLst>
            <pc:docMk/>
            <pc:sldMk cId="557418132" sldId="559"/>
            <ac:cxnSpMk id="5" creationId="{70C25079-28FD-AFEC-8333-09D44E67DF6B}"/>
          </ac:cxnSpMkLst>
        </pc:cxnChg>
      </pc:sldChg>
      <pc:sldChg chg="modSp add mod">
        <pc:chgData name="Aleksey Zimin" userId="7f2637d0bc515791" providerId="LiveId" clId="{5F359FD6-B8E9-41DA-90EC-0BA4FD0F3073}" dt="2026-09-29T18:42:55.445" v="1340" actId="692"/>
        <pc:sldMkLst>
          <pc:docMk/>
          <pc:sldMk cId="785190978" sldId="560"/>
        </pc:sldMkLst>
        <pc:spChg chg="mod">
          <ac:chgData name="Aleksey Zimin" userId="7f2637d0bc515791" providerId="LiveId" clId="{5F359FD6-B8E9-41DA-90EC-0BA4FD0F3073}" dt="2026-09-29T18:42:38.788" v="1335" actId="207"/>
          <ac:spMkLst>
            <pc:docMk/>
            <pc:sldMk cId="785190978" sldId="560"/>
            <ac:spMk id="3" creationId="{124C7F58-3039-ACD8-8D47-924BCB00AB85}"/>
          </ac:spMkLst>
        </pc:spChg>
        <pc:spChg chg="mod">
          <ac:chgData name="Aleksey Zimin" userId="7f2637d0bc515791" providerId="LiveId" clId="{5F359FD6-B8E9-41DA-90EC-0BA4FD0F3073}" dt="2026-09-29T18:42:44.353" v="1337" actId="20577"/>
          <ac:spMkLst>
            <pc:docMk/>
            <pc:sldMk cId="785190978" sldId="560"/>
            <ac:spMk id="10" creationId="{0E8E82C3-AAED-ADAF-EAED-82BA9AD1E214}"/>
          </ac:spMkLst>
        </pc:spChg>
        <pc:cxnChg chg="mod">
          <ac:chgData name="Aleksey Zimin" userId="7f2637d0bc515791" providerId="LiveId" clId="{5F359FD6-B8E9-41DA-90EC-0BA4FD0F3073}" dt="2026-09-29T18:42:55.445" v="1340" actId="692"/>
          <ac:cxnSpMkLst>
            <pc:docMk/>
            <pc:sldMk cId="785190978" sldId="560"/>
            <ac:cxnSpMk id="5" creationId="{8BEB357C-0E77-B105-3919-645E91E343C5}"/>
          </ac:cxnSpMkLst>
        </pc:cxnChg>
      </pc:sldChg>
      <pc:sldChg chg="addSp delSp modSp add mod">
        <pc:chgData name="Aleksey Zimin" userId="7f2637d0bc515791" providerId="LiveId" clId="{5F359FD6-B8E9-41DA-90EC-0BA4FD0F3073}" dt="2026-09-29T19:48:03.132" v="2000" actId="20577"/>
        <pc:sldMkLst>
          <pc:docMk/>
          <pc:sldMk cId="609719226" sldId="561"/>
        </pc:sldMkLst>
        <pc:spChg chg="mod">
          <ac:chgData name="Aleksey Zimin" userId="7f2637d0bc515791" providerId="LiveId" clId="{5F359FD6-B8E9-41DA-90EC-0BA4FD0F3073}" dt="2026-09-29T19:48:03.132" v="2000" actId="20577"/>
          <ac:spMkLst>
            <pc:docMk/>
            <pc:sldMk cId="609719226" sldId="561"/>
            <ac:spMk id="3" creationId="{932A5881-C321-63F8-C245-359930CC5198}"/>
          </ac:spMkLst>
        </pc:spChg>
        <pc:cxnChg chg="add mod">
          <ac:chgData name="Aleksey Zimin" userId="7f2637d0bc515791" providerId="LiveId" clId="{5F359FD6-B8E9-41DA-90EC-0BA4FD0F3073}" dt="2026-09-29T18:56:12.252" v="1696" actId="14100"/>
          <ac:cxnSpMkLst>
            <pc:docMk/>
            <pc:sldMk cId="609719226" sldId="561"/>
            <ac:cxnSpMk id="5" creationId="{AC041A6E-3F5A-85BF-18C9-E32359CE3BDF}"/>
          </ac:cxnSpMkLst>
        </pc:cxnChg>
        <pc:cxnChg chg="mod">
          <ac:chgData name="Aleksey Zimin" userId="7f2637d0bc515791" providerId="LiveId" clId="{5F359FD6-B8E9-41DA-90EC-0BA4FD0F3073}" dt="2026-09-29T18:55:41.085" v="1682" actId="1076"/>
          <ac:cxnSpMkLst>
            <pc:docMk/>
            <pc:sldMk cId="609719226" sldId="561"/>
            <ac:cxnSpMk id="6" creationId="{A6364322-C9F2-F6C1-1F5B-6B10DAE49579}"/>
          </ac:cxnSpMkLst>
        </pc:cxnChg>
        <pc:cxnChg chg="mod">
          <ac:chgData name="Aleksey Zimin" userId="7f2637d0bc515791" providerId="LiveId" clId="{5F359FD6-B8E9-41DA-90EC-0BA4FD0F3073}" dt="2026-09-29T18:55:44.005" v="1683" actId="1076"/>
          <ac:cxnSpMkLst>
            <pc:docMk/>
            <pc:sldMk cId="609719226" sldId="561"/>
            <ac:cxnSpMk id="7" creationId="{3826033B-F2B9-5689-F54A-230B4680B6B3}"/>
          </ac:cxnSpMkLst>
        </pc:cxnChg>
        <pc:cxnChg chg="add mod">
          <ac:chgData name="Aleksey Zimin" userId="7f2637d0bc515791" providerId="LiveId" clId="{5F359FD6-B8E9-41DA-90EC-0BA4FD0F3073}" dt="2026-09-29T18:55:57.548" v="1691" actId="1076"/>
          <ac:cxnSpMkLst>
            <pc:docMk/>
            <pc:sldMk cId="609719226" sldId="561"/>
            <ac:cxnSpMk id="17" creationId="{C157F15D-0FB6-9E97-E2E3-EBB3AFB679FF}"/>
          </ac:cxnSpMkLst>
        </pc:cxnChg>
        <pc:cxnChg chg="add mod">
          <ac:chgData name="Aleksey Zimin" userId="7f2637d0bc515791" providerId="LiveId" clId="{5F359FD6-B8E9-41DA-90EC-0BA4FD0F3073}" dt="2026-09-29T18:55:59.988" v="1692" actId="1076"/>
          <ac:cxnSpMkLst>
            <pc:docMk/>
            <pc:sldMk cId="609719226" sldId="561"/>
            <ac:cxnSpMk id="18" creationId="{7E722245-F7E4-08AE-25DC-72C147A3905E}"/>
          </ac:cxnSpMkLst>
        </pc:cxnChg>
        <pc:cxnChg chg="add mod">
          <ac:chgData name="Aleksey Zimin" userId="7f2637d0bc515791" providerId="LiveId" clId="{5F359FD6-B8E9-41DA-90EC-0BA4FD0F3073}" dt="2026-09-29T18:55:23.589" v="1674" actId="1076"/>
          <ac:cxnSpMkLst>
            <pc:docMk/>
            <pc:sldMk cId="609719226" sldId="561"/>
            <ac:cxnSpMk id="22" creationId="{42236AED-44BF-BB69-D0B3-4561A18490A3}"/>
          </ac:cxnSpMkLst>
        </pc:cxnChg>
        <pc:cxnChg chg="add mod">
          <ac:chgData name="Aleksey Zimin" userId="7f2637d0bc515791" providerId="LiveId" clId="{5F359FD6-B8E9-41DA-90EC-0BA4FD0F3073}" dt="2026-09-29T18:55:23.589" v="1674" actId="1076"/>
          <ac:cxnSpMkLst>
            <pc:docMk/>
            <pc:sldMk cId="609719226" sldId="561"/>
            <ac:cxnSpMk id="23" creationId="{4A2D4E1A-381B-B914-1E34-5A0756985A13}"/>
          </ac:cxnSpMkLst>
        </pc:cxnChg>
        <pc:cxnChg chg="add mod">
          <ac:chgData name="Aleksey Zimin" userId="7f2637d0bc515791" providerId="LiveId" clId="{5F359FD6-B8E9-41DA-90EC-0BA4FD0F3073}" dt="2026-09-29T18:55:35.276" v="1678" actId="14100"/>
          <ac:cxnSpMkLst>
            <pc:docMk/>
            <pc:sldMk cId="609719226" sldId="561"/>
            <ac:cxnSpMk id="24" creationId="{AFBEBC74-D27D-5F52-5A31-200AFFE6E332}"/>
          </ac:cxnSpMkLst>
        </pc:cxnChg>
        <pc:cxnChg chg="add mod">
          <ac:chgData name="Aleksey Zimin" userId="7f2637d0bc515791" providerId="LiveId" clId="{5F359FD6-B8E9-41DA-90EC-0BA4FD0F3073}" dt="2026-09-29T18:55:29.532" v="1676" actId="14100"/>
          <ac:cxnSpMkLst>
            <pc:docMk/>
            <pc:sldMk cId="609719226" sldId="561"/>
            <ac:cxnSpMk id="25" creationId="{3D9A505F-FE8D-C827-07C7-1E98A876E40E}"/>
          </ac:cxnSpMkLst>
        </pc:cxnChg>
      </pc:sldChg>
      <pc:sldChg chg="modSp add mod">
        <pc:chgData name="Aleksey Zimin" userId="7f2637d0bc515791" providerId="LiveId" clId="{5F359FD6-B8E9-41DA-90EC-0BA4FD0F3073}" dt="2026-09-29T19:02:18.757" v="1947" actId="1076"/>
        <pc:sldMkLst>
          <pc:docMk/>
          <pc:sldMk cId="2926470026" sldId="562"/>
        </pc:sldMkLst>
        <pc:spChg chg="mod">
          <ac:chgData name="Aleksey Zimin" userId="7f2637d0bc515791" providerId="LiveId" clId="{5F359FD6-B8E9-41DA-90EC-0BA4FD0F3073}" dt="2026-09-29T19:02:18.757" v="1947" actId="1076"/>
          <ac:spMkLst>
            <pc:docMk/>
            <pc:sldMk cId="2926470026" sldId="562"/>
            <ac:spMk id="10" creationId="{0F284AB0-5C8A-BA7D-A0D7-80D5F2A8DB9F}"/>
          </ac:spMkLst>
        </pc:spChg>
      </pc:sldChg>
      <pc:sldChg chg="modSp add mod">
        <pc:chgData name="Aleksey Zimin" userId="7f2637d0bc515791" providerId="LiveId" clId="{5F359FD6-B8E9-41DA-90EC-0BA4FD0F3073}" dt="2026-09-29T19:47:51.410" v="1998" actId="207"/>
        <pc:sldMkLst>
          <pc:docMk/>
          <pc:sldMk cId="580930987" sldId="563"/>
        </pc:sldMkLst>
        <pc:spChg chg="mod">
          <ac:chgData name="Aleksey Zimin" userId="7f2637d0bc515791" providerId="LiveId" clId="{5F359FD6-B8E9-41DA-90EC-0BA4FD0F3073}" dt="2026-09-29T19:47:51.410" v="1998" actId="207"/>
          <ac:spMkLst>
            <pc:docMk/>
            <pc:sldMk cId="580930987" sldId="563"/>
            <ac:spMk id="3" creationId="{6BDD3FA3-1BD4-26E0-59B5-82E3E8DEFF3F}"/>
          </ac:spMkLst>
        </pc:spChg>
      </pc:sldChg>
      <pc:sldChg chg="modSp add mod">
        <pc:chgData name="Aleksey Zimin" userId="7f2637d0bc515791" providerId="LiveId" clId="{5F359FD6-B8E9-41DA-90EC-0BA4FD0F3073}" dt="2026-09-29T19:52:45.232" v="2058" actId="207"/>
        <pc:sldMkLst>
          <pc:docMk/>
          <pc:sldMk cId="2776646525" sldId="564"/>
        </pc:sldMkLst>
        <pc:spChg chg="mod">
          <ac:chgData name="Aleksey Zimin" userId="7f2637d0bc515791" providerId="LiveId" clId="{5F359FD6-B8E9-41DA-90EC-0BA4FD0F3073}" dt="2026-09-29T19:52:45.232" v="2058" actId="207"/>
          <ac:spMkLst>
            <pc:docMk/>
            <pc:sldMk cId="2776646525" sldId="564"/>
            <ac:spMk id="3" creationId="{7CB814AA-859B-CA1D-BF84-C61D56948B44}"/>
          </ac:spMkLst>
        </pc:spChg>
        <pc:cxnChg chg="mod">
          <ac:chgData name="Aleksey Zimin" userId="7f2637d0bc515791" providerId="LiveId" clId="{5F359FD6-B8E9-41DA-90EC-0BA4FD0F3073}" dt="2026-09-29T19:52:03.394" v="2049" actId="1076"/>
          <ac:cxnSpMkLst>
            <pc:docMk/>
            <pc:sldMk cId="2776646525" sldId="564"/>
            <ac:cxnSpMk id="6" creationId="{27612432-0B06-E23F-7DB4-998E58A51E13}"/>
          </ac:cxnSpMkLst>
        </pc:cxnChg>
        <pc:cxnChg chg="mod">
          <ac:chgData name="Aleksey Zimin" userId="7f2637d0bc515791" providerId="LiveId" clId="{5F359FD6-B8E9-41DA-90EC-0BA4FD0F3073}" dt="2026-09-29T19:52:26.018" v="2055" actId="1076"/>
          <ac:cxnSpMkLst>
            <pc:docMk/>
            <pc:sldMk cId="2776646525" sldId="564"/>
            <ac:cxnSpMk id="7" creationId="{A1D32D3F-7F64-CF34-167A-960212088468}"/>
          </ac:cxnSpMkLst>
        </pc:cxnChg>
        <pc:cxnChg chg="mod">
          <ac:chgData name="Aleksey Zimin" userId="7f2637d0bc515791" providerId="LiveId" clId="{5F359FD6-B8E9-41DA-90EC-0BA4FD0F3073}" dt="2026-09-29T19:52:28.099" v="2056" actId="14100"/>
          <ac:cxnSpMkLst>
            <pc:docMk/>
            <pc:sldMk cId="2776646525" sldId="564"/>
            <ac:cxnSpMk id="11" creationId="{96FE9256-577E-0C56-16A8-5CB4AAC1EB62}"/>
          </ac:cxnSpMkLst>
        </pc:cxnChg>
        <pc:cxnChg chg="mod">
          <ac:chgData name="Aleksey Zimin" userId="7f2637d0bc515791" providerId="LiveId" clId="{5F359FD6-B8E9-41DA-90EC-0BA4FD0F3073}" dt="2026-09-29T19:52:15.602" v="2052" actId="1076"/>
          <ac:cxnSpMkLst>
            <pc:docMk/>
            <pc:sldMk cId="2776646525" sldId="564"/>
            <ac:cxnSpMk id="12" creationId="{43BD1B43-AA38-CE03-7213-0E1D78829199}"/>
          </ac:cxnSpMkLst>
        </pc:cxnChg>
        <pc:cxnChg chg="mod">
          <ac:chgData name="Aleksey Zimin" userId="7f2637d0bc515791" providerId="LiveId" clId="{5F359FD6-B8E9-41DA-90EC-0BA4FD0F3073}" dt="2026-09-29T19:52:13.354" v="2051" actId="1076"/>
          <ac:cxnSpMkLst>
            <pc:docMk/>
            <pc:sldMk cId="2776646525" sldId="564"/>
            <ac:cxnSpMk id="13" creationId="{9994DBF3-7457-524C-95ED-290E5467345C}"/>
          </ac:cxnSpMkLst>
        </pc:cxnChg>
        <pc:cxnChg chg="mod">
          <ac:chgData name="Aleksey Zimin" userId="7f2637d0bc515791" providerId="LiveId" clId="{5F359FD6-B8E9-41DA-90EC-0BA4FD0F3073}" dt="2026-09-29T19:52:20.971" v="2054" actId="14100"/>
          <ac:cxnSpMkLst>
            <pc:docMk/>
            <pc:sldMk cId="2776646525" sldId="564"/>
            <ac:cxnSpMk id="14" creationId="{EA065CFC-9528-444E-D5FB-C761E6BC2AA1}"/>
          </ac:cxnSpMkLst>
        </pc:cxnChg>
      </pc:sldChg>
      <pc:sldChg chg="modSp add mod">
        <pc:chgData name="Aleksey Zimin" userId="7f2637d0bc515791" providerId="LiveId" clId="{5F359FD6-B8E9-41DA-90EC-0BA4FD0F3073}" dt="2026-10-05T16:17:58.916" v="3299" actId="20577"/>
        <pc:sldMkLst>
          <pc:docMk/>
          <pc:sldMk cId="3142767413" sldId="565"/>
        </pc:sldMkLst>
        <pc:spChg chg="mod">
          <ac:chgData name="Aleksey Zimin" userId="7f2637d0bc515791" providerId="LiveId" clId="{5F359FD6-B8E9-41DA-90EC-0BA4FD0F3073}" dt="2026-10-05T16:17:58.916" v="3299" actId="20577"/>
          <ac:spMkLst>
            <pc:docMk/>
            <pc:sldMk cId="3142767413" sldId="565"/>
            <ac:spMk id="3" creationId="{C5F7ADA9-4360-D5F9-3509-6B68327492E3}"/>
          </ac:spMkLst>
        </pc:spChg>
      </pc:sldChg>
      <pc:sldChg chg="addSp delSp modSp add mod modAnim">
        <pc:chgData name="Aleksey Zimin" userId="7f2637d0bc515791" providerId="LiveId" clId="{5F359FD6-B8E9-41DA-90EC-0BA4FD0F3073}" dt="2026-09-30T16:37:51.264" v="2902" actId="27636"/>
        <pc:sldMkLst>
          <pc:docMk/>
          <pc:sldMk cId="2936536953" sldId="566"/>
        </pc:sldMkLst>
        <pc:spChg chg="mod">
          <ac:chgData name="Aleksey Zimin" userId="7f2637d0bc515791" providerId="LiveId" clId="{5F359FD6-B8E9-41DA-90EC-0BA4FD0F3073}" dt="2026-09-30T15:45:10.192" v="2231" actId="20577"/>
          <ac:spMkLst>
            <pc:docMk/>
            <pc:sldMk cId="2936536953" sldId="566"/>
            <ac:spMk id="2" creationId="{C1ABE74B-A428-28FE-E5F8-7B3C05105D8A}"/>
          </ac:spMkLst>
        </pc:spChg>
        <pc:spChg chg="mod">
          <ac:chgData name="Aleksey Zimin" userId="7f2637d0bc515791" providerId="LiveId" clId="{5F359FD6-B8E9-41DA-90EC-0BA4FD0F3073}" dt="2026-09-30T16:37:51.264" v="2902" actId="27636"/>
          <ac:spMkLst>
            <pc:docMk/>
            <pc:sldMk cId="2936536953" sldId="566"/>
            <ac:spMk id="3" creationId="{DBE60FA5-F728-B4B6-3C61-1584C6FEF3CF}"/>
          </ac:spMkLst>
        </pc:spChg>
      </pc:sldChg>
      <pc:sldChg chg="add">
        <pc:chgData name="Aleksey Zimin" userId="7f2637d0bc515791" providerId="LiveId" clId="{5F359FD6-B8E9-41DA-90EC-0BA4FD0F3073}" dt="2026-09-30T15:54:01.091" v="2792"/>
        <pc:sldMkLst>
          <pc:docMk/>
          <pc:sldMk cId="2718222551" sldId="567"/>
        </pc:sldMkLst>
      </pc:sldChg>
      <pc:sldChg chg="modSp add mod">
        <pc:chgData name="Aleksey Zimin" userId="7f2637d0bc515791" providerId="LiveId" clId="{5F359FD6-B8E9-41DA-90EC-0BA4FD0F3073}" dt="2026-09-30T18:23:41.868" v="3110" actId="13926"/>
        <pc:sldMkLst>
          <pc:docMk/>
          <pc:sldMk cId="3164037223" sldId="569"/>
        </pc:sldMkLst>
        <pc:spChg chg="mod">
          <ac:chgData name="Aleksey Zimin" userId="7f2637d0bc515791" providerId="LiveId" clId="{5F359FD6-B8E9-41DA-90EC-0BA4FD0F3073}" dt="2026-09-30T18:20:39.946" v="3093" actId="207"/>
          <ac:spMkLst>
            <pc:docMk/>
            <pc:sldMk cId="3164037223" sldId="569"/>
            <ac:spMk id="3" creationId="{F0133F11-F062-F014-B196-C9375590A55F}"/>
          </ac:spMkLst>
        </pc:spChg>
        <pc:spChg chg="mod">
          <ac:chgData name="Aleksey Zimin" userId="7f2637d0bc515791" providerId="LiveId" clId="{5F359FD6-B8E9-41DA-90EC-0BA4FD0F3073}" dt="2026-09-30T18:23:41.868" v="3110" actId="13926"/>
          <ac:spMkLst>
            <pc:docMk/>
            <pc:sldMk cId="3164037223" sldId="569"/>
            <ac:spMk id="5" creationId="{F65052E8-0605-ADA5-CED3-FF20CAE53F8E}"/>
          </ac:spMkLst>
        </pc:spChg>
      </pc:sldChg>
      <pc:sldChg chg="addSp delSp modSp add mod">
        <pc:chgData name="Aleksey Zimin" userId="7f2637d0bc515791" providerId="LiveId" clId="{5F359FD6-B8E9-41DA-90EC-0BA4FD0F3073}" dt="2026-09-30T18:36:41.874" v="3193" actId="20577"/>
        <pc:sldMkLst>
          <pc:docMk/>
          <pc:sldMk cId="2689640735" sldId="570"/>
        </pc:sldMkLst>
        <pc:spChg chg="mod">
          <ac:chgData name="Aleksey Zimin" userId="7f2637d0bc515791" providerId="LiveId" clId="{5F359FD6-B8E9-41DA-90EC-0BA4FD0F3073}" dt="2026-09-30T18:36:41.874" v="3193" actId="20577"/>
          <ac:spMkLst>
            <pc:docMk/>
            <pc:sldMk cId="2689640735" sldId="570"/>
            <ac:spMk id="3" creationId="{5C1634E7-87B8-1F7B-81C0-F4360896D4B3}"/>
          </ac:spMkLst>
        </pc:spChg>
        <pc:spChg chg="add mod">
          <ac:chgData name="Aleksey Zimin" userId="7f2637d0bc515791" providerId="LiveId" clId="{5F359FD6-B8E9-41DA-90EC-0BA4FD0F3073}" dt="2026-09-30T18:34:49.746" v="3144" actId="13926"/>
          <ac:spMkLst>
            <pc:docMk/>
            <pc:sldMk cId="2689640735" sldId="570"/>
            <ac:spMk id="7" creationId="{123A9B83-4EC2-9940-7508-8A280EDE451D}"/>
          </ac:spMkLst>
        </pc:spChg>
      </pc:sldChg>
      <pc:sldChg chg="modSp add mod">
        <pc:chgData name="Aleksey Zimin" userId="7f2637d0bc515791" providerId="LiveId" clId="{5F359FD6-B8E9-41DA-90EC-0BA4FD0F3073}" dt="2026-09-30T18:25:17.968" v="3114" actId="20577"/>
        <pc:sldMkLst>
          <pc:docMk/>
          <pc:sldMk cId="1207613016" sldId="571"/>
        </pc:sldMkLst>
        <pc:spChg chg="mod">
          <ac:chgData name="Aleksey Zimin" userId="7f2637d0bc515791" providerId="LiveId" clId="{5F359FD6-B8E9-41DA-90EC-0BA4FD0F3073}" dt="2026-09-30T18:23:04.322" v="3103" actId="207"/>
          <ac:spMkLst>
            <pc:docMk/>
            <pc:sldMk cId="1207613016" sldId="571"/>
            <ac:spMk id="3" creationId="{8EB58C25-D637-C11A-3584-52AEDF009F6C}"/>
          </ac:spMkLst>
        </pc:spChg>
        <pc:spChg chg="mod">
          <ac:chgData name="Aleksey Zimin" userId="7f2637d0bc515791" providerId="LiveId" clId="{5F359FD6-B8E9-41DA-90EC-0BA4FD0F3073}" dt="2026-09-30T18:25:17.968" v="3114" actId="20577"/>
          <ac:spMkLst>
            <pc:docMk/>
            <pc:sldMk cId="1207613016" sldId="571"/>
            <ac:spMk id="5" creationId="{BEE27EFF-E926-0B02-B298-54247CDF959C}"/>
          </ac:spMkLst>
        </pc:spChg>
      </pc:sldChg>
      <pc:sldChg chg="delSp modSp add mod">
        <pc:chgData name="Aleksey Zimin" userId="7f2637d0bc515791" providerId="LiveId" clId="{5F359FD6-B8E9-41DA-90EC-0BA4FD0F3073}" dt="2026-09-30T18:38:41.872" v="3266" actId="478"/>
        <pc:sldMkLst>
          <pc:docMk/>
          <pc:sldMk cId="4069555363" sldId="572"/>
        </pc:sldMkLst>
        <pc:spChg chg="mod">
          <ac:chgData name="Aleksey Zimin" userId="7f2637d0bc515791" providerId="LiveId" clId="{5F359FD6-B8E9-41DA-90EC-0BA4FD0F3073}" dt="2026-09-30T18:38:40.537" v="3265" actId="20577"/>
          <ac:spMkLst>
            <pc:docMk/>
            <pc:sldMk cId="4069555363" sldId="572"/>
            <ac:spMk id="3" creationId="{8EFDD697-4B67-BC3B-87C7-A0C560D7EF55}"/>
          </ac:spMkLst>
        </pc:spChg>
      </pc:sldChg>
      <pc:sldChg chg="addSp modSp add mod">
        <pc:chgData name="Aleksey Zimin" userId="7f2637d0bc515791" providerId="LiveId" clId="{5F359FD6-B8E9-41DA-90EC-0BA4FD0F3073}" dt="2026-09-30T18:43:24.471" v="3273" actId="14100"/>
        <pc:sldMkLst>
          <pc:docMk/>
          <pc:sldMk cId="1783267886" sldId="573"/>
        </pc:sldMkLst>
        <pc:cxnChg chg="add mod">
          <ac:chgData name="Aleksey Zimin" userId="7f2637d0bc515791" providerId="LiveId" clId="{5F359FD6-B8E9-41DA-90EC-0BA4FD0F3073}" dt="2026-09-30T18:43:24.471" v="3273" actId="14100"/>
          <ac:cxnSpMkLst>
            <pc:docMk/>
            <pc:sldMk cId="1783267886" sldId="573"/>
            <ac:cxnSpMk id="5" creationId="{E08BE467-4AE3-0365-FBA9-5B82756F7E72}"/>
          </ac:cxnSpMkLst>
        </pc:cxnChg>
        <pc:cxnChg chg="add mod">
          <ac:chgData name="Aleksey Zimin" userId="7f2637d0bc515791" providerId="LiveId" clId="{5F359FD6-B8E9-41DA-90EC-0BA4FD0F3073}" dt="2026-09-30T18:43:24.471" v="3273" actId="14100"/>
          <ac:cxnSpMkLst>
            <pc:docMk/>
            <pc:sldMk cId="1783267886" sldId="573"/>
            <ac:cxnSpMk id="6" creationId="{2B8104D7-EBE6-A534-072B-4535CF78A6A3}"/>
          </ac:cxnSpMkLst>
        </pc:cxnChg>
        <pc:cxnChg chg="add mod">
          <ac:chgData name="Aleksey Zimin" userId="7f2637d0bc515791" providerId="LiveId" clId="{5F359FD6-B8E9-41DA-90EC-0BA4FD0F3073}" dt="2026-09-30T18:43:24.471" v="3273" actId="14100"/>
          <ac:cxnSpMkLst>
            <pc:docMk/>
            <pc:sldMk cId="1783267886" sldId="573"/>
            <ac:cxnSpMk id="8" creationId="{0356B296-8783-DC6B-C44E-CB7B2B963AB5}"/>
          </ac:cxnSpMkLst>
        </pc:cxnChg>
        <pc:cxnChg chg="add mod">
          <ac:chgData name="Aleksey Zimin" userId="7f2637d0bc515791" providerId="LiveId" clId="{5F359FD6-B8E9-41DA-90EC-0BA4FD0F3073}" dt="2026-09-30T18:43:24.471" v="3273" actId="14100"/>
          <ac:cxnSpMkLst>
            <pc:docMk/>
            <pc:sldMk cId="1783267886" sldId="573"/>
            <ac:cxnSpMk id="9" creationId="{C812D9D9-CEF1-F84F-4FD1-F6C1674C5271}"/>
          </ac:cxnSpMkLst>
        </pc:cxnChg>
        <pc:cxnChg chg="add mod">
          <ac:chgData name="Aleksey Zimin" userId="7f2637d0bc515791" providerId="LiveId" clId="{5F359FD6-B8E9-41DA-90EC-0BA4FD0F3073}" dt="2026-09-30T18:43:24.471" v="3273" actId="14100"/>
          <ac:cxnSpMkLst>
            <pc:docMk/>
            <pc:sldMk cId="1783267886" sldId="573"/>
            <ac:cxnSpMk id="10" creationId="{0A8AEFB3-2FF8-9A69-70FC-C3CDB87CB6EF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1:1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1 500 24575,'27'-29'0,"-19"19"0,0 1 0,1 0 0,0 1 0,11-8 0,24-16 0,-25 17 0,1 1 0,0 1 0,0 0 0,1 2 0,1 0 0,0 2 0,42-13 0,75-15 0,-90 22 0,98-17 0,-93 23 0,77-23 0,41-8 0,213-33 0,-331 65 0,1 3 0,0 1 0,93 8 0,-28-1 0,6-1 0,144-5 0,-184-10 0,-56 7 0,52-2 0,791 6 0,-425 4 0,-370-2 0,12-1 0,173 19 0,-201-11 0,123-2 0,-128-6 0,0 2 0,95 15 0,46 12 0,166 43 0,-214-44 0,-94-19 0,-1 3 0,82 26 0,-51-8 0,-46-17 0,0 2 0,70 36 0,-96-44 0,0 0 0,0-1 0,0 0 0,1-1 0,-1-1 0,23 2 0,-20-2 0,0-1 0,-1 2 0,0 0 0,1 1 0,15 8 0,30 20 0,-35-17 0,50 20 0,-63-30-273,0 0 0,0 1 0,-1 1 0,14 9 0,-10-5-6553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1:23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1134 24575,'6'-2'0,"-1"0"0,0 0 0,0 0 0,0 0 0,0-1 0,0 0 0,0 0 0,-1 0 0,0-1 0,1 0 0,-1 0 0,0 0 0,5-7 0,0 1 0,70-75 0,-41 42 0,72-63 0,-39 49 0,3 4 0,2 2 0,88-42 0,-102 62 0,197-92 0,-222 109 0,66-14 0,-6 2 0,-34 9 0,72-10 0,-71 16 0,74-23 0,64-26 0,-111 35 0,153-21 0,136-20 0,-307 56 0,145-3 0,-181 12 0,63-12 0,-61 7 0,55-2 0,93-5 0,-10-1 0,425 14 0,-285 1 0,-255 3 0,-1 2 0,113 27 0,5 2 0,195 25 0,-112-5 0,-200-43 0,0 3 0,93 35 0,-44-12 0,-81-27 0,0 2 0,30 17 0,32 14 0,170 71 0,-195-78 0,-2 3 0,78 62 0,139 163 0,-263-246 0,122 95 0,-100-74-1365,-27-29-5461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1:3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1 500 24575,'27'-29'0,"-19"19"0,0 1 0,1 0 0,0 1 0,11-8 0,24-16 0,-25 17 0,1 1 0,0 1 0,0 0 0,1 2 0,1 0 0,0 2 0,42-13 0,75-15 0,-90 22 0,98-17 0,-93 23 0,77-23 0,41-8 0,213-33 0,-331 65 0,1 3 0,0 1 0,93 8 0,-28-1 0,6-1 0,144-5 0,-184-10 0,-56 7 0,52-2 0,791 6 0,-425 4 0,-370-2 0,12-1 0,173 19 0,-201-11 0,123-2 0,-128-6 0,0 2 0,95 15 0,46 12 0,166 43 0,-214-44 0,-94-19 0,-1 3 0,82 26 0,-51-8 0,-46-17 0,0 2 0,70 36 0,-96-44 0,0 0 0,0-1 0,0 0 0,1-1 0,-1-1 0,23 2 0,-20-2 0,0-1 0,-1 2 0,0 0 0,1 1 0,15 8 0,30 20 0,-35-17 0,50 20 0,-63-30-273,0 0 0,0 1 0,-1 1 0,14 9 0,-10-5-6553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1:34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1134 24575,'6'-2'0,"-1"0"0,0 0 0,0 0 0,0 0 0,0-1 0,0 0 0,0 0 0,-1 0 0,0-1 0,1 0 0,-1 0 0,0 0 0,5-7 0,0 1 0,70-75 0,-41 42 0,72-63 0,-39 49 0,3 4 0,2 2 0,88-42 0,-102 62 0,197-92 0,-222 109 0,66-14 0,-6 2 0,-34 9 0,72-10 0,-71 16 0,74-23 0,64-26 0,-111 35 0,153-21 0,136-20 0,-307 56 0,145-3 0,-181 12 0,63-12 0,-61 7 0,55-2 0,93-5 0,-10-1 0,425 14 0,-285 1 0,-255 3 0,-1 2 0,113 27 0,5 2 0,195 25 0,-112-5 0,-200-43 0,0 3 0,93 35 0,-44-12 0,-81-27 0,0 2 0,30 17 0,32 14 0,170 71 0,-195-78 0,-2 3 0,78 62 0,139 163 0,-263-246 0,122 95 0,-100-74-1365,-27-29-5461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2:05.81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2018 24575,'2'-1'0,"1"-1"0,-1 1 0,0-1 0,0 0 0,0 0 0,0 0 0,0 0 0,0 0 0,0-1 0,0 1 0,-1-1 0,0 1 0,1-1 0,-1 1 0,0-1 0,0 0 0,1-4 0,2-4 0,23-49 0,-17 36 0,1 0 0,0 1 0,2 0 0,0 1 0,21-25 0,4 0 0,45-75 0,-24 33 0,26-42 0,-46 67 0,78-95 0,-40 68 0,93-100 0,145-67 0,-203 170 0,-40 30 0,103-64 0,-111 83 0,2 4 0,2 2 0,0 3 0,108-31 0,-24 15 0,-104 29 0,1 2 0,0 2 0,1 2 0,0 3 0,73-4 0,1063 15 0,-1141-1 0,0 3 0,71 15 0,46 6 0,-74-18 0,102 22 0,-110-13 0,55 10 0,171 59 0,-193-46 0,-7-5 0,-2 6 0,107 57 0,-56-15 0,157 97 0,-152-55 0,-49-35 0,-81-63 0,-1 1 0,-1 1 0,-2 1 0,-1 1 0,31 50 0,39 50 0,-73-108 0,1 0 0,1-1 0,31 21 0,-22-18 0,30 30 0,-53-44 0,0 0 0,-1 0 0,0 1 0,-1 0 0,0 0 0,11 24 0,-6-3 0,0 0 0,-2 1 0,-2 1 0,-1-1 0,-2 1 0,-1 1 0,0 36 0,-3-51 44,0-1 0,8 28 0,2 29-1541,-10-54-5329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7:52:11.10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3150 24575,'12'-1'0,"0"0"0,1-1 0,-1 0 0,0-1 0,0 0 0,18-7 0,71-39 0,-12 7 0,30-6 0,1005-437 0,-184 48 0,-739 352 0,838-341 0,-304 159 0,-556 202 0,1005-348 0,-690 276 0,-204 60 0,-238 63 0,584-146 0,-297 101 0,157-35 0,-444 82 0,352-77 0,7 31 0,-296 48 0,148-6 0,817-12 0,189 0 0,-942 14 0,5 1 0,-57 12 0,668 31 0,73 97 0,-246-47 0,-306-38 0,-304-27 0,247 55 0,-24-5 0,-171-32 0,24 2 0,119 22 0,20-5 0,-114-21 0,-78-9 0,-86-12 0,99 24 0,431 82 0,-521-105 0,247 43 0,-94 4 0,228 41 0,428 88 0,-471-111 0,69 13 0,-15 30 0,-254-56 0,687 239 0,-337-23 0,-484-215 0,188 142 0,-85-25 0,-153-123 0,-47-45 0,0 0 0,0-1 0,1 0 0,0-1 0,29 17 0,-10-9 0,-1 2 0,-1 1 0,41 38 0,19 14 0,-72-60 0,-1 0 0,0 2 0,-1 0 0,-1 1 0,0 1 0,-2 0 0,0 1 0,-1 0 0,11 23 0,-1-4-1365,-11-25-5461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3:33:37.90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36 24575,'15'-1'0,"1"-1"0,-1 0 0,26-8 0,29-4 0,347 7 0,-230 10 0,-128-3 0,0 3 0,87 14 0,5 0 0,-5-1 0,-111-11 0,57-1 0,-65-3 0,1 0 0,0 1 0,46 11 0,-8 0 0,-53-12 0,-1 0 0,0 2 0,0-1 0,0 2 0,0-1 0,0 2 0,20 10 0,11 9 0,1-3 0,0-1 0,88 26 0,-93-36 0,79 10 0,-1-1 0,-31-1 0,198 54 0,-236-58 0,74 9 0,17 5 0,5 22 0,-103-34 0,1-1 0,0-2 0,52 8 0,-55-13 0,0 2 0,-1 1 0,-1 2 0,48 23 0,-28-11 0,4-2 0,-41-17 0,-1 1 0,0 1 0,0 1 0,0 1 0,-1 0 0,-1 1 0,30 25 0,-34-25 0,1 0 0,1-1 0,0 0 0,18 8 0,39 26 0,-57-33 0,0-2 0,0 0 0,1-1 0,0-1 0,30 10 0,88 17 0,70 21 0,-151-39 0,1-2 0,1-3 0,76 6 0,-30-3 0,-55-6 0,71 1 0,-51-10 0,-40 0 0,0 0 0,0 2 0,0 0 0,0 2 0,29 7 0,-26-3 0,0-2 0,0-1 0,1-2 0,37 0 0,24 1 0,0 12 0,-65-10 0,-1 0 0,32 1 0,-9-5 0,-8-1 0,-1 2 0,0 1 0,40 10 0,-51-8 0,0-2 0,1 0 0,32-2 0,-35-2 0,0 2 0,-1 0 0,1 2 0,28 7 0,-14-1 0,0-2 0,59 3 0,32 5 0,-43 2 0,88 14 0,21-1 0,-185-29 0,-1 1 0,1 0 0,-1 0 0,0 1 0,1 1 0,-1 0 0,-1 0 0,1 1 0,-1 1 0,0 0 0,0 0 0,0 1 0,-1 0 0,0 0 0,12 13 0,31 42 0,-23-30 0,-2 2 0,-1 1 0,24 41 0,-32-45 0,-2 1 0,0 0 0,-3 1 0,0 1 0,8 42 0,-9-23 0,-5-25 0,-1 1 0,3 57 0,-7-39 0,-3 0 0,-1 0 0,-18 91 0,18-124 0,-1 0 0,-1 0 0,-1 0 0,0-1 0,0 1 0,-1-1 0,-1-1 0,0 1 0,-15 18 0,9-12 0,0 0 0,0 1 0,-15 38 0,-10 16 0,28-53 0,1 0 0,0 1 0,2 0 0,0 1 0,-5 41 0,3-21 0,-2 19 0,10-48 0,-1 0 0,-1 0 0,0-1 0,0 1 0,-2-1 0,0 0 0,0 0 0,-1 0 0,0-1 0,-1 0 0,-10 13 0,-7 3 0,-1-1 0,-1-1 0,-2-1 0,-30 20 0,-22 9 0,-112 56 0,175-101 0,-2-1 0,0-1 0,0 0 0,0-2 0,-1 0 0,-25 2 0,-6 2 0,24-5 0,-1-1 0,-29 0 0,33-3 0,0 2 0,0 0 0,-30 8 0,2 0 0,0-3 0,0-2 0,-1-2 0,-81-5 0,68-1 0,0 4 0,-78 10 0,59-2 0,-104-1 0,36-3 0,14 10 0,-44 2 0,157-17 0,-210-4 0,192 1 0,0-3 0,0-1 0,-55-17 0,6 1 0,64 18 0,1-2 0,-1-1 0,-43-19 0,57 17 0,1 1 0,0-2 0,0 0 0,1-1 0,0 0 0,1-1 0,1 0 0,0-1 0,1 0 0,0-1 0,1 0 0,-9-21 0,-1 0 0,-26-38 0,25 43 0,-28-57 0,40 71 0,0 0 0,1-1 0,1 0 0,1-1 0,0 1 0,2-1 0,-3-23 0,-9-96 0,8 91 0,-2-64 0,8 43 0,4-127 0,1 175 0,0 1 0,2 0 0,0 0 0,1 1 0,1 0 0,1 0 0,0 1 0,14-19 0,-17 28 0,0 0 0,1 0 0,0 1 0,0 0 0,0 0 0,1 1 0,0 0 0,1 1 0,-1-1 0,17-6 0,-7 4 0,0 2 0,1 0 0,0 0 0,28-3 0,24-4 0,-42 6 0,1 2 0,40-2 0,-29 7 0,-4 0 0,0-2 0,47-8 0,16-3 0,0 5 0,190 7 0,-121 4 0,1777-3 0,-1913-3 0,-1-2 0,0-1 0,0-1 0,-1-1 0,0-2 0,55-26 0,32-10 0,-92 36 0,0-2 0,48-29 0,-51 27 0,0 1 0,1 0 0,44-14 0,-25 14 0,0-1 0,-1-3 0,0-1 0,73-45 0,-88 43 0,42-42 0,-47 40 0,1 2 0,37-27 0,-8 17 0,-35 20 0,1 0 0,-2-1 0,1 0 0,-1-2 0,-1 1 0,23-26 0,-28 26 0,1 1 0,1 1 0,0 0 0,16-10 0,23-20 0,-6 3 0,1 3 0,61-35 0,-69 45 0,-21 14 0,1 2 0,0 0 0,1 1 0,35-9 0,-36 12 0,0-1 0,0-1 0,-1 0 0,0-2 0,28-15 0,-30 14 0,1 1 0,0 1 0,0 1 0,1 0 0,0 1 0,0 1 0,24-3 0,6-2 0,18-6 0,0 4 0,1 2 0,92-1 0,-95 10 0,-1-3 0,74-13 0,-45 5 0,1 5 0,145 7 0,-82 2 0,227-3-1365,-354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2T13:33:37.90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36 24575,'15'-1'0,"1"-1"0,-1 0 0,26-8 0,29-4 0,347 7 0,-230 10 0,-128-3 0,0 3 0,87 14 0,5 0 0,-5-1 0,-111-11 0,57-1 0,-65-3 0,1 0 0,0 1 0,46 11 0,-8 0 0,-53-12 0,-1 0 0,0 2 0,0-1 0,0 2 0,0-1 0,0 2 0,20 10 0,11 9 0,1-3 0,0-1 0,88 26 0,-93-36 0,79 10 0,-1-1 0,-31-1 0,198 54 0,-236-58 0,74 9 0,17 5 0,5 22 0,-103-34 0,1-1 0,0-2 0,52 8 0,-55-13 0,0 2 0,-1 1 0,-1 2 0,48 23 0,-28-11 0,4-2 0,-41-17 0,-1 1 0,0 1 0,0 1 0,0 1 0,-1 0 0,-1 1 0,30 25 0,-34-25 0,1 0 0,1-1 0,0 0 0,18 8 0,39 26 0,-57-33 0,0-2 0,0 0 0,1-1 0,0-1 0,30 10 0,88 17 0,70 21 0,-151-39 0,1-2 0,1-3 0,76 6 0,-30-3 0,-55-6 0,71 1 0,-51-10 0,-40 0 0,0 0 0,0 2 0,0 0 0,0 2 0,29 7 0,-26-3 0,0-2 0,0-1 0,1-2 0,37 0 0,24 1 0,0 12 0,-65-10 0,-1 0 0,32 1 0,-9-5 0,-8-1 0,-1 2 0,0 1 0,40 10 0,-51-8 0,0-2 0,1 0 0,32-2 0,-35-2 0,0 2 0,-1 0 0,1 2 0,28 7 0,-14-1 0,0-2 0,59 3 0,32 5 0,-43 2 0,88 14 0,21-1 0,-185-29 0,-1 1 0,1 0 0,-1 0 0,0 1 0,1 1 0,-1 0 0,-1 0 0,1 1 0,-1 1 0,0 0 0,0 0 0,0 1 0,-1 0 0,0 0 0,12 13 0,31 42 0,-23-30 0,-2 2 0,-1 1 0,24 41 0,-32-45 0,-2 1 0,0 0 0,-3 1 0,0 1 0,8 42 0,-9-23 0,-5-25 0,-1 1 0,3 57 0,-7-39 0,-3 0 0,-1 0 0,-18 91 0,18-124 0,-1 0 0,-1 0 0,-1 0 0,0-1 0,0 1 0,-1-1 0,-1-1 0,0 1 0,-15 18 0,9-12 0,0 0 0,0 1 0,-15 38 0,-10 16 0,28-53 0,1 0 0,0 1 0,2 0 0,0 1 0,-5 41 0,3-21 0,-2 19 0,10-48 0,-1 0 0,-1 0 0,0-1 0,0 1 0,-2-1 0,0 0 0,0 0 0,-1 0 0,0-1 0,-1 0 0,-10 13 0,-7 3 0,-1-1 0,-1-1 0,-2-1 0,-30 20 0,-22 9 0,-112 56 0,175-101 0,-2-1 0,0-1 0,0 0 0,0-2 0,-1 0 0,-25 2 0,-6 2 0,24-5 0,-1-1 0,-29 0 0,33-3 0,0 2 0,0 0 0,-30 8 0,2 0 0,0-3 0,0-2 0,-1-2 0,-81-5 0,68-1 0,0 4 0,-78 10 0,59-2 0,-104-1 0,36-3 0,14 10 0,-44 2 0,157-17 0,-210-4 0,192 1 0,0-3 0,0-1 0,-55-17 0,6 1 0,64 18 0,1-2 0,-1-1 0,-43-19 0,57 17 0,1 1 0,0-2 0,0 0 0,1-1 0,0 0 0,1-1 0,1 0 0,0-1 0,1 0 0,0-1 0,1 0 0,-9-21 0,-1 0 0,-26-38 0,25 43 0,-28-57 0,40 71 0,0 0 0,1-1 0,1 0 0,1-1 0,0 1 0,2-1 0,-3-23 0,-9-96 0,8 91 0,-2-64 0,8 43 0,4-127 0,1 175 0,0 1 0,2 0 0,0 0 0,1 1 0,1 0 0,1 0 0,0 1 0,14-19 0,-17 28 0,0 0 0,1 0 0,0 1 0,0 0 0,0 0 0,1 1 0,0 0 0,1 1 0,-1-1 0,17-6 0,-7 4 0,0 2 0,1 0 0,0 0 0,28-3 0,24-4 0,-42 6 0,1 2 0,40-2 0,-29 7 0,-4 0 0,0-2 0,47-8 0,16-3 0,0 5 0,190 7 0,-121 4 0,1777-3 0,-1913-3 0,-1-2 0,0-1 0,0-1 0,-1-1 0,0-2 0,55-26 0,32-10 0,-92 36 0,0-2 0,48-29 0,-51 27 0,0 1 0,1 0 0,44-14 0,-25 14 0,0-1 0,-1-3 0,0-1 0,73-45 0,-88 43 0,42-42 0,-47 40 0,1 2 0,37-27 0,-8 17 0,-35 20 0,1 0 0,-2-1 0,1 0 0,-1-2 0,-1 1 0,23-26 0,-28 26 0,1 1 0,1 1 0,0 0 0,16-10 0,23-20 0,-6 3 0,1 3 0,61-35 0,-69 45 0,-21 14 0,1 2 0,0 0 0,1 1 0,35-9 0,-36 12 0,0-1 0,0-1 0,-1 0 0,0-2 0,28-15 0,-30 14 0,1 1 0,0 1 0,0 1 0,1 0 0,0 1 0,0 1 0,24-3 0,6-2 0,18-6 0,0 4 0,1 2 0,92-1 0,-95 10 0,-1-3 0,74-13 0,-45 5 0,1 5 0,145 7 0,-82 2 0,227-3-1365,-354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6:40:34.17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32 24575,'4'2'0,"-1"1"0,1-1 0,-1 0 0,1 0 0,0 0 0,0 0 0,0-1 0,0 0 0,0 1 0,0-1 0,7 0 0,52 4 0,-47-4 0,509 2 0,-269-6 0,-225 4 0,0-3 0,0 0 0,53-11 0,27-4 0,-25 5 0,-15 4 0,1 2 0,126 7 0,-68 2 0,296-3 0,-402 3 0,-1 0 0,1 2 0,-1 0 0,0 2 0,-1 0 0,36 18 0,13 2 0,132 29 0,-142-42 0,-1 2 0,109 46 0,172 72 0,-304-118 0,-1 1 0,65 41 0,16 9 0,69 33 0,-34-30 0,-62-37 0,-62-24 0,1 1 0,47 26 0,-36-16 0,2-1 0,86 26 0,-39-15 0,-49-18 0,1-1 0,0-3 0,0-1 0,52 2 0,79 20 0,-38-4 0,31 2 0,-55-1 0,-82-18 0,-1-1 0,1-1 0,40 2 0,144-9 0,62 3 0,-99 25 0,-103-17 0,-18-2 0,87 2 0,233 6 0,52-4 0,-288-13 0,-109 3 0,0 2 0,-1 1 0,1 1 0,45 17 0,-38-12 0,-29-9 0,1 2 0,-1-1 0,0 1 0,0 0 0,0 1 0,0-1 0,-1 1 0,1 1 0,5 6 0,51 63 0,-19-22 0,-31-38 0,-1 0 0,0 0 0,-1 1 0,-1 1 0,0 0 0,-1 1 0,-1-1 0,-1 1 0,-1 1 0,0 0 0,6 35 0,-5-24 0,2 1 0,17 38 0,-14-39 0,16 62 0,-2-6 0,-19-67 0,-1 1 0,-1-1 0,0 1 0,2 32 0,-6 166 0,-3-101 0,0-86 0,-1 0 0,-2-1 0,-2 1 0,-17 50 0,-8 40 0,26-84 0,-1 0 0,-2-1 0,-2 0 0,-1-1 0,-2 0 0,-20 36 0,20-54 0,0-1 0,-1-1 0,-1-1 0,0 0 0,-1-1 0,-30 17 0,38-23 0,-52 32 0,-83 40 0,126-69 0,0 1 0,1 1 0,-29 25 0,27-20 0,-1-1 0,-24 14 0,8-9 0,-1-2 0,-1-2 0,0-1 0,-61 16 0,61-21 0,-1-2 0,0-2 0,0-2 0,-46 1 0,63-4 0,1 0 0,-36 8 0,34-6 0,-46 5 0,26-8 0,1 2 0,-1 2 0,1 2 0,-43 12 0,54-11 0,-1-2 0,0-1 0,-48 1 0,-101-9 0,60 0 0,-52 6 0,-183-6 0,257-11 0,63 8 0,-61-2 0,43 8 0,-1-2 0,1-2 0,0-3 0,-58-15 0,70 11 0,-50-22 0,76 26 0,0-1 0,1-1 0,0 0 0,0-1 0,-24-22 0,-107-94 0,117 102 0,-38-26 0,41 33 0,1-2 0,-34-33 0,-119-107 0,161 142 0,2 0 0,0-2 0,1 0 0,1 0 0,1-1 0,0-1 0,2 0 0,0-1 0,1 0 0,2 0 0,0-1 0,1 0 0,2 0 0,0 0 0,2 0 0,-1-36 0,3 22 0,0-1 0,6-52 0,-4 76 0,1 1 0,0-1 0,1 1 0,0 0 0,1 0 0,1 1 0,10-19 0,-8 18 0,0 0 0,1 1 0,0 0 0,1 0 0,1 1 0,0 0 0,0 1 0,1 0 0,0 1 0,1 1 0,0 0 0,0 0 0,26-10 0,-13 6 0,0-2 0,43-31 0,-2 1 0,-17 19 0,0 2 0,2 3 0,0 2 0,64-13 0,-43 11 0,-61 16 0,27-8 0,0 2 0,1 1 0,1 2 0,59-2 0,-66 7 0,58-10 0,-57 7 0,53-3 0,1406 9 0,-1472 0 0,-1 2 0,1 0 0,-1 2 0,35 11 0,-33-9 0,0-1 0,1 0 0,36 2 0,300 21 0,-235-16 0,55 1 0,-127-10 0,0 2 0,0 3 0,-1 2 0,59 20 0,-48-14 0,-48-12 0,1 0 0,-1 2 0,0-1 0,-1 2 0,1 0 0,-2 1 0,1 0 0,-1 1 0,12 12 0,1 3 0,-1 2 0,40 57 0,-54-68 0,-2-6 0,-1 1 0,0 0 0,-1 0 0,0 1 0,0 0 0,-2 0 0,1 1 0,-2-1 0,1 1 0,-2 0 0,0 0 0,3 22 0,7 96 0,0 19 0,-11-45 0,-6 171 0,3-266 0,-1 0 0,0 0 0,-1 0 0,0 0 0,0 0 0,-1-1 0,0 0 0,-1 0 0,0 0 0,-10 14 0,-8 5 0,-44 43 0,11-13 0,11-11 0,-3-3 0,-1-2 0,-2-2 0,-91 54 0,108-76 0,-1-1 0,-1-2 0,0-2 0,-2-1 0,1-1 0,-44 5 0,-24 9 0,-49 2 0,99-19 0,-56 16 0,78-17 0,-1-2 0,0 0 0,-47-1 0,37-2 0,-56 8 0,50-3 0,0-3 0,-80-3 0,78-3 0,0 3 0,-66 10 0,45-2 0,-112-1 0,109-7 0,-99 14 0,97-6 0,-148-3 0,144-7 0,-126 15 0,114-5 0,-179-5 0,148-6 0,73-1 0,1-2 0,-69-16 0,70 11 0,-1 2 0,-73-2 0,77 7 0,1-2 0,-1-1 0,-54-16 0,23 5 0,66 14 0,1 0 0,-1 0 0,1-2 0,0 1 0,0-1 0,0-1 0,1 0 0,-14-10 0,-1-5 0,-40-42 0,41 38 0,-51-39 0,0-10 0,-76-82 0,140 142 0,-21-22 0,2-2 0,-43-72 0,62 88 0,2 9 0,1 0 0,1-1 0,0 0 0,1-1 0,1 1 0,0-1 0,1 0 0,0-1 0,1 1 0,-1-24 0,7-459 0,-1 461 0,2 0 0,2 0 0,1 1 0,2 0 0,1 0 0,26-58 0,-27 76 0,1 1 0,1 0 0,0 1 0,17-19 0,6-7 0,88-112 0,-105 135 0,1 1 0,1 1 0,1 1 0,0 1 0,38-22 0,-47 30 0,0 0 0,0-1 0,11-12 0,-12 11 0,0 1 0,1 0 0,15-9 0,-5 6 0,-1-1 0,0-1 0,19-16 0,-15 11 0,1 1 0,42-21 0,0 0 0,-15 9 0,-39 23 0,0 0 0,0-2 0,-1 0 0,0 0 0,16-15 0,19-24 0,-13 11 0,1 2 0,2 2 0,1 1 0,53-32 0,-36 31 0,109-45 0,-115 58 0,-7 1 0,1 3 0,72-16 0,-66 21 0,-19 4 0,0 1 0,55-3 0,-34 6 0,50-10 0,-50 6 0,56-1 0,-19 9 0,95-4 0,-108-11 0,-54 8 0,0 1 0,32-1 0,360 4 0,-195 2 0,-191 1 0,0 0 0,33 8 0,-30-4 0,46 2 0,655-6 0,-356-4 0,564 2 0,-897-3 0,72-12 0,-50 5 0,-12 2 0,11-1 0,89-3 0,-107 12 0,30 1 0,134-17 0,-57 3 0,-100 11 0,59-11 0,-40 4 0,-1 4 0,128 6 0,-71 1 0,-46 0 0,89-4 0,-86-12 0,-56 9 0,50-4 0,-24 9-17,-29 1-433,0-1 1,34-6 0,-32 0-6377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02.306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1 185 24575,'12'-1'0,"0"-1"0,0 0 0,19-5 0,22-4 0,80-1 0,178-22 0,-183 19 0,0 6 0,167 10 0,-112 1 0,-106-1 0,73-1 0,156-19 0,-152 6 0,220 11 0,-172 5 0,3138-3 0,-3298 3 0,-1 1 0,1 2 0,51 15 0,22 4 0,76 12 0,-108-13 0,19 5 0,0-6 0,114 43 0,-180-55 0,51 13 0,-66-20 0,1 2 0,-1 0 0,0 1 0,-1 1 0,1 1 0,-2 1 0,25 15 0,35 26 0,3-3 0,1-4 0,104 38 0,-126-56 0,-19-11 0,1-1 0,85 16 0,-62-16 0,113 36 0,-108-25 0,-22-7 0,67 15 0,121 36 0,-201-62 0,-2 1 0,1-2 0,0-1 0,38 0 0,-69-5 0,34-1 0,-1 1 0,1 2 0,-1 1 0,0 3 0,68 17 0,-75-15 0,0-1 0,0-1 0,50 2 0,-49-6 0,1 1 0,-1 2 0,36 10 0,-30-5 0,0-2 0,1-2 0,70 3 0,-89-8 0,106 12 0,-67-5 0,60-1 0,-22-7 0,672-30 0,-574 12 0,116-15 0,-87-9 0,-133 23 0,1 3 0,164-7 0,-226 20 0,0 0 0,-1-2 0,0-1 0,0-1 0,0-2 0,-1-1 0,27-13 0,23-7 0,-50 20 0,6-1 0,43-23 0,-43 16 0,1 2 0,38-13 0,-53 22 0,-1-2 0,0 0 0,-1-1 0,0-1 0,21-17 0,-15 12 0,46-27 0,6 1 0,-44 23 0,55-23 0,44-7 0,98-42 0,-193 79 0,0 0 0,1 2 0,67-9 0,23-7 0,-16-4 0,101-25 0,-168 47 0,1 1 0,86-1 0,-87 6 0,69-11 0,24-2 0,-86 14 0,88-15 0,-91 9 0,-1 3 0,54 2 0,-50 2 0,85-11 0,-42 0 0,96-1 0,30-2 0,-54 2 0,190 11 0,-156 4 0,-143-4 0,-1-3 0,60-10 0,-28 4 0,1 4 0,132 7 0,-85 2 0,1617-3 0,-1562 16 0,-17-1 0,50-15-1365,-198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02.306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1 185 24575,'12'-1'0,"0"-1"0,0 0 0,19-5 0,22-4 0,80-1 0,178-22 0,-183 19 0,0 6 0,167 10 0,-112 1 0,-106-1 0,73-1 0,156-19 0,-152 6 0,220 11 0,-172 5 0,3138-3 0,-3298 3 0,-1 1 0,1 2 0,51 15 0,22 4 0,76 12 0,-108-13 0,19 5 0,0-6 0,114 43 0,-180-55 0,51 13 0,-66-20 0,1 2 0,-1 0 0,0 1 0,-1 1 0,1 1 0,-2 1 0,25 15 0,35 26 0,3-3 0,1-4 0,104 38 0,-126-56 0,-19-11 0,1-1 0,85 16 0,-62-16 0,113 36 0,-108-25 0,-22-7 0,67 15 0,121 36 0,-201-62 0,-2 1 0,1-2 0,0-1 0,38 0 0,-69-5 0,34-1 0,-1 1 0,1 2 0,-1 1 0,0 3 0,68 17 0,-75-15 0,0-1 0,0-1 0,50 2 0,-49-6 0,1 1 0,-1 2 0,36 10 0,-30-5 0,0-2 0,1-2 0,70 3 0,-89-8 0,106 12 0,-67-5 0,60-1 0,-22-7 0,672-30 0,-574 12 0,116-15 0,-87-9 0,-133 23 0,1 3 0,164-7 0,-226 20 0,0 0 0,-1-2 0,0-1 0,0-1 0,0-2 0,-1-1 0,27-13 0,23-7 0,-50 20 0,6-1 0,43-23 0,-43 16 0,1 2 0,38-13 0,-53 22 0,-1-2 0,0 0 0,-1-1 0,0-1 0,21-17 0,-15 12 0,46-27 0,6 1 0,-44 23 0,55-23 0,44-7 0,98-42 0,-193 79 0,0 0 0,1 2 0,67-9 0,23-7 0,-16-4 0,101-25 0,-168 47 0,1 1 0,86-1 0,-87 6 0,69-11 0,24-2 0,-86 14 0,88-15 0,-91 9 0,-1 3 0,54 2 0,-50 2 0,85-11 0,-42 0 0,96-1 0,30-2 0,-54 2 0,190 11 0,-156 4 0,-143-4 0,-1-3 0,60-10 0,-28 4 0,1 4 0,132 7 0,-85 2 0,1617-3 0,-1562 16 0,-17-1 0,50-15-1365,-198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11.024"/>
    </inkml:context>
    <inkml:brush xml:id="br0">
      <inkml:brushProperty name="width" value="0.035" units="cm"/>
      <inkml:brushProperty name="height" value="0.035" units="cm"/>
      <inkml:brushProperty name="color" value="#77933C"/>
    </inkml:brush>
  </inkml:definitions>
  <inkml:trace contextRef="#ctx0" brushRef="#br0">0 778 24575,'804'23'0,"-217"-14"0,-346-11 0,-191 2 0,404-18 0,-283 5 0,211 11 0,-169 5 0,2836-3 0,-3020 2 0,1 1 0,33 7 0,-31-4 0,50 3 0,369-8 0,-216-2 0,-212-1 0,0 0 0,39-9 0,-38 5 0,1 2 0,29-1 0,-23 3 0,-1-2 0,0-1 0,0-1 0,0-1 0,32-13 0,140-66 0,-199 84 0,34-18 0,-1-3 0,-1-1 0,-1-1 0,-2-2 0,0-1 0,38-44 0,11 2 0,-6 19 0,-56 39 0,-1 0 0,28-23 0,-32 25 0,0 0 0,1 1 0,0 1 0,1 1 0,0 0 0,0 1 0,0 0 0,26-4 0,54-22 0,-76 23 0,0 0 0,1 1 0,0 1 0,0 1 0,1 1 0,-1 1 0,44-2 0,-22 3 0,46-8 0,-47 5 0,53-2 0,-68 6 0,0 0 0,32-9 0,37-3 0,44-1 0,-80 7 0,70 0 0,2292 10 0,-1378-3 0,-1035 2 0,-1-1 0,1 2 0,0-1 0,-1 1 0,1 0 0,-1 1 0,1 0 0,-1 0 0,12 7 0,5 6 0,36 27 0,5 4 0,-24-20 0,-1 2 0,-2 1 0,-1 2 0,-1 1 0,44 53 0,-42-39 0,91 81 0,-115-116 0,1 0 0,0 0 0,1-2 0,0 0 0,1-1 0,0-1 0,0 0 0,0-1 0,1-1 0,25 4 0,91 15 0,173 54 0,-42-6 0,-226-67 0,1 0 0,0-3 0,0-1 0,58-6 0,-12 2 0,0 0 0,171 21 0,-163-8 0,0-5 0,128-8 0,-69-1 0,688 4 0,-787 1 0,57 11 0,57 2 0,1928-16 0,-2075 0 0,1-2 0,39-8 0,-38 6 0,1 0 0,32 0 0,24 4 0,-23 2 0,0-3 0,0-3 0,83-16 0,-96 10-341,1 3 0,1 1-1,72 0 1,-93 7-6485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02.306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1 185 24575,'12'-1'0,"0"-1"0,0 0 0,19-5 0,22-4 0,80-1 0,178-22 0,-183 19 0,0 6 0,167 10 0,-112 1 0,-106-1 0,73-1 0,156-19 0,-152 6 0,220 11 0,-172 5 0,3138-3 0,-3298 3 0,-1 1 0,1 2 0,51 15 0,22 4 0,76 12 0,-108-13 0,19 5 0,0-6 0,114 43 0,-180-55 0,51 13 0,-66-20 0,1 2 0,-1 0 0,0 1 0,-1 1 0,1 1 0,-2 1 0,25 15 0,35 26 0,3-3 0,1-4 0,104 38 0,-126-56 0,-19-11 0,1-1 0,85 16 0,-62-16 0,113 36 0,-108-25 0,-22-7 0,67 15 0,121 36 0,-201-62 0,-2 1 0,1-2 0,0-1 0,38 0 0,-69-5 0,34-1 0,-1 1 0,1 2 0,-1 1 0,0 3 0,68 17 0,-75-15 0,0-1 0,0-1 0,50 2 0,-49-6 0,1 1 0,-1 2 0,36 10 0,-30-5 0,0-2 0,1-2 0,70 3 0,-89-8 0,106 12 0,-67-5 0,60-1 0,-22-7 0,672-30 0,-574 12 0,116-15 0,-87-9 0,-133 23 0,1 3 0,164-7 0,-226 20 0,0 0 0,-1-2 0,0-1 0,0-1 0,0-2 0,-1-1 0,27-13 0,23-7 0,-50 20 0,6-1 0,43-23 0,-43 16 0,1 2 0,38-13 0,-53 22 0,-1-2 0,0 0 0,-1-1 0,0-1 0,21-17 0,-15 12 0,46-27 0,6 1 0,-44 23 0,55-23 0,44-7 0,98-42 0,-193 79 0,0 0 0,1 2 0,67-9 0,23-7 0,-16-4 0,101-25 0,-168 47 0,1 1 0,86-1 0,-87 6 0,69-11 0,24-2 0,-86 14 0,88-15 0,-91 9 0,-1 3 0,54 2 0,-50 2 0,85-11 0,-42 0 0,96-1 0,30-2 0,-54 2 0,190 11 0,-156 4 0,-143-4 0,-1-3 0,60-10 0,-28 4 0,1 4 0,132 7 0,-85 2 0,1617-3 0,-1562 16 0,-17-1 0,50-15-1365,-198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11.024"/>
    </inkml:context>
    <inkml:brush xml:id="br0">
      <inkml:brushProperty name="width" value="0.035" units="cm"/>
      <inkml:brushProperty name="height" value="0.035" units="cm"/>
      <inkml:brushProperty name="color" value="#77933C"/>
    </inkml:brush>
  </inkml:definitions>
  <inkml:trace contextRef="#ctx0" brushRef="#br0">0 778 24575,'804'23'0,"-217"-14"0,-346-11 0,-191 2 0,404-18 0,-283 5 0,211 11 0,-169 5 0,2836-3 0,-3020 2 0,1 1 0,33 7 0,-31-4 0,50 3 0,369-8 0,-216-2 0,-212-1 0,0 0 0,39-9 0,-38 5 0,1 2 0,29-1 0,-23 3 0,-1-2 0,0-1 0,0-1 0,0-1 0,32-13 0,140-66 0,-199 84 0,34-18 0,-1-3 0,-1-1 0,-1-1 0,-2-2 0,0-1 0,38-44 0,11 2 0,-6 19 0,-56 39 0,-1 0 0,28-23 0,-32 25 0,0 0 0,1 1 0,0 1 0,1 1 0,0 0 0,0 1 0,0 0 0,26-4 0,54-22 0,-76 23 0,0 0 0,1 1 0,0 1 0,0 1 0,1 1 0,-1 1 0,44-2 0,-22 3 0,46-8 0,-47 5 0,53-2 0,-68 6 0,0 0 0,32-9 0,37-3 0,44-1 0,-80 7 0,70 0 0,2292 10 0,-1378-3 0,-1035 2 0,-1-1 0,1 2 0,0-1 0,-1 1 0,1 0 0,-1 1 0,1 0 0,-1 0 0,12 7 0,5 6 0,36 27 0,5 4 0,-24-20 0,-1 2 0,-2 1 0,-1 2 0,-1 1 0,44 53 0,-42-39 0,91 81 0,-115-116 0,1 0 0,0 0 0,1-2 0,0 0 0,1-1 0,0-1 0,0 0 0,0-1 0,1-1 0,25 4 0,91 15 0,173 54 0,-42-6 0,-226-67 0,1 0 0,0-3 0,0-1 0,58-6 0,-12 2 0,0 0 0,171 21 0,-163-8 0,0-5 0,128-8 0,-69-1 0,688 4 0,-787 1 0,57 11 0,57 2 0,1928-16 0,-2075 0 0,1-2 0,39-8 0,-38 6 0,1 0 0,32 0 0,24 4 0,-23 2 0,0-3 0,0-3 0,83-16 0,-96 10-341,1 3 0,1 1-1,72 0 1,-93 7-6485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1:37.266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1 63 24575,'794'-18'0,"112"5"0,-588 15 0,89-26 0,-286 15 0,158 9 0,-112 2 0,3597-2 0,-3738 3 0,0 1 0,0 1 0,-1 1 0,0 1 0,0 1 0,26 13 0,0-2 0,182 79 0,-218-90 0,1 1 0,-2 1 0,26 22 0,13 8 0,-36-27 0,-1 0 0,0 0 0,-1 2 0,-1 0 0,0 1 0,17 26 0,-10-14 0,135 194 0,-117-164 0,1-6 0,-28-38 0,-1 0 0,0 1 0,11 23 0,11 36 0,14 26 0,-31-67 0,-2 1 0,-1 0 0,10 41 0,5 12 0,1 22 0,-21-76 0,-2 0 0,2-1 0,1 0 0,2 0 0,1-1 0,1 0 0,34 55 0,-7-18 0,-30-50 0,1 1 0,0-1 0,24 28 0,5 6 0,-33-41 0,0 0 0,1-1 0,16 15 0,-20-21 0,0-1 0,1 0 0,-1 0 0,1 0 0,0 0 0,-1-1 0,1 0 0,1 0 0,-1 0 0,0-1 0,0 0 0,9 1 0,27 5 0,60 18 0,27 4 0,81 2 0,-120-18 0,-47-7 0,66 4 0,-59-10 0,0 3 0,62 10 0,-36-3 0,-1-4 0,149-7 0,-83-2 0,306 3 0,-415 1 0,0 2 0,35 8 0,-33-4 0,56 2 0,613-8 0,-338-3 0,-342 4 0,0 0 0,40 9 0,-38-5 0,-1-2 0,30 1 0,-27-3 0,50 11 0,20 2 0,-13-7 0,114 26 0,-110-17 0,-55-10 0,43 17 0,25 5 0,-64-20 0,-1 2 0,0 1 0,-1 2 0,-1 1 0,0 2 0,56 37 0,69 33 0,-132-73 0,164 61 0,-162-61 0,26 14 0,51 34 0,-78-46 0,0-1 0,1-2 0,42 14 0,0 0 0,-28-12 0,1-2 0,1-2 0,85 11 0,-25-5 0,-31 0 0,139 55 0,-149-47 0,0-3 0,1-3 0,69 11 0,40 0 0,50 6 0,4-2 0,-122-11 0,46 7 0,-20-14 0,163-1 0,804-16 0,-606 1 0,-443-2 0,53-9 0,13-2 0,-42 6 0,86-21 0,-32 5 0,78 0 0,-128 13 0,0 5 0,136 6 0,-69 2 0,1407-3 0,-1528 1 43,-1 1 1,37 9-1,12 1-1538,-44-9-5331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02.306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1 185 24575,'12'-1'0,"0"-1"0,0 0 0,19-5 0,22-4 0,80-1 0,178-22 0,-183 19 0,0 6 0,167 10 0,-112 1 0,-106-1 0,73-1 0,156-19 0,-152 6 0,220 11 0,-172 5 0,3138-3 0,-3298 3 0,-1 1 0,1 2 0,51 15 0,22 4 0,76 12 0,-108-13 0,19 5 0,0-6 0,114 43 0,-180-55 0,51 13 0,-66-20 0,1 2 0,-1 0 0,0 1 0,-1 1 0,1 1 0,-2 1 0,25 15 0,35 26 0,3-3 0,1-4 0,104 38 0,-126-56 0,-19-11 0,1-1 0,85 16 0,-62-16 0,113 36 0,-108-25 0,-22-7 0,67 15 0,121 36 0,-201-62 0,-2 1 0,1-2 0,0-1 0,38 0 0,-69-5 0,34-1 0,-1 1 0,1 2 0,-1 1 0,0 3 0,68 17 0,-75-15 0,0-1 0,0-1 0,50 2 0,-49-6 0,1 1 0,-1 2 0,36 10 0,-30-5 0,0-2 0,1-2 0,70 3 0,-89-8 0,106 12 0,-67-5 0,60-1 0,-22-7 0,672-30 0,-574 12 0,116-15 0,-87-9 0,-133 23 0,1 3 0,164-7 0,-226 20 0,0 0 0,-1-2 0,0-1 0,0-1 0,0-2 0,-1-1 0,27-13 0,23-7 0,-50 20 0,6-1 0,43-23 0,-43 16 0,1 2 0,38-13 0,-53 22 0,-1-2 0,0 0 0,-1-1 0,0-1 0,21-17 0,-15 12 0,46-27 0,6 1 0,-44 23 0,55-23 0,44-7 0,98-42 0,-193 79 0,0 0 0,1 2 0,67-9 0,23-7 0,-16-4 0,101-25 0,-168 47 0,1 1 0,86-1 0,-87 6 0,69-11 0,24-2 0,-86 14 0,88-15 0,-91 9 0,-1 3 0,54 2 0,-50 2 0,85-11 0,-42 0 0,96-1 0,30-2 0,-54 2 0,190 11 0,-156 4 0,-143-4 0,-1-3 0,60-10 0,-28 4 0,1 4 0,132 7 0,-85 2 0,1617-3 0,-1562 16 0,-17-1 0,50-15-1365,-198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11.024"/>
    </inkml:context>
    <inkml:brush xml:id="br0">
      <inkml:brushProperty name="width" value="0.035" units="cm"/>
      <inkml:brushProperty name="height" value="0.035" units="cm"/>
      <inkml:brushProperty name="color" value="#77933C"/>
    </inkml:brush>
  </inkml:definitions>
  <inkml:trace contextRef="#ctx0" brushRef="#br0">0 778 24575,'804'23'0,"-217"-14"0,-346-11 0,-191 2 0,404-18 0,-283 5 0,211 11 0,-169 5 0,2836-3 0,-3020 2 0,1 1 0,33 7 0,-31-4 0,50 3 0,369-8 0,-216-2 0,-212-1 0,0 0 0,39-9 0,-38 5 0,1 2 0,29-1 0,-23 3 0,-1-2 0,0-1 0,0-1 0,0-1 0,32-13 0,140-66 0,-199 84 0,34-18 0,-1-3 0,-1-1 0,-1-1 0,-2-2 0,0-1 0,38-44 0,11 2 0,-6 19 0,-56 39 0,-1 0 0,28-23 0,-32 25 0,0 0 0,1 1 0,0 1 0,1 1 0,0 0 0,0 1 0,0 0 0,26-4 0,54-22 0,-76 23 0,0 0 0,1 1 0,0 1 0,0 1 0,1 1 0,-1 1 0,44-2 0,-22 3 0,46-8 0,-47 5 0,53-2 0,-68 6 0,0 0 0,32-9 0,37-3 0,44-1 0,-80 7 0,70 0 0,2292 10 0,-1378-3 0,-1035 2 0,-1-1 0,1 2 0,0-1 0,-1 1 0,1 0 0,-1 1 0,1 0 0,-1 0 0,12 7 0,5 6 0,36 27 0,5 4 0,-24-20 0,-1 2 0,-2 1 0,-1 2 0,-1 1 0,44 53 0,-42-39 0,91 81 0,-115-116 0,1 0 0,0 0 0,1-2 0,0 0 0,1-1 0,0-1 0,0 0 0,0-1 0,1-1 0,25 4 0,91 15 0,173 54 0,-42-6 0,-226-67 0,1 0 0,0-3 0,0-1 0,58-6 0,-12 2 0,0 0 0,171 21 0,-163-8 0,0-5 0,128-8 0,-69-1 0,688 4 0,-787 1 0,57 11 0,57 2 0,1928-16 0,-2075 0 0,1-2 0,39-8 0,-38 6 0,1 0 0,32 0 0,24 4 0,-23 2 0,0-3 0,0-3 0,83-16 0,-96 10-341,1 3 0,1 1-1,72 0 1,-93 7-6485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1:23.978"/>
    </inkml:context>
    <inkml:brush xml:id="br0">
      <inkml:brushProperty name="width" value="0.035" units="cm"/>
      <inkml:brushProperty name="height" value="0.035" units="cm"/>
      <inkml:brushProperty name="color" value="#7030A0"/>
    </inkml:brush>
  </inkml:definitions>
  <inkml:trace contextRef="#ctx0" brushRef="#br0">1 3320 24575,'112'1'0,"34"0"0,186-21 0,-267 14 0,66 2 0,13 0 0,-32-9 0,37-3 0,862 15 0,-491 3 0,1666-2 0,-2130 3 0,57 9 0,47 3 0,1015-13 0,-569-5 0,-509 5 0,112-4 0,-61-27 0,-104 20 0,-1-2 0,-1-2 0,47-20 0,116-64 0,-182 83 0,-1-1 0,0-2 0,0 0 0,-2-1 0,28-32 0,27-24 0,-14 19 0,-29 24 0,46-34 0,-52 45 0,-2 0 0,0-2 0,-1-1 0,-1-1 0,-2 0 0,0-2 0,-2 0 0,0-2 0,17-38 0,-17 23 0,-14 31 0,0 2 0,1-1 0,0 0 0,0 1 0,1 0 0,1 0 0,10-11 0,-5 5 0,0 0 0,-1 0 0,13-25 0,-14 23 0,0 1 0,2 0 0,17-21 0,60-81 0,-75 102 0,-1 0 0,-1-2 0,-1 1 0,-1-1 0,14-35 0,-14 31 0,1 0 0,1 0 0,22-31 0,26-34 0,-38 55 0,40-49 0,-43 59 0,6-5 0,43-39 0,-60 60 0,0 0 0,1 1 0,0 0 0,1 1 0,-1 0 0,1 0 0,0 1 0,0 0 0,0 1 0,12-3 0,101-26 0,-14 2 0,-58 18 0,-26 6 0,0 1 0,0 1 0,30-1 0,-29 3 0,52-11 0,-51 8 0,51-4 0,-44 8 0,-1-1 0,62-12 0,106-17 0,-146 23 0,-1 4 0,1 1 0,74 6 0,79-3 0,-125-14 0,-60 9 0,0 0 0,30 0 0,186 7 0,85-4 0,-210-13 0,-66 8 0,65-2 0,-75 6 0,0-1 0,0-2 0,47-14 0,44-7 0,-92 19 0,-1-2 0,0-1 0,-1-1 0,64-34 0,2 1 0,-61 29 0,6-3 0,56-29 0,-72 33 0,1 1 0,56-16 0,23-9 0,-89 30 0,46-21 0,0-2 0,75-50 0,83-54 0,-138 86 0,-50 27 0,-23 14 0,1 0 0,-1 1 0,1 0 0,1 1 0,-1 0 0,1 2 0,0 0 0,20-4 0,33-3 0,79-24 0,42-9 0,140-17 0,-263 50 0,-42 6 0,0 1 0,37-1 0,507 7 0,-532-3 0,63-11 0,-60 6 0,50-1 0,64 10 0,82-4 0,-152-12 0,-56 8 0,45-3 0,142 9 0,45-2 0,-145-11 0,-58 5 0,69-1 0,34 12 0,180-5 0,-221-12 0,43-2 0,422 15 0,-277 2 0,-284-2 0,-1-1 0,40-10 0,-37 7 0,-1 1 0,28-2 0,539 5 82,-286 3-1529,-279-2-5379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1:37.266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1 63 24575,'794'-18'0,"112"5"0,-588 15 0,89-26 0,-286 15 0,158 9 0,-112 2 0,3597-2 0,-3738 3 0,0 1 0,0 1 0,-1 1 0,0 1 0,0 1 0,26 13 0,0-2 0,182 79 0,-218-90 0,1 1 0,-2 1 0,26 22 0,13 8 0,-36-27 0,-1 0 0,0 0 0,-1 2 0,-1 0 0,0 1 0,17 26 0,-10-14 0,135 194 0,-117-164 0,1-6 0,-28-38 0,-1 0 0,0 1 0,11 23 0,11 36 0,14 26 0,-31-67 0,-2 1 0,-1 0 0,10 41 0,5 12 0,1 22 0,-21-76 0,-2 0 0,2-1 0,1 0 0,2 0 0,1-1 0,1 0 0,34 55 0,-7-18 0,-30-50 0,1 1 0,0-1 0,24 28 0,5 6 0,-33-41 0,0 0 0,1-1 0,16 15 0,-20-21 0,0-1 0,1 0 0,-1 0 0,1 0 0,0 0 0,-1-1 0,1 0 0,1 0 0,-1 0 0,0-1 0,0 0 0,9 1 0,27 5 0,60 18 0,27 4 0,81 2 0,-120-18 0,-47-7 0,66 4 0,-59-10 0,0 3 0,62 10 0,-36-3 0,-1-4 0,149-7 0,-83-2 0,306 3 0,-415 1 0,0 2 0,35 8 0,-33-4 0,56 2 0,613-8 0,-338-3 0,-342 4 0,0 0 0,40 9 0,-38-5 0,-1-2 0,30 1 0,-27-3 0,50 11 0,20 2 0,-13-7 0,114 26 0,-110-17 0,-55-10 0,43 17 0,25 5 0,-64-20 0,-1 2 0,0 1 0,-1 2 0,-1 1 0,0 2 0,56 37 0,69 33 0,-132-73 0,164 61 0,-162-61 0,26 14 0,51 34 0,-78-46 0,0-1 0,1-2 0,42 14 0,0 0 0,-28-12 0,1-2 0,1-2 0,85 11 0,-25-5 0,-31 0 0,139 55 0,-149-47 0,0-3 0,1-3 0,69 11 0,40 0 0,50 6 0,4-2 0,-122-11 0,46 7 0,-20-14 0,163-1 0,804-16 0,-606 1 0,-443-2 0,53-9 0,13-2 0,-42 6 0,86-21 0,-32 5 0,78 0 0,-128 13 0,0 5 0,136 6 0,-69 2 0,1407-3 0,-1528 1 43,-1 1 1,37 9-1,12 1-1538,-44-9-5331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02.306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1 185 24575,'12'-1'0,"0"-1"0,0 0 0,19-5 0,22-4 0,80-1 0,178-22 0,-183 19 0,0 6 0,167 10 0,-112 1 0,-106-1 0,73-1 0,156-19 0,-152 6 0,220 11 0,-172 5 0,3138-3 0,-3298 3 0,-1 1 0,1 2 0,51 15 0,22 4 0,76 12 0,-108-13 0,19 5 0,0-6 0,114 43 0,-180-55 0,51 13 0,-66-20 0,1 2 0,-1 0 0,0 1 0,-1 1 0,1 1 0,-2 1 0,25 15 0,35 26 0,3-3 0,1-4 0,104 38 0,-126-56 0,-19-11 0,1-1 0,85 16 0,-62-16 0,113 36 0,-108-25 0,-22-7 0,67 15 0,121 36 0,-201-62 0,-2 1 0,1-2 0,0-1 0,38 0 0,-69-5 0,34-1 0,-1 1 0,1 2 0,-1 1 0,0 3 0,68 17 0,-75-15 0,0-1 0,0-1 0,50 2 0,-49-6 0,1 1 0,-1 2 0,36 10 0,-30-5 0,0-2 0,1-2 0,70 3 0,-89-8 0,106 12 0,-67-5 0,60-1 0,-22-7 0,672-30 0,-574 12 0,116-15 0,-87-9 0,-133 23 0,1 3 0,164-7 0,-226 20 0,0 0 0,-1-2 0,0-1 0,0-1 0,0-2 0,-1-1 0,27-13 0,23-7 0,-50 20 0,6-1 0,43-23 0,-43 16 0,1 2 0,38-13 0,-53 22 0,-1-2 0,0 0 0,-1-1 0,0-1 0,21-17 0,-15 12 0,46-27 0,6 1 0,-44 23 0,55-23 0,44-7 0,98-42 0,-193 79 0,0 0 0,1 2 0,67-9 0,23-7 0,-16-4 0,101-25 0,-168 47 0,1 1 0,86-1 0,-87 6 0,69-11 0,24-2 0,-86 14 0,88-15 0,-91 9 0,-1 3 0,54 2 0,-50 2 0,85-11 0,-42 0 0,96-1 0,30-2 0,-54 2 0,190 11 0,-156 4 0,-143-4 0,-1-3 0,60-10 0,-28 4 0,1 4 0,132 7 0,-85 2 0,1617-3 0,-1562 16 0,-17-1 0,50-15-1365,-198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0:11.024"/>
    </inkml:context>
    <inkml:brush xml:id="br0">
      <inkml:brushProperty name="width" value="0.035" units="cm"/>
      <inkml:brushProperty name="height" value="0.035" units="cm"/>
      <inkml:brushProperty name="color" value="#77933C"/>
    </inkml:brush>
  </inkml:definitions>
  <inkml:trace contextRef="#ctx0" brushRef="#br0">0 778 24575,'804'23'0,"-217"-14"0,-346-11 0,-191 2 0,404-18 0,-283 5 0,211 11 0,-169 5 0,2836-3 0,-3020 2 0,1 1 0,33 7 0,-31-4 0,50 3 0,369-8 0,-216-2 0,-212-1 0,0 0 0,39-9 0,-38 5 0,1 2 0,29-1 0,-23 3 0,-1-2 0,0-1 0,0-1 0,0-1 0,32-13 0,140-66 0,-199 84 0,34-18 0,-1-3 0,-1-1 0,-1-1 0,-2-2 0,0-1 0,38-44 0,11 2 0,-6 19 0,-56 39 0,-1 0 0,28-23 0,-32 25 0,0 0 0,1 1 0,0 1 0,1 1 0,0 0 0,0 1 0,0 0 0,26-4 0,54-22 0,-76 23 0,0 0 0,1 1 0,0 1 0,0 1 0,1 1 0,-1 1 0,44-2 0,-22 3 0,46-8 0,-47 5 0,53-2 0,-68 6 0,0 0 0,32-9 0,37-3 0,44-1 0,-80 7 0,70 0 0,2292 10 0,-1378-3 0,-1035 2 0,-1-1 0,1 2 0,0-1 0,-1 1 0,1 0 0,-1 1 0,1 0 0,-1 0 0,12 7 0,5 6 0,36 27 0,5 4 0,-24-20 0,-1 2 0,-2 1 0,-1 2 0,-1 1 0,44 53 0,-42-39 0,91 81 0,-115-116 0,1 0 0,0 0 0,1-2 0,0 0 0,1-1 0,0-1 0,0 0 0,0-1 0,1-1 0,25 4 0,91 15 0,173 54 0,-42-6 0,-226-67 0,1 0 0,0-3 0,0-1 0,58-6 0,-12 2 0,0 0 0,171 21 0,-163-8 0,0-5 0,128-8 0,-69-1 0,688 4 0,-787 1 0,57 11 0,57 2 0,1928-16 0,-2075 0 0,1-2 0,39-8 0,-38 6 0,1 0 0,32 0 0,24 4 0,-23 2 0,0-3 0,0-3 0,83-16 0,-96 10-341,1 3 0,1 1-1,72 0 1,-93 7-6485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1:23.978"/>
    </inkml:context>
    <inkml:brush xml:id="br0">
      <inkml:brushProperty name="width" value="0.035" units="cm"/>
      <inkml:brushProperty name="height" value="0.035" units="cm"/>
      <inkml:brushProperty name="color" value="#7030A0"/>
    </inkml:brush>
  </inkml:definitions>
  <inkml:trace contextRef="#ctx0" brushRef="#br0">1 3320 24575,'112'1'0,"34"0"0,186-21 0,-267 14 0,66 2 0,13 0 0,-32-9 0,37-3 0,862 15 0,-491 3 0,1666-2 0,-2130 3 0,57 9 0,47 3 0,1015-13 0,-569-5 0,-509 5 0,112-4 0,-61-27 0,-104 20 0,-1-2 0,-1-2 0,47-20 0,116-64 0,-182 83 0,-1-1 0,0-2 0,0 0 0,-2-1 0,28-32 0,27-24 0,-14 19 0,-29 24 0,46-34 0,-52 45 0,-2 0 0,0-2 0,-1-1 0,-1-1 0,-2 0 0,0-2 0,-2 0 0,0-2 0,17-38 0,-17 23 0,-14 31 0,0 2 0,1-1 0,0 0 0,0 1 0,1 0 0,1 0 0,10-11 0,-5 5 0,0 0 0,-1 0 0,13-25 0,-14 23 0,0 1 0,2 0 0,17-21 0,60-81 0,-75 102 0,-1 0 0,-1-2 0,-1 1 0,-1-1 0,14-35 0,-14 31 0,1 0 0,1 0 0,22-31 0,26-34 0,-38 55 0,40-49 0,-43 59 0,6-5 0,43-39 0,-60 60 0,0 0 0,1 1 0,0 0 0,1 1 0,-1 0 0,1 0 0,0 1 0,0 0 0,0 1 0,12-3 0,101-26 0,-14 2 0,-58 18 0,-26 6 0,0 1 0,0 1 0,30-1 0,-29 3 0,52-11 0,-51 8 0,51-4 0,-44 8 0,-1-1 0,62-12 0,106-17 0,-146 23 0,-1 4 0,1 1 0,74 6 0,79-3 0,-125-14 0,-60 9 0,0 0 0,30 0 0,186 7 0,85-4 0,-210-13 0,-66 8 0,65-2 0,-75 6 0,0-1 0,0-2 0,47-14 0,44-7 0,-92 19 0,-1-2 0,0-1 0,-1-1 0,64-34 0,2 1 0,-61 29 0,6-3 0,56-29 0,-72 33 0,1 1 0,56-16 0,23-9 0,-89 30 0,46-21 0,0-2 0,75-50 0,83-54 0,-138 86 0,-50 27 0,-23 14 0,1 0 0,-1 1 0,1 0 0,1 1 0,-1 0 0,1 2 0,0 0 0,20-4 0,33-3 0,79-24 0,42-9 0,140-17 0,-263 50 0,-42 6 0,0 1 0,37-1 0,507 7 0,-532-3 0,63-11 0,-60 6 0,50-1 0,64 10 0,82-4 0,-152-12 0,-56 8 0,45-3 0,142 9 0,45-2 0,-145-11 0,-58 5 0,69-1 0,34 12 0,180-5 0,-221-12 0,43-2 0,422 15 0,-277 2 0,-284-2 0,-1-1 0,40-10 0,-37 7 0,-1 1 0,28-2 0,539 5 82,-286 3-1529,-279-2-5379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13:51:37.266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1 63 24575,'794'-18'0,"112"5"0,-588 15 0,89-26 0,-286 15 0,158 9 0,-112 2 0,3597-2 0,-3738 3 0,0 1 0,0 1 0,-1 1 0,0 1 0,0 1 0,26 13 0,0-2 0,182 79 0,-218-90 0,1 1 0,-2 1 0,26 22 0,13 8 0,-36-27 0,-1 0 0,0 0 0,-1 2 0,-1 0 0,0 1 0,17 26 0,-10-14 0,135 194 0,-117-164 0,1-6 0,-28-38 0,-1 0 0,0 1 0,11 23 0,11 36 0,14 26 0,-31-67 0,-2 1 0,-1 0 0,10 41 0,5 12 0,1 22 0,-21-76 0,-2 0 0,2-1 0,1 0 0,2 0 0,1-1 0,1 0 0,34 55 0,-7-18 0,-30-50 0,1 1 0,0-1 0,24 28 0,5 6 0,-33-41 0,0 0 0,1-1 0,16 15 0,-20-21 0,0-1 0,1 0 0,-1 0 0,1 0 0,0 0 0,-1-1 0,1 0 0,1 0 0,-1 0 0,0-1 0,0 0 0,9 1 0,27 5 0,60 18 0,27 4 0,81 2 0,-120-18 0,-47-7 0,66 4 0,-59-10 0,0 3 0,62 10 0,-36-3 0,-1-4 0,149-7 0,-83-2 0,306 3 0,-415 1 0,0 2 0,35 8 0,-33-4 0,56 2 0,613-8 0,-338-3 0,-342 4 0,0 0 0,40 9 0,-38-5 0,-1-2 0,30 1 0,-27-3 0,50 11 0,20 2 0,-13-7 0,114 26 0,-110-17 0,-55-10 0,43 17 0,25 5 0,-64-20 0,-1 2 0,0 1 0,-1 2 0,-1 1 0,0 2 0,56 37 0,69 33 0,-132-73 0,164 61 0,-162-61 0,26 14 0,51 34 0,-78-46 0,0-1 0,1-2 0,42 14 0,0 0 0,-28-12 0,1-2 0,1-2 0,85 11 0,-25-5 0,-31 0 0,139 55 0,-149-47 0,0-3 0,1-3 0,69 11 0,40 0 0,50 6 0,4-2 0,-122-11 0,46 7 0,-20-14 0,163-1 0,804-16 0,-606 1 0,-443-2 0,53-9 0,13-2 0,-42 6 0,86-21 0,-32 5 0,78 0 0,-128 13 0,0 5 0,136 6 0,-69 2 0,1407-3 0,-1528 1 43,-1 1 1,37 9-1,12 1-1538,-44-9-5331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8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70.png"/><Relationship Id="rId4" Type="http://schemas.openxmlformats.org/officeDocument/2006/relationships/customXml" Target="../ink/ink1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60.png"/><Relationship Id="rId7" Type="http://schemas.openxmlformats.org/officeDocument/2006/relationships/image" Target="../media/image9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70.png"/><Relationship Id="rId4" Type="http://schemas.openxmlformats.org/officeDocument/2006/relationships/customXml" Target="../ink/ink17.xml"/><Relationship Id="rId9" Type="http://schemas.openxmlformats.org/officeDocument/2006/relationships/image" Target="../media/image8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60.png"/><Relationship Id="rId7" Type="http://schemas.openxmlformats.org/officeDocument/2006/relationships/image" Target="../media/image9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70.png"/><Relationship Id="rId4" Type="http://schemas.openxmlformats.org/officeDocument/2006/relationships/customXml" Target="../ink/ink21.xml"/><Relationship Id="rId9" Type="http://schemas.openxmlformats.org/officeDocument/2006/relationships/image" Target="../media/image8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Week 5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BME 580.417/707</a:t>
            </a:r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AE3B-E844-6849-EE23-D5CE0934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#3: Burrows-Wheeler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D21E-2A64-ED4D-4B59-028B7B535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28" y="1710735"/>
            <a:ext cx="7625958" cy="51249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Lab #3: Burrows-Wheeler Transform and Search </a:t>
            </a:r>
          </a:p>
          <a:p>
            <a:r>
              <a:rPr lang="en-US" dirty="0"/>
              <a:t>Due </a:t>
            </a:r>
            <a:r>
              <a:rPr lang="en-US" dirty="0">
                <a:solidFill>
                  <a:srgbClr val="FF0000"/>
                </a:solidFill>
              </a:rPr>
              <a:t>Friday October 9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at 8:00pm</a:t>
            </a:r>
            <a:r>
              <a:rPr lang="en-US" dirty="0"/>
              <a:t>.</a:t>
            </a:r>
          </a:p>
          <a:p>
            <a:r>
              <a:rPr lang="en-US" dirty="0"/>
              <a:t>Undergraduate and Graduate: Implement function </a:t>
            </a:r>
            <a:r>
              <a:rPr lang="en-US" i="1" dirty="0" err="1"/>
              <a:t>burrows_wheeler_transform</a:t>
            </a:r>
            <a:r>
              <a:rPr lang="en-US" i="1" dirty="0"/>
              <a:t>(string seq) </a:t>
            </a:r>
            <a:r>
              <a:rPr lang="en-US" dirty="0"/>
              <a:t>that returns three objects:</a:t>
            </a:r>
          </a:p>
          <a:p>
            <a:pPr lvl="1"/>
            <a:r>
              <a:rPr lang="en-US" dirty="0"/>
              <a:t>(U: 30pt, G: 25pt) BWT string</a:t>
            </a:r>
          </a:p>
          <a:p>
            <a:pPr lvl="1"/>
            <a:r>
              <a:rPr lang="en-US" dirty="0"/>
              <a:t>(U: 30pt, G: 25pt) Suffix array (zero-based set of integers)</a:t>
            </a:r>
          </a:p>
          <a:p>
            <a:pPr lvl="1"/>
            <a:r>
              <a:rPr lang="en-US" dirty="0"/>
              <a:t>(U: 40pt, G: 25pt) First letters of the suffix array string</a:t>
            </a:r>
          </a:p>
          <a:p>
            <a:r>
              <a:rPr lang="en-US" dirty="0"/>
              <a:t>Graduate only (25pt): implement function </a:t>
            </a:r>
            <a:r>
              <a:rPr lang="en-US" i="1" dirty="0" err="1"/>
              <a:t>bwt_search_exact</a:t>
            </a:r>
            <a:r>
              <a:rPr lang="en-US" i="1" dirty="0"/>
              <a:t>(string pattern, string </a:t>
            </a:r>
            <a:r>
              <a:rPr lang="en-US" i="1" dirty="0" err="1"/>
              <a:t>bwt</a:t>
            </a:r>
            <a:r>
              <a:rPr lang="en-US" i="1" dirty="0"/>
              <a:t>, array </a:t>
            </a:r>
            <a:r>
              <a:rPr lang="en-US" i="1" dirty="0" err="1"/>
              <a:t>suffix_array</a:t>
            </a:r>
            <a:r>
              <a:rPr lang="en-US" i="1" dirty="0"/>
              <a:t>, string </a:t>
            </a:r>
            <a:r>
              <a:rPr lang="en-US" i="1" dirty="0" err="1"/>
              <a:t>first_column</a:t>
            </a:r>
            <a:r>
              <a:rPr lang="en-US" i="1" dirty="0"/>
              <a:t>) </a:t>
            </a:r>
            <a:r>
              <a:rPr lang="en-US" dirty="0"/>
              <a:t>that returns </a:t>
            </a:r>
          </a:p>
          <a:p>
            <a:pPr lvl="1"/>
            <a:r>
              <a:rPr lang="en-US" dirty="0"/>
              <a:t>array of zero-based positions of the beginning of the pattern in seq</a:t>
            </a:r>
          </a:p>
          <a:p>
            <a:pPr lvl="1"/>
            <a:r>
              <a:rPr lang="en-US" dirty="0"/>
              <a:t>Only compute forward matches</a:t>
            </a:r>
          </a:p>
          <a:p>
            <a:pPr lvl="1"/>
            <a:r>
              <a:rPr lang="en-US" dirty="0"/>
              <a:t>Example output for pattern “CG” is [ 0, 8 ]</a:t>
            </a:r>
          </a:p>
          <a:p>
            <a:pPr lvl="1"/>
            <a:r>
              <a:rPr lang="en-US" dirty="0"/>
              <a:t>Report matches in any order</a:t>
            </a:r>
          </a:p>
          <a:p>
            <a:r>
              <a:rPr lang="en-US" dirty="0"/>
              <a:t>Name file bwt.py and submit to </a:t>
            </a:r>
            <a:r>
              <a:rPr lang="en-US" dirty="0" err="1"/>
              <a:t>autograder</a:t>
            </a:r>
            <a:r>
              <a:rPr lang="en-US" dirty="0"/>
              <a:t> in </a:t>
            </a:r>
            <a:r>
              <a:rPr lang="en-US" dirty="0" err="1"/>
              <a:t>Gradescope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AEC4-8838-1461-ED2F-9605580A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6A5647-A493-48C5-C265-D399D036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67" r="1" b="21101"/>
          <a:stretch>
            <a:fillRect/>
          </a:stretch>
        </p:blipFill>
        <p:spPr>
          <a:xfrm>
            <a:off x="9388366" y="1759481"/>
            <a:ext cx="2707055" cy="34983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841AEE-2A63-933F-291A-FA6B0E75BF5F}"/>
              </a:ext>
            </a:extLst>
          </p:cNvPr>
          <p:cNvSpPr/>
          <p:nvPr/>
        </p:nvSpPr>
        <p:spPr>
          <a:xfrm>
            <a:off x="9940158" y="1899338"/>
            <a:ext cx="141889" cy="33032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5E5963-1C57-E59F-4568-C64099816FD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10011102" y="5202621"/>
            <a:ext cx="1" cy="794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F1F7C6-B7C9-0B60-6F98-6C2BB6D7218E}"/>
              </a:ext>
            </a:extLst>
          </p:cNvPr>
          <p:cNvSpPr txBox="1"/>
          <p:nvPr/>
        </p:nvSpPr>
        <p:spPr>
          <a:xfrm>
            <a:off x="9159971" y="5997305"/>
            <a:ext cx="17022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first column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A06637-167A-1514-774A-B885449A9545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1500945" y="5235774"/>
            <a:ext cx="15767" cy="27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0A3A0F-EDDA-20DA-6BB2-43DB0B9AE505}"/>
              </a:ext>
            </a:extLst>
          </p:cNvPr>
          <p:cNvSpPr txBox="1"/>
          <p:nvPr/>
        </p:nvSpPr>
        <p:spPr>
          <a:xfrm>
            <a:off x="11177754" y="5509525"/>
            <a:ext cx="6779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BWT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C027D7-A2FE-6D05-DBCA-294897A447AA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149911" y="5225068"/>
            <a:ext cx="451290" cy="284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9CEE4D-4018-E34C-E571-1E49BBC3C709}"/>
              </a:ext>
            </a:extLst>
          </p:cNvPr>
          <p:cNvSpPr txBox="1"/>
          <p:nvPr/>
        </p:nvSpPr>
        <p:spPr>
          <a:xfrm>
            <a:off x="8521260" y="5509525"/>
            <a:ext cx="12573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Suffix array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BC64EA-F660-590B-6297-7AC537DBCF05}"/>
              </a:ext>
            </a:extLst>
          </p:cNvPr>
          <p:cNvSpPr txBox="1"/>
          <p:nvPr/>
        </p:nvSpPr>
        <p:spPr>
          <a:xfrm>
            <a:off x="9137416" y="1337426"/>
            <a:ext cx="295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sequence: CGATGCACCGGT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88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CD40-FF5E-55E1-A042-05E7BD7C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D763-3BFE-13BB-1836-D48DA8AE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 #3: Burrows-Wheeler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70EC9-785B-AC9D-4E98-71BDFD958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28" y="1710735"/>
            <a:ext cx="7625958" cy="51249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Lab #3: Burrows-Wheeler Transform and Search </a:t>
            </a:r>
          </a:p>
          <a:p>
            <a:r>
              <a:rPr lang="en-US" dirty="0"/>
              <a:t>Due </a:t>
            </a:r>
            <a:r>
              <a:rPr lang="en-US" dirty="0">
                <a:solidFill>
                  <a:srgbClr val="FF0000"/>
                </a:solidFill>
              </a:rPr>
              <a:t>Friday </a:t>
            </a:r>
            <a:r>
              <a:rPr lang="en-US">
                <a:solidFill>
                  <a:srgbClr val="FF0000"/>
                </a:solidFill>
              </a:rPr>
              <a:t>October 9</a:t>
            </a:r>
            <a:r>
              <a:rPr lang="en-US" baseline="30000">
                <a:solidFill>
                  <a:srgbClr val="FF0000"/>
                </a:solidFill>
              </a:rPr>
              <a:t>th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at 8:00pm</a:t>
            </a:r>
            <a:r>
              <a:rPr lang="en-US" dirty="0"/>
              <a:t>.</a:t>
            </a:r>
          </a:p>
          <a:p>
            <a:r>
              <a:rPr lang="en-US" dirty="0"/>
              <a:t>Undergraduate and Graduate: Implement function </a:t>
            </a:r>
            <a:r>
              <a:rPr lang="en-US" i="1" dirty="0" err="1"/>
              <a:t>burrows_wheeler_transform</a:t>
            </a:r>
            <a:r>
              <a:rPr lang="en-US" i="1" dirty="0"/>
              <a:t>(string seq) </a:t>
            </a:r>
            <a:r>
              <a:rPr lang="en-US" dirty="0"/>
              <a:t>that returns three objects:</a:t>
            </a:r>
          </a:p>
          <a:p>
            <a:pPr lvl="1"/>
            <a:r>
              <a:rPr lang="en-US" dirty="0"/>
              <a:t>(U: 30pt, G: 25pt) BWT string</a:t>
            </a:r>
          </a:p>
          <a:p>
            <a:pPr lvl="1"/>
            <a:r>
              <a:rPr lang="en-US" dirty="0"/>
              <a:t>(U: 30pt, G: 25pt) Suffix array (zero-based set of integers)</a:t>
            </a:r>
          </a:p>
          <a:p>
            <a:pPr lvl="1"/>
            <a:r>
              <a:rPr lang="en-US" dirty="0"/>
              <a:t>(U: 40pt, G: 25pt) First letters of the suffix array string</a:t>
            </a:r>
          </a:p>
          <a:p>
            <a:r>
              <a:rPr lang="en-US" dirty="0"/>
              <a:t>Graduate only (25pt): implement function </a:t>
            </a:r>
            <a:r>
              <a:rPr lang="en-US" i="1" dirty="0" err="1"/>
              <a:t>bwt_search_exact</a:t>
            </a:r>
            <a:r>
              <a:rPr lang="en-US" i="1" dirty="0"/>
              <a:t>(string pattern, string </a:t>
            </a:r>
            <a:r>
              <a:rPr lang="en-US" i="1" dirty="0" err="1"/>
              <a:t>bwt</a:t>
            </a:r>
            <a:r>
              <a:rPr lang="en-US" i="1" dirty="0"/>
              <a:t>, array </a:t>
            </a:r>
            <a:r>
              <a:rPr lang="en-US" i="1" dirty="0" err="1"/>
              <a:t>suffix_array</a:t>
            </a:r>
            <a:r>
              <a:rPr lang="en-US" i="1" dirty="0"/>
              <a:t>, string </a:t>
            </a:r>
            <a:r>
              <a:rPr lang="en-US" i="1" dirty="0" err="1"/>
              <a:t>first_column</a:t>
            </a:r>
            <a:r>
              <a:rPr lang="en-US" i="1" dirty="0"/>
              <a:t>) </a:t>
            </a:r>
            <a:r>
              <a:rPr lang="en-US" dirty="0"/>
              <a:t>that returns </a:t>
            </a:r>
          </a:p>
          <a:p>
            <a:pPr lvl="1"/>
            <a:r>
              <a:rPr lang="en-US" dirty="0"/>
              <a:t>array of zero-based positions of the beginning of the pattern in seq</a:t>
            </a:r>
          </a:p>
          <a:p>
            <a:pPr lvl="1"/>
            <a:r>
              <a:rPr lang="en-US" dirty="0"/>
              <a:t>Only compute forward matches</a:t>
            </a:r>
          </a:p>
          <a:p>
            <a:pPr lvl="1"/>
            <a:r>
              <a:rPr lang="en-US" dirty="0"/>
              <a:t>Example output for pattern “CG” is [ 0, 8 ]</a:t>
            </a:r>
          </a:p>
          <a:p>
            <a:pPr lvl="1"/>
            <a:r>
              <a:rPr lang="en-US" dirty="0"/>
              <a:t>Report matches in any order</a:t>
            </a:r>
          </a:p>
          <a:p>
            <a:r>
              <a:rPr lang="en-US" dirty="0"/>
              <a:t>Name file bwt.py and submit to </a:t>
            </a:r>
            <a:r>
              <a:rPr lang="en-US" dirty="0" err="1"/>
              <a:t>autograder</a:t>
            </a:r>
            <a:r>
              <a:rPr lang="en-US" dirty="0"/>
              <a:t> in </a:t>
            </a:r>
            <a:r>
              <a:rPr lang="en-US" dirty="0" err="1"/>
              <a:t>Gradescope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F743D-60A9-18B2-5AD8-7B17DB0C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9CC58-5BBD-2489-A074-6A4B1C8EC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67" r="1" b="21101"/>
          <a:stretch>
            <a:fillRect/>
          </a:stretch>
        </p:blipFill>
        <p:spPr>
          <a:xfrm>
            <a:off x="9388366" y="1759481"/>
            <a:ext cx="2707055" cy="349832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D85C6A-9655-0C1F-B08A-0D6D9F0F1D18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0011102" y="5202621"/>
            <a:ext cx="1" cy="794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D1E701-ADF0-9C8E-4BCA-B15343892461}"/>
              </a:ext>
            </a:extLst>
          </p:cNvPr>
          <p:cNvSpPr txBox="1"/>
          <p:nvPr/>
        </p:nvSpPr>
        <p:spPr>
          <a:xfrm>
            <a:off x="9159971" y="5997305"/>
            <a:ext cx="17022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first column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5D73E2-7136-A83C-FD9A-1303A47D52DE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1500945" y="5235774"/>
            <a:ext cx="15767" cy="27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BF93C9-FF89-6F8B-A1C6-17E6BF84FF01}"/>
              </a:ext>
            </a:extLst>
          </p:cNvPr>
          <p:cNvSpPr txBox="1"/>
          <p:nvPr/>
        </p:nvSpPr>
        <p:spPr>
          <a:xfrm>
            <a:off x="11177754" y="5509525"/>
            <a:ext cx="6779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BWT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482F83-C83D-BB1E-64C0-4F83BB8CED58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9149911" y="5225068"/>
            <a:ext cx="451290" cy="284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FD0A88-004D-1836-0FE4-4288EBCAD1BE}"/>
              </a:ext>
            </a:extLst>
          </p:cNvPr>
          <p:cNvSpPr txBox="1"/>
          <p:nvPr/>
        </p:nvSpPr>
        <p:spPr>
          <a:xfrm>
            <a:off x="8521260" y="5509525"/>
            <a:ext cx="12573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Suffix array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C07FFC-EB65-2035-CA95-5D868ABC89C8}"/>
              </a:ext>
            </a:extLst>
          </p:cNvPr>
          <p:cNvSpPr txBox="1"/>
          <p:nvPr/>
        </p:nvSpPr>
        <p:spPr>
          <a:xfrm>
            <a:off x="9137416" y="1337426"/>
            <a:ext cx="2958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sequence: CGATGCACCGGT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CB4CA-0C91-6CF3-EDE3-4685CA2C9A74}"/>
              </a:ext>
            </a:extLst>
          </p:cNvPr>
          <p:cNvSpPr/>
          <p:nvPr/>
        </p:nvSpPr>
        <p:spPr>
          <a:xfrm>
            <a:off x="10249556" y="1434531"/>
            <a:ext cx="266043" cy="19555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0523D-470D-8393-34A3-EBD7E0C987B1}"/>
              </a:ext>
            </a:extLst>
          </p:cNvPr>
          <p:cNvSpPr/>
          <p:nvPr/>
        </p:nvSpPr>
        <p:spPr>
          <a:xfrm>
            <a:off x="9427780" y="3186240"/>
            <a:ext cx="821776" cy="46347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AF287A-B5EC-4A5E-93B6-966FC0A1C9C0}"/>
              </a:ext>
            </a:extLst>
          </p:cNvPr>
          <p:cNvSpPr/>
          <p:nvPr/>
        </p:nvSpPr>
        <p:spPr>
          <a:xfrm>
            <a:off x="11234902" y="1438062"/>
            <a:ext cx="266043" cy="19555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0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4034-77D8-022E-B2A3-D14410BC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Choosing the right sequencing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0D82-A995-BF41-1C15-0A803F5DE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6560"/>
          </a:xfrm>
        </p:spPr>
        <p:txBody>
          <a:bodyPr>
            <a:normAutofit/>
          </a:bodyPr>
          <a:lstStyle/>
          <a:p>
            <a:r>
              <a:rPr lang="en-US" dirty="0"/>
              <a:t>The right sequencing strategy depends on your budget and availability of sequencing services</a:t>
            </a:r>
          </a:p>
          <a:p>
            <a:r>
              <a:rPr lang="en-US" dirty="0"/>
              <a:t>The simplest strategy: get 30-40x genome coverage with PacBio HiFi reads</a:t>
            </a:r>
          </a:p>
          <a:p>
            <a:r>
              <a:rPr lang="en-US" dirty="0"/>
              <a:t>Alternative strategy: get 30-40x genome coverage with Oxford Nanopore reads + 30-50x coverage with Illumina reads</a:t>
            </a:r>
          </a:p>
          <a:p>
            <a:pPr lvl="1"/>
            <a:r>
              <a:rPr lang="en-US" dirty="0"/>
              <a:t>Perform hybrid assembly (correct ONT with Illumina first)</a:t>
            </a:r>
          </a:p>
          <a:p>
            <a:pPr lvl="1"/>
            <a:r>
              <a:rPr lang="en-US" dirty="0"/>
              <a:t>Assemble ONT reads and then correct assembly with Illumina</a:t>
            </a:r>
          </a:p>
          <a:p>
            <a:r>
              <a:rPr lang="en-US" dirty="0"/>
              <a:t>For chromosome-sized scaffolds you may need ONT </a:t>
            </a:r>
            <a:r>
              <a:rPr lang="en-US" dirty="0" err="1"/>
              <a:t>Ultralongs</a:t>
            </a:r>
            <a:r>
              <a:rPr lang="en-US" dirty="0"/>
              <a:t> or Hi-C 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2988-3176-633E-3FFF-D38CBE6F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4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0DFB-D256-E157-4073-248A5BE2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1EAC-C3B9-51FD-3047-F3648FE7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Contigs </a:t>
            </a:r>
            <a:r>
              <a:rPr lang="en-US" dirty="0"/>
              <a:t>are contiguous genome sequences where all letters are known</a:t>
            </a:r>
          </a:p>
          <a:p>
            <a:endParaRPr lang="en-US" dirty="0"/>
          </a:p>
          <a:p>
            <a:r>
              <a:rPr lang="en-US" i="1" dirty="0"/>
              <a:t>Scaffolds </a:t>
            </a:r>
            <a:r>
              <a:rPr lang="en-US" dirty="0"/>
              <a:t>are ordered and oriented sets of contigs, gaps between contigs are of estimated size or set to a default value</a:t>
            </a:r>
          </a:p>
          <a:p>
            <a:endParaRPr lang="en-US" dirty="0"/>
          </a:p>
          <a:p>
            <a:r>
              <a:rPr lang="en-US" i="1" dirty="0"/>
              <a:t>Super-scaffolds </a:t>
            </a:r>
            <a:r>
              <a:rPr lang="en-US" dirty="0"/>
              <a:t>or </a:t>
            </a:r>
            <a:r>
              <a:rPr lang="en-US" i="1" dirty="0"/>
              <a:t>pseudo-chromosomes</a:t>
            </a:r>
            <a:r>
              <a:rPr lang="en-US" dirty="0"/>
              <a:t> are ordered and mostly oriented sets of scaffolds, gaps between scaffolds are typically not estimated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FD4D-A828-0054-F7AB-9728B63F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BA9DA3-F53F-6406-98B7-A7D57AAACA3A}"/>
              </a:ext>
            </a:extLst>
          </p:cNvPr>
          <p:cNvCxnSpPr/>
          <p:nvPr/>
        </p:nvCxnSpPr>
        <p:spPr>
          <a:xfrm>
            <a:off x="1719470" y="24549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509E3C-2A69-AE9F-337B-D9258C063796}"/>
              </a:ext>
            </a:extLst>
          </p:cNvPr>
          <p:cNvCxnSpPr/>
          <p:nvPr/>
        </p:nvCxnSpPr>
        <p:spPr>
          <a:xfrm>
            <a:off x="4525618" y="24549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CEEFF-5F26-29D4-F2C1-4EFB02ACEF28}"/>
              </a:ext>
            </a:extLst>
          </p:cNvPr>
          <p:cNvCxnSpPr/>
          <p:nvPr/>
        </p:nvCxnSpPr>
        <p:spPr>
          <a:xfrm>
            <a:off x="6911009" y="24549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884D49-E9BC-822C-D1D9-73C50086011C}"/>
              </a:ext>
            </a:extLst>
          </p:cNvPr>
          <p:cNvCxnSpPr/>
          <p:nvPr/>
        </p:nvCxnSpPr>
        <p:spPr>
          <a:xfrm>
            <a:off x="9717157" y="24549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00E48-2112-B041-D082-F1AB300C9A63}"/>
              </a:ext>
            </a:extLst>
          </p:cNvPr>
          <p:cNvCxnSpPr/>
          <p:nvPr/>
        </p:nvCxnSpPr>
        <p:spPr>
          <a:xfrm>
            <a:off x="1583635" y="3899452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B2650F-FFC7-2DE4-8A1D-8A7CDA8FDBD7}"/>
              </a:ext>
            </a:extLst>
          </p:cNvPr>
          <p:cNvCxnSpPr/>
          <p:nvPr/>
        </p:nvCxnSpPr>
        <p:spPr>
          <a:xfrm>
            <a:off x="4389783" y="3899452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430535-8680-1AC7-C202-D8F7A384CBEA}"/>
              </a:ext>
            </a:extLst>
          </p:cNvPr>
          <p:cNvCxnSpPr/>
          <p:nvPr/>
        </p:nvCxnSpPr>
        <p:spPr>
          <a:xfrm>
            <a:off x="7073348" y="3899452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3C039B-2ED9-0516-49B3-04DBA23184BE}"/>
              </a:ext>
            </a:extLst>
          </p:cNvPr>
          <p:cNvCxnSpPr/>
          <p:nvPr/>
        </p:nvCxnSpPr>
        <p:spPr>
          <a:xfrm>
            <a:off x="9581322" y="3899452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0886686-FE92-5C5D-BEF3-EDDFD5E36E08}"/>
                  </a:ext>
                </a:extLst>
              </p14:cNvPr>
              <p14:cNvContentPartPr/>
              <p14:nvPr/>
            </p14:nvContentPartPr>
            <p14:xfrm>
              <a:off x="2643496" y="3696151"/>
              <a:ext cx="2318400" cy="194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0886686-FE92-5C5D-BEF3-EDDFD5E36E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7376" y="3690031"/>
                <a:ext cx="23306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02475A-F840-2E0D-6B81-E9F9776B7135}"/>
                  </a:ext>
                </a:extLst>
              </p14:cNvPr>
              <p14:cNvContentPartPr/>
              <p14:nvPr/>
            </p14:nvContentPartPr>
            <p14:xfrm>
              <a:off x="8139976" y="3477991"/>
              <a:ext cx="2577240" cy="414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02475A-F840-2E0D-6B81-E9F9776B71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3856" y="3471871"/>
                <a:ext cx="2589480" cy="426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9BA0C4-1ECA-AFD2-C4EA-E1C0EFDC0F65}"/>
              </a:ext>
            </a:extLst>
          </p:cNvPr>
          <p:cNvCxnSpPr/>
          <p:nvPr/>
        </p:nvCxnSpPr>
        <p:spPr>
          <a:xfrm>
            <a:off x="762000" y="63547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460F0B-74D6-B1DF-7A6F-576C6373DF12}"/>
              </a:ext>
            </a:extLst>
          </p:cNvPr>
          <p:cNvCxnSpPr/>
          <p:nvPr/>
        </p:nvCxnSpPr>
        <p:spPr>
          <a:xfrm>
            <a:off x="3568148" y="63547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26B477-C047-A09E-D7E4-8267B5E97E8D}"/>
              </a:ext>
            </a:extLst>
          </p:cNvPr>
          <p:cNvCxnSpPr/>
          <p:nvPr/>
        </p:nvCxnSpPr>
        <p:spPr>
          <a:xfrm>
            <a:off x="6251713" y="63547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141C11-6EEA-617D-CBF3-58A88777AE22}"/>
              </a:ext>
            </a:extLst>
          </p:cNvPr>
          <p:cNvCxnSpPr/>
          <p:nvPr/>
        </p:nvCxnSpPr>
        <p:spPr>
          <a:xfrm>
            <a:off x="8759687" y="6354765"/>
            <a:ext cx="217666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BFA8BCF-683F-3430-7B88-6005F23124BF}"/>
                  </a:ext>
                </a:extLst>
              </p14:cNvPr>
              <p14:cNvContentPartPr/>
              <p14:nvPr/>
            </p14:nvContentPartPr>
            <p14:xfrm>
              <a:off x="1821861" y="6151464"/>
              <a:ext cx="2318400" cy="194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BFA8BCF-683F-3430-7B88-6005F23124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5741" y="6145344"/>
                <a:ext cx="23306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55D84FB-919C-E434-CEB7-67F9D864E701}"/>
                  </a:ext>
                </a:extLst>
              </p14:cNvPr>
              <p14:cNvContentPartPr/>
              <p14:nvPr/>
            </p14:nvContentPartPr>
            <p14:xfrm>
              <a:off x="7318341" y="5933304"/>
              <a:ext cx="2577240" cy="414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55D84FB-919C-E434-CEB7-67F9D864E7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2221" y="5927184"/>
                <a:ext cx="25894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F193435-9698-43DC-6C92-C221CF2BC018}"/>
                  </a:ext>
                </a:extLst>
              </p14:cNvPr>
              <p14:cNvContentPartPr/>
              <p14:nvPr/>
            </p14:nvContentPartPr>
            <p14:xfrm>
              <a:off x="4323256" y="5614591"/>
              <a:ext cx="2435760" cy="745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F193435-9698-43DC-6C92-C221CF2BC0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7136" y="5608471"/>
                <a:ext cx="244800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05AE4FB-32D6-09CF-F0B0-F846BDE4414E}"/>
                  </a:ext>
                </a:extLst>
              </p14:cNvPr>
              <p14:cNvContentPartPr/>
              <p14:nvPr/>
            </p14:nvContentPartPr>
            <p14:xfrm>
              <a:off x="1331656" y="5217151"/>
              <a:ext cx="9335880" cy="1150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05AE4FB-32D6-09CF-F0B0-F846BDE441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5536" y="5211031"/>
                <a:ext cx="9348120" cy="11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382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74C5-4740-5855-AFB7-26CACFB9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Genome assembly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ECEFF-3BE4-B738-C1C4-E54F4109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Contig assembly uses reads:</a:t>
            </a:r>
          </a:p>
          <a:p>
            <a:pPr lvl="1"/>
            <a:r>
              <a:rPr lang="en-US" dirty="0"/>
              <a:t>Overlap Graph</a:t>
            </a:r>
          </a:p>
          <a:p>
            <a:pPr lvl="2"/>
            <a:r>
              <a:rPr lang="en-US" dirty="0"/>
              <a:t>String graph</a:t>
            </a:r>
          </a:p>
          <a:p>
            <a:pPr lvl="1"/>
            <a:r>
              <a:rPr lang="en-US" dirty="0"/>
              <a:t>K-mer (or DeBruijn) graph</a:t>
            </a:r>
          </a:p>
          <a:p>
            <a:endParaRPr lang="en-US" dirty="0"/>
          </a:p>
          <a:p>
            <a:r>
              <a:rPr lang="en-US" dirty="0"/>
              <a:t>Scaffolding/super-scaffolding uses </a:t>
            </a:r>
          </a:p>
          <a:p>
            <a:pPr lvl="1"/>
            <a:r>
              <a:rPr lang="en-US" dirty="0"/>
              <a:t>Long reads or</a:t>
            </a:r>
          </a:p>
          <a:p>
            <a:pPr lvl="1"/>
            <a:r>
              <a:rPr lang="en-US" dirty="0"/>
              <a:t>Oriented or unoriented pairs of reads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D3369-4AB9-A4C6-6FB0-86C08D5F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8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D977-6EE8-9D89-B3CF-756386D5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Overlap-Layout-Consensus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A9EB-82AE-BB09-E9ED-90F86F12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75535"/>
            <a:ext cx="10972800" cy="1641014"/>
          </a:xfrm>
        </p:spPr>
        <p:txBody>
          <a:bodyPr>
            <a:normAutofit fontScale="92500"/>
          </a:bodyPr>
          <a:lstStyle/>
          <a:p>
            <a:r>
              <a:rPr lang="en-US" dirty="0"/>
              <a:t>Overlap – compute overlaps between reads based on sequence alignments</a:t>
            </a:r>
          </a:p>
          <a:p>
            <a:r>
              <a:rPr lang="en-US" dirty="0"/>
              <a:t>Layout – assemble overlapping reads (greedy or string graph)</a:t>
            </a:r>
          </a:p>
          <a:p>
            <a:r>
              <a:rPr lang="en-US" dirty="0"/>
              <a:t>Consensus – generate contig sequences, by majority vote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78F64-ED1E-2680-64C7-C2BBA56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35770-7805-C415-05BF-3CEB5066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30" y="3230597"/>
            <a:ext cx="9469171" cy="36771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F4ED00-9BC0-3ACF-C7D1-E05150A5391D}"/>
              </a:ext>
            </a:extLst>
          </p:cNvPr>
          <p:cNvSpPr/>
          <p:nvPr/>
        </p:nvSpPr>
        <p:spPr>
          <a:xfrm>
            <a:off x="904030" y="3581705"/>
            <a:ext cx="763525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21602-2F0D-7CC9-7E91-0D74D52C85B3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C91C7-C900-0B04-5E1F-796CAE63A6CB}"/>
              </a:ext>
            </a:extLst>
          </p:cNvPr>
          <p:cNvSpPr txBox="1"/>
          <p:nvPr/>
        </p:nvSpPr>
        <p:spPr>
          <a:xfrm>
            <a:off x="8831976" y="6368011"/>
            <a:ext cx="225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Chaisson et al., (2015)</a:t>
            </a:r>
          </a:p>
        </p:txBody>
      </p:sp>
    </p:spTree>
    <p:extLst>
      <p:ext uri="{BB962C8B-B14F-4D97-AF65-F5344CB8AC3E}">
        <p14:creationId xmlns:p14="http://schemas.microsoft.com/office/powerpoint/2010/main" val="423330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3191-A07C-EC5B-F575-CC060CA5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D492-2FE1-A6AC-961C-BCBC6460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overlap is an pseudo-alignment between a pair of reads</a:t>
            </a:r>
          </a:p>
          <a:p>
            <a:r>
              <a:rPr lang="en-US" dirty="0"/>
              <a:t>Can be Inverse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59195-EE07-4E46-90B8-9D8E5D79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7017AB-5EC6-1E4F-1A8D-9C2FA57012F4}"/>
              </a:ext>
            </a:extLst>
          </p:cNvPr>
          <p:cNvCxnSpPr/>
          <p:nvPr/>
        </p:nvCxnSpPr>
        <p:spPr>
          <a:xfrm>
            <a:off x="378373" y="2908738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BD1851-8193-CECF-02AA-EDAB445A061F}"/>
              </a:ext>
            </a:extLst>
          </p:cNvPr>
          <p:cNvCxnSpPr>
            <a:cxnSpLocks/>
          </p:cNvCxnSpPr>
          <p:nvPr/>
        </p:nvCxnSpPr>
        <p:spPr>
          <a:xfrm flipH="1">
            <a:off x="1807780" y="3171497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B20BA8-89DC-2FA9-DD96-73C94D3E7111}"/>
              </a:ext>
            </a:extLst>
          </p:cNvPr>
          <p:cNvCxnSpPr>
            <a:cxnSpLocks/>
          </p:cNvCxnSpPr>
          <p:nvPr/>
        </p:nvCxnSpPr>
        <p:spPr>
          <a:xfrm>
            <a:off x="2099441" y="4866289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2EC32D-4522-04C2-C308-586B517FF026}"/>
              </a:ext>
            </a:extLst>
          </p:cNvPr>
          <p:cNvCxnSpPr>
            <a:cxnSpLocks/>
          </p:cNvCxnSpPr>
          <p:nvPr/>
        </p:nvCxnSpPr>
        <p:spPr>
          <a:xfrm>
            <a:off x="329762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6031B4-C203-FA5B-66A8-22F123A6F5CD}"/>
              </a:ext>
            </a:extLst>
          </p:cNvPr>
          <p:cNvCxnSpPr/>
          <p:nvPr/>
        </p:nvCxnSpPr>
        <p:spPr>
          <a:xfrm>
            <a:off x="5985640" y="2956035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5E5FC3-CE84-E716-9309-86B9F0CF7B93}"/>
              </a:ext>
            </a:extLst>
          </p:cNvPr>
          <p:cNvCxnSpPr>
            <a:cxnSpLocks/>
          </p:cNvCxnSpPr>
          <p:nvPr/>
        </p:nvCxnSpPr>
        <p:spPr>
          <a:xfrm flipH="1">
            <a:off x="4876799" y="3234559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4314DC-4970-22B2-A093-84B6AC5E0EC7}"/>
              </a:ext>
            </a:extLst>
          </p:cNvPr>
          <p:cNvCxnSpPr>
            <a:cxnSpLocks/>
          </p:cNvCxnSpPr>
          <p:nvPr/>
        </p:nvCxnSpPr>
        <p:spPr>
          <a:xfrm>
            <a:off x="9637985" y="30296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3E55E4-5C78-5204-9D40-3C621F55581D}"/>
              </a:ext>
            </a:extLst>
          </p:cNvPr>
          <p:cNvCxnSpPr>
            <a:cxnSpLocks/>
          </p:cNvCxnSpPr>
          <p:nvPr/>
        </p:nvCxnSpPr>
        <p:spPr>
          <a:xfrm flipH="1">
            <a:off x="10050517" y="3308131"/>
            <a:ext cx="10457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6468BC-ECFC-E53C-59CF-1F58AF9A525B}"/>
              </a:ext>
            </a:extLst>
          </p:cNvPr>
          <p:cNvCxnSpPr>
            <a:cxnSpLocks/>
          </p:cNvCxnSpPr>
          <p:nvPr/>
        </p:nvCxnSpPr>
        <p:spPr>
          <a:xfrm>
            <a:off x="7039303" y="4866289"/>
            <a:ext cx="903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3E0C2-E495-D153-9E95-8139BAF3072A}"/>
              </a:ext>
            </a:extLst>
          </p:cNvPr>
          <p:cNvCxnSpPr>
            <a:cxnSpLocks/>
          </p:cNvCxnSpPr>
          <p:nvPr/>
        </p:nvCxnSpPr>
        <p:spPr>
          <a:xfrm>
            <a:off x="6674069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22675B-1F0B-B331-7B00-D8610ED78BA7}"/>
              </a:ext>
            </a:extLst>
          </p:cNvPr>
          <p:cNvCxnSpPr>
            <a:cxnSpLocks/>
          </p:cNvCxnSpPr>
          <p:nvPr/>
        </p:nvCxnSpPr>
        <p:spPr>
          <a:xfrm>
            <a:off x="9595944" y="4866289"/>
            <a:ext cx="2125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7D687A-A8FC-01A6-C7AD-FCD0E5728CE6}"/>
              </a:ext>
            </a:extLst>
          </p:cNvPr>
          <p:cNvCxnSpPr>
            <a:cxnSpLocks/>
          </p:cNvCxnSpPr>
          <p:nvPr/>
        </p:nvCxnSpPr>
        <p:spPr>
          <a:xfrm>
            <a:off x="9230710" y="5136930"/>
            <a:ext cx="21756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8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4351-D258-4CF9-35DC-5DA336A3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D301-9933-1BFC-2F12-01360FC1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Recording an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7178-2F3B-D5F4-6B76-9838F78A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first read, it is always forward, it specifies the coordinate system</a:t>
            </a:r>
          </a:p>
          <a:p>
            <a:r>
              <a:rPr lang="en-US" dirty="0"/>
              <a:t>Record </a:t>
            </a:r>
            <a:r>
              <a:rPr lang="en-US" u="sng" dirty="0"/>
              <a:t>orientation</a:t>
            </a:r>
          </a:p>
          <a:p>
            <a:r>
              <a:rPr lang="en-US" dirty="0"/>
              <a:t>Record </a:t>
            </a:r>
            <a:r>
              <a:rPr lang="en-US" u="sng" dirty="0"/>
              <a:t>overhangs</a:t>
            </a:r>
            <a:r>
              <a:rPr lang="en-US" dirty="0"/>
              <a:t> (A and B), read ends are coordinate starts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E6EB0-4E1D-273C-16E7-058A36AB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B38C69-BBAE-05A9-A115-558E236B2145}"/>
              </a:ext>
            </a:extLst>
          </p:cNvPr>
          <p:cNvCxnSpPr/>
          <p:nvPr/>
        </p:nvCxnSpPr>
        <p:spPr>
          <a:xfrm>
            <a:off x="3074276" y="4242807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F163AE-A04D-1CD0-30F3-A661E8686FAD}"/>
              </a:ext>
            </a:extLst>
          </p:cNvPr>
          <p:cNvCxnSpPr>
            <a:cxnSpLocks/>
          </p:cNvCxnSpPr>
          <p:nvPr/>
        </p:nvCxnSpPr>
        <p:spPr>
          <a:xfrm flipH="1">
            <a:off x="4503683" y="4505566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Left Brace 4">
            <a:extLst>
              <a:ext uri="{FF2B5EF4-FFF2-40B4-BE49-F238E27FC236}">
                <a16:creationId xmlns:a16="http://schemas.microsoft.com/office/drawing/2014/main" id="{795DB698-3479-DFFD-D99D-47A81260FEF3}"/>
              </a:ext>
            </a:extLst>
          </p:cNvPr>
          <p:cNvSpPr/>
          <p:nvPr/>
        </p:nvSpPr>
        <p:spPr>
          <a:xfrm rot="5400000">
            <a:off x="3690444" y="3379189"/>
            <a:ext cx="197069" cy="1429407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65E85D0-DEC2-786D-FA75-D5F821F31C93}"/>
              </a:ext>
            </a:extLst>
          </p:cNvPr>
          <p:cNvSpPr/>
          <p:nvPr/>
        </p:nvSpPr>
        <p:spPr>
          <a:xfrm rot="5400000">
            <a:off x="6207671" y="3381358"/>
            <a:ext cx="197069" cy="152925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36052-A551-7EF7-84A8-2EDADC965467}"/>
              </a:ext>
            </a:extLst>
          </p:cNvPr>
          <p:cNvSpPr txBox="1"/>
          <p:nvPr/>
        </p:nvSpPr>
        <p:spPr>
          <a:xfrm>
            <a:off x="3154060" y="3610717"/>
            <a:ext cx="214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A-overhang(positive)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D4321-B0F3-F90E-945D-400709536CE9}"/>
              </a:ext>
            </a:extLst>
          </p:cNvPr>
          <p:cNvSpPr txBox="1"/>
          <p:nvPr/>
        </p:nvSpPr>
        <p:spPr>
          <a:xfrm>
            <a:off x="5671287" y="3607633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CC363E-C49C-325B-38EE-7BA5C27A7B5C}"/>
              </a:ext>
            </a:extLst>
          </p:cNvPr>
          <p:cNvCxnSpPr/>
          <p:nvPr/>
        </p:nvCxnSpPr>
        <p:spPr>
          <a:xfrm>
            <a:off x="1988444" y="5574996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6AAC9F-6034-4999-E659-6DE58B87E04E}"/>
              </a:ext>
            </a:extLst>
          </p:cNvPr>
          <p:cNvCxnSpPr>
            <a:cxnSpLocks/>
          </p:cNvCxnSpPr>
          <p:nvPr/>
        </p:nvCxnSpPr>
        <p:spPr>
          <a:xfrm>
            <a:off x="1313154" y="5774693"/>
            <a:ext cx="2567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781BEAAC-98B5-D6E1-E6EF-5B361C493C36}"/>
              </a:ext>
            </a:extLst>
          </p:cNvPr>
          <p:cNvSpPr/>
          <p:nvPr/>
        </p:nvSpPr>
        <p:spPr>
          <a:xfrm rot="5400000">
            <a:off x="1552264" y="5079384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359F35C-C5E5-1A62-F1C9-DF13B5514B43}"/>
              </a:ext>
            </a:extLst>
          </p:cNvPr>
          <p:cNvSpPr/>
          <p:nvPr/>
        </p:nvSpPr>
        <p:spPr>
          <a:xfrm rot="5400000">
            <a:off x="4069490" y="5126175"/>
            <a:ext cx="197069" cy="57543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B5B8F-364D-CC32-9CB5-FA9246DB45AD}"/>
              </a:ext>
            </a:extLst>
          </p:cNvPr>
          <p:cNvSpPr txBox="1"/>
          <p:nvPr/>
        </p:nvSpPr>
        <p:spPr>
          <a:xfrm>
            <a:off x="680863" y="4884360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94879-675F-CAC9-B846-7FEE66F53A2F}"/>
              </a:ext>
            </a:extLst>
          </p:cNvPr>
          <p:cNvSpPr txBox="1"/>
          <p:nvPr/>
        </p:nvSpPr>
        <p:spPr>
          <a:xfrm>
            <a:off x="3417850" y="4892128"/>
            <a:ext cx="225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(negative)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51BA27-2ACC-55E2-BAD3-309615A30880}"/>
              </a:ext>
            </a:extLst>
          </p:cNvPr>
          <p:cNvCxnSpPr/>
          <p:nvPr/>
        </p:nvCxnSpPr>
        <p:spPr>
          <a:xfrm>
            <a:off x="7507302" y="5587274"/>
            <a:ext cx="2467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1F82ED-B5C2-B6D7-26FD-F7F92388773D}"/>
              </a:ext>
            </a:extLst>
          </p:cNvPr>
          <p:cNvCxnSpPr>
            <a:cxnSpLocks/>
          </p:cNvCxnSpPr>
          <p:nvPr/>
        </p:nvCxnSpPr>
        <p:spPr>
          <a:xfrm flipH="1">
            <a:off x="6832013" y="5897329"/>
            <a:ext cx="4022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341017AA-2D89-A69A-B1A8-6947562B11E5}"/>
              </a:ext>
            </a:extLst>
          </p:cNvPr>
          <p:cNvSpPr/>
          <p:nvPr/>
        </p:nvSpPr>
        <p:spPr>
          <a:xfrm rot="5400000">
            <a:off x="7071122" y="5091662"/>
            <a:ext cx="197069" cy="67528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21EA76-D682-65FE-61F1-ECC0A95D1D62}"/>
              </a:ext>
            </a:extLst>
          </p:cNvPr>
          <p:cNvSpPr txBox="1"/>
          <p:nvPr/>
        </p:nvSpPr>
        <p:spPr>
          <a:xfrm>
            <a:off x="6199721" y="4896638"/>
            <a:ext cx="2208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A-overhang(negative)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E81BC-2865-95EC-508A-F5F36E5C4114}"/>
              </a:ext>
            </a:extLst>
          </p:cNvPr>
          <p:cNvSpPr txBox="1"/>
          <p:nvPr/>
        </p:nvSpPr>
        <p:spPr>
          <a:xfrm>
            <a:off x="8936708" y="4904406"/>
            <a:ext cx="218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B-overhang (positive)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4545E020-CC9B-60F1-60DC-15D4F96A4541}"/>
              </a:ext>
            </a:extLst>
          </p:cNvPr>
          <p:cNvSpPr/>
          <p:nvPr/>
        </p:nvSpPr>
        <p:spPr>
          <a:xfrm rot="5400000">
            <a:off x="10316047" y="4989332"/>
            <a:ext cx="197070" cy="879951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56B8B6-8083-272C-69C6-95B42E77FCD8}"/>
              </a:ext>
            </a:extLst>
          </p:cNvPr>
          <p:cNvSpPr txBox="1"/>
          <p:nvPr/>
        </p:nvSpPr>
        <p:spPr>
          <a:xfrm>
            <a:off x="7809989" y="6082150"/>
            <a:ext cx="190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 overlap</a:t>
            </a:r>
          </a:p>
        </p:txBody>
      </p:sp>
    </p:spTree>
    <p:extLst>
      <p:ext uri="{BB962C8B-B14F-4D97-AF65-F5344CB8AC3E}">
        <p14:creationId xmlns:p14="http://schemas.microsoft.com/office/powerpoint/2010/main" val="157114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D909-1F99-FD81-A120-C8C3FB94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Overlap is not an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B2DB-C45E-AFC1-1EB0-F2CEEFD2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there are indels, you can choose the longest stretch without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Record R1, R2, orientation, A-hang, B-hang, overlap length or quality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13B6-EBF2-F542-E2A1-77C724A1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A95E3-2CA3-8460-1781-6C168D343E60}"/>
              </a:ext>
            </a:extLst>
          </p:cNvPr>
          <p:cNvSpPr txBox="1"/>
          <p:nvPr/>
        </p:nvSpPr>
        <p:spPr>
          <a:xfrm>
            <a:off x="1763768" y="2215083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4B9E8-7C78-FAD0-98F5-363EF468A770}"/>
              </a:ext>
            </a:extLst>
          </p:cNvPr>
          <p:cNvSpPr txBox="1"/>
          <p:nvPr/>
        </p:nvSpPr>
        <p:spPr>
          <a:xfrm>
            <a:off x="1763768" y="2958752"/>
            <a:ext cx="6710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8DA62-C26B-87C9-BC56-7247E1A030D8}"/>
              </a:ext>
            </a:extLst>
          </p:cNvPr>
          <p:cNvSpPr/>
          <p:nvPr/>
        </p:nvSpPr>
        <p:spPr>
          <a:xfrm>
            <a:off x="2128344" y="3021391"/>
            <a:ext cx="1623848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4FA7B-4E76-0D79-AC58-BCD016257757}"/>
              </a:ext>
            </a:extLst>
          </p:cNvPr>
          <p:cNvSpPr/>
          <p:nvPr/>
        </p:nvSpPr>
        <p:spPr>
          <a:xfrm>
            <a:off x="3752192" y="2270973"/>
            <a:ext cx="1941786" cy="5345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672CF-467D-508A-E129-8125277AA5AF}"/>
              </a:ext>
            </a:extLst>
          </p:cNvPr>
          <p:cNvSpPr txBox="1"/>
          <p:nvPr/>
        </p:nvSpPr>
        <p:spPr>
          <a:xfrm>
            <a:off x="938047" y="4237047"/>
            <a:ext cx="958543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R1(+):                          AGATAGACA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R2(- implies that we had to RC): ATAGACA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AGACTATAG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CAGATAC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/>
              <a:t>Overlap: </a:t>
            </a:r>
          </a:p>
          <a:p>
            <a:r>
              <a:rPr lang="en-US" sz="2800" b="1" dirty="0"/>
              <a:t>R1 R2 – 1 5 27 or</a:t>
            </a:r>
          </a:p>
          <a:p>
            <a:r>
              <a:rPr lang="en-US" sz="2800" b="1" dirty="0"/>
              <a:t>R1 R2 – 2 5 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F16AD-1890-4D7E-8B80-3C06FB189F27}"/>
              </a:ext>
            </a:extLst>
          </p:cNvPr>
          <p:cNvSpPr/>
          <p:nvPr/>
        </p:nvSpPr>
        <p:spPr>
          <a:xfrm>
            <a:off x="5489327" y="4545805"/>
            <a:ext cx="3705416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982319-37F9-4278-9C6B-0F9CD90353ED}"/>
              </a:ext>
            </a:extLst>
          </p:cNvPr>
          <p:cNvSpPr/>
          <p:nvPr/>
        </p:nvSpPr>
        <p:spPr>
          <a:xfrm>
            <a:off x="5693978" y="4263157"/>
            <a:ext cx="3500765" cy="28264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CBBA-8D59-60E8-38AB-38F12199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OLC strategies: Greedy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E101C-0067-1250-D8C1-A2A2B3932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91" y="1733064"/>
            <a:ext cx="10972800" cy="5124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Greedy assembly algorithm will always yield an assembly, but not necessarily the right one:</a:t>
            </a:r>
          </a:p>
          <a:p>
            <a:pPr lvl="1"/>
            <a:r>
              <a:rPr lang="en-US" dirty="0"/>
              <a:t>Search for overlaps. If there is more than 1 sequence that overlaps, find the sequence overlap with the highest area of overlap.</a:t>
            </a:r>
          </a:p>
          <a:p>
            <a:pPr lvl="1"/>
            <a:r>
              <a:rPr lang="en-US" dirty="0"/>
              <a:t>Find two fragments with largest overlap and merge fragments.</a:t>
            </a:r>
          </a:p>
          <a:p>
            <a:pPr lvl="1"/>
            <a:r>
              <a:rPr lang="en-US" dirty="0"/>
              <a:t>Always try to extend</a:t>
            </a:r>
          </a:p>
          <a:p>
            <a:pPr lvl="1"/>
            <a:r>
              <a:rPr lang="en-US" dirty="0"/>
              <a:t>Repeat until all overlaps are used or rejected.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Strengths: Simple to implement and generally fast.</a:t>
            </a:r>
          </a:p>
          <a:p>
            <a:r>
              <a:rPr lang="en-US" dirty="0"/>
              <a:t>Weaknesses: Can make mistakes in assemblies.</a:t>
            </a:r>
          </a:p>
          <a:p>
            <a:r>
              <a:rPr lang="en-US" dirty="0"/>
              <a:t>Example: Imagine assembling a puzzle by always joining the two best matching pieces, even if those pieces might not be part of the final correct arrangement.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BFF49-B061-4FEB-44CA-CE0CE8CA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8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EE45-4783-73D7-C36D-56EF4C8D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6A13-B9D4-0E34-36CB-604EB09C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1C68-13AA-8EE1-82AC-FCAD3C803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Problem: recover the genome using each read once</a:t>
            </a:r>
          </a:p>
          <a:p>
            <a:r>
              <a:rPr lang="en-US" dirty="0">
                <a:cs typeface="Courier New" panose="02070309020205020404" pitchFamily="49" charset="0"/>
              </a:rPr>
              <a:t>Longest overlap is between R3 and R6!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66C25-F597-00A9-2E63-384BD301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9940D-E086-2063-771B-3158734C1F4D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/>
              <a:t>R3 R6 6</a:t>
            </a:r>
          </a:p>
          <a:p>
            <a:r>
              <a:rPr lang="en-US" dirty="0"/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41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1BEA7-0010-2854-09C6-089E451E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AD7D-FDE0-281D-9C4C-8881EF59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DFFD-A86C-B234-BC0C-AE8BC7436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427E5-4CBA-3D86-2E8B-A9B2EDD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610D6-5D5A-9AD5-F16E-037E3B2D40B0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/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280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C3B5-8702-BB6D-C6EF-D1C8F9CB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24C4-FB52-600B-B2D4-D8704705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8C231-449D-580C-3C36-EE930B86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?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?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F64D5-FBB4-E2C9-74F5-5A43E71F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4A178-0A26-72E1-CEE9-69EA793584C2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/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11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22C2-4A76-3B12-645D-3F6DA084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AD48-2DE2-60B2-FFD1-BC081220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8906-F421-AABB-FCE4-9FEE0BCBE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79D6-F36C-8224-12C9-0F94F580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98232-635C-C1A4-D46F-08B843A0F44C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21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366E-1CAC-CCF9-AF1E-E227EC17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9729-9371-7CEE-0318-4AAF6DB8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4D7B-09A5-7D0C-E92B-EB62E5FD4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4811E-5BAC-F918-B018-DB75E81A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1FA64-CD78-F3E1-5926-33DEEDA67C7C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9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A188-B65B-E15F-4AE0-5ADA4257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E00F-D37B-9616-D2E2-23F7C8E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A6989-145B-0084-C080-F0C241B0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 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 ?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04DCF-6D6C-30B3-37E5-71CE5386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3D1DC-B8C0-DFCC-4354-41DFC9302FD7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 X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 X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 X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5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D044-F455-B229-88E0-ACB0E2EB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2666-4C56-C269-2BBA-A6DEE6D5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29BB3-C0B6-3396-BC8B-8E3AA46B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 ?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77EAC-1092-FD35-0BE5-7F0B170F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C6A05-C44C-9BA5-A953-362FF91E9F08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 X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 X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 X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230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2A8D-AA93-6A97-AE6B-BF2C902D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FEC5-4AA8-585F-6B09-E6C2DBFE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9924-B1F6-FF8B-654C-E0F62395E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FA8C8-2C8B-F580-2E53-E7F25D7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F3275-1779-774D-7674-B356B17189CB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 X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 X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 X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39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16FB-07E1-BB42-DBED-02DD0D90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D32F-3640-BFBD-D42A-F9AE91CD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greedy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5837D-3AF6-5C24-C3A9-D3232A33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5124936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 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Assembly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4427-5E7D-0F2D-B95F-C763CD92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9A7FC-2BC3-5BAE-93C3-D8E616D7C1C5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 X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 X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 X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15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692F-4AF3-27CF-927B-CBB1B5CE5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59EF-DECB-CDD2-DAFC-E1B5088F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OLC strategies: String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405D0-3788-255F-FFF9-CA6FF2E39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91" y="1733064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String graph: </a:t>
            </a:r>
          </a:p>
          <a:p>
            <a:pPr lvl="1"/>
            <a:r>
              <a:rPr lang="en-US" dirty="0"/>
              <a:t>Construct a graph where each read is a node and an edge connects two reads if they overlap. </a:t>
            </a:r>
          </a:p>
          <a:p>
            <a:pPr lvl="1"/>
            <a:r>
              <a:rPr lang="en-US" dirty="0"/>
              <a:t>Merge unique edges/remove transitive edges (e.g. A-&gt;B, B-&gt;C and A-&gt;C, remove B-&gt;C if unique). </a:t>
            </a:r>
          </a:p>
          <a:p>
            <a:pPr lvl="1"/>
            <a:r>
              <a:rPr lang="en-US" dirty="0"/>
              <a:t>Contigs are a set of linear paths through the graph, split at all intersections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C511D-353E-B462-ADC0-BC05F26A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47F82-3FC3-29F3-FDE8-ED01C176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20" y="5371132"/>
            <a:ext cx="9030960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28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7CB5-C1F4-5934-845E-974C2322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FE95-6F51-45C5-84D8-257BB8A9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OLC strategies: String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1E4E-87B2-3BC0-10CF-300ECE87F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91" y="1733064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String graph: </a:t>
            </a:r>
          </a:p>
          <a:p>
            <a:pPr lvl="1"/>
            <a:r>
              <a:rPr lang="en-US" dirty="0"/>
              <a:t>Construct a graph where each read is a node and an edge connects two reads if they overlap. </a:t>
            </a:r>
          </a:p>
          <a:p>
            <a:pPr lvl="1"/>
            <a:r>
              <a:rPr lang="en-US" dirty="0"/>
              <a:t>Merge unique edges/remove transitive edges (e.g. A-&gt;B, B-&gt;C and A-&gt;C, remove B-&gt;C if unique). </a:t>
            </a:r>
          </a:p>
          <a:p>
            <a:pPr lvl="1"/>
            <a:r>
              <a:rPr lang="en-US" dirty="0"/>
              <a:t>Contigs are a set of linear paths through the graph, split at all intersections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EEAB-B3DD-A778-22EE-8C245079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BFD815-8FCB-693B-DCC5-AAA034BC8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20" y="5371132"/>
            <a:ext cx="9030960" cy="39058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8BE467-4AE3-0365-FBA9-5B82756F7E72}"/>
              </a:ext>
            </a:extLst>
          </p:cNvPr>
          <p:cNvCxnSpPr>
            <a:cxnSpLocks/>
          </p:cNvCxnSpPr>
          <p:nvPr/>
        </p:nvCxnSpPr>
        <p:spPr>
          <a:xfrm>
            <a:off x="3742636" y="5993996"/>
            <a:ext cx="1554921" cy="18369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8104D7-EBE6-A534-072B-4535CF78A6A3}"/>
              </a:ext>
            </a:extLst>
          </p:cNvPr>
          <p:cNvCxnSpPr>
            <a:cxnSpLocks/>
          </p:cNvCxnSpPr>
          <p:nvPr/>
        </p:nvCxnSpPr>
        <p:spPr>
          <a:xfrm flipV="1">
            <a:off x="3742636" y="6231835"/>
            <a:ext cx="1554921" cy="23234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56B296-8783-DC6B-C44E-CB7B2B963AB5}"/>
              </a:ext>
            </a:extLst>
          </p:cNvPr>
          <p:cNvCxnSpPr>
            <a:cxnSpLocks/>
          </p:cNvCxnSpPr>
          <p:nvPr/>
        </p:nvCxnSpPr>
        <p:spPr>
          <a:xfrm flipH="1">
            <a:off x="5287617" y="6232215"/>
            <a:ext cx="11032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12D9D9-CEF1-F84F-4FD1-F6C1674C5271}"/>
              </a:ext>
            </a:extLst>
          </p:cNvPr>
          <p:cNvCxnSpPr>
            <a:cxnSpLocks/>
          </p:cNvCxnSpPr>
          <p:nvPr/>
        </p:nvCxnSpPr>
        <p:spPr>
          <a:xfrm flipV="1">
            <a:off x="6390861" y="5993996"/>
            <a:ext cx="1230971" cy="18369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8AEFB3-2FF8-9A69-70FC-C3CDB87CB6EF}"/>
              </a:ext>
            </a:extLst>
          </p:cNvPr>
          <p:cNvCxnSpPr>
            <a:cxnSpLocks/>
          </p:cNvCxnSpPr>
          <p:nvPr/>
        </p:nvCxnSpPr>
        <p:spPr>
          <a:xfrm flipH="1" flipV="1">
            <a:off x="6420678" y="6261652"/>
            <a:ext cx="1239258" cy="29085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267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EF11-DEE7-E2B2-F9D2-E2474D13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4F37-432D-7B61-4665-F150023F3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OLC strategies: String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82D75-8719-353F-80F8-13B29C4B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91" y="1733064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String graph: </a:t>
            </a:r>
          </a:p>
          <a:p>
            <a:pPr lvl="1"/>
            <a:r>
              <a:rPr lang="en-US" dirty="0"/>
              <a:t>Construct a graph where each read is </a:t>
            </a:r>
            <a:r>
              <a:rPr lang="en-US"/>
              <a:t>a node </a:t>
            </a:r>
            <a:r>
              <a:rPr lang="en-US" dirty="0"/>
              <a:t>and an edge connects two reads if they overlap. </a:t>
            </a:r>
          </a:p>
          <a:p>
            <a:pPr lvl="1"/>
            <a:r>
              <a:rPr lang="en-US" dirty="0"/>
              <a:t>Merge unique edges/remove transitive edges (e.g. A-&gt;B, B-&gt;C and A-&gt;C, remove B-&gt;C if unique). </a:t>
            </a:r>
          </a:p>
          <a:p>
            <a:pPr lvl="1"/>
            <a:r>
              <a:rPr lang="en-US" dirty="0"/>
              <a:t>Contigs are a set of linear paths through the graph, split at all intersections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2078E-F401-74F4-A1B0-C207D326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E2F5B-D595-98C2-957E-3FD32797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94" y="5251862"/>
            <a:ext cx="9030960" cy="39058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F21D60-7F81-6C1A-D105-A679C046991D}"/>
              </a:ext>
            </a:extLst>
          </p:cNvPr>
          <p:cNvCxnSpPr>
            <a:cxnSpLocks/>
          </p:cNvCxnSpPr>
          <p:nvPr/>
        </p:nvCxnSpPr>
        <p:spPr>
          <a:xfrm>
            <a:off x="3742636" y="5993996"/>
            <a:ext cx="1544981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7CC66E-908B-D824-6330-DE3CE8CFA251}"/>
              </a:ext>
            </a:extLst>
          </p:cNvPr>
          <p:cNvCxnSpPr>
            <a:cxnSpLocks/>
          </p:cNvCxnSpPr>
          <p:nvPr/>
        </p:nvCxnSpPr>
        <p:spPr>
          <a:xfrm>
            <a:off x="3742636" y="6464180"/>
            <a:ext cx="154498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B151E6-E37C-FACD-715E-D3F84ED212F7}"/>
              </a:ext>
            </a:extLst>
          </p:cNvPr>
          <p:cNvCxnSpPr>
            <a:cxnSpLocks/>
          </p:cNvCxnSpPr>
          <p:nvPr/>
        </p:nvCxnSpPr>
        <p:spPr>
          <a:xfrm flipH="1">
            <a:off x="5287617" y="6232215"/>
            <a:ext cx="11032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55E126-2D19-3824-2D25-E75905221540}"/>
              </a:ext>
            </a:extLst>
          </p:cNvPr>
          <p:cNvCxnSpPr>
            <a:cxnSpLocks/>
          </p:cNvCxnSpPr>
          <p:nvPr/>
        </p:nvCxnSpPr>
        <p:spPr>
          <a:xfrm>
            <a:off x="6390861" y="5993996"/>
            <a:ext cx="123097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AC9189-614F-9868-E50E-29B78E464E22}"/>
              </a:ext>
            </a:extLst>
          </p:cNvPr>
          <p:cNvCxnSpPr>
            <a:cxnSpLocks/>
          </p:cNvCxnSpPr>
          <p:nvPr/>
        </p:nvCxnSpPr>
        <p:spPr>
          <a:xfrm flipH="1">
            <a:off x="6390861" y="6552510"/>
            <a:ext cx="12690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996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D871-58C2-94E2-42D9-8BFF5C17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7DC8-A219-C88E-CF3D-166C3B19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OLC strategies: String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B464B-20FC-1D20-EE5F-C1CF3AF8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91" y="1733064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Strengths: </a:t>
            </a:r>
          </a:p>
          <a:p>
            <a:pPr lvl="1"/>
            <a:r>
              <a:rPr lang="en-US" dirty="0"/>
              <a:t>Assemblies are more correct, because the graph structure preserves information about all overlaps, not just the strongest ones.</a:t>
            </a:r>
          </a:p>
          <a:p>
            <a:pPr lvl="1"/>
            <a:r>
              <a:rPr lang="en-US" dirty="0"/>
              <a:t>Storing assembly as a graph can help resolve it later with additional data</a:t>
            </a:r>
          </a:p>
          <a:p>
            <a:r>
              <a:rPr lang="en-US" dirty="0"/>
              <a:t>Weaknesses: More computationally intensive. Building the initial overlap graph is typically the slowest part of the assembly.</a:t>
            </a:r>
          </a:p>
          <a:p>
            <a:r>
              <a:rPr lang="en-US" dirty="0"/>
              <a:t>Example: Imagine creating a map of all possible connections between puzzle pieces and then finding the optimal path through the connections to assemble the puzzle.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11E45-C9AC-0D7F-3E0E-8BCD7674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0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2413-B113-551C-AF4F-2D563044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9BA9-A812-7105-E061-43EFBD05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859C-791C-3FFB-66E9-2C866A311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37B97-321F-598B-551F-E6C6B21C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14311-5D45-373A-A790-ABB8FF47F917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/>
              <a:t>R3 R6 6</a:t>
            </a:r>
          </a:p>
          <a:p>
            <a:r>
              <a:rPr lang="en-US" dirty="0"/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8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7A2E-85B4-488E-99B1-36C9F7A1C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F769-E1BB-44B7-9E5B-7CB476CE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6980-B729-D2E9-EC54-7A4EA358F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Reduce R1 R2 and R4 R5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R1-R2: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R4-R5: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6824F-3BA5-97FE-CA02-DFDE82F9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D5234-0D09-EBF0-51E4-D750AED8087C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/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9096-B92A-1828-FC70-3823E21B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FF47-CB19-A609-F6FE-A8D4DAD0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3F11-F062-F014-B196-C9375590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Construct the graph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AAACGTC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AACATAAAAA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AAAAAAA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AAACGTC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AAGACGAAA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AAGACGAAA</a:t>
            </a:r>
            <a:br>
              <a:rPr lang="en-US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Assembly: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AACAT GACG AAAAAAA CGTC</a:t>
            </a:r>
            <a:endParaRPr lang="en-US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EA37A-71D0-DA4C-EEBF-69987282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052E8-0605-ADA5-CED3-FF20CAE53F8E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37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E3A1-6AC2-DE03-50F1-4B2FED7B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463F-E4B5-3EF6-CFC8-E60E048F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8C25-D637-C11A-3584-52AEDF009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Construct the graph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AAACGTC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AAAAAAA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AAACGTC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AAGACGAAA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AAGACGAAA</a:t>
            </a:r>
            <a:br>
              <a:rPr lang="en-US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Assembly: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AACAT GACG AAAAAAA CGTC</a:t>
            </a:r>
            <a:endParaRPr lang="en-US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6B61D-43AA-E381-00A4-EFCB1075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27EFF-E926-0B02-B298-54247CDF959C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 X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3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63C9-5947-7AA0-BC26-252698ED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CC21-7B3E-EE25-E32D-A060C51A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634E7-87B8-1F7B-81C0-F4360896D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Construct the graph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AAAAAAA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Assembly: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AACAT GACG AAAAAAA CGTC</a:t>
            </a:r>
            <a:endParaRPr lang="en-US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5B6D1-634E-6186-E5B0-C2E54D59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A9B83-4EC2-9940-7508-8A280EDE451D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 X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40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1E5F-320A-1FBC-98CB-C4A60D57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A6E3-D661-7625-96B9-2C482C59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0B74-015D-9014-DB6C-383B4BDEE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Partition at “branches”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AAAAAAA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Contigs: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 GACG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22DA-463B-3F5B-1436-34A997FF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2C23F3-A4D1-3DFC-5246-F11131D4D3A2}"/>
              </a:ext>
            </a:extLst>
          </p:cNvPr>
          <p:cNvCxnSpPr/>
          <p:nvPr/>
        </p:nvCxnSpPr>
        <p:spPr>
          <a:xfrm>
            <a:off x="2035277" y="4689987"/>
            <a:ext cx="0" cy="137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34F3A8-91A4-D7BD-4807-A6CDAD416931}"/>
              </a:ext>
            </a:extLst>
          </p:cNvPr>
          <p:cNvCxnSpPr/>
          <p:nvPr/>
        </p:nvCxnSpPr>
        <p:spPr>
          <a:xfrm>
            <a:off x="3220064" y="4429432"/>
            <a:ext cx="0" cy="137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007874-22D9-E804-BF6E-9868F8AC474D}"/>
              </a:ext>
            </a:extLst>
          </p:cNvPr>
          <p:cNvCxnSpPr>
            <a:cxnSpLocks/>
          </p:cNvCxnSpPr>
          <p:nvPr/>
        </p:nvCxnSpPr>
        <p:spPr>
          <a:xfrm>
            <a:off x="3893573" y="4853005"/>
            <a:ext cx="0" cy="1056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9C59BF-BE46-A579-DB82-CE003ED97942}"/>
              </a:ext>
            </a:extLst>
          </p:cNvPr>
          <p:cNvCxnSpPr>
            <a:cxnSpLocks/>
          </p:cNvCxnSpPr>
          <p:nvPr/>
        </p:nvCxnSpPr>
        <p:spPr>
          <a:xfrm>
            <a:off x="4429431" y="4853005"/>
            <a:ext cx="0" cy="1056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06CC79-30B9-E41C-24BE-C3E275BB9E2D}"/>
              </a:ext>
            </a:extLst>
          </p:cNvPr>
          <p:cNvCxnSpPr>
            <a:cxnSpLocks/>
          </p:cNvCxnSpPr>
          <p:nvPr/>
        </p:nvCxnSpPr>
        <p:spPr>
          <a:xfrm>
            <a:off x="1376515" y="5625548"/>
            <a:ext cx="0" cy="440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0DC117-5B22-B883-7CD1-C4899BBDD775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 X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6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9F3B-6081-C0F0-A092-38E642135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48DF-EFD6-DBF0-60AC-DED567E3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D697-4B67-BC3B-87C7-A0C560D7E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Remove “tips”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AAAAAAA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Contigs: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 GACG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3A5A3-4327-C12F-96F6-C073148F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A6F15-DA46-CEF8-850E-727F9F20FBCA}"/>
              </a:ext>
            </a:extLst>
          </p:cNvPr>
          <p:cNvCxnSpPr/>
          <p:nvPr/>
        </p:nvCxnSpPr>
        <p:spPr>
          <a:xfrm>
            <a:off x="2035277" y="4689987"/>
            <a:ext cx="0" cy="137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6BA4CC-2274-A913-B114-77EE087857EF}"/>
              </a:ext>
            </a:extLst>
          </p:cNvPr>
          <p:cNvCxnSpPr/>
          <p:nvPr/>
        </p:nvCxnSpPr>
        <p:spPr>
          <a:xfrm>
            <a:off x="3220064" y="4429432"/>
            <a:ext cx="0" cy="137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57C149-8CF5-63D1-15A8-7F57E9B39DD1}"/>
              </a:ext>
            </a:extLst>
          </p:cNvPr>
          <p:cNvCxnSpPr>
            <a:cxnSpLocks/>
          </p:cNvCxnSpPr>
          <p:nvPr/>
        </p:nvCxnSpPr>
        <p:spPr>
          <a:xfrm>
            <a:off x="3893573" y="4853005"/>
            <a:ext cx="0" cy="1056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64838A-1611-F910-650A-8AFC80602D04}"/>
              </a:ext>
            </a:extLst>
          </p:cNvPr>
          <p:cNvCxnSpPr>
            <a:cxnSpLocks/>
          </p:cNvCxnSpPr>
          <p:nvPr/>
        </p:nvCxnSpPr>
        <p:spPr>
          <a:xfrm>
            <a:off x="1376515" y="5625548"/>
            <a:ext cx="0" cy="440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0FF5FF-78CC-F610-1327-F5B78A5D365F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 X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55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3171-38EA-65CC-95CF-652C1E68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F119-4A30-EA9B-77DA-C06E6FEB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1FE9-FC8C-8E93-F670-4D5E7299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1"/>
            <a:ext cx="7970194" cy="32930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949C8-D0EA-09EC-BBC9-19C1CD60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9EE80-5D63-4426-F841-2414604F8C0B}"/>
              </a:ext>
            </a:extLst>
          </p:cNvPr>
          <p:cNvSpPr txBox="1"/>
          <p:nvPr/>
        </p:nvSpPr>
        <p:spPr>
          <a:xfrm>
            <a:off x="1671007" y="5131321"/>
            <a:ext cx="8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AACAT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5EAF1-52B7-796E-FB46-CCD819C7690B}"/>
              </a:ext>
            </a:extLst>
          </p:cNvPr>
          <p:cNvSpPr txBox="1"/>
          <p:nvPr/>
        </p:nvSpPr>
        <p:spPr>
          <a:xfrm>
            <a:off x="3199155" y="5500826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AAAAAAA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46275-4E31-A0E1-BE3D-1A96E176AEC0}"/>
              </a:ext>
            </a:extLst>
          </p:cNvPr>
          <p:cNvSpPr txBox="1"/>
          <p:nvPr/>
        </p:nvSpPr>
        <p:spPr>
          <a:xfrm>
            <a:off x="4957868" y="5100716"/>
            <a:ext cx="784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CGTC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9970B-191B-4051-451F-25AEE2F5FA2C}"/>
              </a:ext>
            </a:extLst>
          </p:cNvPr>
          <p:cNvSpPr txBox="1"/>
          <p:nvPr/>
        </p:nvSpPr>
        <p:spPr>
          <a:xfrm>
            <a:off x="3438793" y="6112096"/>
            <a:ext cx="791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GCAG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2A0194-B870-DAAF-918E-C3EDED2272B5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542271" y="5331376"/>
            <a:ext cx="656884" cy="36950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B60A06-E170-023A-0398-9E6F069CCCAE}"/>
              </a:ext>
            </a:extLst>
          </p:cNvPr>
          <p:cNvCxnSpPr>
            <a:cxnSpLocks/>
            <a:stCxn id="15" idx="3"/>
            <a:endCxn id="10" idx="3"/>
          </p:cNvCxnSpPr>
          <p:nvPr/>
        </p:nvCxnSpPr>
        <p:spPr>
          <a:xfrm flipV="1">
            <a:off x="4230741" y="5700881"/>
            <a:ext cx="196635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6BE63B-5FC6-E685-49BE-00F94C947CD2}"/>
              </a:ext>
            </a:extLst>
          </p:cNvPr>
          <p:cNvCxnSpPr>
            <a:cxnSpLocks/>
            <a:stCxn id="15" idx="1"/>
            <a:endCxn id="10" idx="1"/>
          </p:cNvCxnSpPr>
          <p:nvPr/>
        </p:nvCxnSpPr>
        <p:spPr>
          <a:xfrm flipH="1" flipV="1">
            <a:off x="3199155" y="5700881"/>
            <a:ext cx="239638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178542B-E98C-32BA-198C-B4AC8662380D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4427376" y="5300771"/>
            <a:ext cx="530492" cy="4001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0378D7-C741-98BE-9D4A-D7FE24337E46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>
                <a:highlight>
                  <a:srgbClr val="FFFF00"/>
                </a:highlight>
              </a:rPr>
              <a:t>R1 R2 4</a:t>
            </a:r>
          </a:p>
          <a:p>
            <a:r>
              <a:rPr lang="en-US" dirty="0">
                <a:highlight>
                  <a:srgbClr val="FFFF00"/>
                </a:highlight>
              </a:rPr>
              <a:t>R2 R3 5 X</a:t>
            </a:r>
          </a:p>
          <a:p>
            <a:r>
              <a:rPr lang="en-US" dirty="0">
                <a:highlight>
                  <a:srgbClr val="FFFF00"/>
                </a:highlight>
              </a:rPr>
              <a:t>R2 R6 5</a:t>
            </a:r>
          </a:p>
          <a:p>
            <a:r>
              <a:rPr lang="en-US" dirty="0">
                <a:highlight>
                  <a:srgbClr val="FFFF00"/>
                </a:highlight>
              </a:rPr>
              <a:t>R2 R7 3</a:t>
            </a:r>
          </a:p>
          <a:p>
            <a:r>
              <a:rPr lang="en-US" dirty="0">
                <a:highlight>
                  <a:srgbClr val="FFFF00"/>
                </a:highlight>
              </a:rPr>
              <a:t>R3 R4 3</a:t>
            </a:r>
          </a:p>
          <a:p>
            <a:r>
              <a:rPr lang="en-US" dirty="0">
                <a:highlight>
                  <a:srgbClr val="FFFF00"/>
                </a:highlight>
              </a:rPr>
              <a:t>R3 R5 3</a:t>
            </a:r>
          </a:p>
          <a:p>
            <a:r>
              <a:rPr lang="en-US" dirty="0">
                <a:highlight>
                  <a:srgbClr val="FFFF00"/>
                </a:highlight>
              </a:rPr>
              <a:t>R3 R6 6</a:t>
            </a:r>
          </a:p>
          <a:p>
            <a:r>
              <a:rPr lang="en-US" dirty="0">
                <a:highlight>
                  <a:srgbClr val="FFFF00"/>
                </a:highlight>
              </a:rPr>
              <a:t>R4 R5 5</a:t>
            </a:r>
          </a:p>
          <a:p>
            <a:r>
              <a:rPr lang="en-US" dirty="0">
                <a:highlight>
                  <a:srgbClr val="FFFF00"/>
                </a:highlight>
              </a:rPr>
              <a:t>R5 R6 3</a:t>
            </a:r>
          </a:p>
          <a:p>
            <a:r>
              <a:rPr lang="en-US" dirty="0">
                <a:highlight>
                  <a:srgbClr val="FFFF00"/>
                </a:highlight>
              </a:rPr>
              <a:t>R5 R7 3</a:t>
            </a:r>
          </a:p>
          <a:p>
            <a:r>
              <a:rPr lang="en-US" dirty="0">
                <a:highlight>
                  <a:srgbClr val="FFFF00"/>
                </a:highlight>
              </a:rPr>
              <a:t>R6 R7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12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D408-000E-10F1-1A5E-987BB907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439E-6159-E90D-F0DB-8BA5C8D3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188A-C842-1664-5DCB-D5EBF3E5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1"/>
            <a:ext cx="7970194" cy="32930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assembly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5140-C0EE-AC3B-F4B8-403F3CE3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FB8B3-F87D-B974-C95A-135951D3F182}"/>
              </a:ext>
            </a:extLst>
          </p:cNvPr>
          <p:cNvSpPr txBox="1"/>
          <p:nvPr/>
        </p:nvSpPr>
        <p:spPr>
          <a:xfrm>
            <a:off x="8641744" y="1838112"/>
            <a:ext cx="17938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Overlaps (min 3):</a:t>
            </a:r>
          </a:p>
          <a:p>
            <a:r>
              <a:rPr lang="en-US" dirty="0"/>
              <a:t>R1 R2 4</a:t>
            </a:r>
          </a:p>
          <a:p>
            <a:r>
              <a:rPr lang="en-US" dirty="0"/>
              <a:t>R2 R3 5</a:t>
            </a:r>
          </a:p>
          <a:p>
            <a:r>
              <a:rPr lang="en-US" dirty="0"/>
              <a:t>R2 R6 5</a:t>
            </a:r>
          </a:p>
          <a:p>
            <a:r>
              <a:rPr lang="en-US" dirty="0"/>
              <a:t>R2 R7 3</a:t>
            </a:r>
          </a:p>
          <a:p>
            <a:r>
              <a:rPr lang="en-US" dirty="0"/>
              <a:t>R3 R4 3</a:t>
            </a:r>
          </a:p>
          <a:p>
            <a:r>
              <a:rPr lang="en-US" dirty="0"/>
              <a:t>R3 R5 3</a:t>
            </a:r>
          </a:p>
          <a:p>
            <a:r>
              <a:rPr lang="en-US" dirty="0"/>
              <a:t>R3 R6 6</a:t>
            </a:r>
          </a:p>
          <a:p>
            <a:r>
              <a:rPr lang="en-US" dirty="0"/>
              <a:t>R4 R5 5</a:t>
            </a:r>
          </a:p>
          <a:p>
            <a:r>
              <a:rPr lang="en-US" dirty="0"/>
              <a:t>R5 R6 3</a:t>
            </a:r>
          </a:p>
          <a:p>
            <a:r>
              <a:rPr lang="en-US" dirty="0"/>
              <a:t>R5 R7 3</a:t>
            </a:r>
          </a:p>
          <a:p>
            <a:r>
              <a:rPr lang="en-US" dirty="0"/>
              <a:t>R6 R7 3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F3E22-D4F4-0C48-6BE9-D3DB9F45239E}"/>
              </a:ext>
            </a:extLst>
          </p:cNvPr>
          <p:cNvSpPr txBox="1"/>
          <p:nvPr/>
        </p:nvSpPr>
        <p:spPr>
          <a:xfrm>
            <a:off x="1671007" y="5131321"/>
            <a:ext cx="8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AACAT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62957-16F2-A422-8D24-934FDF0610AA}"/>
              </a:ext>
            </a:extLst>
          </p:cNvPr>
          <p:cNvSpPr txBox="1"/>
          <p:nvPr/>
        </p:nvSpPr>
        <p:spPr>
          <a:xfrm>
            <a:off x="3199155" y="5500826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AAAAAAA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B50B8-E36C-D443-BF78-B5181B10F35F}"/>
              </a:ext>
            </a:extLst>
          </p:cNvPr>
          <p:cNvSpPr txBox="1"/>
          <p:nvPr/>
        </p:nvSpPr>
        <p:spPr>
          <a:xfrm>
            <a:off x="4957868" y="5100716"/>
            <a:ext cx="784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CGTC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B1276-8A75-2BEB-9E30-40644AB96427}"/>
              </a:ext>
            </a:extLst>
          </p:cNvPr>
          <p:cNvSpPr txBox="1"/>
          <p:nvPr/>
        </p:nvSpPr>
        <p:spPr>
          <a:xfrm>
            <a:off x="3438793" y="6112096"/>
            <a:ext cx="791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GCAG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7EE1D1A-8418-8A3D-ED79-C1E27F5A62F4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542271" y="5331376"/>
            <a:ext cx="656884" cy="36950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7A74B7B-E640-35EF-5A97-3DEC6DFA7135}"/>
              </a:ext>
            </a:extLst>
          </p:cNvPr>
          <p:cNvCxnSpPr>
            <a:cxnSpLocks/>
            <a:stCxn id="15" idx="3"/>
            <a:endCxn id="10" idx="3"/>
          </p:cNvCxnSpPr>
          <p:nvPr/>
        </p:nvCxnSpPr>
        <p:spPr>
          <a:xfrm flipV="1">
            <a:off x="4230741" y="5700881"/>
            <a:ext cx="196635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E88DC5-781F-B863-B383-E964EDB9CF06}"/>
              </a:ext>
            </a:extLst>
          </p:cNvPr>
          <p:cNvCxnSpPr>
            <a:cxnSpLocks/>
            <a:stCxn id="15" idx="1"/>
            <a:endCxn id="10" idx="1"/>
          </p:cNvCxnSpPr>
          <p:nvPr/>
        </p:nvCxnSpPr>
        <p:spPr>
          <a:xfrm flipH="1" flipV="1">
            <a:off x="3199155" y="5700881"/>
            <a:ext cx="239638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2A0F29A-F069-1A3D-05D1-3DC023B36957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4427376" y="5300771"/>
            <a:ext cx="530492" cy="4001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1BDB242-C679-E715-FB1A-AC3FF931BB20}"/>
                  </a:ext>
                </a:extLst>
              </p14:cNvPr>
              <p14:cNvContentPartPr/>
              <p14:nvPr/>
            </p14:nvContentPartPr>
            <p14:xfrm>
              <a:off x="1733138" y="5128943"/>
              <a:ext cx="3953520" cy="131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1BDB242-C679-E715-FB1A-AC3FF931BB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7018" y="5122823"/>
                <a:ext cx="3965760" cy="13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6341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0BAF-F279-BFD6-D299-E5493C1E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87A0-7991-EE0E-A969-0F508449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string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49DA-9998-0C08-0B00-D1E8CCC25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8" y="1596541"/>
            <a:ext cx="10983781" cy="3735480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>
                <a:cs typeface="Courier New" panose="02070309020205020404" pitchFamily="49" charset="0"/>
              </a:rPr>
              <a:t>String graph: assembly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 </a:t>
            </a:r>
            <a:r>
              <a:rPr lang="en-US" dirty="0">
                <a:cs typeface="Courier New" panose="02070309020205020404" pitchFamily="49" charset="0"/>
              </a:rPr>
              <a:t>produces the same graph:</a:t>
            </a:r>
          </a:p>
          <a:p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AC1C-51A3-48BD-2317-105BED4F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DD092-BAE6-5DD7-CA9A-5621159865FA}"/>
              </a:ext>
            </a:extLst>
          </p:cNvPr>
          <p:cNvSpPr txBox="1"/>
          <p:nvPr/>
        </p:nvSpPr>
        <p:spPr>
          <a:xfrm>
            <a:off x="1504753" y="2771498"/>
            <a:ext cx="8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AACAT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35E8C-BE95-7DEC-DDA8-65A441CC6935}"/>
              </a:ext>
            </a:extLst>
          </p:cNvPr>
          <p:cNvSpPr txBox="1"/>
          <p:nvPr/>
        </p:nvSpPr>
        <p:spPr>
          <a:xfrm>
            <a:off x="3032901" y="3141003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AAAAAAA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21045-E61E-2459-B401-6B795AB4960F}"/>
              </a:ext>
            </a:extLst>
          </p:cNvPr>
          <p:cNvSpPr txBox="1"/>
          <p:nvPr/>
        </p:nvSpPr>
        <p:spPr>
          <a:xfrm>
            <a:off x="4791614" y="2740893"/>
            <a:ext cx="784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CGTC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9C9091-692E-40F4-6C5B-F9297CB89826}"/>
              </a:ext>
            </a:extLst>
          </p:cNvPr>
          <p:cNvSpPr txBox="1"/>
          <p:nvPr/>
        </p:nvSpPr>
        <p:spPr>
          <a:xfrm>
            <a:off x="3272539" y="3752273"/>
            <a:ext cx="791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GCAG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F9201A-19F6-6EA1-A878-EFF08554639E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376017" y="2971553"/>
            <a:ext cx="656884" cy="36950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95BFDE-93CA-EECD-11B5-80362F90399B}"/>
              </a:ext>
            </a:extLst>
          </p:cNvPr>
          <p:cNvCxnSpPr>
            <a:cxnSpLocks/>
            <a:stCxn id="15" idx="3"/>
            <a:endCxn id="10" idx="3"/>
          </p:cNvCxnSpPr>
          <p:nvPr/>
        </p:nvCxnSpPr>
        <p:spPr>
          <a:xfrm flipV="1">
            <a:off x="4064487" y="3341058"/>
            <a:ext cx="196635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64C87C-6061-D819-1F55-0BEBE317863B}"/>
              </a:ext>
            </a:extLst>
          </p:cNvPr>
          <p:cNvCxnSpPr>
            <a:cxnSpLocks/>
            <a:stCxn id="15" idx="1"/>
            <a:endCxn id="10" idx="1"/>
          </p:cNvCxnSpPr>
          <p:nvPr/>
        </p:nvCxnSpPr>
        <p:spPr>
          <a:xfrm flipH="1" flipV="1">
            <a:off x="3032901" y="3341058"/>
            <a:ext cx="239638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E8C60A7-C83C-A40A-9CFD-2432368E4BE5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4261122" y="2940948"/>
            <a:ext cx="530492" cy="4001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F5F4F4E-B458-CF0D-366D-50D16B47DEFF}"/>
                  </a:ext>
                </a:extLst>
              </p14:cNvPr>
              <p14:cNvContentPartPr/>
              <p14:nvPr/>
            </p14:nvContentPartPr>
            <p14:xfrm>
              <a:off x="1566884" y="2769120"/>
              <a:ext cx="3953520" cy="131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F5F4F4E-B458-CF0D-366D-50D16B47DE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0764" y="2763000"/>
                <a:ext cx="3965760" cy="1332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BB11CAF-918C-00F9-E29D-AE82C904F562}"/>
              </a:ext>
            </a:extLst>
          </p:cNvPr>
          <p:cNvSpPr txBox="1"/>
          <p:nvPr/>
        </p:nvSpPr>
        <p:spPr>
          <a:xfrm>
            <a:off x="5124747" y="4900233"/>
            <a:ext cx="871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AACAT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60540-248C-5C42-9A8B-0224493D24EB}"/>
              </a:ext>
            </a:extLst>
          </p:cNvPr>
          <p:cNvSpPr txBox="1"/>
          <p:nvPr/>
        </p:nvSpPr>
        <p:spPr>
          <a:xfrm>
            <a:off x="6652895" y="5269738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AAAAAAA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99DDE-EE95-734C-B96F-6AE2DA7D8FB0}"/>
              </a:ext>
            </a:extLst>
          </p:cNvPr>
          <p:cNvSpPr txBox="1"/>
          <p:nvPr/>
        </p:nvSpPr>
        <p:spPr>
          <a:xfrm>
            <a:off x="8411608" y="4869628"/>
            <a:ext cx="784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CGTC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EEC80-387A-12C9-11EA-9A61DC7F8345}"/>
              </a:ext>
            </a:extLst>
          </p:cNvPr>
          <p:cNvSpPr txBox="1"/>
          <p:nvPr/>
        </p:nvSpPr>
        <p:spPr>
          <a:xfrm>
            <a:off x="6892533" y="5881008"/>
            <a:ext cx="791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GCAG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863513-70C6-F725-F823-277F119047A7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996011" y="5100288"/>
            <a:ext cx="656884" cy="36950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C72D8E-A128-8BFC-166C-9AE98F929086}"/>
              </a:ext>
            </a:extLst>
          </p:cNvPr>
          <p:cNvCxnSpPr>
            <a:cxnSpLocks/>
            <a:stCxn id="12" idx="3"/>
            <a:endCxn id="8" idx="3"/>
          </p:cNvCxnSpPr>
          <p:nvPr/>
        </p:nvCxnSpPr>
        <p:spPr>
          <a:xfrm flipV="1">
            <a:off x="7684481" y="5469793"/>
            <a:ext cx="196635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80A9C2-21BB-6225-9142-A647140607FA}"/>
              </a:ext>
            </a:extLst>
          </p:cNvPr>
          <p:cNvCxnSpPr>
            <a:cxnSpLocks/>
            <a:stCxn id="12" idx="1"/>
            <a:endCxn id="8" idx="1"/>
          </p:cNvCxnSpPr>
          <p:nvPr/>
        </p:nvCxnSpPr>
        <p:spPr>
          <a:xfrm flipH="1" flipV="1">
            <a:off x="6652895" y="5469793"/>
            <a:ext cx="239638" cy="61127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1AB5DE-6244-2A91-A11C-4B1E9734E14D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7881116" y="5069683"/>
            <a:ext cx="530492" cy="40011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5FC96EC-7F1C-49B3-843C-8466F97F5757}"/>
              </a:ext>
            </a:extLst>
          </p:cNvPr>
          <p:cNvSpPr txBox="1"/>
          <p:nvPr/>
        </p:nvSpPr>
        <p:spPr>
          <a:xfrm>
            <a:off x="2064190" y="5881008"/>
            <a:ext cx="3796757" cy="644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use coverage to estimate repeat multiplicity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A6ADA0A-3BFE-0DB7-D0F3-422A1230C598}"/>
                  </a:ext>
                </a:extLst>
              </p14:cNvPr>
              <p14:cNvContentPartPr/>
              <p14:nvPr/>
            </p14:nvContentPartPr>
            <p14:xfrm>
              <a:off x="5148376" y="4948231"/>
              <a:ext cx="3964320" cy="1433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A6ADA0A-3BFE-0DB7-D0F3-422A1230C5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2256" y="4942111"/>
                <a:ext cx="3976560" cy="144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442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AA77-BD07-B5D1-C95C-7EF9483A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3FEF-821E-D7E0-E240-787D05BB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7F99-FE5F-AE5E-BBAF-A7809671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Reads have errors, overlaps are typically not perfect</a:t>
            </a:r>
          </a:p>
          <a:p>
            <a:endParaRPr lang="en-US" dirty="0"/>
          </a:p>
          <a:p>
            <a:r>
              <a:rPr lang="en-US" dirty="0"/>
              <a:t>In each contig we need to compute consensus sequence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AGATAGACAAAGACATAGACAGATACGC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ATAGACACAGACTATAGGCAGATACACTCGAT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GACATAGACATAGACAGGATACGCTCG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ACATAGATATAGACAGGATACACTCGA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TAGACAGGATACACTCGATCGGGT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11ED8-A67C-F9C7-85D9-BF500107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9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9CD7-D23B-7A16-53CA-75862DA0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0438-F4A4-AE56-359A-2D7FB277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Computing consensus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0243-4EDE-8D76-339C-6B8A96074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Produce “backbone” contig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AGATAGACAAAGACATAGACAGATACGC</a:t>
            </a:r>
            <a:r>
              <a:rPr lang="en-US" b="1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TCGATCGGGT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AGATAGACAAAGACATAGACAGATACGC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ATAGACACAGACTATAGGCAGATACACTCGAT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GACATAGACATAGACAGGATACGCTCG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ACATAGATATAGACAGGATACACTCGA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TAGACAGGATACAC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TCGATCGGGT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FDAC-EC65-9F18-86F7-7F39557B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9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DD1A-0A70-C33A-55C5-5A09CD6B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09B2-83B2-638B-BFFD-C19A1751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Computing consensus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3C44-2958-9368-E61C-29FC67FC4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Produce multi-alignment to “backbone” contig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AGATAGACAAAGAC-ATAGACAG-ATACGCTCGATCGGGT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CAG-ATAC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CAG-ATAC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CTCGA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TCGATCGGGT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553D6-F3B3-E4EA-E5E2-39512801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96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DC8E-404A-D338-8A89-94902ABA4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C4C3-A68C-BB35-1AEB-ABCC9505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Computing consensus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AB37-2FD6-5225-D78F-08D286B6D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Produce consensus sequence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ATAGACAG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CTCGATCGGGT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CAG-ATAC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CAG-ATAC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CTCGAT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CTCGA</a:t>
            </a:r>
            <a:b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TAG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TCGATCGGGT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A926-4208-DC1A-C189-8580AA7E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14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F355-79E8-A53C-8FD3-C92E5149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37CB-3599-C444-B2BC-5B81F7FC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BF49-97FA-4C33-797C-DC50CE438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82211"/>
            <a:ext cx="10972800" cy="503926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Contig sequence produced by assemblers contains errors, especially if  ONT data was used: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CATAGACGAAGACATA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GGTA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We can fix errors by aligning low error reads (Illumina or HiFi) to the assembly: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AGACGA*AGAC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TAGGTA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b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AGACGA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</a:t>
            </a:r>
            <a:b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AGACGA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TAGGT</a:t>
            </a:r>
            <a:b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A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TAGGT</a:t>
            </a:r>
            <a:b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AGAC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TAGGTA </a:t>
            </a:r>
            <a:b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AC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TAGGTA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This is called </a:t>
            </a:r>
            <a:r>
              <a:rPr lang="en-US" i="1" dirty="0">
                <a:cs typeface="Courier New" panose="02070309020205020404" pitchFamily="49" charset="0"/>
              </a:rPr>
              <a:t>polishing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09444-F5AB-0BA7-3E12-DEBA9B8D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9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39F2-DE4F-B326-AE5B-64C9FE78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32FD-F2A9-B2F8-4C1A-31F07C77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19825-8074-0BF6-C5DA-4152A3883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82211"/>
            <a:ext cx="10972800" cy="5039265"/>
          </a:xfrm>
        </p:spPr>
        <p:txBody>
          <a:bodyPr>
            <a:normAutofit/>
          </a:bodyPr>
          <a:lstStyle/>
          <a:p>
            <a:r>
              <a:rPr lang="en-US" dirty="0"/>
              <a:t>Caution on polishing: if the reads were not used for the original assembly, they may come from regions that are </a:t>
            </a:r>
            <a:r>
              <a:rPr lang="en-US" i="1" dirty="0"/>
              <a:t>missing</a:t>
            </a:r>
            <a:r>
              <a:rPr lang="en-US" dirty="0"/>
              <a:t> from the assembly, but </a:t>
            </a:r>
            <a:r>
              <a:rPr lang="en-US" i="1" dirty="0"/>
              <a:t>similar</a:t>
            </a:r>
            <a:r>
              <a:rPr lang="en-US" dirty="0"/>
              <a:t> to another region present in the assembly</a:t>
            </a:r>
          </a:p>
          <a:p>
            <a:endParaRPr lang="en-US" dirty="0"/>
          </a:p>
          <a:p>
            <a:r>
              <a:rPr lang="en-US" dirty="0"/>
              <a:t>In this case read aligner may align the reads to the </a:t>
            </a:r>
            <a:r>
              <a:rPr lang="en-US" i="1" dirty="0">
                <a:solidFill>
                  <a:srgbClr val="FF0000"/>
                </a:solidFill>
              </a:rPr>
              <a:t>wrong</a:t>
            </a:r>
            <a:r>
              <a:rPr lang="en-US" dirty="0"/>
              <a:t> place</a:t>
            </a:r>
          </a:p>
          <a:p>
            <a:endParaRPr lang="en-US" dirty="0"/>
          </a:p>
          <a:p>
            <a:r>
              <a:rPr lang="en-US" dirty="0"/>
              <a:t>Polishing programs try to deal with these cases by looking for reads that </a:t>
            </a:r>
            <a:r>
              <a:rPr lang="en-US" i="1" dirty="0"/>
              <a:t>agree</a:t>
            </a:r>
            <a:r>
              <a:rPr lang="en-US" dirty="0"/>
              <a:t> with the assembly, but in low-coverage regions there may be not enough of them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C1B61-916A-1833-EEAD-BE8729DB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22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6115-0F50-D62F-6736-FB3DAE5B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11" y="372196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Genome assemblers that use string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A874-AAAE-2124-EC2E-057DB255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735689"/>
            <a:ext cx="6321288" cy="1564102"/>
          </a:xfrm>
        </p:spPr>
        <p:txBody>
          <a:bodyPr>
            <a:normAutofit/>
          </a:bodyPr>
          <a:lstStyle/>
          <a:p>
            <a:r>
              <a:rPr lang="en-US" dirty="0"/>
              <a:t>Hifiasm -- for PacBio HiFi or Oxford Nanopore (the latest R10 only!)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3E570-2FE0-33CD-F954-80F2F3A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6F3CB-DD12-4291-5D0F-6A661C7CDA12}"/>
              </a:ext>
            </a:extLst>
          </p:cNvPr>
          <p:cNvSpPr txBox="1"/>
          <p:nvPr/>
        </p:nvSpPr>
        <p:spPr>
          <a:xfrm>
            <a:off x="6267174" y="1735689"/>
            <a:ext cx="552726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Flye -- for Oxford Nanopore (and PacBio CLR/HiFi)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6DBC8-6C40-B0B2-0F63-D5677AAF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4" y="2668795"/>
            <a:ext cx="5344271" cy="3753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F8EE4B-CA39-EF1A-5EFD-F08C2EC0A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36" y="2664847"/>
            <a:ext cx="6030508" cy="32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4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E74B-A428-28FE-E5F8-7B3C0510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Hifiasm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0FA5-F728-B4B6-3C61-1584C6FE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10523267" cy="4927828"/>
          </a:xfrm>
        </p:spPr>
        <p:txBody>
          <a:bodyPr>
            <a:normAutofit/>
          </a:bodyPr>
          <a:lstStyle/>
          <a:p>
            <a:r>
              <a:rPr lang="en-US" dirty="0"/>
              <a:t>Used for PacBio HiFi data or the </a:t>
            </a:r>
            <a:r>
              <a:rPr lang="en-US" i="1" dirty="0"/>
              <a:t>latest (R10.4)</a:t>
            </a:r>
            <a:r>
              <a:rPr lang="en-US" dirty="0"/>
              <a:t> ONT data (beta)</a:t>
            </a:r>
          </a:p>
          <a:p>
            <a:r>
              <a:rPr lang="en-US" dirty="0"/>
              <a:t>Can do haplotype-resolved assemblies with </a:t>
            </a:r>
            <a:r>
              <a:rPr lang="en-US" dirty="0" err="1"/>
              <a:t>HiC</a:t>
            </a:r>
            <a:r>
              <a:rPr lang="en-US" dirty="0"/>
              <a:t> data</a:t>
            </a:r>
          </a:p>
          <a:p>
            <a:r>
              <a:rPr lang="en-US" dirty="0"/>
              <a:t>Fast and accurate ( &lt;1000 CPU-hours for human genome)</a:t>
            </a:r>
          </a:p>
          <a:p>
            <a:r>
              <a:rPr lang="en-US" dirty="0"/>
              <a:t>Error corrects reads, uses </a:t>
            </a:r>
            <a:r>
              <a:rPr lang="en-US" u="sng" dirty="0"/>
              <a:t>string graph </a:t>
            </a:r>
            <a:r>
              <a:rPr lang="en-US" dirty="0"/>
              <a:t>with </a:t>
            </a:r>
            <a:r>
              <a:rPr lang="en-US" u="sng" dirty="0"/>
              <a:t>exact</a:t>
            </a:r>
            <a:r>
              <a:rPr lang="en-US" dirty="0"/>
              <a:t> overlaps</a:t>
            </a:r>
          </a:p>
          <a:p>
            <a:r>
              <a:rPr lang="en-US" dirty="0"/>
              <a:t>Can produce assemblies with T2T chromosomes</a:t>
            </a:r>
          </a:p>
          <a:p>
            <a:r>
              <a:rPr lang="en-US" dirty="0"/>
              <a:t>Outputs assembly in graph format (.</a:t>
            </a:r>
            <a:r>
              <a:rPr lang="en-US" dirty="0" err="1"/>
              <a:t>gfa</a:t>
            </a:r>
            <a:r>
              <a:rPr lang="en-US" dirty="0"/>
              <a:t>)</a:t>
            </a:r>
          </a:p>
          <a:p>
            <a:r>
              <a:rPr lang="en-US" dirty="0"/>
              <a:t>Use </a:t>
            </a:r>
            <a:r>
              <a:rPr lang="en-US" i="1" dirty="0" err="1"/>
              <a:t>gfatools</a:t>
            </a:r>
            <a:r>
              <a:rPr lang="en-US" dirty="0"/>
              <a:t> to output fasta:</a:t>
            </a:r>
          </a:p>
          <a:p>
            <a:pPr lvl="1"/>
            <a:r>
              <a:rPr lang="en-US" i="1" dirty="0" err="1"/>
              <a:t>gfatools</a:t>
            </a:r>
            <a:r>
              <a:rPr lang="en-US" i="1" dirty="0"/>
              <a:t> gfa2fa </a:t>
            </a:r>
            <a:r>
              <a:rPr lang="en-US" i="1" dirty="0" err="1"/>
              <a:t>in.gfa</a:t>
            </a:r>
            <a:r>
              <a:rPr lang="en-US" i="1" dirty="0"/>
              <a:t> &gt; </a:t>
            </a:r>
            <a:r>
              <a:rPr lang="en-US" i="1" dirty="0" err="1"/>
              <a:t>out.fa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3E592-4012-AB02-C176-0BFDA040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3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E74B-A428-28FE-E5F8-7B3C0510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Flye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0FA5-F728-B4B6-3C61-1584C6FE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851258" cy="5032860"/>
          </a:xfrm>
        </p:spPr>
        <p:txBody>
          <a:bodyPr>
            <a:normAutofit/>
          </a:bodyPr>
          <a:lstStyle/>
          <a:p>
            <a:r>
              <a:rPr lang="en-US" dirty="0"/>
              <a:t>Used for Oxford Nanopore (ONT) and PacBio CLR/HiFi data</a:t>
            </a:r>
          </a:p>
          <a:p>
            <a:r>
              <a:rPr lang="en-US" dirty="0"/>
              <a:t>Relatively fast (human genome takes ~5000 CPU-hours)</a:t>
            </a:r>
          </a:p>
          <a:p>
            <a:r>
              <a:rPr lang="en-US" dirty="0"/>
              <a:t>Builds </a:t>
            </a:r>
            <a:r>
              <a:rPr lang="en-US" u="sng" dirty="0"/>
              <a:t>string graph</a:t>
            </a:r>
            <a:r>
              <a:rPr lang="en-US" dirty="0"/>
              <a:t> from original reads</a:t>
            </a:r>
          </a:p>
          <a:p>
            <a:r>
              <a:rPr lang="en-US" dirty="0"/>
              <a:t>The best option for ONT reads</a:t>
            </a:r>
          </a:p>
          <a:p>
            <a:r>
              <a:rPr lang="en-US" dirty="0"/>
              <a:t>Outputs assembly in </a:t>
            </a:r>
            <a:r>
              <a:rPr lang="en-US" dirty="0" err="1"/>
              <a:t>fasta</a:t>
            </a:r>
            <a:r>
              <a:rPr lang="en-US" dirty="0"/>
              <a:t> and graph format (.fa and .</a:t>
            </a:r>
            <a:r>
              <a:rPr lang="en-US" dirty="0" err="1"/>
              <a:t>gfa</a:t>
            </a:r>
            <a:r>
              <a:rPr lang="en-US" dirty="0"/>
              <a:t>)</a:t>
            </a:r>
          </a:p>
          <a:p>
            <a:r>
              <a:rPr lang="en-US" dirty="0"/>
              <a:t>ONT-based assemblies need </a:t>
            </a:r>
            <a:r>
              <a:rPr lang="en-US" i="1" dirty="0"/>
              <a:t>polishing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3E592-4012-AB02-C176-0BFDA040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3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6F81-C0D3-FA5A-B14B-5B2BD163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7279-AF34-7671-2C30-1F8CDF1A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graph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4EB8-D864-A4F1-14CF-2B13AFC2C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787985"/>
            <a:ext cx="11259083" cy="4730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Break reads into overlapping k-</a:t>
            </a:r>
            <a:r>
              <a:rPr lang="en-US" dirty="0" err="1"/>
              <a:t>mers</a:t>
            </a:r>
            <a:r>
              <a:rPr lang="en-US" dirty="0"/>
              <a:t> of fixed length K; for example, K = 5:</a:t>
            </a: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AGACATAGAC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GACAT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ACATA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CATAG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ATAGA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TAGAC</a:t>
            </a:r>
          </a:p>
          <a:p>
            <a:r>
              <a:rPr lang="en-US" dirty="0">
                <a:cs typeface="Courier New" panose="02070309020205020404" pitchFamily="49" charset="0"/>
              </a:rPr>
              <a:t>Count all k-</a:t>
            </a:r>
            <a:r>
              <a:rPr lang="en-US" dirty="0" err="1">
                <a:cs typeface="Courier New" panose="02070309020205020404" pitchFamily="49" charset="0"/>
              </a:rPr>
              <a:t>mers</a:t>
            </a:r>
            <a:r>
              <a:rPr lang="en-US" dirty="0">
                <a:cs typeface="Courier New" panose="02070309020205020404" pitchFamily="49" charset="0"/>
              </a:rPr>
              <a:t> in the reads, build a </a:t>
            </a:r>
            <a:r>
              <a:rPr lang="en-US" i="1" dirty="0">
                <a:cs typeface="Courier New" panose="02070309020205020404" pitchFamily="49" charset="0"/>
              </a:rPr>
              <a:t>table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 err="1">
                <a:cs typeface="Courier New" panose="02070309020205020404" pitchFamily="49" charset="0"/>
              </a:rPr>
              <a:t>kmer</a:t>
            </a:r>
            <a:r>
              <a:rPr lang="en-US" dirty="0">
                <a:cs typeface="Courier New" panose="02070309020205020404" pitchFamily="49" charset="0"/>
              </a:rPr>
              <a:t>-count (use canonical k-</a:t>
            </a:r>
            <a:r>
              <a:rPr lang="en-US" dirty="0" err="1">
                <a:cs typeface="Courier New" panose="02070309020205020404" pitchFamily="49" charset="0"/>
              </a:rPr>
              <a:t>mers</a:t>
            </a:r>
            <a:r>
              <a:rPr lang="en-US" dirty="0">
                <a:cs typeface="Courier New" panose="02070309020205020404" pitchFamily="49" charset="0"/>
              </a:rPr>
              <a:t>)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 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ATGTC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20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Build </a:t>
            </a:r>
            <a:r>
              <a:rPr lang="en-US" i="1" dirty="0">
                <a:cs typeface="Courier New" panose="02070309020205020404" pitchFamily="49" charset="0"/>
              </a:rPr>
              <a:t>k-mer graph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cs typeface="Courier New" panose="02070309020205020404" pitchFamily="49" charset="0"/>
              </a:rPr>
              <a:t>k-</a:t>
            </a:r>
            <a:r>
              <a:rPr lang="en-US" b="1" dirty="0" err="1">
                <a:cs typeface="Courier New" panose="02070309020205020404" pitchFamily="49" charset="0"/>
              </a:rPr>
              <a:t>mers</a:t>
            </a:r>
            <a:r>
              <a:rPr lang="en-US" dirty="0">
                <a:cs typeface="Courier New" panose="02070309020205020404" pitchFamily="49" charset="0"/>
              </a:rPr>
              <a:t> are </a:t>
            </a:r>
            <a:r>
              <a:rPr lang="en-US" b="1" dirty="0">
                <a:cs typeface="Courier New" panose="02070309020205020404" pitchFamily="49" charset="0"/>
              </a:rPr>
              <a:t>nodes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b="1" dirty="0">
                <a:cs typeface="Courier New" panose="02070309020205020404" pitchFamily="49" charset="0"/>
              </a:rPr>
              <a:t>k+1 - </a:t>
            </a:r>
            <a:r>
              <a:rPr lang="en-US" b="1" dirty="0" err="1">
                <a:cs typeface="Courier New" panose="02070309020205020404" pitchFamily="49" charset="0"/>
              </a:rPr>
              <a:t>mers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are </a:t>
            </a:r>
            <a:r>
              <a:rPr lang="en-US" b="1" dirty="0">
                <a:cs typeface="Courier New" panose="02070309020205020404" pitchFamily="49" charset="0"/>
              </a:rPr>
              <a:t>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2469A-ACAE-78EB-26B7-6C6BF83B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05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2784-D1AF-232C-7EE5-6D3CDE4A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B5A2-D3AA-0BE7-7CB4-24075236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9641-2D54-149A-3761-4D1E708F8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For example: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     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/>
              <a:t>        edge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ACFE7-13D5-AEDD-067B-2790D351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FB68D5-6DAF-1CA7-3CC0-C4EE61C2BFB1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ACDB5A-21CC-C987-315C-C8F99368BC5C}"/>
              </a:ext>
            </a:extLst>
          </p:cNvPr>
          <p:cNvCxnSpPr/>
          <p:nvPr/>
        </p:nvCxnSpPr>
        <p:spPr>
          <a:xfrm>
            <a:off x="2125670" y="3419061"/>
            <a:ext cx="866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Brace 6">
            <a:extLst>
              <a:ext uri="{FF2B5EF4-FFF2-40B4-BE49-F238E27FC236}">
                <a16:creationId xmlns:a16="http://schemas.microsoft.com/office/drawing/2014/main" id="{164F8086-4FAD-8CFD-DE9B-18F842BDDACC}"/>
              </a:ext>
            </a:extLst>
          </p:cNvPr>
          <p:cNvSpPr/>
          <p:nvPr/>
        </p:nvSpPr>
        <p:spPr>
          <a:xfrm rot="5400000">
            <a:off x="2335515" y="2233371"/>
            <a:ext cx="318052" cy="31808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41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44584-7158-5767-A669-B9816F74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FC2D-CC9A-E88F-6B4A-A22A4960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F03A-F6C0-72E9-4068-58A17868C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-none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G    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-none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7329B-D38B-9C37-6373-B408CE9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6AFA5-D6BD-F8FF-1060-EF9EA547282B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33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1F1F-55A4-2922-C733-FCA004FE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C55B-E271-79DB-2624-AF209A48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E86E-FFB3-6D98-728D-52FD2EEFD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A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b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GACA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This is a forward “branch”. Stop extending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AGACA</a:t>
            </a:r>
            <a:r>
              <a:rPr lang="en-US" dirty="0">
                <a:cs typeface="Courier New" panose="02070309020205020404" pitchFamily="49" charset="0"/>
              </a:rPr>
              <a:t> forward and go backward.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350D6-9B46-641C-AA34-295F877B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FE40A-C156-BD9D-9E9F-E5A7E8B31491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922313-FE72-539C-A196-FBBC3C57F084}"/>
              </a:ext>
            </a:extLst>
          </p:cNvPr>
          <p:cNvCxnSpPr/>
          <p:nvPr/>
        </p:nvCxnSpPr>
        <p:spPr>
          <a:xfrm flipV="1">
            <a:off x="6248705" y="342900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D8978-1D40-786D-2803-F9BDC491C34B}"/>
              </a:ext>
            </a:extLst>
          </p:cNvPr>
          <p:cNvCxnSpPr>
            <a:cxnSpLocks/>
          </p:cNvCxnSpPr>
          <p:nvPr/>
        </p:nvCxnSpPr>
        <p:spPr>
          <a:xfrm>
            <a:off x="6248705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4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5B961-0E49-69BD-B55F-405C43168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02CB-75F6-0791-2719-2E3B82AE5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A7CB8-7845-D670-3A75-C8D5266CD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none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none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none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15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D713C-A3B4-8EDE-D04B-D078C582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BD51C9-FC86-2C2F-B8DD-BE70A249F183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2D26F9-6987-B9D1-9FDE-48F837756241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E3BA5A-BE33-42AC-5AE6-308EF3008D2B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336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0EA3-3246-3BCD-E7F0-A18DD187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4460-8AF6-DCCA-F327-079A70A8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6C881-2F85-4121-2E4F-080F9FEA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we can collapse the unique edge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Acolla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DE90E-4C53-0541-F51F-0624DABB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C1F54-F6EE-25E7-D4E3-9C3A3943FA5C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659B81-0923-BB9E-922E-BDA747B76E0A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715F69-82B7-C0EF-9DE4-A45C4E85F357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7A064B-0EEC-FD29-63AE-62D9DC418F40}"/>
              </a:ext>
            </a:extLst>
          </p:cNvPr>
          <p:cNvCxnSpPr>
            <a:cxnSpLocks/>
          </p:cNvCxnSpPr>
          <p:nvPr/>
        </p:nvCxnSpPr>
        <p:spPr>
          <a:xfrm flipH="1" flipV="1">
            <a:off x="4305103" y="3734410"/>
            <a:ext cx="458115" cy="362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39866E-5C4A-65F7-ABE4-B6C5966DB4DE}"/>
              </a:ext>
            </a:extLst>
          </p:cNvPr>
          <p:cNvSpPr txBox="1"/>
          <p:nvPr/>
        </p:nvSpPr>
        <p:spPr>
          <a:xfrm>
            <a:off x="1108036" y="5854134"/>
            <a:ext cx="97920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Possibly unique continuation?  Check backward edges of the next k-</a:t>
            </a:r>
            <a:r>
              <a:rPr lang="en-US" sz="2800" dirty="0" err="1">
                <a:cs typeface="Courier New" panose="02070309020205020404" pitchFamily="49" charset="0"/>
              </a:rPr>
              <a:t>mer</a:t>
            </a:r>
            <a:r>
              <a:rPr lang="en-US" sz="2800" dirty="0">
                <a:cs typeface="Courier New" panose="02070309020205020404" pitchFamily="49" charset="0"/>
              </a:rPr>
              <a:t>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cs typeface="Courier New" panose="02070309020205020404" pitchFamily="49" charset="0"/>
              </a:rPr>
              <a:t>for possible backward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6922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979DD-BB3A-A32E-EE20-1B761BFD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25ED-E5E4-A7F0-3D19-57684A56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0E3FA-85E7-10C2-05C3-F251A38B3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we can </a:t>
            </a:r>
            <a:r>
              <a:rPr lang="en-US" dirty="0" err="1">
                <a:solidFill>
                  <a:schemeClr val="bg1"/>
                </a:solidFill>
                <a:cs typeface="Courier New" panose="02070309020205020404" pitchFamily="49" charset="0"/>
              </a:rPr>
              <a:t>col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none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none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Acolla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93D4F-FEF8-3A26-08E9-CC4EA75B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487EA-343C-1749-48DF-8ADAFA82F165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7F49CF-7F3C-9080-2499-A28BB2875C69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BAB6B4-650C-95B0-9A43-1F94F48A503F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C25079-28FD-AFEC-8333-09D44E67DF6B}"/>
              </a:ext>
            </a:extLst>
          </p:cNvPr>
          <p:cNvCxnSpPr>
            <a:cxnSpLocks/>
          </p:cNvCxnSpPr>
          <p:nvPr/>
        </p:nvCxnSpPr>
        <p:spPr>
          <a:xfrm flipH="1" flipV="1">
            <a:off x="4305103" y="3734410"/>
            <a:ext cx="458115" cy="3629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2DEDC0-0F61-D813-D651-ED99DD2B426B}"/>
              </a:ext>
            </a:extLst>
          </p:cNvPr>
          <p:cNvSpPr txBox="1"/>
          <p:nvPr/>
        </p:nvSpPr>
        <p:spPr>
          <a:xfrm>
            <a:off x="1108036" y="5854134"/>
            <a:ext cx="97920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Possibly unique continuation?  Check backward edges of the next k-</a:t>
            </a:r>
            <a:r>
              <a:rPr lang="en-US" sz="2800" dirty="0" err="1">
                <a:cs typeface="Courier New" panose="02070309020205020404" pitchFamily="49" charset="0"/>
              </a:rPr>
              <a:t>mer</a:t>
            </a:r>
            <a:r>
              <a:rPr lang="en-US" sz="2800" dirty="0">
                <a:cs typeface="Courier New" panose="02070309020205020404" pitchFamily="49" charset="0"/>
              </a:rPr>
              <a:t>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cs typeface="Courier New" panose="02070309020205020404" pitchFamily="49" charset="0"/>
              </a:rPr>
              <a:t>for possible backward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418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96B5-DA49-04AB-E35E-0662AD1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0008-C9A3-1A8B-CBB6-36A8A113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7F58-3039-ACD8-8D47-924BCB00A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we can </a:t>
            </a:r>
            <a:r>
              <a:rPr lang="en-US" dirty="0" err="1">
                <a:solidFill>
                  <a:schemeClr val="bg1"/>
                </a:solidFill>
                <a:cs typeface="Courier New" panose="02070309020205020404" pitchFamily="49" charset="0"/>
              </a:rPr>
              <a:t>col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none 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Acolla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B3493-0D46-73F4-4750-DCA52EE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B373FA-F412-2599-B413-7D05BF725E00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24D49D-6749-225E-A2CA-E0C6FBD777C0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0C9F9A-48F2-6B6D-4F75-368ECDFBF3AD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EB357C-0E77-B105-3919-645E91E343C5}"/>
              </a:ext>
            </a:extLst>
          </p:cNvPr>
          <p:cNvCxnSpPr>
            <a:cxnSpLocks/>
          </p:cNvCxnSpPr>
          <p:nvPr/>
        </p:nvCxnSpPr>
        <p:spPr>
          <a:xfrm flipH="1" flipV="1">
            <a:off x="4305103" y="3734410"/>
            <a:ext cx="458115" cy="3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8E82C3-AAED-ADAF-EAED-82BA9AD1E214}"/>
              </a:ext>
            </a:extLst>
          </p:cNvPr>
          <p:cNvSpPr txBox="1"/>
          <p:nvPr/>
        </p:nvSpPr>
        <p:spPr>
          <a:xfrm>
            <a:off x="1108037" y="5843743"/>
            <a:ext cx="889657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Unique in both directions!  We can extend!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909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CC89-5514-F323-543E-D1570B8D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B00B-9FF7-B2F3-E922-F2FB57EC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D6C8-37AC-A251-E943-54CAC5D1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we can </a:t>
            </a:r>
            <a:r>
              <a:rPr lang="en-US" dirty="0" err="1">
                <a:solidFill>
                  <a:schemeClr val="bg1"/>
                </a:solidFill>
                <a:cs typeface="Courier New" panose="02070309020205020404" pitchFamily="49" charset="0"/>
              </a:rPr>
              <a:t>col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none 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Acolla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2327F-E9B0-C4B5-2E5C-2F01C68F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4E112-C374-BCDD-0072-879E83658B7A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9C1F0A-B800-CCB1-7C7B-BF3D720F7E8E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09AC54-CB83-64B4-BC18-8C1C6E378CDB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52F71F-0C03-F214-0B61-170FAACAB3AB}"/>
              </a:ext>
            </a:extLst>
          </p:cNvPr>
          <p:cNvCxnSpPr>
            <a:cxnSpLocks/>
          </p:cNvCxnSpPr>
          <p:nvPr/>
        </p:nvCxnSpPr>
        <p:spPr>
          <a:xfrm flipH="1" flipV="1">
            <a:off x="4305103" y="3734410"/>
            <a:ext cx="458115" cy="3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284AB0-5C8A-BA7D-A0D7-80D5F2A8DB9F}"/>
              </a:ext>
            </a:extLst>
          </p:cNvPr>
          <p:cNvSpPr txBox="1"/>
          <p:nvPr/>
        </p:nvSpPr>
        <p:spPr>
          <a:xfrm>
            <a:off x="3562786" y="3887115"/>
            <a:ext cx="20923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unique 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4700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3A23-6B38-B485-CDF3-340CFA90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5904-6D91-6D96-0793-E5570AE7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291D-AA5E-5EAA-BA29-DD2A74D4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TAGACA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A9BD0-52B5-0343-D364-BF0AA7D3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F4ADB5-4F5E-07FD-C4D2-DE26B69E73DD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D39780-D411-614D-A5FB-2F9DCCA167EF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6D7235-5F9B-AD94-DE82-42DEF8235930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AB746A-A6B1-5230-75F6-B283037505B4}"/>
              </a:ext>
            </a:extLst>
          </p:cNvPr>
          <p:cNvSpPr txBox="1"/>
          <p:nvPr/>
        </p:nvSpPr>
        <p:spPr>
          <a:xfrm>
            <a:off x="1157732" y="5158914"/>
            <a:ext cx="889657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We can collapse the unique edge and continue until we encounter forward or backward branch.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588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C9FF-BBA9-B2F6-A45B-AF0E3A10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B722-E4A5-1EF0-7E4A-2B672325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D3FA3-1BD4-26E0-59B5-82E3E8DE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87986"/>
            <a:ext cx="10972800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Let’s build 5-mer graph, 5-mers are nodes and 6-mers are edges. Start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AGACA,</a:t>
            </a:r>
            <a:r>
              <a:rPr lang="en-US" dirty="0" err="1">
                <a:cs typeface="Courier New" panose="02070309020205020404" pitchFamily="49" charset="0"/>
              </a:rPr>
              <a:t>check</a:t>
            </a:r>
            <a:r>
              <a:rPr lang="en-US" dirty="0">
                <a:cs typeface="Courier New" panose="02070309020205020404" pitchFamily="49" charset="0"/>
              </a:rPr>
              <a:t> continuations in both directions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GACAG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571CF-EFB7-243F-5539-DDCFEFC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E0AFFE-823F-9067-1E71-F153AD3D9C6B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37B803-D877-1A79-7B0D-15853F8ABDC7}"/>
              </a:ext>
            </a:extLst>
          </p:cNvPr>
          <p:cNvCxnSpPr/>
          <p:nvPr/>
        </p:nvCxnSpPr>
        <p:spPr>
          <a:xfrm flipV="1">
            <a:off x="6096000" y="3432629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1E229B-51D1-A109-7FD0-5ECBB8BF8543}"/>
              </a:ext>
            </a:extLst>
          </p:cNvPr>
          <p:cNvCxnSpPr>
            <a:cxnSpLocks/>
          </p:cNvCxnSpPr>
          <p:nvPr/>
        </p:nvCxnSpPr>
        <p:spPr>
          <a:xfrm>
            <a:off x="6085020" y="3734410"/>
            <a:ext cx="610820" cy="305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DF3D58-9DB6-4DA7-948F-8D8117CAEB8A}"/>
              </a:ext>
            </a:extLst>
          </p:cNvPr>
          <p:cNvSpPr txBox="1"/>
          <p:nvPr/>
        </p:nvSpPr>
        <p:spPr>
          <a:xfrm>
            <a:off x="1157732" y="5158914"/>
            <a:ext cx="889657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cs typeface="Courier New" panose="02070309020205020404" pitchFamily="49" charset="0"/>
              </a:rPr>
              <a:t>We can collapse the unique edge and continue until we encounter forward or backward branch.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9309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3D74-5307-A1A1-43A6-EC988C47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38B3-9E6C-8CA6-B998-1550F20A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A5881-C321-63F8-C245-359930CC5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8" y="1787986"/>
            <a:ext cx="11477902" cy="4389704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We can end up with a complicated graph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TG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ACA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AAGTC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GACACTGGGTGT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TAGACA            CAGTACCC </a:t>
            </a:r>
            <a:b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AAGTGT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GACAGT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A                         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CAGTTCTG</a:t>
            </a:r>
          </a:p>
          <a:p>
            <a:r>
              <a:rPr lang="en-US" dirty="0">
                <a:cs typeface="Courier New" panose="02070309020205020404" pitchFamily="49" charset="0"/>
              </a:rPr>
              <a:t>Now we have to </a:t>
            </a:r>
            <a:r>
              <a:rPr lang="en-US" i="1" dirty="0">
                <a:cs typeface="Courier New" panose="02070309020205020404" pitchFamily="49" charset="0"/>
              </a:rPr>
              <a:t>walk</a:t>
            </a:r>
            <a:r>
              <a:rPr lang="en-US" dirty="0">
                <a:cs typeface="Courier New" panose="02070309020205020404" pitchFamily="49" charset="0"/>
              </a:rPr>
              <a:t> the graph to reconstruct the genome sequence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637C4-9734-4E32-ED2F-DEF2A4CB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A46B85-8788-BD50-9682-8FD944E72A37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364322-C9F2-F6C1-1F5B-6B10DAE49579}"/>
              </a:ext>
            </a:extLst>
          </p:cNvPr>
          <p:cNvCxnSpPr>
            <a:cxnSpLocks/>
          </p:cNvCxnSpPr>
          <p:nvPr/>
        </p:nvCxnSpPr>
        <p:spPr>
          <a:xfrm flipV="1">
            <a:off x="5832469" y="3377045"/>
            <a:ext cx="610820" cy="30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26033B-F2B9-5689-F54A-230B4680B6B3}"/>
              </a:ext>
            </a:extLst>
          </p:cNvPr>
          <p:cNvCxnSpPr>
            <a:cxnSpLocks/>
          </p:cNvCxnSpPr>
          <p:nvPr/>
        </p:nvCxnSpPr>
        <p:spPr>
          <a:xfrm>
            <a:off x="5846225" y="3790838"/>
            <a:ext cx="610820" cy="30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041A6E-3F5A-85BF-18C9-E32359CE3BDF}"/>
              </a:ext>
            </a:extLst>
          </p:cNvPr>
          <p:cNvCxnSpPr>
            <a:cxnSpLocks/>
          </p:cNvCxnSpPr>
          <p:nvPr/>
        </p:nvCxnSpPr>
        <p:spPr>
          <a:xfrm flipH="1" flipV="1">
            <a:off x="5943600" y="2571700"/>
            <a:ext cx="513445" cy="5695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57F15D-0FB6-9E97-E2E3-EBB3AFB679FF}"/>
              </a:ext>
            </a:extLst>
          </p:cNvPr>
          <p:cNvCxnSpPr>
            <a:cxnSpLocks/>
          </p:cNvCxnSpPr>
          <p:nvPr/>
        </p:nvCxnSpPr>
        <p:spPr>
          <a:xfrm flipV="1">
            <a:off x="7788388" y="3876170"/>
            <a:ext cx="610820" cy="30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722245-F7E4-08AE-25DC-72C147A3905E}"/>
              </a:ext>
            </a:extLst>
          </p:cNvPr>
          <p:cNvCxnSpPr>
            <a:cxnSpLocks/>
          </p:cNvCxnSpPr>
          <p:nvPr/>
        </p:nvCxnSpPr>
        <p:spPr>
          <a:xfrm>
            <a:off x="7788388" y="4249353"/>
            <a:ext cx="610820" cy="3054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236AED-44BF-BB69-D0B3-4561A18490A3}"/>
              </a:ext>
            </a:extLst>
          </p:cNvPr>
          <p:cNvCxnSpPr>
            <a:cxnSpLocks/>
          </p:cNvCxnSpPr>
          <p:nvPr/>
        </p:nvCxnSpPr>
        <p:spPr>
          <a:xfrm flipV="1">
            <a:off x="1625112" y="3377045"/>
            <a:ext cx="328379" cy="2511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2D4E1A-381B-B914-1E34-5A0756985A13}"/>
              </a:ext>
            </a:extLst>
          </p:cNvPr>
          <p:cNvCxnSpPr>
            <a:cxnSpLocks/>
          </p:cNvCxnSpPr>
          <p:nvPr/>
        </p:nvCxnSpPr>
        <p:spPr>
          <a:xfrm>
            <a:off x="1603472" y="3790838"/>
            <a:ext cx="350019" cy="3031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BEBC74-D27D-5F52-5A31-200AFFE6E332}"/>
              </a:ext>
            </a:extLst>
          </p:cNvPr>
          <p:cNvCxnSpPr>
            <a:cxnSpLocks/>
          </p:cNvCxnSpPr>
          <p:nvPr/>
        </p:nvCxnSpPr>
        <p:spPr>
          <a:xfrm>
            <a:off x="3953044" y="3257421"/>
            <a:ext cx="546220" cy="4240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9A505F-FE8D-C827-07C7-1E98A876E40E}"/>
              </a:ext>
            </a:extLst>
          </p:cNvPr>
          <p:cNvCxnSpPr>
            <a:cxnSpLocks/>
          </p:cNvCxnSpPr>
          <p:nvPr/>
        </p:nvCxnSpPr>
        <p:spPr>
          <a:xfrm flipV="1">
            <a:off x="4043938" y="3906982"/>
            <a:ext cx="455326" cy="292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7192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ECEB-8314-4F5B-A37B-470FD90D5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Properties of the 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0B893-EF41-6232-0920-205CB559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k-mer is encountered only ONCE in the graph</a:t>
            </a:r>
          </a:p>
          <a:p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An assembly is a path that visits each node (k-</a:t>
            </a:r>
            <a:r>
              <a:rPr lang="en-US" dirty="0" err="1">
                <a:cs typeface="Courier New" panose="02070309020205020404" pitchFamily="49" charset="0"/>
              </a:rPr>
              <a:t>mer</a:t>
            </a:r>
            <a:r>
              <a:rPr lang="en-US" dirty="0">
                <a:cs typeface="Courier New" panose="02070309020205020404" pitchFamily="49" charset="0"/>
              </a:rPr>
              <a:t>) at least once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Can use k-mer counts to see how many times need to go through each node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FEC9-20C9-4652-BA81-FFC82D47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27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325D-839F-A8C7-19DB-7D03BBD2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55E7-B584-3612-A29A-58FD462AD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01079"/>
          </a:xfrm>
        </p:spPr>
        <p:txBody>
          <a:bodyPr>
            <a:normAutofit/>
          </a:bodyPr>
          <a:lstStyle/>
          <a:p>
            <a:r>
              <a:rPr lang="en-US" dirty="0"/>
              <a:t>K-unitigs are DNA sequences that correspond to strictly linear (non-branching) paths through k-</a:t>
            </a:r>
            <a:r>
              <a:rPr lang="en-US" dirty="0" err="1"/>
              <a:t>mer</a:t>
            </a:r>
            <a:r>
              <a:rPr lang="en-US" dirty="0"/>
              <a:t> graph where each node (k-</a:t>
            </a:r>
            <a:r>
              <a:rPr lang="en-US" dirty="0" err="1"/>
              <a:t>mer</a:t>
            </a:r>
            <a:r>
              <a:rPr lang="en-US" dirty="0"/>
              <a:t>) is used only once:</a:t>
            </a:r>
          </a:p>
          <a:p>
            <a:pPr lvl="1"/>
            <a:r>
              <a:rPr lang="en-US" dirty="0"/>
              <a:t>No forward or backward branches allowed</a:t>
            </a:r>
          </a:p>
          <a:p>
            <a:pPr lvl="1"/>
            <a:r>
              <a:rPr lang="en-US" dirty="0"/>
              <a:t>Can overlap exactly by K-1 bases with one or more other K-unitigs</a:t>
            </a:r>
          </a:p>
          <a:p>
            <a:pPr lvl="1"/>
            <a:r>
              <a:rPr lang="en-US" dirty="0"/>
              <a:t>All K-</a:t>
            </a:r>
            <a:r>
              <a:rPr lang="en-US" dirty="0" err="1"/>
              <a:t>mers</a:t>
            </a:r>
            <a:r>
              <a:rPr lang="en-US" dirty="0"/>
              <a:t> in k-unitigs are distinct (no K-mer is repeated twice)</a:t>
            </a:r>
          </a:p>
          <a:p>
            <a:r>
              <a:rPr lang="en-US" dirty="0"/>
              <a:t>A more compact representation of k-</a:t>
            </a:r>
            <a:r>
              <a:rPr lang="en-US" dirty="0" err="1"/>
              <a:t>mer</a:t>
            </a:r>
            <a:r>
              <a:rPr lang="en-US" dirty="0"/>
              <a:t> graph </a:t>
            </a:r>
          </a:p>
          <a:p>
            <a:pPr lvl="1"/>
            <a:r>
              <a:rPr lang="en-US" dirty="0"/>
              <a:t>K-unitigs are nodes</a:t>
            </a:r>
          </a:p>
          <a:p>
            <a:pPr lvl="1"/>
            <a:r>
              <a:rPr lang="en-US" dirty="0"/>
              <a:t>K+1 -</a:t>
            </a:r>
            <a:r>
              <a:rPr lang="en-US" dirty="0" err="1"/>
              <a:t>mers</a:t>
            </a:r>
            <a:r>
              <a:rPr lang="en-US"/>
              <a:t> are </a:t>
            </a:r>
            <a:r>
              <a:rPr lang="en-US" dirty="0"/>
              <a:t>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F39EE-0A3B-CDEE-67CC-21AEB0A2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5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A196-3973-F5F7-8389-C4B5891B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2601-726E-6A78-855B-D2AEFAD6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B2B54-2F5A-F642-85AC-744709BA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7F0D5-32A3-0F18-AE7A-83631F277D79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GATAACAAAGATAGAC                ATGAGACTAAATAA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AGATAGACATAACAAGATACATCAATGAGACT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AGATACGACAATAGATAGAC                ATGAGACTAAACATGAC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584AE-D2C7-6A1C-8506-1CAE35112C4D}"/>
              </a:ext>
            </a:extLst>
          </p:cNvPr>
          <p:cNvSpPr txBox="1"/>
          <p:nvPr/>
        </p:nvSpPr>
        <p:spPr>
          <a:xfrm>
            <a:off x="2919634" y="1858355"/>
            <a:ext cx="6021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K=9, FIVE K-</a:t>
            </a:r>
            <a:r>
              <a:rPr lang="en-US" sz="4000" dirty="0" err="1"/>
              <a:t>unitigs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B88AC9-3E43-3579-77D0-E05B7694AF07}"/>
              </a:ext>
            </a:extLst>
          </p:cNvPr>
          <p:cNvSpPr/>
          <p:nvPr/>
        </p:nvSpPr>
        <p:spPr>
          <a:xfrm>
            <a:off x="3496235" y="3239556"/>
            <a:ext cx="1247887" cy="9236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F45A17-0CA8-EFB5-963F-E7B97C046FA6}"/>
              </a:ext>
            </a:extLst>
          </p:cNvPr>
          <p:cNvSpPr/>
          <p:nvPr/>
        </p:nvSpPr>
        <p:spPr>
          <a:xfrm>
            <a:off x="7144870" y="3262864"/>
            <a:ext cx="1247887" cy="9236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551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E303-CAE7-019E-8D5A-397731D0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B4CD-0F7A-A465-2F7E-084A66FC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DD0A5-9350-6919-76EB-AB03F5F6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E992A-4D9C-FA4E-2A4E-BA8807EB5712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GATAACAAAGATAGAC                ATGAGACTAAATAA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AGATAGACATAACAAGATACATCAATGAGACT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AGATACGACAATAGATAGAC                ATGAGACTAAACATGAC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68E9E-1795-5D8E-27CF-1DE160C1E555}"/>
              </a:ext>
            </a:extLst>
          </p:cNvPr>
          <p:cNvSpPr txBox="1"/>
          <p:nvPr/>
        </p:nvSpPr>
        <p:spPr>
          <a:xfrm>
            <a:off x="4251478" y="1835047"/>
            <a:ext cx="2979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A8EED-650E-4478-2054-51B127185E2A}"/>
              </a:ext>
            </a:extLst>
          </p:cNvPr>
          <p:cNvSpPr txBox="1"/>
          <p:nvPr/>
        </p:nvSpPr>
        <p:spPr>
          <a:xfrm>
            <a:off x="4360847" y="4290121"/>
            <a:ext cx="2399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Four paths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E1D30BF-4B21-9320-62B0-5C6CCE3369C1}"/>
                  </a:ext>
                </a:extLst>
              </p14:cNvPr>
              <p14:cNvContentPartPr/>
              <p14:nvPr/>
            </p14:nvContentPartPr>
            <p14:xfrm>
              <a:off x="2215609" y="3235913"/>
              <a:ext cx="7024320" cy="400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E1D30BF-4B21-9320-62B0-5C6CCE3369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89" y="3229793"/>
                <a:ext cx="703656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84750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A13-625C-1C93-56B5-89CE562F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0641-1F7E-D703-280B-D191B957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9AB4-520E-7D51-B483-89BC3345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D645D-DA86-5AF6-BB95-5F40978BD7B7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GATAACAAAGATAGAC                ATGAGACTAAATAA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AGATAGACATAACAAGATACATCAATGAGACT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AGATACGACAATAGATAGAC                ATGAGACTAAACATGAC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CEF3D-83E7-76F8-0BE5-B5162FCC9E02}"/>
              </a:ext>
            </a:extLst>
          </p:cNvPr>
          <p:cNvSpPr txBox="1"/>
          <p:nvPr/>
        </p:nvSpPr>
        <p:spPr>
          <a:xfrm>
            <a:off x="4251478" y="1835047"/>
            <a:ext cx="2979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409A8-D0BD-818E-0927-8BF280921B0F}"/>
              </a:ext>
            </a:extLst>
          </p:cNvPr>
          <p:cNvSpPr txBox="1"/>
          <p:nvPr/>
        </p:nvSpPr>
        <p:spPr>
          <a:xfrm>
            <a:off x="4360847" y="4290121"/>
            <a:ext cx="2399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Four paths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D715D7-A8F4-37AB-EAC9-D905D6A73C02}"/>
                  </a:ext>
                </a:extLst>
              </p14:cNvPr>
              <p14:cNvContentPartPr/>
              <p14:nvPr/>
            </p14:nvContentPartPr>
            <p14:xfrm>
              <a:off x="2215609" y="3235913"/>
              <a:ext cx="7024320" cy="400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D715D7-A8F4-37AB-EAC9-D905D6A73C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89" y="3229793"/>
                <a:ext cx="70365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DA87073-9278-EE92-AB61-4F171269674D}"/>
                  </a:ext>
                </a:extLst>
              </p14:cNvPr>
              <p14:cNvContentPartPr/>
              <p14:nvPr/>
            </p14:nvContentPartPr>
            <p14:xfrm>
              <a:off x="2205169" y="3926033"/>
              <a:ext cx="7132320" cy="323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DA87073-9278-EE92-AB61-4F17126967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049" y="3919913"/>
                <a:ext cx="7144560" cy="33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5441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F5C7-5FEA-ECD1-7634-33FC0E39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C407-5313-1C03-2C27-6DDC0ED6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302F4-6547-1A36-F175-138E1C41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896DD-D27B-CD67-9662-3C32C77DAF94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GATAACAAAGATAGAC                ATGAGACTAAATAA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AGATAGACATAACAAGATACATCAATGAGACT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AGATACGACAATAGATAGAC                ATGAGACTAAACATGAC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78651-432D-B96E-944A-6CB79E34E54D}"/>
              </a:ext>
            </a:extLst>
          </p:cNvPr>
          <p:cNvSpPr txBox="1"/>
          <p:nvPr/>
        </p:nvSpPr>
        <p:spPr>
          <a:xfrm>
            <a:off x="4251478" y="1835047"/>
            <a:ext cx="2979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8EF86-2568-1BC3-0C5C-0149DDDD368B}"/>
              </a:ext>
            </a:extLst>
          </p:cNvPr>
          <p:cNvSpPr txBox="1"/>
          <p:nvPr/>
        </p:nvSpPr>
        <p:spPr>
          <a:xfrm>
            <a:off x="4360847" y="4290121"/>
            <a:ext cx="2399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Four paths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1EF2061-4B2E-7005-4C7A-94397D60A6F5}"/>
                  </a:ext>
                </a:extLst>
              </p14:cNvPr>
              <p14:cNvContentPartPr/>
              <p14:nvPr/>
            </p14:nvContentPartPr>
            <p14:xfrm>
              <a:off x="2215609" y="3235913"/>
              <a:ext cx="7024320" cy="400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1EF2061-4B2E-7005-4C7A-94397D60A6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89" y="3229793"/>
                <a:ext cx="70365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0833ED-27A5-9195-EF79-50DC2014E6F3}"/>
                  </a:ext>
                </a:extLst>
              </p14:cNvPr>
              <p14:cNvContentPartPr/>
              <p14:nvPr/>
            </p14:nvContentPartPr>
            <p14:xfrm>
              <a:off x="2205169" y="3926033"/>
              <a:ext cx="7132320" cy="323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0833ED-27A5-9195-EF79-50DC2014E6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049" y="3919913"/>
                <a:ext cx="71445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BF92AD9-1D2E-6315-723A-02763DCC934E}"/>
                  </a:ext>
                </a:extLst>
              </p14:cNvPr>
              <p14:cNvContentPartPr/>
              <p14:nvPr/>
            </p14:nvContentPartPr>
            <p14:xfrm>
              <a:off x="2194009" y="3193433"/>
              <a:ext cx="7421040" cy="1195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BF92AD9-1D2E-6315-723A-02763DCC93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7889" y="3187311"/>
                <a:ext cx="7433280" cy="12081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7249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55D4-33B5-3DAC-251A-26522AD2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3253-0AD0-D702-2587-4B268F32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88E50-3096-6232-BC20-E6CC4EC1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92432-BD6B-A6F7-882A-5AF0FB3BF668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GATAACAAAGATAGAC                ATGAGACTAAATAA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AGATAGACATAACAAGATACATCAATGAGACT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AGATACGACAATAGATAGAC                ATGAGACTAAACATGAC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9319D-BDEC-B158-D00C-D491D8EE84A9}"/>
              </a:ext>
            </a:extLst>
          </p:cNvPr>
          <p:cNvSpPr txBox="1"/>
          <p:nvPr/>
        </p:nvSpPr>
        <p:spPr>
          <a:xfrm>
            <a:off x="4251478" y="1835047"/>
            <a:ext cx="2979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3603E-3B9C-A19F-CEC8-7C6FDDC6043D}"/>
              </a:ext>
            </a:extLst>
          </p:cNvPr>
          <p:cNvSpPr txBox="1"/>
          <p:nvPr/>
        </p:nvSpPr>
        <p:spPr>
          <a:xfrm>
            <a:off x="4360847" y="4290121"/>
            <a:ext cx="2399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Four paths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366D76-0B69-D5D7-E5AA-7D22900E3316}"/>
                  </a:ext>
                </a:extLst>
              </p14:cNvPr>
              <p14:cNvContentPartPr/>
              <p14:nvPr/>
            </p14:nvContentPartPr>
            <p14:xfrm>
              <a:off x="2215609" y="3235913"/>
              <a:ext cx="7024320" cy="400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366D76-0B69-D5D7-E5AA-7D22900E33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89" y="3229793"/>
                <a:ext cx="70365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256A2C-D47E-1E0B-D528-2ECD10DDBD57}"/>
                  </a:ext>
                </a:extLst>
              </p14:cNvPr>
              <p14:cNvContentPartPr/>
              <p14:nvPr/>
            </p14:nvContentPartPr>
            <p14:xfrm>
              <a:off x="2205169" y="3926033"/>
              <a:ext cx="7132320" cy="323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256A2C-D47E-1E0B-D528-2ECD10DDBD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049" y="3919913"/>
                <a:ext cx="71445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8F16614-77D9-3264-70A6-892E4C9B4472}"/>
                  </a:ext>
                </a:extLst>
              </p14:cNvPr>
              <p14:cNvContentPartPr/>
              <p14:nvPr/>
            </p14:nvContentPartPr>
            <p14:xfrm>
              <a:off x="2194009" y="3129353"/>
              <a:ext cx="7077600" cy="1195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F16614-77D9-3264-70A6-892E4C9B44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7889" y="3123233"/>
                <a:ext cx="7089840" cy="12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312ABA-F0E2-652B-71DF-726320A31106}"/>
                  </a:ext>
                </a:extLst>
              </p14:cNvPr>
              <p14:cNvContentPartPr/>
              <p14:nvPr/>
            </p14:nvContentPartPr>
            <p14:xfrm>
              <a:off x="2194009" y="3193433"/>
              <a:ext cx="7421040" cy="1195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312ABA-F0E2-652B-71DF-726320A311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7889" y="3187311"/>
                <a:ext cx="7433280" cy="12081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0136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D306-84C3-ECD2-56DD-0EE17BF0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147C-767B-2709-6288-75A9AC9C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K-unitigs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09060-5B55-68B7-B998-5CD3FEB8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23E8D-894A-7692-6801-DDE38056902F}"/>
              </a:ext>
            </a:extLst>
          </p:cNvPr>
          <p:cNvSpPr txBox="1"/>
          <p:nvPr/>
        </p:nvSpPr>
        <p:spPr>
          <a:xfrm>
            <a:off x="1570617" y="3239556"/>
            <a:ext cx="83407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ATAACAAGATACATCA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AAACATGAC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351C3-565A-6163-CB6A-69CCE660E086}"/>
              </a:ext>
            </a:extLst>
          </p:cNvPr>
          <p:cNvSpPr txBox="1"/>
          <p:nvPr/>
        </p:nvSpPr>
        <p:spPr>
          <a:xfrm>
            <a:off x="4251478" y="1835047"/>
            <a:ext cx="2979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Example: K=9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E6069-914D-B9CF-8E69-5A26AE342AA9}"/>
              </a:ext>
            </a:extLst>
          </p:cNvPr>
          <p:cNvSpPr txBox="1"/>
          <p:nvPr/>
        </p:nvSpPr>
        <p:spPr>
          <a:xfrm>
            <a:off x="4360847" y="4290121"/>
            <a:ext cx="2399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Four paths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A5EF74-BE41-14CC-9243-29F9B1B7FA5B}"/>
                  </a:ext>
                </a:extLst>
              </p14:cNvPr>
              <p14:cNvContentPartPr/>
              <p14:nvPr/>
            </p14:nvContentPartPr>
            <p14:xfrm>
              <a:off x="2215609" y="3235913"/>
              <a:ext cx="7024320" cy="400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A5EF74-BE41-14CC-9243-29F9B1B7F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9489" y="3229793"/>
                <a:ext cx="70365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D4421D4-F164-9153-83BA-B520C3FDD35C}"/>
                  </a:ext>
                </a:extLst>
              </p14:cNvPr>
              <p14:cNvContentPartPr/>
              <p14:nvPr/>
            </p14:nvContentPartPr>
            <p14:xfrm>
              <a:off x="2205169" y="3926033"/>
              <a:ext cx="7132320" cy="323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D4421D4-F164-9153-83BA-B520C3FDD3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049" y="3919913"/>
                <a:ext cx="71445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1DDB8BD-FB12-9419-4672-1ABEAFB3ECCA}"/>
                  </a:ext>
                </a:extLst>
              </p14:cNvPr>
              <p14:cNvContentPartPr/>
              <p14:nvPr/>
            </p14:nvContentPartPr>
            <p14:xfrm>
              <a:off x="2194009" y="3129353"/>
              <a:ext cx="7077600" cy="1195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1DDB8BD-FB12-9419-4672-1ABEAFB3EC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7889" y="3123233"/>
                <a:ext cx="7089840" cy="12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DB9F36C-DD42-6B5C-C5BC-6B6850D710FC}"/>
                  </a:ext>
                </a:extLst>
              </p14:cNvPr>
              <p14:cNvContentPartPr/>
              <p14:nvPr/>
            </p14:nvContentPartPr>
            <p14:xfrm>
              <a:off x="2194009" y="3193433"/>
              <a:ext cx="7421040" cy="1195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DB9F36C-DD42-6B5C-C5BC-6B6850D710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7889" y="3187311"/>
                <a:ext cx="7433280" cy="12081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C67E93-77EA-CA15-E7DD-70401CC6F3A7}"/>
              </a:ext>
            </a:extLst>
          </p:cNvPr>
          <p:cNvSpPr txBox="1"/>
          <p:nvPr/>
        </p:nvSpPr>
        <p:spPr>
          <a:xfrm>
            <a:off x="1390225" y="5011750"/>
            <a:ext cx="84946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ATAACAAGATACATCA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ATAACAAGATACATCA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CAACATGAC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AGATACGACAAT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ATAACAAGATACATCA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AAATAA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GATAACAA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ATAACAAGATACATCA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ATGAGACT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CAACATGAC</a:t>
            </a:r>
          </a:p>
        </p:txBody>
      </p:sp>
    </p:spTree>
    <p:extLst>
      <p:ext uri="{BB962C8B-B14F-4D97-AF65-F5344CB8AC3E}">
        <p14:creationId xmlns:p14="http://schemas.microsoft.com/office/powerpoint/2010/main" val="1346485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166F-772E-AE16-33BF-805613D1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Path vs trail in graph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CA860-E630-5E74-2A1C-8463D8B21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797946"/>
            <a:ext cx="11658600" cy="4923530"/>
          </a:xfrm>
        </p:spPr>
        <p:txBody>
          <a:bodyPr>
            <a:normAutofit fontScale="77500" lnSpcReduction="20000"/>
          </a:bodyPr>
          <a:lstStyle/>
          <a:p>
            <a:r>
              <a:rPr lang="en-US" i="1" dirty="0"/>
              <a:t>Path</a:t>
            </a:r>
            <a:r>
              <a:rPr lang="en-US" dirty="0"/>
              <a:t> and </a:t>
            </a:r>
            <a:r>
              <a:rPr lang="en-US" i="1" dirty="0"/>
              <a:t>trail</a:t>
            </a:r>
            <a:r>
              <a:rPr lang="en-US" dirty="0"/>
              <a:t> are two ways to </a:t>
            </a:r>
            <a:r>
              <a:rPr lang="en-US" i="1" dirty="0"/>
              <a:t>walk</a:t>
            </a:r>
            <a:r>
              <a:rPr lang="en-US" dirty="0"/>
              <a:t> a graph consisting of nodes (vertices) and edges</a:t>
            </a:r>
          </a:p>
          <a:p>
            <a:r>
              <a:rPr lang="en-US" dirty="0"/>
              <a:t>A trail is a walk in which all </a:t>
            </a:r>
            <a:r>
              <a:rPr lang="en-US" i="1" dirty="0"/>
              <a:t>edges are distinct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Nodes may repeat</a:t>
            </a:r>
          </a:p>
          <a:p>
            <a:pPr lvl="1"/>
            <a:r>
              <a:rPr lang="en-US" dirty="0"/>
              <a:t>Edges may not repeat</a:t>
            </a:r>
          </a:p>
          <a:p>
            <a:r>
              <a:rPr lang="en-US" dirty="0"/>
              <a:t>A path is a trail in which all </a:t>
            </a:r>
            <a:r>
              <a:rPr lang="en-US" i="1" dirty="0"/>
              <a:t>nodes are distinct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repeated nodes</a:t>
            </a:r>
          </a:p>
          <a:p>
            <a:pPr lvl="1"/>
            <a:r>
              <a:rPr lang="en-US" dirty="0"/>
              <a:t>No repeated edges (automatically true if nodes don’t repeat)</a:t>
            </a:r>
          </a:p>
          <a:p>
            <a:r>
              <a:rPr lang="en-US" dirty="0"/>
              <a:t>Path is </a:t>
            </a:r>
            <a:r>
              <a:rPr lang="en-US" u="sng" dirty="0"/>
              <a:t>stricter</a:t>
            </a:r>
            <a:r>
              <a:rPr lang="en-US" dirty="0"/>
              <a:t> version of a trail</a:t>
            </a:r>
          </a:p>
          <a:p>
            <a:pPr lvl="1"/>
            <a:r>
              <a:rPr lang="en-US" dirty="0"/>
              <a:t>Every path is a trail</a:t>
            </a:r>
          </a:p>
          <a:p>
            <a:pPr lvl="1"/>
            <a:r>
              <a:rPr lang="en-US" dirty="0"/>
              <a:t>Not every trail is a path</a:t>
            </a:r>
          </a:p>
          <a:p>
            <a:pPr lvl="1"/>
            <a:endParaRPr lang="en-US" dirty="0"/>
          </a:p>
          <a:p>
            <a:r>
              <a:rPr lang="en-US" dirty="0">
                <a:cs typeface="Courier New" panose="02070309020205020404" pitchFamily="49" charset="0"/>
              </a:rPr>
              <a:t>Assembly is:</a:t>
            </a:r>
          </a:p>
          <a:p>
            <a:pPr lvl="1"/>
            <a:r>
              <a:rPr lang="en-US" i="1" dirty="0">
                <a:cs typeface="Courier New" panose="02070309020205020404" pitchFamily="49" charset="0"/>
              </a:rPr>
              <a:t>Eulerian</a:t>
            </a:r>
            <a:r>
              <a:rPr lang="en-US" dirty="0">
                <a:cs typeface="Courier New" panose="02070309020205020404" pitchFamily="49" charset="0"/>
              </a:rPr>
              <a:t> walk through the k-</a:t>
            </a:r>
            <a:r>
              <a:rPr lang="en-US" dirty="0" err="1">
                <a:cs typeface="Courier New" panose="02070309020205020404" pitchFamily="49" charset="0"/>
              </a:rPr>
              <a:t>mer</a:t>
            </a:r>
            <a:r>
              <a:rPr lang="en-US" dirty="0">
                <a:cs typeface="Courier New" panose="02070309020205020404" pitchFamily="49" charset="0"/>
              </a:rPr>
              <a:t> graph (trail that visits each edge exactly once) or </a:t>
            </a:r>
          </a:p>
          <a:p>
            <a:pPr lvl="1"/>
            <a:r>
              <a:rPr lang="en-US" i="1" dirty="0">
                <a:cs typeface="Courier New" panose="02070309020205020404" pitchFamily="49" charset="0"/>
              </a:rPr>
              <a:t>Hamiltonian</a:t>
            </a:r>
            <a:r>
              <a:rPr lang="en-US" dirty="0">
                <a:cs typeface="Courier New" panose="02070309020205020404" pitchFamily="49" charset="0"/>
              </a:rPr>
              <a:t> path through the k-</a:t>
            </a:r>
            <a:r>
              <a:rPr lang="en-US" dirty="0" err="1">
                <a:cs typeface="Courier New" panose="02070309020205020404" pitchFamily="49" charset="0"/>
              </a:rPr>
              <a:t>mer</a:t>
            </a:r>
            <a:r>
              <a:rPr lang="en-US" dirty="0">
                <a:cs typeface="Courier New" panose="02070309020205020404" pitchFamily="49" charset="0"/>
              </a:rPr>
              <a:t> graph (path that visits each node or vertex exactly once)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D3DB6-ED11-61BD-D74C-3F1AE003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0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180A-E0A6-400F-B155-70C3F9AB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</a:t>
            </a:r>
            <a:r>
              <a:rPr lang="en-US" dirty="0" err="1"/>
              <a:t>DeBruijn</a:t>
            </a:r>
            <a:r>
              <a:rPr lang="en-US" dirty="0"/>
              <a:t> of K-</a:t>
            </a:r>
            <a:r>
              <a:rPr lang="en-US" dirty="0" err="1"/>
              <a:t>mer</a:t>
            </a:r>
            <a:r>
              <a:rPr lang="en-US" dirty="0"/>
              <a:t> graph?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E125-6F8F-4727-8CBB-1277CD4F2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k-</a:t>
            </a:r>
            <a:r>
              <a:rPr lang="en-US" dirty="0" err="1"/>
              <a:t>mers</a:t>
            </a:r>
            <a:r>
              <a:rPr lang="en-US" dirty="0"/>
              <a:t> are nodes then assembly can be a </a:t>
            </a:r>
            <a:r>
              <a:rPr lang="en-US" i="1" dirty="0"/>
              <a:t>path</a:t>
            </a:r>
            <a:r>
              <a:rPr lang="en-US" dirty="0"/>
              <a:t> that visits each node at least once </a:t>
            </a:r>
          </a:p>
          <a:p>
            <a:endParaRPr lang="en-US" i="1" dirty="0"/>
          </a:p>
          <a:p>
            <a:r>
              <a:rPr lang="en-US" dirty="0"/>
              <a:t>This is </a:t>
            </a:r>
            <a:r>
              <a:rPr lang="en-US" i="1" dirty="0"/>
              <a:t>Hamiltonian path </a:t>
            </a:r>
            <a:r>
              <a:rPr lang="en-US" dirty="0"/>
              <a:t>problem, which is NP-complete (both NP and NP-hard)</a:t>
            </a:r>
          </a:p>
          <a:p>
            <a:endParaRPr lang="en-US" dirty="0"/>
          </a:p>
          <a:p>
            <a:r>
              <a:rPr lang="en-US" dirty="0"/>
              <a:t>In our K-</a:t>
            </a:r>
            <a:r>
              <a:rPr lang="en-US" dirty="0" err="1"/>
              <a:t>mer</a:t>
            </a:r>
            <a:r>
              <a:rPr lang="en-US" dirty="0"/>
              <a:t> graph (</a:t>
            </a:r>
            <a:r>
              <a:rPr lang="en-US" i="1" dirty="0"/>
              <a:t>k+1)-</a:t>
            </a:r>
            <a:r>
              <a:rPr lang="en-US" i="1" dirty="0" err="1"/>
              <a:t>mers</a:t>
            </a:r>
            <a:r>
              <a:rPr lang="en-US" i="1" dirty="0"/>
              <a:t> are edges</a:t>
            </a:r>
            <a:r>
              <a:rPr lang="en-US" dirty="0"/>
              <a:t>:  we can reform a problem as </a:t>
            </a:r>
            <a:r>
              <a:rPr lang="en-US" i="1" dirty="0"/>
              <a:t>Eulerian path </a:t>
            </a:r>
            <a:r>
              <a:rPr lang="en-US" dirty="0"/>
              <a:t>problem (</a:t>
            </a:r>
            <a:r>
              <a:rPr lang="en-US" i="1" dirty="0"/>
              <a:t>trail</a:t>
            </a:r>
            <a:r>
              <a:rPr lang="en-US" dirty="0"/>
              <a:t> that visits each </a:t>
            </a:r>
            <a:r>
              <a:rPr lang="en-US" i="1" dirty="0"/>
              <a:t>edge</a:t>
            </a:r>
            <a:r>
              <a:rPr lang="en-US" dirty="0"/>
              <a:t> once), which can be solved in linear time</a:t>
            </a:r>
          </a:p>
          <a:p>
            <a:endParaRPr lang="en-US" dirty="0"/>
          </a:p>
          <a:p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 are now nodes, they can be visited more than once</a:t>
            </a:r>
          </a:p>
          <a:p>
            <a:endParaRPr lang="en-US" dirty="0"/>
          </a:p>
          <a:p>
            <a:r>
              <a:rPr lang="en-US" b="1" dirty="0"/>
              <a:t>Repeats</a:t>
            </a:r>
            <a:r>
              <a:rPr lang="en-US" dirty="0"/>
              <a:t> create </a:t>
            </a:r>
            <a:r>
              <a:rPr lang="en-US" b="1" dirty="0"/>
              <a:t>multiple</a:t>
            </a:r>
            <a:r>
              <a:rPr lang="en-US" dirty="0"/>
              <a:t> edges, not repeated traversal of a single edge.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98DE5-B37B-4CAC-B2D9-A1F359E0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433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56E9-C81A-ED54-F054-A0E252E8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570D-7425-6D5C-F956-7C96B0151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DeBruijn graph vs k-</a:t>
            </a:r>
            <a:r>
              <a:rPr lang="en-US" dirty="0" err="1"/>
              <a:t>mer</a:t>
            </a:r>
            <a:r>
              <a:rPr lang="en-US" dirty="0"/>
              <a:t>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14AA-859B-CA1D-BF84-C61D5694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494063"/>
            <a:ext cx="6716580" cy="5576771"/>
          </a:xfrm>
        </p:spPr>
        <p:txBody>
          <a:bodyPr>
            <a:normAutofit/>
          </a:bodyPr>
          <a:lstStyle/>
          <a:p>
            <a:r>
              <a:rPr lang="en-US" dirty="0"/>
              <a:t>DeBruijn graph and k-</a:t>
            </a:r>
            <a:r>
              <a:rPr lang="en-US" dirty="0" err="1"/>
              <a:t>mer</a:t>
            </a:r>
            <a:r>
              <a:rPr lang="en-US" dirty="0"/>
              <a:t> graph are </a:t>
            </a:r>
            <a:r>
              <a:rPr lang="en-US" u="sng" dirty="0"/>
              <a:t>the same concept</a:t>
            </a:r>
          </a:p>
          <a:p>
            <a:r>
              <a:rPr lang="en-US" dirty="0"/>
              <a:t>DeBruijn graph (K) == k-</a:t>
            </a:r>
            <a:r>
              <a:rPr lang="en-US" dirty="0" err="1"/>
              <a:t>mer</a:t>
            </a:r>
            <a:r>
              <a:rPr lang="en-US" dirty="0"/>
              <a:t> graph (K-1)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AGCTG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AGCTG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GCTGT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GCTGT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K             K-1</a:t>
            </a:r>
          </a:p>
          <a:p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Note that genome assembly as a </a:t>
            </a:r>
            <a:r>
              <a:rPr lang="en-US" i="1" dirty="0">
                <a:solidFill>
                  <a:schemeClr val="bg1"/>
                </a:solidFill>
                <a:cs typeface="Courier New" panose="02070309020205020404" pitchFamily="49" charset="0"/>
              </a:rPr>
              <a:t>Eulerian path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(trail that visits each edge once) is </a:t>
            </a:r>
            <a:r>
              <a:rPr lang="en-US" b="1" dirty="0">
                <a:solidFill>
                  <a:schemeClr val="bg1"/>
                </a:solidFill>
                <a:cs typeface="Courier New" panose="02070309020205020404" pitchFamily="49" charset="0"/>
              </a:rPr>
              <a:t>not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a practical approach for either graph, </a:t>
            </a:r>
            <a:r>
              <a:rPr lang="en-US" b="1" dirty="0">
                <a:solidFill>
                  <a:schemeClr val="bg1"/>
                </a:solidFill>
                <a:cs typeface="Courier New" panose="02070309020205020404" pitchFamily="49" charset="0"/>
              </a:rPr>
              <a:t>unless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k-</a:t>
            </a:r>
            <a:r>
              <a:rPr lang="en-US" dirty="0" err="1">
                <a:solidFill>
                  <a:schemeClr val="bg1"/>
                </a:solidFill>
                <a:cs typeface="Courier New" panose="02070309020205020404" pitchFamily="49" charset="0"/>
              </a:rPr>
              <a:t>mers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are longer than the longest </a:t>
            </a:r>
            <a:r>
              <a:rPr lang="en-US" b="1" dirty="0">
                <a:solidFill>
                  <a:schemeClr val="bg1"/>
                </a:solidFill>
                <a:cs typeface="Courier New" panose="02070309020205020404" pitchFamily="49" charset="0"/>
              </a:rPr>
              <a:t>exact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repeat.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1D5A6-1091-F5AD-50C1-F5FB6EA2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612432-0B06-E23F-7DB4-998E58A51E13}"/>
              </a:ext>
            </a:extLst>
          </p:cNvPr>
          <p:cNvCxnSpPr>
            <a:cxnSpLocks/>
          </p:cNvCxnSpPr>
          <p:nvPr/>
        </p:nvCxnSpPr>
        <p:spPr>
          <a:xfrm>
            <a:off x="1054575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D32D3F-7F64-CF34-167A-960212088468}"/>
              </a:ext>
            </a:extLst>
          </p:cNvPr>
          <p:cNvCxnSpPr>
            <a:cxnSpLocks/>
          </p:cNvCxnSpPr>
          <p:nvPr/>
        </p:nvCxnSpPr>
        <p:spPr>
          <a:xfrm>
            <a:off x="2334095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FE9256-577E-0C56-16A8-5CB4AAC1EB62}"/>
              </a:ext>
            </a:extLst>
          </p:cNvPr>
          <p:cNvCxnSpPr>
            <a:cxnSpLocks/>
          </p:cNvCxnSpPr>
          <p:nvPr/>
        </p:nvCxnSpPr>
        <p:spPr>
          <a:xfrm>
            <a:off x="1054575" y="3753393"/>
            <a:ext cx="1279520" cy="6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BD1B43-AA38-CE03-7213-0E1D78829199}"/>
              </a:ext>
            </a:extLst>
          </p:cNvPr>
          <p:cNvCxnSpPr>
            <a:cxnSpLocks/>
          </p:cNvCxnSpPr>
          <p:nvPr/>
        </p:nvCxnSpPr>
        <p:spPr>
          <a:xfrm>
            <a:off x="4227786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94DBF3-7457-524C-95ED-290E5467345C}"/>
              </a:ext>
            </a:extLst>
          </p:cNvPr>
          <p:cNvCxnSpPr>
            <a:cxnSpLocks/>
          </p:cNvCxnSpPr>
          <p:nvPr/>
        </p:nvCxnSpPr>
        <p:spPr>
          <a:xfrm>
            <a:off x="5311039" y="2957577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065CFC-9528-444E-D5FB-C761E6BC2AA1}"/>
              </a:ext>
            </a:extLst>
          </p:cNvPr>
          <p:cNvCxnSpPr>
            <a:cxnSpLocks/>
          </p:cNvCxnSpPr>
          <p:nvPr/>
        </p:nvCxnSpPr>
        <p:spPr>
          <a:xfrm>
            <a:off x="4227786" y="3759734"/>
            <a:ext cx="10832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BDE5134-D652-88C5-5A17-48D8E0C56B34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1960646"/>
          <a:ext cx="4876800" cy="4740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012040186"/>
                    </a:ext>
                  </a:extLst>
                </a:gridCol>
                <a:gridCol w="1932609">
                  <a:extLst>
                    <a:ext uri="{9D8B030D-6E8A-4147-A177-3AD203B41FA5}">
                      <a16:colId xmlns:a16="http://schemas.microsoft.com/office/drawing/2014/main" val="1008973607"/>
                    </a:ext>
                  </a:extLst>
                </a:gridCol>
                <a:gridCol w="1318591">
                  <a:extLst>
                    <a:ext uri="{9D8B030D-6E8A-4147-A177-3AD203B41FA5}">
                      <a16:colId xmlns:a16="http://schemas.microsoft.com/office/drawing/2014/main" val="1250260279"/>
                    </a:ext>
                  </a:extLst>
                </a:gridCol>
              </a:tblGrid>
              <a:tr h="69626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DeBruijn graph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K-mer graph</a:t>
                      </a:r>
                    </a:p>
                    <a:p>
                      <a:r>
                        <a:rPr lang="en-US" dirty="0"/>
                        <a:t>(K’)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73766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Edge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69895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Vertex (node)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10913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Overlap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068890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Unique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K-1 -- 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K’ -- mer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11152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K-mer size to count for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1531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ADEB6F6-1471-5461-1F67-571395D7DADD}"/>
              </a:ext>
            </a:extLst>
          </p:cNvPr>
          <p:cNvSpPr txBox="1"/>
          <p:nvPr/>
        </p:nvSpPr>
        <p:spPr>
          <a:xfrm>
            <a:off x="9186917" y="1257148"/>
            <a:ext cx="125226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K=K’-1</a:t>
            </a:r>
          </a:p>
        </p:txBody>
      </p:sp>
    </p:spTree>
    <p:extLst>
      <p:ext uri="{BB962C8B-B14F-4D97-AF65-F5344CB8AC3E}">
        <p14:creationId xmlns:p14="http://schemas.microsoft.com/office/powerpoint/2010/main" val="27766465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EC12A-E7EE-E77A-3425-4543C455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7D79-4DC1-AB1B-C8E5-300937632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DeBruijn graph vs k-</a:t>
            </a:r>
            <a:r>
              <a:rPr lang="en-US" dirty="0" err="1"/>
              <a:t>mer</a:t>
            </a:r>
            <a:r>
              <a:rPr lang="en-US" dirty="0"/>
              <a:t>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ADA9-4360-D5F9-3509-6B6832749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494063"/>
            <a:ext cx="6716580" cy="5576771"/>
          </a:xfrm>
        </p:spPr>
        <p:txBody>
          <a:bodyPr>
            <a:normAutofit/>
          </a:bodyPr>
          <a:lstStyle/>
          <a:p>
            <a:r>
              <a:rPr lang="en-US" dirty="0"/>
              <a:t>DeBruijn graph and k-</a:t>
            </a:r>
            <a:r>
              <a:rPr lang="en-US" dirty="0" err="1"/>
              <a:t>mer</a:t>
            </a:r>
            <a:r>
              <a:rPr lang="en-US" dirty="0"/>
              <a:t> graph are </a:t>
            </a:r>
            <a:r>
              <a:rPr lang="en-US" u="sng" dirty="0"/>
              <a:t>the same concept</a:t>
            </a:r>
          </a:p>
          <a:p>
            <a:r>
              <a:rPr lang="en-US" dirty="0"/>
              <a:t>DeBruijn graph (K) == k-</a:t>
            </a:r>
            <a:r>
              <a:rPr lang="en-US" dirty="0" err="1"/>
              <a:t>mer</a:t>
            </a:r>
            <a:r>
              <a:rPr lang="en-US" dirty="0"/>
              <a:t> graph (K-1)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AGCTG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AGCTG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GCTGT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GCTGT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K             K-1</a:t>
            </a:r>
          </a:p>
          <a:p>
            <a:r>
              <a:rPr lang="en-US" dirty="0">
                <a:cs typeface="Courier New" panose="02070309020205020404" pitchFamily="49" charset="0"/>
              </a:rPr>
              <a:t>Note that genome assembly as a </a:t>
            </a:r>
            <a:r>
              <a:rPr lang="en-US" i="1" dirty="0">
                <a:cs typeface="Courier New" panose="02070309020205020404" pitchFamily="49" charset="0"/>
              </a:rPr>
              <a:t>Eulerian path </a:t>
            </a:r>
            <a:r>
              <a:rPr lang="en-US" dirty="0">
                <a:cs typeface="Courier New" panose="02070309020205020404" pitchFamily="49" charset="0"/>
              </a:rPr>
              <a:t>(trail that visits each edge 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once</a:t>
            </a:r>
            <a:r>
              <a:rPr lang="en-US" dirty="0">
                <a:cs typeface="Courier New" panose="02070309020205020404" pitchFamily="49" charset="0"/>
              </a:rPr>
              <a:t>) is </a:t>
            </a:r>
            <a:r>
              <a:rPr lang="en-US" b="1" dirty="0">
                <a:cs typeface="Courier New" panose="02070309020205020404" pitchFamily="49" charset="0"/>
              </a:rPr>
              <a:t>not</a:t>
            </a:r>
            <a:r>
              <a:rPr lang="en-US" dirty="0">
                <a:cs typeface="Courier New" panose="02070309020205020404" pitchFamily="49" charset="0"/>
              </a:rPr>
              <a:t> a practical approach for either graph, </a:t>
            </a:r>
            <a:r>
              <a:rPr lang="en-US" b="1" dirty="0">
                <a:cs typeface="Courier New" panose="02070309020205020404" pitchFamily="49" charset="0"/>
              </a:rPr>
              <a:t>unless</a:t>
            </a:r>
            <a:r>
              <a:rPr lang="en-US" dirty="0">
                <a:cs typeface="Courier New" panose="02070309020205020404" pitchFamily="49" charset="0"/>
              </a:rPr>
              <a:t> k-</a:t>
            </a:r>
            <a:r>
              <a:rPr lang="en-US" dirty="0" err="1">
                <a:cs typeface="Courier New" panose="02070309020205020404" pitchFamily="49" charset="0"/>
              </a:rPr>
              <a:t>mers</a:t>
            </a:r>
            <a:r>
              <a:rPr lang="en-US" dirty="0">
                <a:cs typeface="Courier New" panose="02070309020205020404" pitchFamily="49" charset="0"/>
              </a:rPr>
              <a:t> are longer than the longest </a:t>
            </a:r>
            <a:r>
              <a:rPr lang="en-US" b="1" dirty="0">
                <a:cs typeface="Courier New" panose="02070309020205020404" pitchFamily="49" charset="0"/>
              </a:rPr>
              <a:t>exact</a:t>
            </a:r>
            <a:r>
              <a:rPr lang="en-US" dirty="0">
                <a:cs typeface="Courier New" panose="02070309020205020404" pitchFamily="49" charset="0"/>
              </a:rPr>
              <a:t> repeat in </a:t>
            </a:r>
            <a:r>
              <a:rPr lang="en-US">
                <a:cs typeface="Courier New" panose="02070309020205020404" pitchFamily="49" charset="0"/>
              </a:rPr>
              <a:t>a genome.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3976B-A7B5-C38C-A088-12441643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7E371B-7ACB-2E61-2894-40F216E6AA90}"/>
              </a:ext>
            </a:extLst>
          </p:cNvPr>
          <p:cNvCxnSpPr>
            <a:cxnSpLocks/>
          </p:cNvCxnSpPr>
          <p:nvPr/>
        </p:nvCxnSpPr>
        <p:spPr>
          <a:xfrm>
            <a:off x="1054575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D0E48A-1CEC-F446-57AA-9FEB7420459D}"/>
              </a:ext>
            </a:extLst>
          </p:cNvPr>
          <p:cNvCxnSpPr>
            <a:cxnSpLocks/>
          </p:cNvCxnSpPr>
          <p:nvPr/>
        </p:nvCxnSpPr>
        <p:spPr>
          <a:xfrm>
            <a:off x="2334095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892A41-F2CD-4731-D646-CB8E33D8B185}"/>
              </a:ext>
            </a:extLst>
          </p:cNvPr>
          <p:cNvCxnSpPr>
            <a:cxnSpLocks/>
          </p:cNvCxnSpPr>
          <p:nvPr/>
        </p:nvCxnSpPr>
        <p:spPr>
          <a:xfrm>
            <a:off x="1054575" y="3753393"/>
            <a:ext cx="1279520" cy="63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5942E0-DFBC-F504-D5EE-DDF2920689B4}"/>
              </a:ext>
            </a:extLst>
          </p:cNvPr>
          <p:cNvCxnSpPr>
            <a:cxnSpLocks/>
          </p:cNvCxnSpPr>
          <p:nvPr/>
        </p:nvCxnSpPr>
        <p:spPr>
          <a:xfrm>
            <a:off x="4227786" y="2917820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83DC26-504E-5D52-5D80-D6D997895E13}"/>
              </a:ext>
            </a:extLst>
          </p:cNvPr>
          <p:cNvCxnSpPr>
            <a:cxnSpLocks/>
          </p:cNvCxnSpPr>
          <p:nvPr/>
        </p:nvCxnSpPr>
        <p:spPr>
          <a:xfrm>
            <a:off x="5311039" y="2957577"/>
            <a:ext cx="0" cy="906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256CCA-2651-959B-62EC-13CD20B33D70}"/>
              </a:ext>
            </a:extLst>
          </p:cNvPr>
          <p:cNvCxnSpPr>
            <a:cxnSpLocks/>
          </p:cNvCxnSpPr>
          <p:nvPr/>
        </p:nvCxnSpPr>
        <p:spPr>
          <a:xfrm>
            <a:off x="4227786" y="3759734"/>
            <a:ext cx="10832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874DA2-4D03-4B49-5C63-DC684A3BBE6E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1960646"/>
          <a:ext cx="4876800" cy="4740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012040186"/>
                    </a:ext>
                  </a:extLst>
                </a:gridCol>
                <a:gridCol w="1932609">
                  <a:extLst>
                    <a:ext uri="{9D8B030D-6E8A-4147-A177-3AD203B41FA5}">
                      <a16:colId xmlns:a16="http://schemas.microsoft.com/office/drawing/2014/main" val="1008973607"/>
                    </a:ext>
                  </a:extLst>
                </a:gridCol>
                <a:gridCol w="1318591">
                  <a:extLst>
                    <a:ext uri="{9D8B030D-6E8A-4147-A177-3AD203B41FA5}">
                      <a16:colId xmlns:a16="http://schemas.microsoft.com/office/drawing/2014/main" val="1250260279"/>
                    </a:ext>
                  </a:extLst>
                </a:gridCol>
              </a:tblGrid>
              <a:tr h="69626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DeBruijn graph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K-mer graph</a:t>
                      </a:r>
                    </a:p>
                    <a:p>
                      <a:r>
                        <a:rPr lang="en-US" dirty="0"/>
                        <a:t>(K’)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73766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Edge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69895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Vertex (node)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10913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Overlap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068890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Unique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K-1 -- 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K’ -- mer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111521"/>
                  </a:ext>
                </a:extLst>
              </a:tr>
              <a:tr h="696261">
                <a:tc>
                  <a:txBody>
                    <a:bodyPr/>
                    <a:lstStyle/>
                    <a:p>
                      <a:r>
                        <a:rPr lang="en-US" b="1" dirty="0"/>
                        <a:t>K-mer size to count for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K’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1531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30FBEA6-BF79-18AD-D798-D7E9CCA21813}"/>
              </a:ext>
            </a:extLst>
          </p:cNvPr>
          <p:cNvSpPr txBox="1"/>
          <p:nvPr/>
        </p:nvSpPr>
        <p:spPr>
          <a:xfrm>
            <a:off x="9186917" y="1257148"/>
            <a:ext cx="125226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K=K’-1</a:t>
            </a:r>
          </a:p>
        </p:txBody>
      </p:sp>
    </p:spTree>
    <p:extLst>
      <p:ext uri="{BB962C8B-B14F-4D97-AF65-F5344CB8AC3E}">
        <p14:creationId xmlns:p14="http://schemas.microsoft.com/office/powerpoint/2010/main" val="31427674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116F-A8CD-9BFC-F1FC-7ADBEF61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65CD-BCBF-C537-A500-865E0AAF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graph assembly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24916-7A57-BAF8-EEF5-A742CBBD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2410D-8104-98B2-72EB-F002184E9098}"/>
              </a:ext>
            </a:extLst>
          </p:cNvPr>
          <p:cNvSpPr/>
          <p:nvPr/>
        </p:nvSpPr>
        <p:spPr>
          <a:xfrm>
            <a:off x="904100" y="6602350"/>
            <a:ext cx="1221570" cy="3054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F17D2C-E771-F40B-7460-24B88D97C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145" y="2927183"/>
            <a:ext cx="8983329" cy="3391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88B68-349E-5B1B-065E-41FDABDE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40" y="1901950"/>
            <a:ext cx="9602540" cy="44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353B36-72B7-F04C-7F1C-951BE49C77FF}"/>
              </a:ext>
            </a:extLst>
          </p:cNvPr>
          <p:cNvSpPr txBox="1"/>
          <p:nvPr/>
        </p:nvSpPr>
        <p:spPr>
          <a:xfrm>
            <a:off x="8831976" y="6368011"/>
            <a:ext cx="225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Chaisson et al., (2015)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053E0-FAE4-BA31-AE30-0A8494EDB3DC}"/>
              </a:ext>
            </a:extLst>
          </p:cNvPr>
          <p:cNvSpPr txBox="1"/>
          <p:nvPr/>
        </p:nvSpPr>
        <p:spPr>
          <a:xfrm>
            <a:off x="3838903" y="2617076"/>
            <a:ext cx="6541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DeBruijn graph of 4-mers or K-mer graph of 3-mers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E609A-C2BA-05C1-A79B-A5DEA08594FA}"/>
              </a:ext>
            </a:extLst>
          </p:cNvPr>
          <p:cNvSpPr txBox="1"/>
          <p:nvPr/>
        </p:nvSpPr>
        <p:spPr>
          <a:xfrm>
            <a:off x="1807542" y="2183919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D0E47-0542-2BCB-FDD6-143DD0F739EE}"/>
              </a:ext>
            </a:extLst>
          </p:cNvPr>
          <p:cNvSpPr txBox="1"/>
          <p:nvPr/>
        </p:nvSpPr>
        <p:spPr>
          <a:xfrm>
            <a:off x="4555435" y="213647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2BB9E-02FF-4AB7-F6FF-5D56E78F04F8}"/>
              </a:ext>
            </a:extLst>
          </p:cNvPr>
          <p:cNvSpPr txBox="1"/>
          <p:nvPr/>
        </p:nvSpPr>
        <p:spPr>
          <a:xfrm>
            <a:off x="6461653" y="2114050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85DC6-E845-2C52-3E58-8A7D6E7AF33B}"/>
              </a:ext>
            </a:extLst>
          </p:cNvPr>
          <p:cNvSpPr txBox="1"/>
          <p:nvPr/>
        </p:nvSpPr>
        <p:spPr>
          <a:xfrm>
            <a:off x="9319705" y="214861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600F04-53D7-2FD8-2E73-6C0C9E9FCCD3}"/>
              </a:ext>
            </a:extLst>
          </p:cNvPr>
          <p:cNvSpPr txBox="1"/>
          <p:nvPr/>
        </p:nvSpPr>
        <p:spPr>
          <a:xfrm>
            <a:off x="3299817" y="2165021"/>
            <a:ext cx="79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20B842-CDB4-837B-2677-1A38BE22C91F}"/>
              </a:ext>
            </a:extLst>
          </p:cNvPr>
          <p:cNvSpPr txBox="1"/>
          <p:nvPr/>
        </p:nvSpPr>
        <p:spPr>
          <a:xfrm>
            <a:off x="7917560" y="2125818"/>
            <a:ext cx="79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CA825E-D626-58E2-D80D-99B11C72199F}"/>
              </a:ext>
            </a:extLst>
          </p:cNvPr>
          <p:cNvSpPr txBox="1"/>
          <p:nvPr/>
        </p:nvSpPr>
        <p:spPr>
          <a:xfrm>
            <a:off x="5670150" y="5899601"/>
            <a:ext cx="79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A9DFC-EAB2-C2CF-D0A0-3225A45C85E5}"/>
              </a:ext>
            </a:extLst>
          </p:cNvPr>
          <p:cNvSpPr txBox="1"/>
          <p:nvPr/>
        </p:nvSpPr>
        <p:spPr>
          <a:xfrm>
            <a:off x="3699766" y="1531255"/>
            <a:ext cx="4369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Assemble a region of the genome</a:t>
            </a:r>
          </a:p>
        </p:txBody>
      </p:sp>
    </p:spTree>
    <p:extLst>
      <p:ext uri="{BB962C8B-B14F-4D97-AF65-F5344CB8AC3E}">
        <p14:creationId xmlns:p14="http://schemas.microsoft.com/office/powerpoint/2010/main" val="39951099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DF8A-EF54-6D2E-BEDE-8F26264C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Combining OLC and K-mer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2ECC-DE1D-1C6D-6F40-FCDDF4D3A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427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Shortcoming of k-</a:t>
            </a:r>
            <a:r>
              <a:rPr lang="en-US" dirty="0" err="1"/>
              <a:t>mer</a:t>
            </a:r>
            <a:r>
              <a:rPr lang="en-US" dirty="0"/>
              <a:t> graph: </a:t>
            </a:r>
          </a:p>
          <a:p>
            <a:pPr lvl="1"/>
            <a:r>
              <a:rPr lang="en-US" dirty="0"/>
              <a:t>repeats that are longer than </a:t>
            </a:r>
            <a:r>
              <a:rPr lang="en-US"/>
              <a:t>a k-</a:t>
            </a:r>
            <a:r>
              <a:rPr lang="en-US" dirty="0" err="1"/>
              <a:t>mer</a:t>
            </a:r>
            <a:r>
              <a:rPr lang="en-US" dirty="0"/>
              <a:t> but shorter than a read cause unnecessary ambiguous edges or “forks” in the assembly graph </a:t>
            </a:r>
          </a:p>
          <a:p>
            <a:pPr lvl="1"/>
            <a:r>
              <a:rPr lang="en-US" dirty="0"/>
              <a:t>high memory requirements, not feasible for large genomes</a:t>
            </a:r>
          </a:p>
          <a:p>
            <a:endParaRPr lang="en-US" dirty="0"/>
          </a:p>
          <a:p>
            <a:r>
              <a:rPr lang="en-US" dirty="0"/>
              <a:t>There are assembly techniques that combine k-mer graph and OLC</a:t>
            </a:r>
          </a:p>
          <a:p>
            <a:endParaRPr lang="en-US" dirty="0"/>
          </a:p>
          <a:p>
            <a:r>
              <a:rPr lang="en-US" i="1" dirty="0"/>
              <a:t>Super-reads</a:t>
            </a:r>
            <a:r>
              <a:rPr lang="en-US" dirty="0"/>
              <a:t> used in MaSuRCA assembler</a:t>
            </a:r>
          </a:p>
          <a:p>
            <a:endParaRPr lang="en-US" dirty="0"/>
          </a:p>
          <a:p>
            <a:r>
              <a:rPr lang="en-US" dirty="0"/>
              <a:t>The idea is to use k-mer graph to extend the reads, preserving K-mer adjacency information to reduce the number of edges in the K-mer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63D49-3886-1122-5595-D01EA2D3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043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Count all k-</a:t>
            </a:r>
            <a:r>
              <a:rPr lang="en-US" dirty="0" err="1"/>
              <a:t>mers</a:t>
            </a:r>
            <a:r>
              <a:rPr lang="en-US" dirty="0"/>
              <a:t> in the input reads, create hash count{</a:t>
            </a:r>
            <a:r>
              <a:rPr lang="en-US" dirty="0" err="1"/>
              <a:t>kmer</a:t>
            </a:r>
            <a:r>
              <a:rPr lang="en-US" dirty="0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For read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TGCATG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 GCATGC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GCATGC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Produce super-read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4535483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Count all k-</a:t>
            </a:r>
            <a:r>
              <a:rPr lang="en-US" err="1"/>
              <a:t>mers</a:t>
            </a:r>
            <a:r>
              <a:rPr lang="en-US"/>
              <a:t> in the input reads, create hash count{</a:t>
            </a:r>
            <a:r>
              <a:rPr lang="en-US" err="1"/>
              <a:t>kmer</a:t>
            </a:r>
            <a:r>
              <a:rPr lang="en-US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/>
              <a:t>For read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TGCATG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 GCATGC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GCATGC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Produce super-read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31846238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Count all k-</a:t>
            </a:r>
            <a:r>
              <a:rPr lang="en-US" err="1"/>
              <a:t>mers</a:t>
            </a:r>
            <a:r>
              <a:rPr lang="en-US"/>
              <a:t> in the input reads, create hash count{</a:t>
            </a:r>
            <a:r>
              <a:rPr lang="en-US" err="1"/>
              <a:t>kmer</a:t>
            </a:r>
            <a:r>
              <a:rPr lang="en-US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/>
              <a:t>For read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TGCATG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GAGATGA          GCATGC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GCATGC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Produce super-read 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bg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22672074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Count all k-</a:t>
            </a:r>
            <a:r>
              <a:rPr lang="en-US" dirty="0" err="1"/>
              <a:t>mers</a:t>
            </a:r>
            <a:r>
              <a:rPr lang="en-US" dirty="0"/>
              <a:t> in the input reads, create hash count{</a:t>
            </a:r>
            <a:r>
              <a:rPr lang="en-US" dirty="0" err="1"/>
              <a:t>kmer</a:t>
            </a:r>
            <a:r>
              <a:rPr lang="en-US" dirty="0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For 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 TGCATG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GCATGC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cs typeface="Courier New" panose="02070309020205020404" pitchFamily="49" charset="0"/>
              </a:rPr>
              <a:t>stop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GCATGC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Produce super-read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39988721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Count all k-</a:t>
            </a:r>
            <a:r>
              <a:rPr lang="en-US" dirty="0" err="1"/>
              <a:t>mers</a:t>
            </a:r>
            <a:r>
              <a:rPr lang="en-US" dirty="0"/>
              <a:t> in the input reads, create hash count{</a:t>
            </a:r>
            <a:r>
              <a:rPr lang="en-US" dirty="0" err="1"/>
              <a:t>kmer</a:t>
            </a:r>
            <a:r>
              <a:rPr lang="en-US" dirty="0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For 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 TGCATG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          GCATGC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cs typeface="Courier New" panose="02070309020205020404" pitchFamily="49" charset="0"/>
              </a:rPr>
              <a:t>stop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GCATGC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 dirty="0"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Courier New" panose="02070309020205020404" pitchFamily="49" charset="0"/>
              </a:rPr>
              <a:t>Produce super-read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2170460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Super-reads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34BE0-BD77-4B6B-9720-35840D9D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CC3267-8713-4997-9CAA-BBB2CF4B5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6735" y="1749245"/>
            <a:ext cx="10689350" cy="49560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Count all k-</a:t>
            </a:r>
            <a:r>
              <a:rPr lang="en-US" err="1"/>
              <a:t>mers</a:t>
            </a:r>
            <a:r>
              <a:rPr lang="en-US"/>
              <a:t> in the input reads, create hash count{</a:t>
            </a:r>
            <a:r>
              <a:rPr lang="en-US" err="1"/>
              <a:t>kmer</a:t>
            </a:r>
            <a:r>
              <a:rPr lang="en-US"/>
              <a:t>}</a:t>
            </a:r>
          </a:p>
          <a:p>
            <a:pPr>
              <a:lnSpc>
                <a:spcPct val="90000"/>
              </a:lnSpc>
              <a:defRPr/>
            </a:pPr>
            <a:r>
              <a:rPr lang="en-US"/>
              <a:t>For read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AGATGACAGATCAGATGCAT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AGATGA        ATGCAT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AGATGA         TGCATG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AGATGA          GCATGC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>
                <a:cs typeface="Courier New" panose="02070309020205020404" pitchFamily="49" charset="0"/>
              </a:rPr>
              <a:t>stop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GCATGC</a:t>
            </a:r>
            <a:r>
              <a:rPr lang="en-US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en-US">
                <a:cs typeface="Courier New" panose="02070309020205020404" pitchFamily="49" charset="0"/>
              </a:rPr>
              <a:t>stop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cs typeface="Courier New" panose="02070309020205020404" pitchFamily="49" charset="0"/>
              </a:rPr>
              <a:t>Produce super-read 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AGATGACAGATCAGATGCAT</a:t>
            </a: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</a:p>
          <a:p>
            <a:pPr>
              <a:lnSpc>
                <a:spcPct val="90000"/>
              </a:lnSpc>
              <a:defRPr/>
            </a:pPr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Many short reads extend to the same super-read!!!</a:t>
            </a:r>
          </a:p>
        </p:txBody>
      </p:sp>
    </p:spTree>
    <p:extLst>
      <p:ext uri="{BB962C8B-B14F-4D97-AF65-F5344CB8AC3E}">
        <p14:creationId xmlns:p14="http://schemas.microsoft.com/office/powerpoint/2010/main" val="2191428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0630-D5AB-125F-7A14-807982E9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DBBF-B7D2-368E-5212-1C37CEA6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BF64-E77F-A885-41F1-44F7F2CE6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DE18C-D7F2-D756-321D-E0E5F7B1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35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9003-67A8-1F16-9CA6-0C7FEC98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82FF-B642-F653-687B-B898C5C4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BAD71-969A-0178-9BD6-5AE01E2AA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R1:AACAT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AE129-F14F-31FD-3E7E-A59F27B1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20065-4044-D9CC-CF90-5D8D76A2E631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22243380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C233-6103-A346-CCD0-E5C41420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D853-6471-635E-C72E-D6FE431C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F56B8-3245-F772-44E1-C12304971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stop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8E7A4-49CA-0CFF-3658-EFAFBC699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AB605-5990-5E90-2C0C-739BF84B5B52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7593236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E6C5-0896-4AE4-1F68-CE442095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8B69-192B-B71B-472C-B798A490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47F14-F251-F42E-D496-5FDE4C80D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FA95F-FC06-5022-3F70-78A5F8E0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C74DC-4777-4B2C-2BFE-0E8231F096AB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2355739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6216-336B-97AD-0B8A-3B23BA4F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A786-1DA6-FD73-00DD-2EBF342D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3F50-3FE8-715F-693E-635CA2594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F72A9-377C-E107-656E-DFC6629D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561E2-BF39-0D18-504F-006E206D60D0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25469696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7F8B-A254-B9F8-EBD1-6D322D9E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D025-3491-694C-FCEE-CC3D0CCF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EAD1-849B-2437-9AF1-9FF5A99CE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634A-4526-E427-349C-C6790EB9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BB1F7-7BC8-3C94-A302-AA80E5E66D65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18663253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4815-A0C4-3280-2526-B6F8BDD2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E0E9-E890-BE05-27F7-740FA970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ADB1-6186-8E55-4C6F-925EE2B0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66C7-B4C1-9615-292A-B7FD6DF5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1D9B5-0C45-A7CD-D101-4719D78C112C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5214075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E24D-2EE2-99BD-B2A9-C4AF2F09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BABF-ECB4-D93C-6EAD-D31AB5EC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752B-03CE-FC7F-C76C-2F42AC11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B314B-C341-2143-87C8-5BA76F9E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68018-08DC-0D11-FB64-003ED73505B8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13776609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57180-4AC9-CB36-0992-DB6961D7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9F4D-2AEF-E97D-DA67-9F50CC07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E0A0-4398-10B0-26E8-4EA16339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24FA-05B9-289C-6C14-2CA6446D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E0BCE-2B2D-5A33-C77B-D6A85B29569E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11774358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E979-61DB-874E-2A78-EDA3402D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B157-8618-8C86-72AB-EAA7EAD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E4CF0-22E3-92E7-376A-25E78BA6B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R5:GACG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3AD47-F833-D7DB-68F0-9F88D18C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A5EAD-682A-4C84-BF64-BDB3C01AE5CE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6662226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2129-792E-3E0F-5273-57997942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DD63-9FDD-A907-97AB-E461FC9A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55808-8DD5-7581-7D92-A90F99F09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ER5: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B8B4-81C6-CE19-C61C-6645925E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8BA6A-427D-2EBE-4161-0952446AAF00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25697260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3988-616C-184B-D54D-DF36AE4D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357B-EE78-FAC8-EC98-F167E6915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8AF-33F5-E17B-472A-1FE7B599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ER5: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5A884-2423-7A20-BD0F-C02B5809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43239-3C2E-3718-21E1-495438602E78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42834211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0BE8-9BBF-BD23-9EA4-5D7F7EF8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D89C-C501-D650-B27A-DDED45B9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BAC60-804A-76C9-CE36-4CC4533CD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ER1: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ER5: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32698-981F-EF22-AF86-8828BD04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C9FE5-1193-A9E6-5810-8CEF7976FDBF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8106176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BA9A-095D-AD0E-7B38-5AE9D2FC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5E56-8406-7A94-75C2-6AEC8DAA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 super-read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327D-212E-92A7-C1E4-7E2B160F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7970194" cy="4936995"/>
          </a:xfrm>
        </p:spPr>
        <p:txBody>
          <a:bodyPr>
            <a:normAutofit/>
          </a:bodyPr>
          <a:lstStyle/>
          <a:p>
            <a:r>
              <a:rPr lang="en-US" dirty="0"/>
              <a:t>Genome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AACAT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</a:p>
          <a:p>
            <a:r>
              <a:rPr lang="en-US" dirty="0"/>
              <a:t>Reads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ER1:AAACATAAA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ER2: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ER3: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GACG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ER4:AAAAGACGAAA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ER5:AAAAGACGAAA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AAAAAAA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R7: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C588E-0921-D8CB-9654-C51F9795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3C6B1-E970-381F-3E92-3AB78A62F355}"/>
              </a:ext>
            </a:extLst>
          </p:cNvPr>
          <p:cNvSpPr txBox="1"/>
          <p:nvPr/>
        </p:nvSpPr>
        <p:spPr>
          <a:xfrm>
            <a:off x="1853" y="5874635"/>
            <a:ext cx="91652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Reduced the number of reads from 7 to 4.</a:t>
            </a:r>
          </a:p>
          <a:p>
            <a:r>
              <a:rPr lang="en-US" sz="2800" dirty="0"/>
              <a:t>In real data one can reduce ~50B reads to ~100M super-reads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5722D-65CA-47B5-E5A0-6CEF541171BC}"/>
              </a:ext>
            </a:extLst>
          </p:cNvPr>
          <p:cNvSpPr txBox="1"/>
          <p:nvPr/>
        </p:nvSpPr>
        <p:spPr>
          <a:xfrm>
            <a:off x="10160000" y="1124149"/>
            <a:ext cx="1834413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4-mers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AAAA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AAAG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AACG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AAGA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ACAT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ACGT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ATAA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CATA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CGTC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GAAA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GACG 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TAAA 1</a:t>
            </a:r>
          </a:p>
        </p:txBody>
      </p:sp>
    </p:spTree>
    <p:extLst>
      <p:ext uri="{BB962C8B-B14F-4D97-AF65-F5344CB8AC3E}">
        <p14:creationId xmlns:p14="http://schemas.microsoft.com/office/powerpoint/2010/main" val="26798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0E12-BBC0-C9A5-3064-37487059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Super-reads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940E0-2B25-C1A2-A12C-67896350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Super-reads can be assembled with OLC or K-mer graph</a:t>
            </a:r>
          </a:p>
          <a:p>
            <a:pPr lvl="1"/>
            <a:r>
              <a:rPr lang="en-US" dirty="0"/>
              <a:t>Can use longer K</a:t>
            </a:r>
          </a:p>
          <a:p>
            <a:pPr lvl="1"/>
            <a:r>
              <a:rPr lang="en-US" dirty="0"/>
              <a:t>Easy to overlap – k-</a:t>
            </a:r>
            <a:r>
              <a:rPr lang="en-US" dirty="0" err="1"/>
              <a:t>mers</a:t>
            </a:r>
            <a:r>
              <a:rPr lang="en-US" dirty="0"/>
              <a:t> on the ends can be recorded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4D0D6-08AA-3F55-67BF-2671FE9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7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13117</TotalTime>
  <Words>6033</Words>
  <Application>Microsoft Office PowerPoint</Application>
  <PresentationFormat>Widescreen</PresentationFormat>
  <Paragraphs>1064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5" baseType="lpstr">
      <vt:lpstr>Arial</vt:lpstr>
      <vt:lpstr>Calibri</vt:lpstr>
      <vt:lpstr>Courier New</vt:lpstr>
      <vt:lpstr>Trebuchet MS</vt:lpstr>
      <vt:lpstr>Office Theme</vt:lpstr>
      <vt:lpstr>PowerPoint Presentation</vt:lpstr>
      <vt:lpstr>Lab #3: Burrows-Wheeler Alignment</vt:lpstr>
      <vt:lpstr>Lab #3: Burrows-Wheeler Alignment</vt:lpstr>
      <vt:lpstr>Choosing the right sequencing strategy</vt:lpstr>
      <vt:lpstr>Assembly levels</vt:lpstr>
      <vt:lpstr>Genome assembly strategies</vt:lpstr>
      <vt:lpstr>Overlap-Layout-Consensus</vt:lpstr>
      <vt:lpstr>Overlap</vt:lpstr>
      <vt:lpstr>Recording an overlap</vt:lpstr>
      <vt:lpstr>Overlap is not an alignment</vt:lpstr>
      <vt:lpstr>OLC strategies: Greedy</vt:lpstr>
      <vt:lpstr>Example of a greedy assembly</vt:lpstr>
      <vt:lpstr>Example of a greedy assembly</vt:lpstr>
      <vt:lpstr>Example of a greedy assembly</vt:lpstr>
      <vt:lpstr>Example of a greedy assembly</vt:lpstr>
      <vt:lpstr>Example of a greedy assembly</vt:lpstr>
      <vt:lpstr>Example of a greedy assembly</vt:lpstr>
      <vt:lpstr>Example of a greedy assembly</vt:lpstr>
      <vt:lpstr>Example of a greedy assembly</vt:lpstr>
      <vt:lpstr>Example of a greedy assembly</vt:lpstr>
      <vt:lpstr>OLC strategies: String graph</vt:lpstr>
      <vt:lpstr>OLC strategies: String graph</vt:lpstr>
      <vt:lpstr>OLC strategies: String graph</vt:lpstr>
      <vt:lpstr>OLC strategies: String graph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Example of a string graph assembly</vt:lpstr>
      <vt:lpstr>Consensus</vt:lpstr>
      <vt:lpstr>Computing consensus sequence</vt:lpstr>
      <vt:lpstr>Computing consensus sequence</vt:lpstr>
      <vt:lpstr>Computing consensus sequence</vt:lpstr>
      <vt:lpstr>Assembly polishing</vt:lpstr>
      <vt:lpstr>Assembly polishing</vt:lpstr>
      <vt:lpstr>Genome assemblers that use string graph</vt:lpstr>
      <vt:lpstr>Hifiasm</vt:lpstr>
      <vt:lpstr>Flye</vt:lpstr>
      <vt:lpstr>K-mer graph assembly</vt:lpstr>
      <vt:lpstr>K-mer graph</vt:lpstr>
      <vt:lpstr>K-mer graph</vt:lpstr>
      <vt:lpstr>K-mer graph</vt:lpstr>
      <vt:lpstr>K-mer graph</vt:lpstr>
      <vt:lpstr>K-mer graph</vt:lpstr>
      <vt:lpstr>K-mer graph</vt:lpstr>
      <vt:lpstr>K-mer graph</vt:lpstr>
      <vt:lpstr>K-mer graph</vt:lpstr>
      <vt:lpstr>K-mer graph</vt:lpstr>
      <vt:lpstr>K-mer graph</vt:lpstr>
      <vt:lpstr>K-mer graph</vt:lpstr>
      <vt:lpstr>Properties of the k-mer graph</vt:lpstr>
      <vt:lpstr>K-unitigs</vt:lpstr>
      <vt:lpstr>K-unitigs</vt:lpstr>
      <vt:lpstr>K-unitigs</vt:lpstr>
      <vt:lpstr>K-unitigs</vt:lpstr>
      <vt:lpstr>K-unitigs</vt:lpstr>
      <vt:lpstr>K-unitigs</vt:lpstr>
      <vt:lpstr>K-unitigs</vt:lpstr>
      <vt:lpstr>Path vs trail in graph theory</vt:lpstr>
      <vt:lpstr>Why DeBruijn of K-mer graph?</vt:lpstr>
      <vt:lpstr>DeBruijn graph vs k-mer graph</vt:lpstr>
      <vt:lpstr>DeBruijn graph vs k-mer graph</vt:lpstr>
      <vt:lpstr>K-mer graph assembly example</vt:lpstr>
      <vt:lpstr>Combining OLC and K-mer graph</vt:lpstr>
      <vt:lpstr>Super-reads</vt:lpstr>
      <vt:lpstr>Super-reads</vt:lpstr>
      <vt:lpstr>Super-reads</vt:lpstr>
      <vt:lpstr>Super-reads</vt:lpstr>
      <vt:lpstr>Super-reads</vt:lpstr>
      <vt:lpstr>Super-reads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Example of a super-read assembly</vt:lpstr>
      <vt:lpstr>Super-reads assembly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Alexey Zimin</cp:lastModifiedBy>
  <cp:revision>46</cp:revision>
  <dcterms:created xsi:type="dcterms:W3CDTF">2013-08-21T19:17:07Z</dcterms:created>
  <dcterms:modified xsi:type="dcterms:W3CDTF">2026-10-05T18:18:00Z</dcterms:modified>
</cp:coreProperties>
</file>