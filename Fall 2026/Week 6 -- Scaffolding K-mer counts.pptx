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72" r:id="rId2"/>
    <p:sldId id="407" r:id="rId3"/>
    <p:sldId id="413" r:id="rId4"/>
    <p:sldId id="534" r:id="rId5"/>
    <p:sldId id="535" r:id="rId6"/>
    <p:sldId id="536" r:id="rId7"/>
    <p:sldId id="537" r:id="rId8"/>
    <p:sldId id="538" r:id="rId9"/>
    <p:sldId id="560" r:id="rId10"/>
    <p:sldId id="569" r:id="rId11"/>
    <p:sldId id="568" r:id="rId12"/>
    <p:sldId id="556" r:id="rId13"/>
    <p:sldId id="559" r:id="rId14"/>
    <p:sldId id="561" r:id="rId15"/>
    <p:sldId id="562" r:id="rId16"/>
    <p:sldId id="563" r:id="rId17"/>
    <p:sldId id="564" r:id="rId18"/>
    <p:sldId id="565" r:id="rId19"/>
    <p:sldId id="566" r:id="rId20"/>
    <p:sldId id="567" r:id="rId21"/>
    <p:sldId id="486" r:id="rId22"/>
    <p:sldId id="464" r:id="rId23"/>
    <p:sldId id="558" r:id="rId24"/>
    <p:sldId id="540" r:id="rId25"/>
    <p:sldId id="541" r:id="rId26"/>
    <p:sldId id="542" r:id="rId27"/>
    <p:sldId id="543" r:id="rId28"/>
    <p:sldId id="550" r:id="rId29"/>
    <p:sldId id="551" r:id="rId30"/>
    <p:sldId id="557" r:id="rId31"/>
    <p:sldId id="544" r:id="rId32"/>
    <p:sldId id="545" r:id="rId33"/>
    <p:sldId id="555" r:id="rId34"/>
    <p:sldId id="552" r:id="rId35"/>
    <p:sldId id="553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8B1C"/>
    <a:srgbClr val="BE0260"/>
    <a:srgbClr val="D0005E"/>
    <a:srgbClr val="018ACF"/>
    <a:srgbClr val="D09622"/>
    <a:srgbClr val="CC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BA22C-F8FB-4F78-A883-AD80774EB240}" v="385" dt="2026-10-07T16:39:34.30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18" autoAdjust="0"/>
    <p:restoredTop sz="93721" autoAdjust="0"/>
  </p:normalViewPr>
  <p:slideViewPr>
    <p:cSldViewPr snapToGrid="0">
      <p:cViewPr varScale="1">
        <p:scale>
          <a:sx n="96" d="100"/>
          <a:sy n="96" d="100"/>
        </p:scale>
        <p:origin x="132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ksey Zimin" userId="7f2637d0bc515791" providerId="LiveId" clId="{5F359FD6-B8E9-41DA-90EC-0BA4FD0F3073}"/>
    <pc:docChg chg="undo custSel addSld delSld modSld sldOrd">
      <pc:chgData name="Aleksey Zimin" userId="7f2637d0bc515791" providerId="LiveId" clId="{5F359FD6-B8E9-41DA-90EC-0BA4FD0F3073}" dt="2026-10-07T16:43:28.546" v="1816" actId="20577"/>
      <pc:docMkLst>
        <pc:docMk/>
      </pc:docMkLst>
      <pc:sldChg chg="addSp delSp modSp add mod modAnim">
        <pc:chgData name="Aleksey Zimin" userId="7f2637d0bc515791" providerId="LiveId" clId="{5F359FD6-B8E9-41DA-90EC-0BA4FD0F3073}" dt="2026-09-30T16:03:11.356" v="178" actId="1076"/>
        <pc:sldMkLst>
          <pc:docMk/>
          <pc:sldMk cId="807348765" sldId="407"/>
        </pc:sldMkLst>
        <pc:spChg chg="mod">
          <ac:chgData name="Aleksey Zimin" userId="7f2637d0bc515791" providerId="LiveId" clId="{5F359FD6-B8E9-41DA-90EC-0BA4FD0F3073}" dt="2026-09-30T15:58:02.734" v="47" actId="6549"/>
          <ac:spMkLst>
            <pc:docMk/>
            <pc:sldMk cId="807348765" sldId="407"/>
            <ac:spMk id="2" creationId="{28526115-0F50-D62F-6736-FB3DAE5B5E74}"/>
          </ac:spMkLst>
        </pc:spChg>
        <pc:spChg chg="mod">
          <ac:chgData name="Aleksey Zimin" userId="7f2637d0bc515791" providerId="LiveId" clId="{5F359FD6-B8E9-41DA-90EC-0BA4FD0F3073}" dt="2026-09-30T16:00:47.948" v="167" actId="14100"/>
          <ac:spMkLst>
            <pc:docMk/>
            <pc:sldMk cId="807348765" sldId="407"/>
            <ac:spMk id="3" creationId="{DD9FA874-AAAE-2124-EC2E-057DB25523B2}"/>
          </ac:spMkLst>
        </pc:spChg>
        <pc:spChg chg="add del mod">
          <ac:chgData name="Aleksey Zimin" userId="7f2637d0bc515791" providerId="LiveId" clId="{5F359FD6-B8E9-41DA-90EC-0BA4FD0F3073}" dt="2026-09-30T16:00:32.983" v="163" actId="47"/>
          <ac:spMkLst>
            <pc:docMk/>
            <pc:sldMk cId="807348765" sldId="407"/>
            <ac:spMk id="5" creationId="{EC37CF50-4F40-7A04-5977-06373F2E7AF9}"/>
          </ac:spMkLst>
        </pc:spChg>
        <pc:spChg chg="add mod">
          <ac:chgData name="Aleksey Zimin" userId="7f2637d0bc515791" providerId="LiveId" clId="{5F359FD6-B8E9-41DA-90EC-0BA4FD0F3073}" dt="2026-09-30T16:01:12.628" v="173" actId="1076"/>
          <ac:spMkLst>
            <pc:docMk/>
            <pc:sldMk cId="807348765" sldId="407"/>
            <ac:spMk id="6" creationId="{677B587E-17DA-0B3F-94D0-150ACD71AE84}"/>
          </ac:spMkLst>
        </pc:spChg>
        <pc:picChg chg="add mod">
          <ac:chgData name="Aleksey Zimin" userId="7f2637d0bc515791" providerId="LiveId" clId="{5F359FD6-B8E9-41DA-90EC-0BA4FD0F3073}" dt="2026-09-30T16:01:54.580" v="176" actId="1076"/>
          <ac:picMkLst>
            <pc:docMk/>
            <pc:sldMk cId="807348765" sldId="407"/>
            <ac:picMk id="8" creationId="{B49462CC-9E69-39A1-A38F-91A017D30F06}"/>
          </ac:picMkLst>
        </pc:picChg>
        <pc:picChg chg="add mod">
          <ac:chgData name="Aleksey Zimin" userId="7f2637d0bc515791" providerId="LiveId" clId="{5F359FD6-B8E9-41DA-90EC-0BA4FD0F3073}" dt="2026-09-30T16:03:11.356" v="178" actId="1076"/>
          <ac:picMkLst>
            <pc:docMk/>
            <pc:sldMk cId="807348765" sldId="407"/>
            <ac:picMk id="10" creationId="{5EB063B5-D5F4-9E40-22EE-A3CC96193E59}"/>
          </ac:picMkLst>
        </pc:picChg>
      </pc:sldChg>
      <pc:sldChg chg="modSp mod">
        <pc:chgData name="Aleksey Zimin" userId="7f2637d0bc515791" providerId="LiveId" clId="{5F359FD6-B8E9-41DA-90EC-0BA4FD0F3073}" dt="2026-10-07T16:40:10.068" v="1761" actId="5793"/>
        <pc:sldMkLst>
          <pc:docMk/>
          <pc:sldMk cId="1345575573" sldId="413"/>
        </pc:sldMkLst>
        <pc:spChg chg="mod">
          <ac:chgData name="Aleksey Zimin" userId="7f2637d0bc515791" providerId="LiveId" clId="{5F359FD6-B8E9-41DA-90EC-0BA4FD0F3073}" dt="2026-10-07T16:40:10.068" v="1761" actId="5793"/>
          <ac:spMkLst>
            <pc:docMk/>
            <pc:sldMk cId="1345575573" sldId="413"/>
            <ac:spMk id="6" creationId="{49FBDE18-75DD-F1AA-611E-243DEDB7219C}"/>
          </ac:spMkLst>
        </pc:spChg>
      </pc:sldChg>
      <pc:sldChg chg="modSp add mod ord">
        <pc:chgData name="Aleksey Zimin" userId="7f2637d0bc515791" providerId="LiveId" clId="{5F359FD6-B8E9-41DA-90EC-0BA4FD0F3073}" dt="2026-10-07T16:36:54.799" v="1729" actId="692"/>
        <pc:sldMkLst>
          <pc:docMk/>
          <pc:sldMk cId="569996796" sldId="464"/>
        </pc:sldMkLst>
        <pc:spChg chg="mod">
          <ac:chgData name="Aleksey Zimin" userId="7f2637d0bc515791" providerId="LiveId" clId="{5F359FD6-B8E9-41DA-90EC-0BA4FD0F3073}" dt="2026-10-07T16:27:00.639" v="1551" actId="20577"/>
          <ac:spMkLst>
            <pc:docMk/>
            <pc:sldMk cId="569996796" sldId="464"/>
            <ac:spMk id="60" creationId="{722E3CA7-5718-4242-93F6-EE75E77E1B80}"/>
          </ac:spMkLst>
        </pc:spChg>
        <pc:spChg chg="mod">
          <ac:chgData name="Aleksey Zimin" userId="7f2637d0bc515791" providerId="LiveId" clId="{5F359FD6-B8E9-41DA-90EC-0BA4FD0F3073}" dt="2026-09-30T16:30:44.942" v="233" actId="1076"/>
          <ac:spMkLst>
            <pc:docMk/>
            <pc:sldMk cId="569996796" sldId="464"/>
            <ac:spMk id="43010" creationId="{00000000-0000-0000-0000-000000000000}"/>
          </ac:spMkLst>
        </pc:spChg>
        <pc:cxnChg chg="mod">
          <ac:chgData name="Aleksey Zimin" userId="7f2637d0bc515791" providerId="LiveId" clId="{5F359FD6-B8E9-41DA-90EC-0BA4FD0F3073}" dt="2026-10-07T16:36:54.799" v="1729" actId="692"/>
          <ac:cxnSpMkLst>
            <pc:docMk/>
            <pc:sldMk cId="569996796" sldId="464"/>
            <ac:cxnSpMk id="11" creationId="{62D17F53-B12D-4C49-AF23-DD699AA578F6}"/>
          </ac:cxnSpMkLst>
        </pc:cxnChg>
        <pc:cxnChg chg="mod">
          <ac:chgData name="Aleksey Zimin" userId="7f2637d0bc515791" providerId="LiveId" clId="{5F359FD6-B8E9-41DA-90EC-0BA4FD0F3073}" dt="2026-10-07T16:36:51.955" v="1728" actId="692"/>
          <ac:cxnSpMkLst>
            <pc:docMk/>
            <pc:sldMk cId="569996796" sldId="464"/>
            <ac:cxnSpMk id="18" creationId="{A7162EB8-B4F1-4393-BF2E-BE3AE8ED34DF}"/>
          </ac:cxnSpMkLst>
        </pc:cxnChg>
      </pc:sldChg>
      <pc:sldChg chg="modSp add mod ord">
        <pc:chgData name="Aleksey Zimin" userId="7f2637d0bc515791" providerId="LiveId" clId="{5F359FD6-B8E9-41DA-90EC-0BA4FD0F3073}" dt="2026-09-30T16:33:17.132" v="395"/>
        <pc:sldMkLst>
          <pc:docMk/>
          <pc:sldMk cId="475957125" sldId="486"/>
        </pc:sldMkLst>
        <pc:spChg chg="mod">
          <ac:chgData name="Aleksey Zimin" userId="7f2637d0bc515791" providerId="LiveId" clId="{5F359FD6-B8E9-41DA-90EC-0BA4FD0F3073}" dt="2026-09-30T16:30:38.207" v="232" actId="20577"/>
          <ac:spMkLst>
            <pc:docMk/>
            <pc:sldMk cId="475957125" sldId="486"/>
            <ac:spMk id="2" creationId="{12C5F26D-637F-7AC5-7877-7214D35528CE}"/>
          </ac:spMkLst>
        </pc:spChg>
      </pc:sldChg>
      <pc:sldChg chg="addSp delSp modSp mod modAnim">
        <pc:chgData name="Aleksey Zimin" userId="7f2637d0bc515791" providerId="LiveId" clId="{5F359FD6-B8E9-41DA-90EC-0BA4FD0F3073}" dt="2026-10-07T16:40:30.868" v="1763" actId="20577"/>
        <pc:sldMkLst>
          <pc:docMk/>
          <pc:sldMk cId="3285775858" sldId="534"/>
        </pc:sldMkLst>
        <pc:spChg chg="mod">
          <ac:chgData name="Aleksey Zimin" userId="7f2637d0bc515791" providerId="LiveId" clId="{5F359FD6-B8E9-41DA-90EC-0BA4FD0F3073}" dt="2026-10-07T16:40:30.868" v="1763" actId="20577"/>
          <ac:spMkLst>
            <pc:docMk/>
            <pc:sldMk cId="3285775858" sldId="534"/>
            <ac:spMk id="6" creationId="{0C37F488-B8D0-0670-16BE-54172E0BF6A8}"/>
          </ac:spMkLst>
        </pc:spChg>
        <pc:spChg chg="add mod">
          <ac:chgData name="Aleksey Zimin" userId="7f2637d0bc515791" providerId="LiveId" clId="{5F359FD6-B8E9-41DA-90EC-0BA4FD0F3073}" dt="2026-10-07T16:38:28.645" v="1743" actId="1076"/>
          <ac:spMkLst>
            <pc:docMk/>
            <pc:sldMk cId="3285775858" sldId="534"/>
            <ac:spMk id="46" creationId="{7B694705-40BF-E0A3-0558-AE83611DB8B7}"/>
          </ac:spMkLst>
        </pc:spChg>
        <pc:spChg chg="add mod">
          <ac:chgData name="Aleksey Zimin" userId="7f2637d0bc515791" providerId="LiveId" clId="{5F359FD6-B8E9-41DA-90EC-0BA4FD0F3073}" dt="2026-10-07T16:38:28.645" v="1743" actId="1076"/>
          <ac:spMkLst>
            <pc:docMk/>
            <pc:sldMk cId="3285775858" sldId="534"/>
            <ac:spMk id="47" creationId="{4EBAD2C4-DDE8-82DB-E613-5B8FCEF576D9}"/>
          </ac:spMkLst>
        </pc:spChg>
        <pc:spChg chg="add mod">
          <ac:chgData name="Aleksey Zimin" userId="7f2637d0bc515791" providerId="LiveId" clId="{5F359FD6-B8E9-41DA-90EC-0BA4FD0F3073}" dt="2026-10-07T16:38:59.188" v="1751" actId="1076"/>
          <ac:spMkLst>
            <pc:docMk/>
            <pc:sldMk cId="3285775858" sldId="534"/>
            <ac:spMk id="56" creationId="{35C544E0-9FAD-B7F1-4567-7DFBC55D5AB2}"/>
          </ac:spMkLst>
        </pc:spChg>
        <pc:spChg chg="add mod">
          <ac:chgData name="Aleksey Zimin" userId="7f2637d0bc515791" providerId="LiveId" clId="{5F359FD6-B8E9-41DA-90EC-0BA4FD0F3073}" dt="2026-10-07T16:39:13.779" v="1755" actId="1076"/>
          <ac:spMkLst>
            <pc:docMk/>
            <pc:sldMk cId="3285775858" sldId="534"/>
            <ac:spMk id="57" creationId="{19D5B3BE-755C-AB2B-E2AF-4FFC3FEA6A98}"/>
          </ac:spMkLst>
        </pc:spChg>
        <pc:spChg chg="add mod">
          <ac:chgData name="Aleksey Zimin" userId="7f2637d0bc515791" providerId="LiveId" clId="{5F359FD6-B8E9-41DA-90EC-0BA4FD0F3073}" dt="2026-10-07T16:39:05.309" v="1753" actId="1076"/>
          <ac:spMkLst>
            <pc:docMk/>
            <pc:sldMk cId="3285775858" sldId="534"/>
            <ac:spMk id="58" creationId="{71365176-F496-2354-D67F-B8EF888B78B9}"/>
          </ac:spMkLst>
        </pc:spChg>
        <pc:spChg chg="add mod">
          <ac:chgData name="Aleksey Zimin" userId="7f2637d0bc515791" providerId="LiveId" clId="{5F359FD6-B8E9-41DA-90EC-0BA4FD0F3073}" dt="2026-10-07T16:39:09.883" v="1754" actId="1076"/>
          <ac:spMkLst>
            <pc:docMk/>
            <pc:sldMk cId="3285775858" sldId="534"/>
            <ac:spMk id="59" creationId="{9145125F-D148-8EA3-F319-A8178DFCD7BD}"/>
          </ac:spMkLst>
        </pc:spChg>
        <pc:grpChg chg="add mod">
          <ac:chgData name="Aleksey Zimin" userId="7f2637d0bc515791" providerId="LiveId" clId="{5F359FD6-B8E9-41DA-90EC-0BA4FD0F3073}" dt="2026-10-07T16:38:28.645" v="1743" actId="1076"/>
          <ac:grpSpMkLst>
            <pc:docMk/>
            <pc:sldMk cId="3285775858" sldId="534"/>
            <ac:grpSpMk id="19" creationId="{B09B46B0-938C-1FFD-CD78-D0082E930F3B}"/>
          </ac:grpSpMkLst>
        </pc:grpChg>
        <pc:grpChg chg="add mod">
          <ac:chgData name="Aleksey Zimin" userId="7f2637d0bc515791" providerId="LiveId" clId="{5F359FD6-B8E9-41DA-90EC-0BA4FD0F3073}" dt="2026-10-07T16:38:28.645" v="1743" actId="1076"/>
          <ac:grpSpMkLst>
            <pc:docMk/>
            <pc:sldMk cId="3285775858" sldId="534"/>
            <ac:grpSpMk id="22" creationId="{E30DE541-68C7-4CED-4F85-EE9F2673F85A}"/>
          </ac:grpSpMkLst>
        </pc:grpChg>
        <pc:grpChg chg="mod">
          <ac:chgData name="Aleksey Zimin" userId="7f2637d0bc515791" providerId="LiveId" clId="{5F359FD6-B8E9-41DA-90EC-0BA4FD0F3073}" dt="2026-10-07T16:38:15.192" v="1742" actId="14100"/>
          <ac:grpSpMkLst>
            <pc:docMk/>
            <pc:sldMk cId="3285775858" sldId="534"/>
            <ac:grpSpMk id="25" creationId="{665CBDA1-85AF-9CDD-734C-E35D4889B8BA}"/>
          </ac:grpSpMkLst>
        </pc:grpChg>
        <pc:grpChg chg="add mod">
          <ac:chgData name="Aleksey Zimin" userId="7f2637d0bc515791" providerId="LiveId" clId="{5F359FD6-B8E9-41DA-90EC-0BA4FD0F3073}" dt="2026-10-07T16:38:28.645" v="1743" actId="1076"/>
          <ac:grpSpMkLst>
            <pc:docMk/>
            <pc:sldMk cId="3285775858" sldId="534"/>
            <ac:grpSpMk id="28" creationId="{DCE37E55-B312-C765-81F3-C49A0470E32D}"/>
          </ac:grpSpMkLst>
        </pc:grpChg>
        <pc:grpChg chg="add mod">
          <ac:chgData name="Aleksey Zimin" userId="7f2637d0bc515791" providerId="LiveId" clId="{5F359FD6-B8E9-41DA-90EC-0BA4FD0F3073}" dt="2026-10-07T16:38:28.645" v="1743" actId="1076"/>
          <ac:grpSpMkLst>
            <pc:docMk/>
            <pc:sldMk cId="3285775858" sldId="534"/>
            <ac:grpSpMk id="31" creationId="{88C0F8FA-8ACF-6F4F-A719-B5AA8EA46163}"/>
          </ac:grpSpMkLst>
        </pc:grpChg>
        <pc:grpChg chg="add mod">
          <ac:chgData name="Aleksey Zimin" userId="7f2637d0bc515791" providerId="LiveId" clId="{5F359FD6-B8E9-41DA-90EC-0BA4FD0F3073}" dt="2026-10-07T16:38:28.645" v="1743" actId="1076"/>
          <ac:grpSpMkLst>
            <pc:docMk/>
            <pc:sldMk cId="3285775858" sldId="534"/>
            <ac:grpSpMk id="34" creationId="{B1EC7AD3-1322-3C89-687A-A2902049DD6E}"/>
          </ac:grpSpMkLst>
        </pc:grpChg>
        <pc:grpChg chg="add mod">
          <ac:chgData name="Aleksey Zimin" userId="7f2637d0bc515791" providerId="LiveId" clId="{5F359FD6-B8E9-41DA-90EC-0BA4FD0F3073}" dt="2026-10-07T16:38:28.645" v="1743" actId="1076"/>
          <ac:grpSpMkLst>
            <pc:docMk/>
            <pc:sldMk cId="3285775858" sldId="534"/>
            <ac:grpSpMk id="37" creationId="{553813B6-2EBB-1C59-71D0-ECEE31496F9C}"/>
          </ac:grpSpMkLst>
        </pc:grpChg>
        <pc:grpChg chg="add mod">
          <ac:chgData name="Aleksey Zimin" userId="7f2637d0bc515791" providerId="LiveId" clId="{5F359FD6-B8E9-41DA-90EC-0BA4FD0F3073}" dt="2026-10-07T16:38:28.645" v="1743" actId="1076"/>
          <ac:grpSpMkLst>
            <pc:docMk/>
            <pc:sldMk cId="3285775858" sldId="534"/>
            <ac:grpSpMk id="40" creationId="{47D03811-602C-F6AC-BE6F-D3C954437CF4}"/>
          </ac:grpSpMkLst>
        </pc:grpChg>
        <pc:grpChg chg="add mod">
          <ac:chgData name="Aleksey Zimin" userId="7f2637d0bc515791" providerId="LiveId" clId="{5F359FD6-B8E9-41DA-90EC-0BA4FD0F3073}" dt="2026-10-07T16:38:28.645" v="1743" actId="1076"/>
          <ac:grpSpMkLst>
            <pc:docMk/>
            <pc:sldMk cId="3285775858" sldId="534"/>
            <ac:grpSpMk id="43" creationId="{E1062DE7-CE8B-B597-FBA2-B9C8D560995F}"/>
          </ac:grpSpMkLst>
        </pc:grpChg>
        <pc:inkChg chg="add del">
          <ac:chgData name="Aleksey Zimin" userId="7f2637d0bc515791" providerId="LiveId" clId="{5F359FD6-B8E9-41DA-90EC-0BA4FD0F3073}" dt="2026-10-07T16:36:10.467" v="1725" actId="9405"/>
          <ac:inkMkLst>
            <pc:docMk/>
            <pc:sldMk cId="3285775858" sldId="534"/>
            <ac:inkMk id="15" creationId="{9FDAC553-C469-DF8D-1D2C-FE79777D98B2}"/>
          </ac:inkMkLst>
        </pc:inkChg>
        <pc:inkChg chg="add mod">
          <ac:chgData name="Aleksey Zimin" userId="7f2637d0bc515791" providerId="LiveId" clId="{5F359FD6-B8E9-41DA-90EC-0BA4FD0F3073}" dt="2026-10-07T16:38:45.188" v="1748" actId="1076"/>
          <ac:inkMkLst>
            <pc:docMk/>
            <pc:sldMk cId="3285775858" sldId="534"/>
            <ac:inkMk id="16" creationId="{601AFE1F-3F11-0E52-4278-FAD85B90F29D}"/>
          </ac:inkMkLst>
        </pc:inkChg>
        <pc:cxnChg chg="add mod">
          <ac:chgData name="Aleksey Zimin" userId="7f2637d0bc515791" providerId="LiveId" clId="{5F359FD6-B8E9-41DA-90EC-0BA4FD0F3073}" dt="2026-10-07T16:38:51.916" v="1749" actId="1076"/>
          <ac:cxnSpMkLst>
            <pc:docMk/>
            <pc:sldMk cId="3285775858" sldId="534"/>
            <ac:cxnSpMk id="3" creationId="{69B199C7-6EF5-C663-404F-89D291DF8EC7}"/>
          </ac:cxnSpMkLst>
        </pc:cxnChg>
        <pc:cxnChg chg="add mod">
          <ac:chgData name="Aleksey Zimin" userId="7f2637d0bc515791" providerId="LiveId" clId="{5F359FD6-B8E9-41DA-90EC-0BA4FD0F3073}" dt="2026-10-07T16:38:51.916" v="1749" actId="1076"/>
          <ac:cxnSpMkLst>
            <pc:docMk/>
            <pc:sldMk cId="3285775858" sldId="534"/>
            <ac:cxnSpMk id="5" creationId="{A706B8E3-1587-C42B-2366-2A8F4FFEC8B6}"/>
          </ac:cxnSpMkLst>
        </pc:cxnChg>
        <pc:cxnChg chg="add mod">
          <ac:chgData name="Aleksey Zimin" userId="7f2637d0bc515791" providerId="LiveId" clId="{5F359FD6-B8E9-41DA-90EC-0BA4FD0F3073}" dt="2026-10-07T16:38:51.916" v="1749" actId="1076"/>
          <ac:cxnSpMkLst>
            <pc:docMk/>
            <pc:sldMk cId="3285775858" sldId="534"/>
            <ac:cxnSpMk id="7" creationId="{C4DD5CCA-4CBD-24CB-35DE-3F658B62BC85}"/>
          </ac:cxnSpMkLst>
        </pc:cxnChg>
        <pc:cxnChg chg="add mod">
          <ac:chgData name="Aleksey Zimin" userId="7f2637d0bc515791" providerId="LiveId" clId="{5F359FD6-B8E9-41DA-90EC-0BA4FD0F3073}" dt="2026-10-07T16:38:45.188" v="1748" actId="1076"/>
          <ac:cxnSpMkLst>
            <pc:docMk/>
            <pc:sldMk cId="3285775858" sldId="534"/>
            <ac:cxnSpMk id="9" creationId="{291BCF90-4B96-09D1-81F9-1E2E0EF2FC1A}"/>
          </ac:cxnSpMkLst>
        </pc:cxnChg>
        <pc:cxnChg chg="add mod">
          <ac:chgData name="Aleksey Zimin" userId="7f2637d0bc515791" providerId="LiveId" clId="{5F359FD6-B8E9-41DA-90EC-0BA4FD0F3073}" dt="2026-10-07T16:38:45.188" v="1748" actId="1076"/>
          <ac:cxnSpMkLst>
            <pc:docMk/>
            <pc:sldMk cId="3285775858" sldId="534"/>
            <ac:cxnSpMk id="10" creationId="{90F02839-30F2-0CAC-F562-465050783B7A}"/>
          </ac:cxnSpMkLst>
        </pc:cxnChg>
        <pc:cxnChg chg="add mod">
          <ac:chgData name="Aleksey Zimin" userId="7f2637d0bc515791" providerId="LiveId" clId="{5F359FD6-B8E9-41DA-90EC-0BA4FD0F3073}" dt="2026-10-07T16:35:31.430" v="1715" actId="1076"/>
          <ac:cxnSpMkLst>
            <pc:docMk/>
            <pc:sldMk cId="3285775858" sldId="534"/>
            <ac:cxnSpMk id="11" creationId="{73F25ADD-873D-3101-FBAC-6555A401C43E}"/>
          </ac:cxnSpMkLst>
        </pc:cxnChg>
        <pc:cxnChg chg="add mod">
          <ac:chgData name="Aleksey Zimin" userId="7f2637d0bc515791" providerId="LiveId" clId="{5F359FD6-B8E9-41DA-90EC-0BA4FD0F3073}" dt="2026-10-07T16:38:45.188" v="1748" actId="1076"/>
          <ac:cxnSpMkLst>
            <pc:docMk/>
            <pc:sldMk cId="3285775858" sldId="534"/>
            <ac:cxnSpMk id="12" creationId="{8D075958-CA38-4374-058F-6A4D4642A5F6}"/>
          </ac:cxnSpMkLst>
        </pc:cxnChg>
        <pc:cxnChg chg="add mod">
          <ac:chgData name="Aleksey Zimin" userId="7f2637d0bc515791" providerId="LiveId" clId="{5F359FD6-B8E9-41DA-90EC-0BA4FD0F3073}" dt="2026-10-07T16:38:45.188" v="1748" actId="1076"/>
          <ac:cxnSpMkLst>
            <pc:docMk/>
            <pc:sldMk cId="3285775858" sldId="534"/>
            <ac:cxnSpMk id="14" creationId="{4F3B267A-FCE2-97F9-8B2C-86DED77584BC}"/>
          </ac:cxnSpMkLst>
        </pc:cxnChg>
        <pc:cxnChg chg="mod">
          <ac:chgData name="Aleksey Zimin" userId="7f2637d0bc515791" providerId="LiveId" clId="{5F359FD6-B8E9-41DA-90EC-0BA4FD0F3073}" dt="2026-10-07T16:37:47.980" v="1735" actId="14100"/>
          <ac:cxnSpMkLst>
            <pc:docMk/>
            <pc:sldMk cId="3285775858" sldId="534"/>
            <ac:cxnSpMk id="17" creationId="{DCBF241F-646D-ADE2-BF75-1FA986AA85CA}"/>
          </ac:cxnSpMkLst>
        </pc:cxnChg>
        <pc:cxnChg chg="mod">
          <ac:chgData name="Aleksey Zimin" userId="7f2637d0bc515791" providerId="LiveId" clId="{5F359FD6-B8E9-41DA-90EC-0BA4FD0F3073}" dt="2026-10-07T16:38:15.192" v="1742" actId="14100"/>
          <ac:cxnSpMkLst>
            <pc:docMk/>
            <pc:sldMk cId="3285775858" sldId="534"/>
            <ac:cxnSpMk id="18" creationId="{60E6041E-8A25-F48B-DF4D-6BD3D68DBDBA}"/>
          </ac:cxnSpMkLst>
        </pc:cxnChg>
      </pc:sldChg>
      <pc:sldChg chg="modSp mod modAnim">
        <pc:chgData name="Aleksey Zimin" userId="7f2637d0bc515791" providerId="LiveId" clId="{5F359FD6-B8E9-41DA-90EC-0BA4FD0F3073}" dt="2026-10-07T16:32:57.740" v="1687" actId="20577"/>
        <pc:sldMkLst>
          <pc:docMk/>
          <pc:sldMk cId="4155030297" sldId="535"/>
        </pc:sldMkLst>
        <pc:spChg chg="mod">
          <ac:chgData name="Aleksey Zimin" userId="7f2637d0bc515791" providerId="LiveId" clId="{5F359FD6-B8E9-41DA-90EC-0BA4FD0F3073}" dt="2026-10-07T16:32:57.740" v="1687" actId="20577"/>
          <ac:spMkLst>
            <pc:docMk/>
            <pc:sldMk cId="4155030297" sldId="535"/>
            <ac:spMk id="3" creationId="{D1F403D1-A327-51CD-08AD-A6888A85AFE9}"/>
          </ac:spMkLst>
        </pc:spChg>
      </pc:sldChg>
      <pc:sldChg chg="addSp delSp modSp mod">
        <pc:chgData name="Aleksey Zimin" userId="7f2637d0bc515791" providerId="LiveId" clId="{5F359FD6-B8E9-41DA-90EC-0BA4FD0F3073}" dt="2026-10-07T15:40:25.511" v="479" actId="13822"/>
        <pc:sldMkLst>
          <pc:docMk/>
          <pc:sldMk cId="3118235880" sldId="536"/>
        </pc:sldMkLst>
        <pc:spChg chg="mod">
          <ac:chgData name="Aleksey Zimin" userId="7f2637d0bc515791" providerId="LiveId" clId="{5F359FD6-B8E9-41DA-90EC-0BA4FD0F3073}" dt="2026-10-07T15:38:19.581" v="455" actId="114"/>
          <ac:spMkLst>
            <pc:docMk/>
            <pc:sldMk cId="3118235880" sldId="536"/>
            <ac:spMk id="3" creationId="{8EB6DE64-94F1-288C-4AF9-F91B599940FF}"/>
          </ac:spMkLst>
        </pc:spChg>
        <pc:spChg chg="add del mod">
          <ac:chgData name="Aleksey Zimin" userId="7f2637d0bc515791" providerId="LiveId" clId="{5F359FD6-B8E9-41DA-90EC-0BA4FD0F3073}" dt="2026-10-07T15:39:11.581" v="475" actId="478"/>
          <ac:spMkLst>
            <pc:docMk/>
            <pc:sldMk cId="3118235880" sldId="536"/>
            <ac:spMk id="8" creationId="{F280DCB5-69AB-896D-1BBC-940C19709627}"/>
          </ac:spMkLst>
        </pc:spChg>
        <pc:cxnChg chg="add mod">
          <ac:chgData name="Aleksey Zimin" userId="7f2637d0bc515791" providerId="LiveId" clId="{5F359FD6-B8E9-41DA-90EC-0BA4FD0F3073}" dt="2026-10-07T15:40:25.511" v="479" actId="13822"/>
          <ac:cxnSpMkLst>
            <pc:docMk/>
            <pc:sldMk cId="3118235880" sldId="536"/>
            <ac:cxnSpMk id="11" creationId="{09ADA444-2D1B-68FA-0D1A-C1B39F21506F}"/>
          </ac:cxnSpMkLst>
        </pc:cxnChg>
      </pc:sldChg>
      <pc:sldChg chg="modSp mod">
        <pc:chgData name="Aleksey Zimin" userId="7f2637d0bc515791" providerId="LiveId" clId="{5F359FD6-B8E9-41DA-90EC-0BA4FD0F3073}" dt="2026-10-07T15:42:41.158" v="526" actId="20577"/>
        <pc:sldMkLst>
          <pc:docMk/>
          <pc:sldMk cId="2432909833" sldId="537"/>
        </pc:sldMkLst>
        <pc:spChg chg="mod">
          <ac:chgData name="Aleksey Zimin" userId="7f2637d0bc515791" providerId="LiveId" clId="{5F359FD6-B8E9-41DA-90EC-0BA4FD0F3073}" dt="2026-10-07T15:42:41.158" v="526" actId="20577"/>
          <ac:spMkLst>
            <pc:docMk/>
            <pc:sldMk cId="2432909833" sldId="537"/>
            <ac:spMk id="3" creationId="{499A3513-E6AE-6A3B-0D97-D4FDFE3C2448}"/>
          </ac:spMkLst>
        </pc:spChg>
      </pc:sldChg>
      <pc:sldChg chg="modSp mod">
        <pc:chgData name="Aleksey Zimin" userId="7f2637d0bc515791" providerId="LiveId" clId="{5F359FD6-B8E9-41DA-90EC-0BA4FD0F3073}" dt="2026-10-07T15:42:21.464" v="525" actId="114"/>
        <pc:sldMkLst>
          <pc:docMk/>
          <pc:sldMk cId="3070266333" sldId="538"/>
        </pc:sldMkLst>
        <pc:spChg chg="mod">
          <ac:chgData name="Aleksey Zimin" userId="7f2637d0bc515791" providerId="LiveId" clId="{5F359FD6-B8E9-41DA-90EC-0BA4FD0F3073}" dt="2026-10-07T15:42:21.464" v="525" actId="114"/>
          <ac:spMkLst>
            <pc:docMk/>
            <pc:sldMk cId="3070266333" sldId="538"/>
            <ac:spMk id="3" creationId="{A94D9BA9-AC5E-1FBC-9F52-B7440E7C40C5}"/>
          </ac:spMkLst>
        </pc:spChg>
      </pc:sldChg>
      <pc:sldChg chg="modSp">
        <pc:chgData name="Aleksey Zimin" userId="7f2637d0bc515791" providerId="LiveId" clId="{5F359FD6-B8E9-41DA-90EC-0BA4FD0F3073}" dt="2026-10-05T16:19:50.656" v="417" actId="20577"/>
        <pc:sldMkLst>
          <pc:docMk/>
          <pc:sldMk cId="1724472678" sldId="541"/>
        </pc:sldMkLst>
        <pc:spChg chg="mod">
          <ac:chgData name="Aleksey Zimin" userId="7f2637d0bc515791" providerId="LiveId" clId="{5F359FD6-B8E9-41DA-90EC-0BA4FD0F3073}" dt="2026-10-05T16:19:50.656" v="417" actId="20577"/>
          <ac:spMkLst>
            <pc:docMk/>
            <pc:sldMk cId="1724472678" sldId="541"/>
            <ac:spMk id="3" creationId="{BA4602D2-295D-C5AB-5CD7-E6EEA2978FB1}"/>
          </ac:spMkLst>
        </pc:spChg>
      </pc:sldChg>
      <pc:sldChg chg="modSp">
        <pc:chgData name="Aleksey Zimin" userId="7f2637d0bc515791" providerId="LiveId" clId="{5F359FD6-B8E9-41DA-90EC-0BA4FD0F3073}" dt="2026-10-05T16:59:13.330" v="448" actId="113"/>
        <pc:sldMkLst>
          <pc:docMk/>
          <pc:sldMk cId="792036356" sldId="544"/>
        </pc:sldMkLst>
        <pc:spChg chg="mod">
          <ac:chgData name="Aleksey Zimin" userId="7f2637d0bc515791" providerId="LiveId" clId="{5F359FD6-B8E9-41DA-90EC-0BA4FD0F3073}" dt="2026-10-05T16:59:13.330" v="448" actId="113"/>
          <ac:spMkLst>
            <pc:docMk/>
            <pc:sldMk cId="792036356" sldId="544"/>
            <ac:spMk id="3" creationId="{41231CFC-A06B-C130-2B19-786084C06BF0}"/>
          </ac:spMkLst>
        </pc:spChg>
      </pc:sldChg>
      <pc:sldChg chg="modSp">
        <pc:chgData name="Aleksey Zimin" userId="7f2637d0bc515791" providerId="LiveId" clId="{5F359FD6-B8E9-41DA-90EC-0BA4FD0F3073}" dt="2026-10-05T16:20:30.947" v="418" actId="114"/>
        <pc:sldMkLst>
          <pc:docMk/>
          <pc:sldMk cId="3766667920" sldId="550"/>
        </pc:sldMkLst>
        <pc:spChg chg="mod">
          <ac:chgData name="Aleksey Zimin" userId="7f2637d0bc515791" providerId="LiveId" clId="{5F359FD6-B8E9-41DA-90EC-0BA4FD0F3073}" dt="2026-10-05T16:20:30.947" v="418" actId="114"/>
          <ac:spMkLst>
            <pc:docMk/>
            <pc:sldMk cId="3766667920" sldId="550"/>
            <ac:spMk id="3" creationId="{2C361E1B-A810-5104-1A7F-71C8FFA2EACE}"/>
          </ac:spMkLst>
        </pc:spChg>
      </pc:sldChg>
      <pc:sldChg chg="modSp add del mod">
        <pc:chgData name="Aleksey Zimin" userId="7f2637d0bc515791" providerId="LiveId" clId="{5F359FD6-B8E9-41DA-90EC-0BA4FD0F3073}" dt="2026-10-07T16:42:02.172" v="1782" actId="20577"/>
        <pc:sldMkLst>
          <pc:docMk/>
          <pc:sldMk cId="1732587043" sldId="556"/>
        </pc:sldMkLst>
        <pc:spChg chg="mod">
          <ac:chgData name="Aleksey Zimin" userId="7f2637d0bc515791" providerId="LiveId" clId="{5F359FD6-B8E9-41DA-90EC-0BA4FD0F3073}" dt="2026-10-07T16:42:02.172" v="1782" actId="20577"/>
          <ac:spMkLst>
            <pc:docMk/>
            <pc:sldMk cId="1732587043" sldId="556"/>
            <ac:spMk id="3" creationId="{BFEFBCCA-663D-7473-6112-1D89D1146121}"/>
          </ac:spMkLst>
        </pc:spChg>
      </pc:sldChg>
      <pc:sldChg chg="ord">
        <pc:chgData name="Aleksey Zimin" userId="7f2637d0bc515791" providerId="LiveId" clId="{5F359FD6-B8E9-41DA-90EC-0BA4FD0F3073}" dt="2026-10-05T16:58:27.696" v="420"/>
        <pc:sldMkLst>
          <pc:docMk/>
          <pc:sldMk cId="4238336084" sldId="557"/>
        </pc:sldMkLst>
      </pc:sldChg>
      <pc:sldChg chg="addSp modSp new mod ord">
        <pc:chgData name="Aleksey Zimin" userId="7f2637d0bc515791" providerId="LiveId" clId="{5F359FD6-B8E9-41DA-90EC-0BA4FD0F3073}" dt="2026-09-30T16:33:17.132" v="395"/>
        <pc:sldMkLst>
          <pc:docMk/>
          <pc:sldMk cId="4159841555" sldId="558"/>
        </pc:sldMkLst>
        <pc:spChg chg="mod">
          <ac:chgData name="Aleksey Zimin" userId="7f2637d0bc515791" providerId="LiveId" clId="{5F359FD6-B8E9-41DA-90EC-0BA4FD0F3073}" dt="2026-09-30T16:30:58.987" v="263" actId="20577"/>
          <ac:spMkLst>
            <pc:docMk/>
            <pc:sldMk cId="4159841555" sldId="558"/>
            <ac:spMk id="2" creationId="{99DC87A7-C029-1172-5C76-CD41D17DB1A3}"/>
          </ac:spMkLst>
        </pc:spChg>
        <pc:spChg chg="mod">
          <ac:chgData name="Aleksey Zimin" userId="7f2637d0bc515791" providerId="LiveId" clId="{5F359FD6-B8E9-41DA-90EC-0BA4FD0F3073}" dt="2026-09-30T16:32:07.332" v="388" actId="20577"/>
          <ac:spMkLst>
            <pc:docMk/>
            <pc:sldMk cId="4159841555" sldId="558"/>
            <ac:spMk id="3" creationId="{910B9ACE-743E-0243-9B57-36834C2241F0}"/>
          </ac:spMkLst>
        </pc:spChg>
        <pc:picChg chg="add mod">
          <ac:chgData name="Aleksey Zimin" userId="7f2637d0bc515791" providerId="LiveId" clId="{5F359FD6-B8E9-41DA-90EC-0BA4FD0F3073}" dt="2026-09-30T16:32:43.902" v="391" actId="14100"/>
          <ac:picMkLst>
            <pc:docMk/>
            <pc:sldMk cId="4159841555" sldId="558"/>
            <ac:picMk id="6" creationId="{0BE6D16F-89AB-9D23-98EC-E79E43114289}"/>
          </ac:picMkLst>
        </pc:picChg>
      </pc:sldChg>
      <pc:sldChg chg="addSp delSp modSp add mod delAnim modAnim">
        <pc:chgData name="Aleksey Zimin" userId="7f2637d0bc515791" providerId="LiveId" clId="{5F359FD6-B8E9-41DA-90EC-0BA4FD0F3073}" dt="2026-10-07T16:12:14.338" v="1277" actId="255"/>
        <pc:sldMkLst>
          <pc:docMk/>
          <pc:sldMk cId="2707713044" sldId="559"/>
        </pc:sldMkLst>
        <pc:spChg chg="mod">
          <ac:chgData name="Aleksey Zimin" userId="7f2637d0bc515791" providerId="LiveId" clId="{5F359FD6-B8E9-41DA-90EC-0BA4FD0F3073}" dt="2026-10-07T15:45:30.885" v="691" actId="20577"/>
          <ac:spMkLst>
            <pc:docMk/>
            <pc:sldMk cId="2707713044" sldId="559"/>
            <ac:spMk id="2" creationId="{56B9CCAA-13E6-77D6-0C6D-48874093057D}"/>
          </ac:spMkLst>
        </pc:spChg>
        <pc:spChg chg="del mod">
          <ac:chgData name="Aleksey Zimin" userId="7f2637d0bc515791" providerId="LiveId" clId="{5F359FD6-B8E9-41DA-90EC-0BA4FD0F3073}" dt="2026-10-07T15:46:14.696" v="693" actId="478"/>
          <ac:spMkLst>
            <pc:docMk/>
            <pc:sldMk cId="2707713044" sldId="559"/>
            <ac:spMk id="3" creationId="{D8DE492C-EA2C-1495-CA11-6880D0D5DDE4}"/>
          </ac:spMkLst>
        </pc:spChg>
        <pc:spChg chg="add del mod">
          <ac:chgData name="Aleksey Zimin" userId="7f2637d0bc515791" providerId="LiveId" clId="{5F359FD6-B8E9-41DA-90EC-0BA4FD0F3073}" dt="2026-10-07T15:46:25.686" v="696" actId="478"/>
          <ac:spMkLst>
            <pc:docMk/>
            <pc:sldMk cId="2707713044" sldId="559"/>
            <ac:spMk id="20" creationId="{5314AEA5-AA18-DFF1-EDD8-213F4E7A5B4B}"/>
          </ac:spMkLst>
        </pc:spChg>
        <pc:spChg chg="add mod">
          <ac:chgData name="Aleksey Zimin" userId="7f2637d0bc515791" providerId="LiveId" clId="{5F359FD6-B8E9-41DA-90EC-0BA4FD0F3073}" dt="2026-10-07T15:46:44.253" v="701" actId="1076"/>
          <ac:spMkLst>
            <pc:docMk/>
            <pc:sldMk cId="2707713044" sldId="559"/>
            <ac:spMk id="22" creationId="{5B8AF76E-BC59-8DA1-F947-624F2BFB3A4C}"/>
          </ac:spMkLst>
        </pc:spChg>
        <pc:spChg chg="add del">
          <ac:chgData name="Aleksey Zimin" userId="7f2637d0bc515791" providerId="LiveId" clId="{5F359FD6-B8E9-41DA-90EC-0BA4FD0F3073}" dt="2026-10-07T15:46:50.655" v="705" actId="22"/>
          <ac:spMkLst>
            <pc:docMk/>
            <pc:sldMk cId="2707713044" sldId="559"/>
            <ac:spMk id="24" creationId="{DBA8FFC4-9636-84C4-D77F-BC7D946C21B3}"/>
          </ac:spMkLst>
        </pc:spChg>
        <pc:spChg chg="add mod">
          <ac:chgData name="Aleksey Zimin" userId="7f2637d0bc515791" providerId="LiveId" clId="{5F359FD6-B8E9-41DA-90EC-0BA4FD0F3073}" dt="2026-10-07T15:47:00.313" v="713" actId="20577"/>
          <ac:spMkLst>
            <pc:docMk/>
            <pc:sldMk cId="2707713044" sldId="559"/>
            <ac:spMk id="26" creationId="{988935DE-D934-C58A-7C09-72E01B6BBD2D}"/>
          </ac:spMkLst>
        </pc:spChg>
        <pc:spChg chg="add mod">
          <ac:chgData name="Aleksey Zimin" userId="7f2637d0bc515791" providerId="LiveId" clId="{5F359FD6-B8E9-41DA-90EC-0BA4FD0F3073}" dt="2026-10-07T15:47:12.605" v="717" actId="1076"/>
          <ac:spMkLst>
            <pc:docMk/>
            <pc:sldMk cId="2707713044" sldId="559"/>
            <ac:spMk id="28" creationId="{05E3DCA2-A099-206B-8205-12134F4A12E5}"/>
          </ac:spMkLst>
        </pc:spChg>
        <pc:spChg chg="add mod">
          <ac:chgData name="Aleksey Zimin" userId="7f2637d0bc515791" providerId="LiveId" clId="{5F359FD6-B8E9-41DA-90EC-0BA4FD0F3073}" dt="2026-10-07T15:47:20.613" v="721" actId="20577"/>
          <ac:spMkLst>
            <pc:docMk/>
            <pc:sldMk cId="2707713044" sldId="559"/>
            <ac:spMk id="30" creationId="{F68DC827-8763-6F4A-D529-400A295AFE4B}"/>
          </ac:spMkLst>
        </pc:spChg>
        <pc:spChg chg="add mod">
          <ac:chgData name="Aleksey Zimin" userId="7f2637d0bc515791" providerId="LiveId" clId="{5F359FD6-B8E9-41DA-90EC-0BA4FD0F3073}" dt="2026-10-07T15:47:35.157" v="727" actId="1076"/>
          <ac:spMkLst>
            <pc:docMk/>
            <pc:sldMk cId="2707713044" sldId="559"/>
            <ac:spMk id="32" creationId="{6A3E8D2A-8EFA-F123-6A8F-90A7AC9BF1B3}"/>
          </ac:spMkLst>
        </pc:spChg>
        <pc:spChg chg="add mod">
          <ac:chgData name="Aleksey Zimin" userId="7f2637d0bc515791" providerId="LiveId" clId="{5F359FD6-B8E9-41DA-90EC-0BA4FD0F3073}" dt="2026-10-07T15:59:49.684" v="1135" actId="20577"/>
          <ac:spMkLst>
            <pc:docMk/>
            <pc:sldMk cId="2707713044" sldId="559"/>
            <ac:spMk id="34" creationId="{082B992C-60A0-6B67-3711-416AC50982C5}"/>
          </ac:spMkLst>
        </pc:spChg>
        <pc:spChg chg="add mod">
          <ac:chgData name="Aleksey Zimin" userId="7f2637d0bc515791" providerId="LiveId" clId="{5F359FD6-B8E9-41DA-90EC-0BA4FD0F3073}" dt="2026-10-07T16:05:05.122" v="1155" actId="20577"/>
          <ac:spMkLst>
            <pc:docMk/>
            <pc:sldMk cId="2707713044" sldId="559"/>
            <ac:spMk id="36" creationId="{81A4D9D0-88E7-EAA5-E988-7E9429647728}"/>
          </ac:spMkLst>
        </pc:spChg>
        <pc:spChg chg="add mod">
          <ac:chgData name="Aleksey Zimin" userId="7f2637d0bc515791" providerId="LiveId" clId="{5F359FD6-B8E9-41DA-90EC-0BA4FD0F3073}" dt="2026-10-07T16:04:10.819" v="1145" actId="20577"/>
          <ac:spMkLst>
            <pc:docMk/>
            <pc:sldMk cId="2707713044" sldId="559"/>
            <ac:spMk id="38" creationId="{91300D31-629B-3864-3856-A7D6059B2EDB}"/>
          </ac:spMkLst>
        </pc:spChg>
        <pc:spChg chg="add mod">
          <ac:chgData name="Aleksey Zimin" userId="7f2637d0bc515791" providerId="LiveId" clId="{5F359FD6-B8E9-41DA-90EC-0BA4FD0F3073}" dt="2026-10-07T16:03:57.463" v="1141" actId="20577"/>
          <ac:spMkLst>
            <pc:docMk/>
            <pc:sldMk cId="2707713044" sldId="559"/>
            <ac:spMk id="40" creationId="{BE3A4A03-276D-DD64-6889-DE7C0F7F1D25}"/>
          </ac:spMkLst>
        </pc:spChg>
        <pc:spChg chg="add mod">
          <ac:chgData name="Aleksey Zimin" userId="7f2637d0bc515791" providerId="LiveId" clId="{5F359FD6-B8E9-41DA-90EC-0BA4FD0F3073}" dt="2026-10-07T16:12:14.338" v="1277" actId="255"/>
          <ac:spMkLst>
            <pc:docMk/>
            <pc:sldMk cId="2707713044" sldId="559"/>
            <ac:spMk id="41" creationId="{EFBFD08C-A614-7012-FC5B-269D09A637F0}"/>
          </ac:spMkLst>
        </pc:spChg>
        <pc:spChg chg="add mod">
          <ac:chgData name="Aleksey Zimin" userId="7f2637d0bc515791" providerId="LiveId" clId="{5F359FD6-B8E9-41DA-90EC-0BA4FD0F3073}" dt="2026-10-07T16:04:50.376" v="1152" actId="207"/>
          <ac:spMkLst>
            <pc:docMk/>
            <pc:sldMk cId="2707713044" sldId="559"/>
            <ac:spMk id="43" creationId="{6D356E66-FBC2-F925-600D-DB921864C52D}"/>
          </ac:spMkLst>
        </pc:spChg>
        <pc:grpChg chg="add del mod">
          <ac:chgData name="Aleksey Zimin" userId="7f2637d0bc515791" providerId="LiveId" clId="{5F359FD6-B8E9-41DA-90EC-0BA4FD0F3073}" dt="2026-10-07T15:46:23.256" v="695" actId="478"/>
          <ac:grpSpMkLst>
            <pc:docMk/>
            <pc:sldMk cId="2707713044" sldId="559"/>
            <ac:grpSpMk id="15" creationId="{D2B5779E-DC39-C9D2-CCFE-D37821C61475}"/>
          </ac:grpSpMkLst>
        </pc:grpChg>
        <pc:inkChg chg="add mod">
          <ac:chgData name="Aleksey Zimin" userId="7f2637d0bc515791" providerId="LiveId" clId="{5F359FD6-B8E9-41DA-90EC-0BA4FD0F3073}" dt="2026-10-07T15:46:16.883" v="694"/>
          <ac:inkMkLst>
            <pc:docMk/>
            <pc:sldMk cId="2707713044" sldId="559"/>
            <ac:inkMk id="10" creationId="{C4E5377C-C923-4A43-4903-9FFE3496D121}"/>
          </ac:inkMkLst>
        </pc:inkChg>
        <pc:inkChg chg="add mod">
          <ac:chgData name="Aleksey Zimin" userId="7f2637d0bc515791" providerId="LiveId" clId="{5F359FD6-B8E9-41DA-90EC-0BA4FD0F3073}" dt="2026-10-07T15:47:43" v="730" actId="1076"/>
          <ac:inkMkLst>
            <pc:docMk/>
            <pc:sldMk cId="2707713044" sldId="559"/>
            <ac:inkMk id="11" creationId="{51838084-B083-5693-C5D7-6D6CA4EE7426}"/>
          </ac:inkMkLst>
        </pc:inkChg>
        <pc:inkChg chg="add mod">
          <ac:chgData name="Aleksey Zimin" userId="7f2637d0bc515791" providerId="LiveId" clId="{5F359FD6-B8E9-41DA-90EC-0BA4FD0F3073}" dt="2026-10-07T15:46:16.883" v="694"/>
          <ac:inkMkLst>
            <pc:docMk/>
            <pc:sldMk cId="2707713044" sldId="559"/>
            <ac:inkMk id="12" creationId="{30B01092-6E11-07CE-3991-E92219B362D1}"/>
          </ac:inkMkLst>
        </pc:inkChg>
        <pc:inkChg chg="add mod">
          <ac:chgData name="Aleksey Zimin" userId="7f2637d0bc515791" providerId="LiveId" clId="{5F359FD6-B8E9-41DA-90EC-0BA4FD0F3073}" dt="2026-10-07T15:46:16.883" v="694"/>
          <ac:inkMkLst>
            <pc:docMk/>
            <pc:sldMk cId="2707713044" sldId="559"/>
            <ac:inkMk id="13" creationId="{3EC3B5FC-1469-DC87-952B-D522EB62FC5C}"/>
          </ac:inkMkLst>
        </pc:inkChg>
        <pc:inkChg chg="add mod">
          <ac:chgData name="Aleksey Zimin" userId="7f2637d0bc515791" providerId="LiveId" clId="{5F359FD6-B8E9-41DA-90EC-0BA4FD0F3073}" dt="2026-10-07T15:46:16.883" v="694"/>
          <ac:inkMkLst>
            <pc:docMk/>
            <pc:sldMk cId="2707713044" sldId="559"/>
            <ac:inkMk id="14" creationId="{77C32A47-6056-F3E2-674E-FB662D00C3A6}"/>
          </ac:inkMkLst>
        </pc:inkChg>
        <pc:inkChg chg="mod">
          <ac:chgData name="Aleksey Zimin" userId="7f2637d0bc515791" providerId="LiveId" clId="{5F359FD6-B8E9-41DA-90EC-0BA4FD0F3073}" dt="2026-10-07T15:46:16.883" v="694"/>
          <ac:inkMkLst>
            <pc:docMk/>
            <pc:sldMk cId="2707713044" sldId="559"/>
            <ac:inkMk id="17" creationId="{93EF40C0-01DD-DE96-A0D4-995C66C52E81}"/>
          </ac:inkMkLst>
        </pc:inkChg>
        <pc:inkChg chg="mod">
          <ac:chgData name="Aleksey Zimin" userId="7f2637d0bc515791" providerId="LiveId" clId="{5F359FD6-B8E9-41DA-90EC-0BA4FD0F3073}" dt="2026-10-07T15:46:16.883" v="694"/>
          <ac:inkMkLst>
            <pc:docMk/>
            <pc:sldMk cId="2707713044" sldId="559"/>
            <ac:inkMk id="18" creationId="{433A6A08-FBB1-F374-3F10-23B1C93ADD67}"/>
          </ac:inkMkLst>
        </pc:inkChg>
        <pc:inkChg chg="mod">
          <ac:chgData name="Aleksey Zimin" userId="7f2637d0bc515791" providerId="LiveId" clId="{5F359FD6-B8E9-41DA-90EC-0BA4FD0F3073}" dt="2026-10-07T15:46:16.883" v="694"/>
          <ac:inkMkLst>
            <pc:docMk/>
            <pc:sldMk cId="2707713044" sldId="559"/>
            <ac:inkMk id="19" creationId="{C33D0911-2E4C-921A-F987-C74E6F7A7EF9}"/>
          </ac:inkMkLst>
        </pc:inkChg>
        <pc:cxnChg chg="mod">
          <ac:chgData name="Aleksey Zimin" userId="7f2637d0bc515791" providerId="LiveId" clId="{5F359FD6-B8E9-41DA-90EC-0BA4FD0F3073}" dt="2026-10-07T15:51:21.272" v="821" actId="692"/>
          <ac:cxnSpMkLst>
            <pc:docMk/>
            <pc:sldMk cId="2707713044" sldId="559"/>
            <ac:cxnSpMk id="5" creationId="{B1974683-A408-3B0F-41C0-000C7BEEB2A0}"/>
          </ac:cxnSpMkLst>
        </pc:cxnChg>
        <pc:cxnChg chg="mod">
          <ac:chgData name="Aleksey Zimin" userId="7f2637d0bc515791" providerId="LiveId" clId="{5F359FD6-B8E9-41DA-90EC-0BA4FD0F3073}" dt="2026-10-07T15:51:14.713" v="820" actId="692"/>
          <ac:cxnSpMkLst>
            <pc:docMk/>
            <pc:sldMk cId="2707713044" sldId="559"/>
            <ac:cxnSpMk id="6" creationId="{C0242323-97D2-EB88-3378-2EE3556A7C9B}"/>
          </ac:cxnSpMkLst>
        </pc:cxnChg>
        <pc:cxnChg chg="mod">
          <ac:chgData name="Aleksey Zimin" userId="7f2637d0bc515791" providerId="LiveId" clId="{5F359FD6-B8E9-41DA-90EC-0BA4FD0F3073}" dt="2026-10-07T15:51:09.199" v="819" actId="692"/>
          <ac:cxnSpMkLst>
            <pc:docMk/>
            <pc:sldMk cId="2707713044" sldId="559"/>
            <ac:cxnSpMk id="7" creationId="{60E9DC46-E786-0AD5-1A8A-FAA5677E8848}"/>
          </ac:cxnSpMkLst>
        </pc:cxnChg>
        <pc:cxnChg chg="mod">
          <ac:chgData name="Aleksey Zimin" userId="7f2637d0bc515791" providerId="LiveId" clId="{5F359FD6-B8E9-41DA-90EC-0BA4FD0F3073}" dt="2026-10-07T15:51:05.312" v="818" actId="692"/>
          <ac:cxnSpMkLst>
            <pc:docMk/>
            <pc:sldMk cId="2707713044" sldId="559"/>
            <ac:cxnSpMk id="8" creationId="{99B5B7E8-4B0C-AC9C-FD56-CD06B917F116}"/>
          </ac:cxnSpMkLst>
        </pc:cxnChg>
        <pc:cxnChg chg="mod">
          <ac:chgData name="Aleksey Zimin" userId="7f2637d0bc515791" providerId="LiveId" clId="{5F359FD6-B8E9-41DA-90EC-0BA4FD0F3073}" dt="2026-10-07T15:50:59.232" v="817" actId="692"/>
          <ac:cxnSpMkLst>
            <pc:docMk/>
            <pc:sldMk cId="2707713044" sldId="559"/>
            <ac:cxnSpMk id="9" creationId="{5F2E5908-2690-E46A-C3F5-2FFFACED962B}"/>
          </ac:cxnSpMkLst>
        </pc:cxnChg>
        <pc:cxnChg chg="del">
          <ac:chgData name="Aleksey Zimin" userId="7f2637d0bc515791" providerId="LiveId" clId="{5F359FD6-B8E9-41DA-90EC-0BA4FD0F3073}" dt="2026-10-07T15:46:27.281" v="697" actId="478"/>
          <ac:cxnSpMkLst>
            <pc:docMk/>
            <pc:sldMk cId="2707713044" sldId="559"/>
            <ac:cxnSpMk id="21" creationId="{6D9CDF50-7174-503A-A509-D921240FFA50}"/>
          </ac:cxnSpMkLst>
        </pc:cxnChg>
      </pc:sldChg>
      <pc:sldChg chg="addSp delSp modSp new mod ord">
        <pc:chgData name="Aleksey Zimin" userId="7f2637d0bc515791" providerId="LiveId" clId="{5F359FD6-B8E9-41DA-90EC-0BA4FD0F3073}" dt="2026-10-07T16:23:20.919" v="1437" actId="6549"/>
        <pc:sldMkLst>
          <pc:docMk/>
          <pc:sldMk cId="3870335395" sldId="560"/>
        </pc:sldMkLst>
        <pc:spChg chg="mod">
          <ac:chgData name="Aleksey Zimin" userId="7f2637d0bc515791" providerId="LiveId" clId="{5F359FD6-B8E9-41DA-90EC-0BA4FD0F3073}" dt="2026-10-07T15:53:44.012" v="864" actId="20577"/>
          <ac:spMkLst>
            <pc:docMk/>
            <pc:sldMk cId="3870335395" sldId="560"/>
            <ac:spMk id="2" creationId="{D68B6578-484D-98A8-8B74-C1738EEFB19E}"/>
          </ac:spMkLst>
        </pc:spChg>
        <pc:spChg chg="mod">
          <ac:chgData name="Aleksey Zimin" userId="7f2637d0bc515791" providerId="LiveId" clId="{5F359FD6-B8E9-41DA-90EC-0BA4FD0F3073}" dt="2026-10-07T16:23:20.919" v="1437" actId="6549"/>
          <ac:spMkLst>
            <pc:docMk/>
            <pc:sldMk cId="3870335395" sldId="560"/>
            <ac:spMk id="3" creationId="{50C3FC09-DB00-ED29-A107-C7CA7D56B731}"/>
          </ac:spMkLst>
        </pc:spChg>
        <pc:spChg chg="mod">
          <ac:chgData name="Aleksey Zimin" userId="7f2637d0bc515791" providerId="LiveId" clId="{5F359FD6-B8E9-41DA-90EC-0BA4FD0F3073}" dt="2026-10-07T15:58:42.028" v="1056" actId="1076"/>
          <ac:spMkLst>
            <pc:docMk/>
            <pc:sldMk cId="3870335395" sldId="560"/>
            <ac:spMk id="4" creationId="{3445AB06-D38F-ECCA-9E52-022292F6DB86}"/>
          </ac:spMkLst>
        </pc:spChg>
        <pc:spChg chg="add del mod">
          <ac:chgData name="Aleksey Zimin" userId="7f2637d0bc515791" providerId="LiveId" clId="{5F359FD6-B8E9-41DA-90EC-0BA4FD0F3073}" dt="2026-10-07T16:23:14.431" v="1434" actId="478"/>
          <ac:spMkLst>
            <pc:docMk/>
            <pc:sldMk cId="3870335395" sldId="560"/>
            <ac:spMk id="9" creationId="{9ABF2EAA-8C0C-C16A-2D99-8D7DDDA9DDB3}"/>
          </ac:spMkLst>
        </pc:spChg>
        <pc:spChg chg="add del mod">
          <ac:chgData name="Aleksey Zimin" userId="7f2637d0bc515791" providerId="LiveId" clId="{5F359FD6-B8E9-41DA-90EC-0BA4FD0F3073}" dt="2026-10-07T16:23:14.431" v="1434" actId="478"/>
          <ac:spMkLst>
            <pc:docMk/>
            <pc:sldMk cId="3870335395" sldId="560"/>
            <ac:spMk id="11" creationId="{D3C386A6-E7ED-4F55-AC12-A4B3D769C470}"/>
          </ac:spMkLst>
        </pc:spChg>
        <pc:spChg chg="add del mod">
          <ac:chgData name="Aleksey Zimin" userId="7f2637d0bc515791" providerId="LiveId" clId="{5F359FD6-B8E9-41DA-90EC-0BA4FD0F3073}" dt="2026-10-07T16:23:14.431" v="1434" actId="478"/>
          <ac:spMkLst>
            <pc:docMk/>
            <pc:sldMk cId="3870335395" sldId="560"/>
            <ac:spMk id="23" creationId="{114443A5-2D88-8557-37AD-6E83D182BD6B}"/>
          </ac:spMkLst>
        </pc:spChg>
        <pc:spChg chg="add del mod">
          <ac:chgData name="Aleksey Zimin" userId="7f2637d0bc515791" providerId="LiveId" clId="{5F359FD6-B8E9-41DA-90EC-0BA4FD0F3073}" dt="2026-10-07T16:23:14.431" v="1434" actId="478"/>
          <ac:spMkLst>
            <pc:docMk/>
            <pc:sldMk cId="3870335395" sldId="560"/>
            <ac:spMk id="24" creationId="{4326C25D-E83E-34C8-C9C5-42DF75659301}"/>
          </ac:spMkLst>
        </pc:spChg>
        <pc:spChg chg="add del mod">
          <ac:chgData name="Aleksey Zimin" userId="7f2637d0bc515791" providerId="LiveId" clId="{5F359FD6-B8E9-41DA-90EC-0BA4FD0F3073}" dt="2026-10-07T15:58:22.772" v="1052"/>
          <ac:spMkLst>
            <pc:docMk/>
            <pc:sldMk cId="3870335395" sldId="560"/>
            <ac:spMk id="29" creationId="{ADE38D8D-3428-04A7-9828-65DB4F112181}"/>
          </ac:spMkLst>
        </pc:spChg>
        <pc:spChg chg="add mod">
          <ac:chgData name="Aleksey Zimin" userId="7f2637d0bc515791" providerId="LiveId" clId="{5F359FD6-B8E9-41DA-90EC-0BA4FD0F3073}" dt="2026-10-07T16:06:25.495" v="1198"/>
          <ac:spMkLst>
            <pc:docMk/>
            <pc:sldMk cId="3870335395" sldId="560"/>
            <ac:spMk id="33" creationId="{B8B68A8C-FFFC-06E8-DF60-20EB8E0A3798}"/>
          </ac:spMkLst>
        </pc:spChg>
        <pc:spChg chg="add mod">
          <ac:chgData name="Aleksey Zimin" userId="7f2637d0bc515791" providerId="LiveId" clId="{5F359FD6-B8E9-41DA-90EC-0BA4FD0F3073}" dt="2026-10-07T16:06:25.495" v="1198"/>
          <ac:spMkLst>
            <pc:docMk/>
            <pc:sldMk cId="3870335395" sldId="560"/>
            <ac:spMk id="34" creationId="{DD6B6A35-DC66-5659-1020-7AEA3666AF0B}"/>
          </ac:spMkLst>
        </pc:spChg>
        <pc:spChg chg="add del mod">
          <ac:chgData name="Aleksey Zimin" userId="7f2637d0bc515791" providerId="LiveId" clId="{5F359FD6-B8E9-41DA-90EC-0BA4FD0F3073}" dt="2026-10-07T16:23:14.431" v="1434" actId="478"/>
          <ac:spMkLst>
            <pc:docMk/>
            <pc:sldMk cId="3870335395" sldId="560"/>
            <ac:spMk id="41" creationId="{D2F2E1C9-56DA-9FDA-B357-C91B8FB30608}"/>
          </ac:spMkLst>
        </pc:spChg>
        <pc:spChg chg="add del mod">
          <ac:chgData name="Aleksey Zimin" userId="7f2637d0bc515791" providerId="LiveId" clId="{5F359FD6-B8E9-41DA-90EC-0BA4FD0F3073}" dt="2026-10-07T16:23:14.431" v="1434" actId="478"/>
          <ac:spMkLst>
            <pc:docMk/>
            <pc:sldMk cId="3870335395" sldId="560"/>
            <ac:spMk id="42" creationId="{D4C5DFE5-60E0-5069-5D41-7A8EBAAA3917}"/>
          </ac:spMkLst>
        </pc:spChg>
        <pc:spChg chg="add del mod">
          <ac:chgData name="Aleksey Zimin" userId="7f2637d0bc515791" providerId="LiveId" clId="{5F359FD6-B8E9-41DA-90EC-0BA4FD0F3073}" dt="2026-10-07T16:23:18.543" v="1436" actId="478"/>
          <ac:spMkLst>
            <pc:docMk/>
            <pc:sldMk cId="3870335395" sldId="560"/>
            <ac:spMk id="52" creationId="{33CDD121-B61D-8116-4F63-0B1F7C415A35}"/>
          </ac:spMkLst>
        </pc:spChg>
        <pc:spChg chg="add del mod">
          <ac:chgData name="Aleksey Zimin" userId="7f2637d0bc515791" providerId="LiveId" clId="{5F359FD6-B8E9-41DA-90EC-0BA4FD0F3073}" dt="2026-10-07T16:23:16.207" v="1435" actId="478"/>
          <ac:spMkLst>
            <pc:docMk/>
            <pc:sldMk cId="3870335395" sldId="560"/>
            <ac:spMk id="54" creationId="{3C7CE7BC-B8DE-3EE4-A658-E87C507E6181}"/>
          </ac:spMkLst>
        </pc:spChg>
        <pc:spChg chg="add del mod">
          <ac:chgData name="Aleksey Zimin" userId="7f2637d0bc515791" providerId="LiveId" clId="{5F359FD6-B8E9-41DA-90EC-0BA4FD0F3073}" dt="2026-10-07T16:23:14.431" v="1434" actId="478"/>
          <ac:spMkLst>
            <pc:docMk/>
            <pc:sldMk cId="3870335395" sldId="560"/>
            <ac:spMk id="56" creationId="{74ABF6BA-5811-DBF1-A5A0-7BF4ABE890DC}"/>
          </ac:spMkLst>
        </pc:spChg>
        <pc:inkChg chg="add del mod">
          <ac:chgData name="Aleksey Zimin" userId="7f2637d0bc515791" providerId="LiveId" clId="{5F359FD6-B8E9-41DA-90EC-0BA4FD0F3073}" dt="2026-10-07T16:23:14.431" v="1434" actId="478"/>
          <ac:inkMkLst>
            <pc:docMk/>
            <pc:sldMk cId="3870335395" sldId="560"/>
            <ac:inkMk id="7" creationId="{AE48CCE1-A692-52DF-4053-13752CF7BA3B}"/>
          </ac:inkMkLst>
        </pc:inkChg>
        <pc:inkChg chg="add del mod">
          <ac:chgData name="Aleksey Zimin" userId="7f2637d0bc515791" providerId="LiveId" clId="{5F359FD6-B8E9-41DA-90EC-0BA4FD0F3073}" dt="2026-10-07T16:23:14.431" v="1434" actId="478"/>
          <ac:inkMkLst>
            <pc:docMk/>
            <pc:sldMk cId="3870335395" sldId="560"/>
            <ac:inkMk id="22" creationId="{9FC76099-B476-F3DE-963D-4928D62718EC}"/>
          </ac:inkMkLst>
        </pc:inkChg>
        <pc:inkChg chg="add mod">
          <ac:chgData name="Aleksey Zimin" userId="7f2637d0bc515791" providerId="LiveId" clId="{5F359FD6-B8E9-41DA-90EC-0BA4FD0F3073}" dt="2026-10-07T16:06:25.495" v="1198"/>
          <ac:inkMkLst>
            <pc:docMk/>
            <pc:sldMk cId="3870335395" sldId="560"/>
            <ac:inkMk id="32" creationId="{E5BEA114-A848-D591-DA76-081A8343220E}"/>
          </ac:inkMkLst>
        </pc:inkChg>
        <pc:inkChg chg="add del mod">
          <ac:chgData name="Aleksey Zimin" userId="7f2637d0bc515791" providerId="LiveId" clId="{5F359FD6-B8E9-41DA-90EC-0BA4FD0F3073}" dt="2026-10-07T16:06:59.163" v="1203" actId="478"/>
          <ac:inkMkLst>
            <pc:docMk/>
            <pc:sldMk cId="3870335395" sldId="560"/>
            <ac:inkMk id="40" creationId="{3FC47A2B-E4E9-0D5C-7705-D3A9B82AC9CD}"/>
          </ac:inkMkLst>
        </pc:inkChg>
        <pc:inkChg chg="add del mod">
          <ac:chgData name="Aleksey Zimin" userId="7f2637d0bc515791" providerId="LiveId" clId="{5F359FD6-B8E9-41DA-90EC-0BA4FD0F3073}" dt="2026-10-07T16:23:14.431" v="1434" actId="478"/>
          <ac:inkMkLst>
            <pc:docMk/>
            <pc:sldMk cId="3870335395" sldId="560"/>
            <ac:inkMk id="47" creationId="{7F70C7A0-B6A9-1534-AB3C-5FEAC8772D98}"/>
          </ac:inkMkLst>
        </pc:inkChg>
        <pc:cxnChg chg="add mod">
          <ac:chgData name="Aleksey Zimin" userId="7f2637d0bc515791" providerId="LiveId" clId="{5F359FD6-B8E9-41DA-90EC-0BA4FD0F3073}" dt="2026-10-07T15:58:18.892" v="1049" actId="1076"/>
          <ac:cxnSpMkLst>
            <pc:docMk/>
            <pc:sldMk cId="3870335395" sldId="560"/>
            <ac:cxnSpMk id="5" creationId="{3D4F060C-CE37-9377-1650-055F5FE11D6B}"/>
          </ac:cxnSpMkLst>
        </pc:cxnChg>
        <pc:cxnChg chg="add mod">
          <ac:chgData name="Aleksey Zimin" userId="7f2637d0bc515791" providerId="LiveId" clId="{5F359FD6-B8E9-41DA-90EC-0BA4FD0F3073}" dt="2026-10-07T15:58:18.892" v="1049" actId="1076"/>
          <ac:cxnSpMkLst>
            <pc:docMk/>
            <pc:sldMk cId="3870335395" sldId="560"/>
            <ac:cxnSpMk id="6" creationId="{6D2A831C-7A3A-857B-5FE2-FB3A640D7925}"/>
          </ac:cxnSpMkLst>
        </pc:cxnChg>
        <pc:cxnChg chg="add mod">
          <ac:chgData name="Aleksey Zimin" userId="7f2637d0bc515791" providerId="LiveId" clId="{5F359FD6-B8E9-41DA-90EC-0BA4FD0F3073}" dt="2026-10-07T15:58:18.892" v="1049" actId="1076"/>
          <ac:cxnSpMkLst>
            <pc:docMk/>
            <pc:sldMk cId="3870335395" sldId="560"/>
            <ac:cxnSpMk id="13" creationId="{8211E9BF-987C-8035-E1F1-554BE915F3BA}"/>
          </ac:cxnSpMkLst>
        </pc:cxnChg>
        <pc:cxnChg chg="add mod">
          <ac:chgData name="Aleksey Zimin" userId="7f2637d0bc515791" providerId="LiveId" clId="{5F359FD6-B8E9-41DA-90EC-0BA4FD0F3073}" dt="2026-10-07T15:58:18.892" v="1049" actId="1076"/>
          <ac:cxnSpMkLst>
            <pc:docMk/>
            <pc:sldMk cId="3870335395" sldId="560"/>
            <ac:cxnSpMk id="14" creationId="{1853C073-A87E-72C9-C5AC-83FCE0414A16}"/>
          </ac:cxnSpMkLst>
        </pc:cxnChg>
        <pc:cxnChg chg="add mod">
          <ac:chgData name="Aleksey Zimin" userId="7f2637d0bc515791" providerId="LiveId" clId="{5F359FD6-B8E9-41DA-90EC-0BA4FD0F3073}" dt="2026-10-07T15:58:18.892" v="1049" actId="1076"/>
          <ac:cxnSpMkLst>
            <pc:docMk/>
            <pc:sldMk cId="3870335395" sldId="560"/>
            <ac:cxnSpMk id="16" creationId="{3C2A7EE1-9A28-CEC3-ABEA-C9C43B13D371}"/>
          </ac:cxnSpMkLst>
        </pc:cxnChg>
        <pc:cxnChg chg="add mod">
          <ac:chgData name="Aleksey Zimin" userId="7f2637d0bc515791" providerId="LiveId" clId="{5F359FD6-B8E9-41DA-90EC-0BA4FD0F3073}" dt="2026-10-07T15:58:35.894" v="1055" actId="1076"/>
          <ac:cxnSpMkLst>
            <pc:docMk/>
            <pc:sldMk cId="3870335395" sldId="560"/>
            <ac:cxnSpMk id="20" creationId="{E0E99291-6E3D-C310-AC60-214D7662ACF0}"/>
          </ac:cxnSpMkLst>
        </pc:cxnChg>
        <pc:cxnChg chg="add mod">
          <ac:chgData name="Aleksey Zimin" userId="7f2637d0bc515791" providerId="LiveId" clId="{5F359FD6-B8E9-41DA-90EC-0BA4FD0F3073}" dt="2026-10-07T15:58:35.894" v="1055" actId="1076"/>
          <ac:cxnSpMkLst>
            <pc:docMk/>
            <pc:sldMk cId="3870335395" sldId="560"/>
            <ac:cxnSpMk id="21" creationId="{8F31B345-F89F-8E9A-790B-F6176B929DF5}"/>
          </ac:cxnSpMkLst>
        </pc:cxnChg>
        <pc:cxnChg chg="add mod">
          <ac:chgData name="Aleksey Zimin" userId="7f2637d0bc515791" providerId="LiveId" clId="{5F359FD6-B8E9-41DA-90EC-0BA4FD0F3073}" dt="2026-10-07T15:58:35.894" v="1055" actId="1076"/>
          <ac:cxnSpMkLst>
            <pc:docMk/>
            <pc:sldMk cId="3870335395" sldId="560"/>
            <ac:cxnSpMk id="25" creationId="{4C45C4C6-35BE-39BD-F312-7E34F2B2498F}"/>
          </ac:cxnSpMkLst>
        </pc:cxnChg>
        <pc:cxnChg chg="add mod">
          <ac:chgData name="Aleksey Zimin" userId="7f2637d0bc515791" providerId="LiveId" clId="{5F359FD6-B8E9-41DA-90EC-0BA4FD0F3073}" dt="2026-10-07T15:58:35.894" v="1055" actId="1076"/>
          <ac:cxnSpMkLst>
            <pc:docMk/>
            <pc:sldMk cId="3870335395" sldId="560"/>
            <ac:cxnSpMk id="26" creationId="{91147718-0D4F-FFD7-3AF5-096462027009}"/>
          </ac:cxnSpMkLst>
        </pc:cxnChg>
        <pc:cxnChg chg="add mod">
          <ac:chgData name="Aleksey Zimin" userId="7f2637d0bc515791" providerId="LiveId" clId="{5F359FD6-B8E9-41DA-90EC-0BA4FD0F3073}" dt="2026-10-07T15:58:35.894" v="1055" actId="1076"/>
          <ac:cxnSpMkLst>
            <pc:docMk/>
            <pc:sldMk cId="3870335395" sldId="560"/>
            <ac:cxnSpMk id="27" creationId="{8B034E99-4FBC-B377-C89C-04601521B9DB}"/>
          </ac:cxnSpMkLst>
        </pc:cxnChg>
        <pc:cxnChg chg="add mod">
          <ac:chgData name="Aleksey Zimin" userId="7f2637d0bc515791" providerId="LiveId" clId="{5F359FD6-B8E9-41DA-90EC-0BA4FD0F3073}" dt="2026-10-07T16:06:25.495" v="1198"/>
          <ac:cxnSpMkLst>
            <pc:docMk/>
            <pc:sldMk cId="3870335395" sldId="560"/>
            <ac:cxnSpMk id="30" creationId="{C1E89A93-95D6-7459-B496-0689439BE1C9}"/>
          </ac:cxnSpMkLst>
        </pc:cxnChg>
        <pc:cxnChg chg="add mod">
          <ac:chgData name="Aleksey Zimin" userId="7f2637d0bc515791" providerId="LiveId" clId="{5F359FD6-B8E9-41DA-90EC-0BA4FD0F3073}" dt="2026-10-07T16:06:25.495" v="1198"/>
          <ac:cxnSpMkLst>
            <pc:docMk/>
            <pc:sldMk cId="3870335395" sldId="560"/>
            <ac:cxnSpMk id="31" creationId="{6FB55589-2ABA-4BD6-C44D-48FA906C1421}"/>
          </ac:cxnSpMkLst>
        </pc:cxnChg>
        <pc:cxnChg chg="add mod">
          <ac:chgData name="Aleksey Zimin" userId="7f2637d0bc515791" providerId="LiveId" clId="{5F359FD6-B8E9-41DA-90EC-0BA4FD0F3073}" dt="2026-10-07T16:06:25.495" v="1198"/>
          <ac:cxnSpMkLst>
            <pc:docMk/>
            <pc:sldMk cId="3870335395" sldId="560"/>
            <ac:cxnSpMk id="35" creationId="{405159EC-BF50-381A-ECB0-B0998ABCB210}"/>
          </ac:cxnSpMkLst>
        </pc:cxnChg>
        <pc:cxnChg chg="add mod">
          <ac:chgData name="Aleksey Zimin" userId="7f2637d0bc515791" providerId="LiveId" clId="{5F359FD6-B8E9-41DA-90EC-0BA4FD0F3073}" dt="2026-10-07T16:06:25.495" v="1198"/>
          <ac:cxnSpMkLst>
            <pc:docMk/>
            <pc:sldMk cId="3870335395" sldId="560"/>
            <ac:cxnSpMk id="36" creationId="{4B8A3074-71D5-4FF1-7BC0-4CA6BBF5BFB5}"/>
          </ac:cxnSpMkLst>
        </pc:cxnChg>
        <pc:cxnChg chg="add mod">
          <ac:chgData name="Aleksey Zimin" userId="7f2637d0bc515791" providerId="LiveId" clId="{5F359FD6-B8E9-41DA-90EC-0BA4FD0F3073}" dt="2026-10-07T16:06:25.495" v="1198"/>
          <ac:cxnSpMkLst>
            <pc:docMk/>
            <pc:sldMk cId="3870335395" sldId="560"/>
            <ac:cxnSpMk id="37" creationId="{31A0305D-11E9-8A03-B854-4056066ECA63}"/>
          </ac:cxnSpMkLst>
        </pc:cxnChg>
        <pc:cxnChg chg="add mod">
          <ac:chgData name="Aleksey Zimin" userId="7f2637d0bc515791" providerId="LiveId" clId="{5F359FD6-B8E9-41DA-90EC-0BA4FD0F3073}" dt="2026-10-07T16:07:37.129" v="1211" actId="1076"/>
          <ac:cxnSpMkLst>
            <pc:docMk/>
            <pc:sldMk cId="3870335395" sldId="560"/>
            <ac:cxnSpMk id="38" creationId="{F73A02FF-2D47-7130-A7E8-EEE5026E0345}"/>
          </ac:cxnSpMkLst>
        </pc:cxnChg>
        <pc:cxnChg chg="add mod">
          <ac:chgData name="Aleksey Zimin" userId="7f2637d0bc515791" providerId="LiveId" clId="{5F359FD6-B8E9-41DA-90EC-0BA4FD0F3073}" dt="2026-10-07T16:07:38.954" v="1212" actId="1076"/>
          <ac:cxnSpMkLst>
            <pc:docMk/>
            <pc:sldMk cId="3870335395" sldId="560"/>
            <ac:cxnSpMk id="39" creationId="{53845FA8-39D1-849C-18F6-5045CEBA9471}"/>
          </ac:cxnSpMkLst>
        </pc:cxnChg>
        <pc:cxnChg chg="add mod">
          <ac:chgData name="Aleksey Zimin" userId="7f2637d0bc515791" providerId="LiveId" clId="{5F359FD6-B8E9-41DA-90EC-0BA4FD0F3073}" dt="2026-10-07T16:08:02.665" v="1218" actId="14100"/>
          <ac:cxnSpMkLst>
            <pc:docMk/>
            <pc:sldMk cId="3870335395" sldId="560"/>
            <ac:cxnSpMk id="43" creationId="{DE20074A-F74A-896D-7435-5DDB370C3D57}"/>
          </ac:cxnSpMkLst>
        </pc:cxnChg>
        <pc:cxnChg chg="add mod">
          <ac:chgData name="Aleksey Zimin" userId="7f2637d0bc515791" providerId="LiveId" clId="{5F359FD6-B8E9-41DA-90EC-0BA4FD0F3073}" dt="2026-10-07T16:06:43.075" v="1200" actId="1076"/>
          <ac:cxnSpMkLst>
            <pc:docMk/>
            <pc:sldMk cId="3870335395" sldId="560"/>
            <ac:cxnSpMk id="44" creationId="{29589049-12AB-B471-BBB2-67F7480BB8B4}"/>
          </ac:cxnSpMkLst>
        </pc:cxnChg>
        <pc:cxnChg chg="add mod">
          <ac:chgData name="Aleksey Zimin" userId="7f2637d0bc515791" providerId="LiveId" clId="{5F359FD6-B8E9-41DA-90EC-0BA4FD0F3073}" dt="2026-10-07T16:07:59.545" v="1217" actId="14100"/>
          <ac:cxnSpMkLst>
            <pc:docMk/>
            <pc:sldMk cId="3870335395" sldId="560"/>
            <ac:cxnSpMk id="45" creationId="{226CC37A-1279-A058-17F2-5064A238C781}"/>
          </ac:cxnSpMkLst>
        </pc:cxnChg>
      </pc:sldChg>
      <pc:sldChg chg="modSp add mod">
        <pc:chgData name="Aleksey Zimin" userId="7f2637d0bc515791" providerId="LiveId" clId="{5F359FD6-B8E9-41DA-90EC-0BA4FD0F3073}" dt="2026-10-07T16:13:12.458" v="1296" actId="6549"/>
        <pc:sldMkLst>
          <pc:docMk/>
          <pc:sldMk cId="2865320975" sldId="561"/>
        </pc:sldMkLst>
        <pc:spChg chg="mod">
          <ac:chgData name="Aleksey Zimin" userId="7f2637d0bc515791" providerId="LiveId" clId="{5F359FD6-B8E9-41DA-90EC-0BA4FD0F3073}" dt="2026-10-07T16:13:12.458" v="1296" actId="6549"/>
          <ac:spMkLst>
            <pc:docMk/>
            <pc:sldMk cId="2865320975" sldId="561"/>
            <ac:spMk id="41" creationId="{4C793481-AF96-E81C-A452-B2222EC92459}"/>
          </ac:spMkLst>
        </pc:spChg>
      </pc:sldChg>
      <pc:sldChg chg="modSp add mod">
        <pc:chgData name="Aleksey Zimin" userId="7f2637d0bc515791" providerId="LiveId" clId="{5F359FD6-B8E9-41DA-90EC-0BA4FD0F3073}" dt="2026-10-07T16:14:17.252" v="1307" actId="208"/>
        <pc:sldMkLst>
          <pc:docMk/>
          <pc:sldMk cId="367033907" sldId="562"/>
        </pc:sldMkLst>
        <pc:spChg chg="mod">
          <ac:chgData name="Aleksey Zimin" userId="7f2637d0bc515791" providerId="LiveId" clId="{5F359FD6-B8E9-41DA-90EC-0BA4FD0F3073}" dt="2026-10-07T16:14:09.021" v="1306" actId="207"/>
          <ac:spMkLst>
            <pc:docMk/>
            <pc:sldMk cId="367033907" sldId="562"/>
            <ac:spMk id="41" creationId="{8F79A548-2D1F-0F07-32D5-9D5D009E4A5F}"/>
          </ac:spMkLst>
        </pc:spChg>
        <pc:inkChg chg="mod">
          <ac:chgData name="Aleksey Zimin" userId="7f2637d0bc515791" providerId="LiveId" clId="{5F359FD6-B8E9-41DA-90EC-0BA4FD0F3073}" dt="2026-10-07T16:14:17.252" v="1307" actId="208"/>
          <ac:inkMkLst>
            <pc:docMk/>
            <pc:sldMk cId="367033907" sldId="562"/>
            <ac:inkMk id="10" creationId="{FBA3D7A9-39C8-B310-9B99-16404C54A356}"/>
          </ac:inkMkLst>
        </pc:inkChg>
      </pc:sldChg>
      <pc:sldChg chg="modSp add mod">
        <pc:chgData name="Aleksey Zimin" userId="7f2637d0bc515791" providerId="LiveId" clId="{5F359FD6-B8E9-41DA-90EC-0BA4FD0F3073}" dt="2026-10-07T16:16:38.457" v="1319" actId="207"/>
        <pc:sldMkLst>
          <pc:docMk/>
          <pc:sldMk cId="3071985052" sldId="563"/>
        </pc:sldMkLst>
        <pc:spChg chg="mod">
          <ac:chgData name="Aleksey Zimin" userId="7f2637d0bc515791" providerId="LiveId" clId="{5F359FD6-B8E9-41DA-90EC-0BA4FD0F3073}" dt="2026-10-07T16:16:38.457" v="1319" actId="207"/>
          <ac:spMkLst>
            <pc:docMk/>
            <pc:sldMk cId="3071985052" sldId="563"/>
            <ac:spMk id="41" creationId="{15663033-8E1A-8F39-CB5B-6D307EA6CD85}"/>
          </ac:spMkLst>
        </pc:spChg>
        <pc:inkChg chg="mod">
          <ac:chgData name="Aleksey Zimin" userId="7f2637d0bc515791" providerId="LiveId" clId="{5F359FD6-B8E9-41DA-90EC-0BA4FD0F3073}" dt="2026-10-07T16:14:54.359" v="1309" actId="208"/>
          <ac:inkMkLst>
            <pc:docMk/>
            <pc:sldMk cId="3071985052" sldId="563"/>
            <ac:inkMk id="14" creationId="{CB0693C0-9DB9-DCAE-3F10-864A32AFA2D3}"/>
          </ac:inkMkLst>
        </pc:inkChg>
      </pc:sldChg>
      <pc:sldChg chg="modSp add mod">
        <pc:chgData name="Aleksey Zimin" userId="7f2637d0bc515791" providerId="LiveId" clId="{5F359FD6-B8E9-41DA-90EC-0BA4FD0F3073}" dt="2026-10-07T16:15:26.081" v="1312" actId="207"/>
        <pc:sldMkLst>
          <pc:docMk/>
          <pc:sldMk cId="2672881912" sldId="564"/>
        </pc:sldMkLst>
        <pc:spChg chg="mod">
          <ac:chgData name="Aleksey Zimin" userId="7f2637d0bc515791" providerId="LiveId" clId="{5F359FD6-B8E9-41DA-90EC-0BA4FD0F3073}" dt="2026-10-07T16:15:26.081" v="1312" actId="207"/>
          <ac:spMkLst>
            <pc:docMk/>
            <pc:sldMk cId="2672881912" sldId="564"/>
            <ac:spMk id="41" creationId="{F7E3026C-67E4-741F-6512-94D212D03D66}"/>
          </ac:spMkLst>
        </pc:spChg>
        <pc:inkChg chg="mod">
          <ac:chgData name="Aleksey Zimin" userId="7f2637d0bc515791" providerId="LiveId" clId="{5F359FD6-B8E9-41DA-90EC-0BA4FD0F3073}" dt="2026-10-07T16:15:21.421" v="1311" actId="208"/>
          <ac:inkMkLst>
            <pc:docMk/>
            <pc:sldMk cId="2672881912" sldId="564"/>
            <ac:inkMk id="12" creationId="{5CB3B3A7-DDA7-D268-07E0-B8FEF9FBAC26}"/>
          </ac:inkMkLst>
        </pc:inkChg>
      </pc:sldChg>
      <pc:sldChg chg="modSp add mod">
        <pc:chgData name="Aleksey Zimin" userId="7f2637d0bc515791" providerId="LiveId" clId="{5F359FD6-B8E9-41DA-90EC-0BA4FD0F3073}" dt="2026-10-07T16:16:15.681" v="1318" actId="207"/>
        <pc:sldMkLst>
          <pc:docMk/>
          <pc:sldMk cId="2398490556" sldId="565"/>
        </pc:sldMkLst>
        <pc:spChg chg="mod">
          <ac:chgData name="Aleksey Zimin" userId="7f2637d0bc515791" providerId="LiveId" clId="{5F359FD6-B8E9-41DA-90EC-0BA4FD0F3073}" dt="2026-10-07T16:16:15.681" v="1318" actId="207"/>
          <ac:spMkLst>
            <pc:docMk/>
            <pc:sldMk cId="2398490556" sldId="565"/>
            <ac:spMk id="41" creationId="{92EC288D-0B3B-4E59-F8DD-439407784213}"/>
          </ac:spMkLst>
        </pc:spChg>
        <pc:inkChg chg="mod">
          <ac:chgData name="Aleksey Zimin" userId="7f2637d0bc515791" providerId="LiveId" clId="{5F359FD6-B8E9-41DA-90EC-0BA4FD0F3073}" dt="2026-10-07T16:15:44.822" v="1314" actId="208"/>
          <ac:inkMkLst>
            <pc:docMk/>
            <pc:sldMk cId="2398490556" sldId="565"/>
            <ac:inkMk id="13" creationId="{55B0FF62-5272-3315-05A8-557516BF2C71}"/>
          </ac:inkMkLst>
        </pc:inkChg>
      </pc:sldChg>
      <pc:sldChg chg="modSp add mod">
        <pc:chgData name="Aleksey Zimin" userId="7f2637d0bc515791" providerId="LiveId" clId="{5F359FD6-B8E9-41DA-90EC-0BA4FD0F3073}" dt="2026-10-07T16:16:09.270" v="1317" actId="207"/>
        <pc:sldMkLst>
          <pc:docMk/>
          <pc:sldMk cId="3651447665" sldId="566"/>
        </pc:sldMkLst>
        <pc:spChg chg="mod">
          <ac:chgData name="Aleksey Zimin" userId="7f2637d0bc515791" providerId="LiveId" clId="{5F359FD6-B8E9-41DA-90EC-0BA4FD0F3073}" dt="2026-10-07T16:16:09.270" v="1317" actId="207"/>
          <ac:spMkLst>
            <pc:docMk/>
            <pc:sldMk cId="3651447665" sldId="566"/>
            <ac:spMk id="41" creationId="{F4846093-9269-3FF4-F159-4D95AA2C6382}"/>
          </ac:spMkLst>
        </pc:spChg>
        <pc:inkChg chg="mod">
          <ac:chgData name="Aleksey Zimin" userId="7f2637d0bc515791" providerId="LiveId" clId="{5F359FD6-B8E9-41DA-90EC-0BA4FD0F3073}" dt="2026-10-07T16:16:04.766" v="1316" actId="208"/>
          <ac:inkMkLst>
            <pc:docMk/>
            <pc:sldMk cId="3651447665" sldId="566"/>
            <ac:inkMk id="11" creationId="{CADE3EF9-2F0C-42AD-2A0D-ACA544164B91}"/>
          </ac:inkMkLst>
        </pc:inkChg>
      </pc:sldChg>
      <pc:sldChg chg="addSp delSp modSp add mod">
        <pc:chgData name="Aleksey Zimin" userId="7f2637d0bc515791" providerId="LiveId" clId="{5F359FD6-B8E9-41DA-90EC-0BA4FD0F3073}" dt="2026-10-07T16:43:28.546" v="1816" actId="20577"/>
        <pc:sldMkLst>
          <pc:docMk/>
          <pc:sldMk cId="1403796902" sldId="567"/>
        </pc:sldMkLst>
        <pc:spChg chg="add mod">
          <ac:chgData name="Aleksey Zimin" userId="7f2637d0bc515791" providerId="LiveId" clId="{5F359FD6-B8E9-41DA-90EC-0BA4FD0F3073}" dt="2026-10-07T16:43:04.532" v="1805" actId="20577"/>
          <ac:spMkLst>
            <pc:docMk/>
            <pc:sldMk cId="1403796902" sldId="567"/>
            <ac:spMk id="15" creationId="{78864797-9468-B196-59ED-1DA0BA06C93B}"/>
          </ac:spMkLst>
        </pc:spChg>
        <pc:spChg chg="add mod">
          <ac:chgData name="Aleksey Zimin" userId="7f2637d0bc515791" providerId="LiveId" clId="{5F359FD6-B8E9-41DA-90EC-0BA4FD0F3073}" dt="2026-10-07T16:43:28.546" v="1816" actId="20577"/>
          <ac:spMkLst>
            <pc:docMk/>
            <pc:sldMk cId="1403796902" sldId="567"/>
            <ac:spMk id="17" creationId="{6F1CB018-A1EA-5553-C39C-F5F3E68B7F35}"/>
          </ac:spMkLst>
        </pc:spChg>
        <pc:spChg chg="mod">
          <ac:chgData name="Aleksey Zimin" userId="7f2637d0bc515791" providerId="LiveId" clId="{5F359FD6-B8E9-41DA-90EC-0BA4FD0F3073}" dt="2026-10-07T16:43:13.176" v="1806" actId="1076"/>
          <ac:spMkLst>
            <pc:docMk/>
            <pc:sldMk cId="1403796902" sldId="567"/>
            <ac:spMk id="22" creationId="{DB10E378-D2FE-2234-98FC-351EC9842BD4}"/>
          </ac:spMkLst>
        </pc:spChg>
        <pc:spChg chg="mod">
          <ac:chgData name="Aleksey Zimin" userId="7f2637d0bc515791" providerId="LiveId" clId="{5F359FD6-B8E9-41DA-90EC-0BA4FD0F3073}" dt="2026-10-07T16:43:13.176" v="1806" actId="1076"/>
          <ac:spMkLst>
            <pc:docMk/>
            <pc:sldMk cId="1403796902" sldId="567"/>
            <ac:spMk id="26" creationId="{167114DE-8FC0-6625-1140-5E82A701A33B}"/>
          </ac:spMkLst>
        </pc:spChg>
        <pc:spChg chg="mod">
          <ac:chgData name="Aleksey Zimin" userId="7f2637d0bc515791" providerId="LiveId" clId="{5F359FD6-B8E9-41DA-90EC-0BA4FD0F3073}" dt="2026-10-07T16:43:13.176" v="1806" actId="1076"/>
          <ac:spMkLst>
            <pc:docMk/>
            <pc:sldMk cId="1403796902" sldId="567"/>
            <ac:spMk id="28" creationId="{5506DA58-4A1B-E7DF-C6EE-500F96692EAD}"/>
          </ac:spMkLst>
        </pc:spChg>
        <pc:spChg chg="mod">
          <ac:chgData name="Aleksey Zimin" userId="7f2637d0bc515791" providerId="LiveId" clId="{5F359FD6-B8E9-41DA-90EC-0BA4FD0F3073}" dt="2026-10-07T16:43:13.176" v="1806" actId="1076"/>
          <ac:spMkLst>
            <pc:docMk/>
            <pc:sldMk cId="1403796902" sldId="567"/>
            <ac:spMk id="30" creationId="{136D9206-0C4B-EAA2-C20B-002E56E92E3A}"/>
          </ac:spMkLst>
        </pc:spChg>
        <pc:spChg chg="mod">
          <ac:chgData name="Aleksey Zimin" userId="7f2637d0bc515791" providerId="LiveId" clId="{5F359FD6-B8E9-41DA-90EC-0BA4FD0F3073}" dt="2026-10-07T16:43:13.176" v="1806" actId="1076"/>
          <ac:spMkLst>
            <pc:docMk/>
            <pc:sldMk cId="1403796902" sldId="567"/>
            <ac:spMk id="32" creationId="{804E35A4-1372-13E7-E43F-66061C2059DA}"/>
          </ac:spMkLst>
        </pc:spChg>
        <pc:spChg chg="del">
          <ac:chgData name="Aleksey Zimin" userId="7f2637d0bc515791" providerId="LiveId" clId="{5F359FD6-B8E9-41DA-90EC-0BA4FD0F3073}" dt="2026-10-07T16:17:19.352" v="1324" actId="478"/>
          <ac:spMkLst>
            <pc:docMk/>
            <pc:sldMk cId="1403796902" sldId="567"/>
            <ac:spMk id="34" creationId="{10E696B4-AF00-65C9-8778-B453E7E45A33}"/>
          </ac:spMkLst>
        </pc:spChg>
        <pc:spChg chg="del">
          <ac:chgData name="Aleksey Zimin" userId="7f2637d0bc515791" providerId="LiveId" clId="{5F359FD6-B8E9-41DA-90EC-0BA4FD0F3073}" dt="2026-10-07T16:17:24.425" v="1327" actId="478"/>
          <ac:spMkLst>
            <pc:docMk/>
            <pc:sldMk cId="1403796902" sldId="567"/>
            <ac:spMk id="36" creationId="{7405FF77-0C92-95C4-F2A0-5320739B89A8}"/>
          </ac:spMkLst>
        </pc:spChg>
        <pc:spChg chg="del">
          <ac:chgData name="Aleksey Zimin" userId="7f2637d0bc515791" providerId="LiveId" clId="{5F359FD6-B8E9-41DA-90EC-0BA4FD0F3073}" dt="2026-10-07T16:17:17.528" v="1323" actId="478"/>
          <ac:spMkLst>
            <pc:docMk/>
            <pc:sldMk cId="1403796902" sldId="567"/>
            <ac:spMk id="38" creationId="{0DB34172-23B0-A4A7-85D7-DFF351CA44FA}"/>
          </ac:spMkLst>
        </pc:spChg>
        <pc:spChg chg="del">
          <ac:chgData name="Aleksey Zimin" userId="7f2637d0bc515791" providerId="LiveId" clId="{5F359FD6-B8E9-41DA-90EC-0BA4FD0F3073}" dt="2026-10-07T16:17:20.879" v="1325" actId="478"/>
          <ac:spMkLst>
            <pc:docMk/>
            <pc:sldMk cId="1403796902" sldId="567"/>
            <ac:spMk id="40" creationId="{E2A41523-63B4-305E-07C0-EA4E60C9DE61}"/>
          </ac:spMkLst>
        </pc:spChg>
        <pc:spChg chg="del">
          <ac:chgData name="Aleksey Zimin" userId="7f2637d0bc515791" providerId="LiveId" clId="{5F359FD6-B8E9-41DA-90EC-0BA4FD0F3073}" dt="2026-10-07T16:26:14.119" v="1508" actId="478"/>
          <ac:spMkLst>
            <pc:docMk/>
            <pc:sldMk cId="1403796902" sldId="567"/>
            <ac:spMk id="41" creationId="{038A91DA-D56F-186E-A69D-2C42D7F5E6F0}"/>
          </ac:spMkLst>
        </pc:spChg>
        <pc:spChg chg="del">
          <ac:chgData name="Aleksey Zimin" userId="7f2637d0bc515791" providerId="LiveId" clId="{5F359FD6-B8E9-41DA-90EC-0BA4FD0F3073}" dt="2026-10-07T16:17:22.808" v="1326" actId="478"/>
          <ac:spMkLst>
            <pc:docMk/>
            <pc:sldMk cId="1403796902" sldId="567"/>
            <ac:spMk id="43" creationId="{132AAFD4-2CEB-E2D4-DCE7-B6F7448B9138}"/>
          </ac:spMkLst>
        </pc:spChg>
        <pc:inkChg chg="del">
          <ac:chgData name="Aleksey Zimin" userId="7f2637d0bc515791" providerId="LiveId" clId="{5F359FD6-B8E9-41DA-90EC-0BA4FD0F3073}" dt="2026-10-07T16:17:08.873" v="1321" actId="478"/>
          <ac:inkMkLst>
            <pc:docMk/>
            <pc:sldMk cId="1403796902" sldId="567"/>
            <ac:inkMk id="10" creationId="{4F409A57-1CF0-23C1-C3FB-816C981E0E7D}"/>
          </ac:inkMkLst>
        </pc:inkChg>
        <pc:inkChg chg="mod">
          <ac:chgData name="Aleksey Zimin" userId="7f2637d0bc515791" providerId="LiveId" clId="{5F359FD6-B8E9-41DA-90EC-0BA4FD0F3073}" dt="2026-10-07T16:43:13.176" v="1806" actId="1076"/>
          <ac:inkMkLst>
            <pc:docMk/>
            <pc:sldMk cId="1403796902" sldId="567"/>
            <ac:inkMk id="11" creationId="{04FBEC65-4545-3F30-015D-2E007733DA1D}"/>
          </ac:inkMkLst>
        </pc:inkChg>
        <pc:inkChg chg="del">
          <ac:chgData name="Aleksey Zimin" userId="7f2637d0bc515791" providerId="LiveId" clId="{5F359FD6-B8E9-41DA-90EC-0BA4FD0F3073}" dt="2026-10-07T16:17:09.992" v="1322" actId="478"/>
          <ac:inkMkLst>
            <pc:docMk/>
            <pc:sldMk cId="1403796902" sldId="567"/>
            <ac:inkMk id="12" creationId="{DEEB65F3-1F7A-5528-097A-9CDD5B33D85C}"/>
          </ac:inkMkLst>
        </pc:inkChg>
        <pc:inkChg chg="mod">
          <ac:chgData name="Aleksey Zimin" userId="7f2637d0bc515791" providerId="LiveId" clId="{5F359FD6-B8E9-41DA-90EC-0BA4FD0F3073}" dt="2026-10-07T16:43:13.176" v="1806" actId="1076"/>
          <ac:inkMkLst>
            <pc:docMk/>
            <pc:sldMk cId="1403796902" sldId="567"/>
            <ac:inkMk id="13" creationId="{EF98949A-C85B-A284-4C18-9C707CC2441F}"/>
          </ac:inkMkLst>
        </pc:inkChg>
        <pc:inkChg chg="mod">
          <ac:chgData name="Aleksey Zimin" userId="7f2637d0bc515791" providerId="LiveId" clId="{5F359FD6-B8E9-41DA-90EC-0BA4FD0F3073}" dt="2026-10-07T16:43:13.176" v="1806" actId="1076"/>
          <ac:inkMkLst>
            <pc:docMk/>
            <pc:sldMk cId="1403796902" sldId="567"/>
            <ac:inkMk id="14" creationId="{F494F374-8AE0-15DB-D4A0-959F5FD5D453}"/>
          </ac:inkMkLst>
        </pc:inkChg>
        <pc:cxnChg chg="mod">
          <ac:chgData name="Aleksey Zimin" userId="7f2637d0bc515791" providerId="LiveId" clId="{5F359FD6-B8E9-41DA-90EC-0BA4FD0F3073}" dt="2026-10-07T16:17:49.152" v="1329" actId="1076"/>
          <ac:cxnSpMkLst>
            <pc:docMk/>
            <pc:sldMk cId="1403796902" sldId="567"/>
            <ac:cxnSpMk id="5" creationId="{9096E037-7B8B-0B54-EF7A-D2CC092324ED}"/>
          </ac:cxnSpMkLst>
        </pc:cxnChg>
        <pc:cxnChg chg="mod">
          <ac:chgData name="Aleksey Zimin" userId="7f2637d0bc515791" providerId="LiveId" clId="{5F359FD6-B8E9-41DA-90EC-0BA4FD0F3073}" dt="2026-10-07T16:43:13.176" v="1806" actId="1076"/>
          <ac:cxnSpMkLst>
            <pc:docMk/>
            <pc:sldMk cId="1403796902" sldId="567"/>
            <ac:cxnSpMk id="6" creationId="{F999DE68-287B-FA84-8C44-399F9972767E}"/>
          </ac:cxnSpMkLst>
        </pc:cxnChg>
        <pc:cxnChg chg="mod">
          <ac:chgData name="Aleksey Zimin" userId="7f2637d0bc515791" providerId="LiveId" clId="{5F359FD6-B8E9-41DA-90EC-0BA4FD0F3073}" dt="2026-10-07T16:43:13.176" v="1806" actId="1076"/>
          <ac:cxnSpMkLst>
            <pc:docMk/>
            <pc:sldMk cId="1403796902" sldId="567"/>
            <ac:cxnSpMk id="7" creationId="{88862AF6-9E48-9996-2346-49B65BA8573F}"/>
          </ac:cxnSpMkLst>
        </pc:cxnChg>
        <pc:cxnChg chg="mod">
          <ac:chgData name="Aleksey Zimin" userId="7f2637d0bc515791" providerId="LiveId" clId="{5F359FD6-B8E9-41DA-90EC-0BA4FD0F3073}" dt="2026-10-07T16:17:57.609" v="1330" actId="1076"/>
          <ac:cxnSpMkLst>
            <pc:docMk/>
            <pc:sldMk cId="1403796902" sldId="567"/>
            <ac:cxnSpMk id="8" creationId="{DBA37962-5112-55AA-0E75-93FD7894CB5C}"/>
          </ac:cxnSpMkLst>
        </pc:cxnChg>
        <pc:cxnChg chg="mod">
          <ac:chgData name="Aleksey Zimin" userId="7f2637d0bc515791" providerId="LiveId" clId="{5F359FD6-B8E9-41DA-90EC-0BA4FD0F3073}" dt="2026-10-07T16:17:57.609" v="1330" actId="1076"/>
          <ac:cxnSpMkLst>
            <pc:docMk/>
            <pc:sldMk cId="1403796902" sldId="567"/>
            <ac:cxnSpMk id="9" creationId="{31EC7742-D177-4E9A-CDD8-533494AD48DE}"/>
          </ac:cxnSpMkLst>
        </pc:cxnChg>
      </pc:sldChg>
      <pc:sldChg chg="addSp modSp add mod">
        <pc:chgData name="Aleksey Zimin" userId="7f2637d0bc515791" providerId="LiveId" clId="{5F359FD6-B8E9-41DA-90EC-0BA4FD0F3073}" dt="2026-10-07T16:24:43.481" v="1506" actId="20577"/>
        <pc:sldMkLst>
          <pc:docMk/>
          <pc:sldMk cId="1601862841" sldId="568"/>
        </pc:sldMkLst>
        <pc:spChg chg="mod">
          <ac:chgData name="Aleksey Zimin" userId="7f2637d0bc515791" providerId="LiveId" clId="{5F359FD6-B8E9-41DA-90EC-0BA4FD0F3073}" dt="2026-10-07T16:24:43.481" v="1506" actId="20577"/>
          <ac:spMkLst>
            <pc:docMk/>
            <pc:sldMk cId="1601862841" sldId="568"/>
            <ac:spMk id="3" creationId="{6D021DD7-7698-687B-11E2-D6DB6159DDE2}"/>
          </ac:spMkLst>
        </pc:spChg>
        <pc:spChg chg="add mod">
          <ac:chgData name="Aleksey Zimin" userId="7f2637d0bc515791" providerId="LiveId" clId="{5F359FD6-B8E9-41DA-90EC-0BA4FD0F3073}" dt="2026-10-07T16:20:52.697" v="1414" actId="20577"/>
          <ac:spMkLst>
            <pc:docMk/>
            <pc:sldMk cId="1601862841" sldId="568"/>
            <ac:spMk id="28" creationId="{D154290E-4B98-6E9C-E0BA-2B5276C310A9}"/>
          </ac:spMkLst>
        </pc:spChg>
        <pc:spChg chg="add mod">
          <ac:chgData name="Aleksey Zimin" userId="7f2637d0bc515791" providerId="LiveId" clId="{5F359FD6-B8E9-41DA-90EC-0BA4FD0F3073}" dt="2026-10-07T16:21:26.887" v="1421" actId="1076"/>
          <ac:spMkLst>
            <pc:docMk/>
            <pc:sldMk cId="1601862841" sldId="568"/>
            <ac:spMk id="32" creationId="{2A9E34EB-E962-759E-7C68-3FDF1514AF75}"/>
          </ac:spMkLst>
        </pc:spChg>
        <pc:spChg chg="add mod">
          <ac:chgData name="Aleksey Zimin" userId="7f2637d0bc515791" providerId="LiveId" clId="{5F359FD6-B8E9-41DA-90EC-0BA4FD0F3073}" dt="2026-10-07T16:21:36.575" v="1423"/>
          <ac:spMkLst>
            <pc:docMk/>
            <pc:sldMk cId="1601862841" sldId="568"/>
            <ac:spMk id="55" creationId="{EC23B417-F241-EA55-43CA-AA6E22A42FEC}"/>
          </ac:spMkLst>
        </pc:spChg>
        <pc:spChg chg="add mod">
          <ac:chgData name="Aleksey Zimin" userId="7f2637d0bc515791" providerId="LiveId" clId="{5F359FD6-B8E9-41DA-90EC-0BA4FD0F3073}" dt="2026-10-07T16:21:34.443" v="1422"/>
          <ac:spMkLst>
            <pc:docMk/>
            <pc:sldMk cId="1601862841" sldId="568"/>
            <ac:spMk id="60" creationId="{878CBB94-E0C3-9947-1528-39C1E648030A}"/>
          </ac:spMkLst>
        </pc:spChg>
        <pc:spChg chg="add mod">
          <ac:chgData name="Aleksey Zimin" userId="7f2637d0bc515791" providerId="LiveId" clId="{5F359FD6-B8E9-41DA-90EC-0BA4FD0F3073}" dt="2026-10-07T16:22:11.110" v="1429" actId="1076"/>
          <ac:spMkLst>
            <pc:docMk/>
            <pc:sldMk cId="1601862841" sldId="568"/>
            <ac:spMk id="64" creationId="{AF0524F7-F066-0C5E-C3CC-5ECEFB36BD9B}"/>
          </ac:spMkLst>
        </pc:spChg>
        <pc:cxnChg chg="add mod">
          <ac:chgData name="Aleksey Zimin" userId="7f2637d0bc515791" providerId="LiveId" clId="{5F359FD6-B8E9-41DA-90EC-0BA4FD0F3073}" dt="2026-10-07T16:20:30.512" v="1397" actId="14100"/>
          <ac:cxnSpMkLst>
            <pc:docMk/>
            <pc:sldMk cId="1601862841" sldId="568"/>
            <ac:cxnSpMk id="8" creationId="{5F299917-1D80-E7E2-F385-57393A2461C3}"/>
          </ac:cxnSpMkLst>
        </pc:cxnChg>
        <pc:cxnChg chg="add mod">
          <ac:chgData name="Aleksey Zimin" userId="7f2637d0bc515791" providerId="LiveId" clId="{5F359FD6-B8E9-41DA-90EC-0BA4FD0F3073}" dt="2026-10-07T16:20:20.575" v="1394" actId="1076"/>
          <ac:cxnSpMkLst>
            <pc:docMk/>
            <pc:sldMk cId="1601862841" sldId="568"/>
            <ac:cxnSpMk id="10" creationId="{574BC90E-94EE-8449-77C9-EF17516AB1CA}"/>
          </ac:cxnSpMkLst>
        </pc:cxnChg>
        <pc:cxnChg chg="add mod">
          <ac:chgData name="Aleksey Zimin" userId="7f2637d0bc515791" providerId="LiveId" clId="{5F359FD6-B8E9-41DA-90EC-0BA4FD0F3073}" dt="2026-10-07T16:20:27.320" v="1396" actId="14100"/>
          <ac:cxnSpMkLst>
            <pc:docMk/>
            <pc:sldMk cId="1601862841" sldId="568"/>
            <ac:cxnSpMk id="12" creationId="{10C88AF7-6629-6B73-CEC1-586564B62895}"/>
          </ac:cxnSpMkLst>
        </pc:cxnChg>
        <pc:cxnChg chg="add mod">
          <ac:chgData name="Aleksey Zimin" userId="7f2637d0bc515791" providerId="LiveId" clId="{5F359FD6-B8E9-41DA-90EC-0BA4FD0F3073}" dt="2026-10-07T16:21:23.057" v="1420" actId="14100"/>
          <ac:cxnSpMkLst>
            <pc:docMk/>
            <pc:sldMk cId="1601862841" sldId="568"/>
            <ac:cxnSpMk id="29" creationId="{D6A05143-DA3D-5CC6-70FB-9E7F920F10E1}"/>
          </ac:cxnSpMkLst>
        </pc:cxnChg>
        <pc:cxnChg chg="add mod">
          <ac:chgData name="Aleksey Zimin" userId="7f2637d0bc515791" providerId="LiveId" clId="{5F359FD6-B8E9-41DA-90EC-0BA4FD0F3073}" dt="2026-10-07T16:21:23.057" v="1420" actId="14100"/>
          <ac:cxnSpMkLst>
            <pc:docMk/>
            <pc:sldMk cId="1601862841" sldId="568"/>
            <ac:cxnSpMk id="30" creationId="{621A0606-370C-E451-E239-C33591BCF719}"/>
          </ac:cxnSpMkLst>
        </pc:cxnChg>
        <pc:cxnChg chg="add mod">
          <ac:chgData name="Aleksey Zimin" userId="7f2637d0bc515791" providerId="LiveId" clId="{5F359FD6-B8E9-41DA-90EC-0BA4FD0F3073}" dt="2026-10-07T16:21:23.057" v="1420" actId="14100"/>
          <ac:cxnSpMkLst>
            <pc:docMk/>
            <pc:sldMk cId="1601862841" sldId="568"/>
            <ac:cxnSpMk id="31" creationId="{13DC2653-F98E-5342-FFCD-F39900AC36C9}"/>
          </ac:cxnSpMkLst>
        </pc:cxnChg>
        <pc:cxnChg chg="add mod">
          <ac:chgData name="Aleksey Zimin" userId="7f2637d0bc515791" providerId="LiveId" clId="{5F359FD6-B8E9-41DA-90EC-0BA4FD0F3073}" dt="2026-10-07T16:21:34.443" v="1422"/>
          <ac:cxnSpMkLst>
            <pc:docMk/>
            <pc:sldMk cId="1601862841" sldId="568"/>
            <ac:cxnSpMk id="57" creationId="{1C45FE0B-9C63-89F8-E6A0-EDBBA6109BA6}"/>
          </ac:cxnSpMkLst>
        </pc:cxnChg>
        <pc:cxnChg chg="add mod">
          <ac:chgData name="Aleksey Zimin" userId="7f2637d0bc515791" providerId="LiveId" clId="{5F359FD6-B8E9-41DA-90EC-0BA4FD0F3073}" dt="2026-10-07T16:21:34.443" v="1422"/>
          <ac:cxnSpMkLst>
            <pc:docMk/>
            <pc:sldMk cId="1601862841" sldId="568"/>
            <ac:cxnSpMk id="58" creationId="{E3717742-7C80-C7E7-E2AB-3CCBCB46D44F}"/>
          </ac:cxnSpMkLst>
        </pc:cxnChg>
        <pc:cxnChg chg="add mod">
          <ac:chgData name="Aleksey Zimin" userId="7f2637d0bc515791" providerId="LiveId" clId="{5F359FD6-B8E9-41DA-90EC-0BA4FD0F3073}" dt="2026-10-07T16:21:34.443" v="1422"/>
          <ac:cxnSpMkLst>
            <pc:docMk/>
            <pc:sldMk cId="1601862841" sldId="568"/>
            <ac:cxnSpMk id="59" creationId="{ADE56000-F752-0EF5-7E77-B691EE65AFAF}"/>
          </ac:cxnSpMkLst>
        </pc:cxnChg>
        <pc:cxnChg chg="add mod">
          <ac:chgData name="Aleksey Zimin" userId="7f2637d0bc515791" providerId="LiveId" clId="{5F359FD6-B8E9-41DA-90EC-0BA4FD0F3073}" dt="2026-10-07T16:22:00.495" v="1426" actId="1076"/>
          <ac:cxnSpMkLst>
            <pc:docMk/>
            <pc:sldMk cId="1601862841" sldId="568"/>
            <ac:cxnSpMk id="61" creationId="{03180C0B-2219-442A-2CEC-5E69222C4E1D}"/>
          </ac:cxnSpMkLst>
        </pc:cxnChg>
        <pc:cxnChg chg="add mod">
          <ac:chgData name="Aleksey Zimin" userId="7f2637d0bc515791" providerId="LiveId" clId="{5F359FD6-B8E9-41DA-90EC-0BA4FD0F3073}" dt="2026-10-07T16:22:05.567" v="1427" actId="1076"/>
          <ac:cxnSpMkLst>
            <pc:docMk/>
            <pc:sldMk cId="1601862841" sldId="568"/>
            <ac:cxnSpMk id="62" creationId="{3133E584-9359-8096-2ABC-8D7B0ECD891F}"/>
          </ac:cxnSpMkLst>
        </pc:cxnChg>
        <pc:cxnChg chg="add mod">
          <ac:chgData name="Aleksey Zimin" userId="7f2637d0bc515791" providerId="LiveId" clId="{5F359FD6-B8E9-41DA-90EC-0BA4FD0F3073}" dt="2026-10-07T16:22:07.975" v="1428" actId="14100"/>
          <ac:cxnSpMkLst>
            <pc:docMk/>
            <pc:sldMk cId="1601862841" sldId="568"/>
            <ac:cxnSpMk id="63" creationId="{3621C8A8-4783-9269-EA8B-C59B66CCBCEF}"/>
          </ac:cxnSpMkLst>
        </pc:cxnChg>
      </pc:sldChg>
      <pc:sldChg chg="add">
        <pc:chgData name="Aleksey Zimin" userId="7f2637d0bc515791" providerId="LiveId" clId="{5F359FD6-B8E9-41DA-90EC-0BA4FD0F3073}" dt="2026-10-07T16:23:06.375" v="1433"/>
        <pc:sldMkLst>
          <pc:docMk/>
          <pc:sldMk cId="3987738456" sldId="569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6:36:20.075"/>
    </inkml:context>
    <inkml:brush xml:id="br0">
      <inkml:brushProperty name="width" value="0.035" units="cm"/>
      <inkml:brushProperty name="height" value="0.035" units="cm"/>
      <inkml:brushProperty name="color" value="#D68B1C"/>
    </inkml:brush>
  </inkml:definitions>
  <inkml:trace contextRef="#ctx0" brushRef="#br0">1 444 24575,'17'-15'0,"0"0"0,40-23 0,4-4 0,-23 14 0,2 2 0,0 2 0,1 2 0,2 1 0,0 2 0,50-14 0,-46 18 0,1 2 0,58-9 0,-41 11 0,-35 5 0,0 2 0,38-2 0,-37 6 0,16 1 0,1-3 0,80-12 0,-88 8 0,0 2 0,74 2 0,-72 2 0,1-1 0,53-8 0,-35 1 0,0 3 0,94 4 0,45-3 0,-116-9 0,-57 8 0,51-4 0,621 7 0,-338 5 0,-320-2 0,58 11 0,20 2 0,257-13 0,-197-2 0,-156 2 0,0 2 0,36 7 0,-35-5 0,1-1 0,26 1 0,116-7 0,78 4 0,-197 5 0,55 13 0,-62-10 0,0-2 0,49 2 0,-25-7 0,3-2 0,-1 4 0,126 24 0,-134-17 0,80 6 0,19 3 0,10 27 0,118 27 0,-198-49 0,-68-20 0,1 0 0,-1 2 0,0 1 0,-1 0 0,0 1 0,-1 1 0,0 1 0,0 1 0,19 18 0,-24-13-1365,-4-1-5461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4T17:54:32.1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0 538 24575,'45'-47'0,"2"3"0,2 1 0,2 3 0,99-60 0,64 6 0,-45 23 0,-148 60 0,0 0 0,1 2 0,0 0 0,0 2 0,1 0 0,0 2 0,0 0 0,43-2 0,-33 5 0,50-9 0,-50 5 0,56-2 0,21 7 0,259 4 0,-314 2 0,-1 2 0,0 3 0,0 2 0,67 25 0,199 99 0,-247-95 0,-1 3 0,100 81 0,-107-76 0,48 52 0,-85-73 0,2-1 0,56 40 0,-79-62 0,0 1 0,-1-1 0,0 1 0,-1 1 0,1-1 0,-1 1 0,0 0 0,-1 0 0,0 1 0,0 0 0,3 9 0,-1-5 0,0-1 0,0 1 0,15 19 0,1-2 0,-2 1 0,-1 0 0,-1 2 0,23 58 0,-12-27 0,42 76 0,-59-111 0,-1 0 0,-1 0 0,-2 1 0,-1 1 0,-1-1 0,-2 1 0,2 35 0,-7-55 0,1 0 0,0 0 0,1-1 0,0 1 0,1 0 0,0-1 0,0 1 0,1-1 0,0 0 0,1 1 0,8 14 0,-6-11 0,0 1 0,-2-1 0,0 1 0,0-1 0,-1 1 0,2 25 0,3 16 0,19 79 0,-6-12-1365,-15-99-5461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4T17:54:38.7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5509 1103 24575,'0'-6'0,"0"-1"0,-1 0 0,0 0 0,-1 1 0,1-1 0,-1 1 0,0-1 0,-1 1 0,0 0 0,0 0 0,0 0 0,-1 0 0,1 0 0,-2 1 0,1 0 0,0 0 0,-1 0 0,0 0 0,0 1 0,-1-1 0,-7-4 0,-12-5 0,-1 0 0,0 1 0,-51-16 0,0-1 0,-45-41 0,-85-17 0,120 53 0,-144-78 0,198 96 0,-51-21 0,31 16 0,3 3 0,0 2 0,-62-12 0,30 9 0,-130-35 0,47 20 0,110 25 0,-90-27 0,105 25 0,0 2 0,0 2 0,-1 2 0,-79-3 0,77 6 0,1-2 0,-64-15 0,3 0 0,-21 11 0,85 8 0,-65-10 0,-114-16 0,8 0 0,-31 0 0,163 16 0,-89-20 0,106 20 0,0 3 0,0 2 0,-1 3 0,-89 7 0,18-1 0,12-5 0,-134 5 0,203 4 0,-99 27 0,88-17 0,2-4 0,40-10 0,1 2 0,-1 0 0,1 1 0,0 1 0,1 1 0,-23 12 0,24-11 0,-1 0 0,1-2 0,-1 0 0,0-1 0,-22 3 0,20-4 0,-1 0 0,1 2 0,-38 17 0,-30 19-1365,72-37-5461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4T17:54:42.8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2195 24575,'2'-4'0,"-1"0"0,1 0 0,0 0 0,1 0 0,-1 0 0,1 1 0,-1-1 0,1 1 0,0 0 0,0 0 0,1 0 0,5-5 0,4-4 0,50-61 0,-3-3 0,62-103 0,-63 88 0,101-119 0,69-60 0,-175 204 0,187-180 0,-184 193 0,41-32 0,126-84 0,-109 85 0,12-5 0,4 5 0,164-79 0,-206 131 0,-7 2 0,-40 15 0,2 1 0,-1 2 0,2 2 0,70-7 0,-90 13 0,85-5 0,-67 7 0,50-9 0,-80 9 0,50-11 0,1 3 0,89-2 0,-27 11 0,185 5 0,-37 21 0,-172-10 0,-1 4 0,153 49 0,-183-48 0,247 72 0,-269-78 0,-1 1 0,-1 2 0,-1 3 0,-1 2 0,82 52 0,-65-29 0,-2 3 0,-2 3 0,96 108 0,-130-127 0,-2 0 0,0 2 0,16 38 0,44 113 0,-68-152 0,52 156-1365,-60-164-5461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4T17:54:46.7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6558 1100 24575,'-1'-5'0,"1"0"0,-1 1 0,0-1 0,0 0 0,-1 1 0,0-1 0,0 1 0,0 0 0,0-1 0,-5-5 0,-32-42 0,23 32 0,-7-8 0,-1 1 0,-1 1 0,-1 1 0,-35-27 0,-13 2 0,-1 3 0,-2 3 0,-3 3 0,-103-37 0,126 52 0,-56-35 0,-29-15 0,-10 10 0,-2 6 0,-173-41 0,219 66 0,83 25 0,0 1 0,-1 2 0,0 0 0,0 2 0,-50-4 0,53 9 0,-252-14 0,180 6 0,-115 7 0,-27-2 0,117-9 0,-65-2 0,-220-2 0,-197 3 0,372 15 0,-730-2 0,939 2 0,-1 0 0,1 2 0,0 0 0,-34 12 0,32-9 0,0-1 0,-1-1 0,-33 4 0,15-4 0,1 1 0,-1 3 0,1 1 0,1 2 0,0 2 0,0 2 0,2 1 0,-70 43 0,87-48 0,-1-1 0,-30 10 0,29-12 0,0 0 0,-25 16 0,34-18 0,0-1 0,-1 0 0,1-1 0,-1-1 0,-1 0 0,-18 2 0,14-2 0,0 0 0,1 1 0,-26 10 0,37-11 9,1 1 0,0-1 0,0 1 0,0 1 0,0-1 0,1 1 0,0 1 0,0-1 0,-6 10 0,-24 24-1464,24-29-5371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4T17:54:58.8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1633 24575,'6'-1'0,"-1"0"0,1 0 0,-1 0 0,1-1 0,-1 0 0,0 0 0,0 0 0,0-1 0,0 0 0,0 0 0,5-4 0,49-42 0,-57 47 0,144-148 0,-37 35 0,158-136 0,-199 193 0,3 4 0,84-50 0,-17 26 0,3 6 0,215-76 0,-239 105 0,404-133 0,-59 57 0,-440 113 0,400-83 0,-280 61 0,-31 12 0,218-6 0,-326 22 0,196-12 0,60 0 0,1578 13 0,-1763 2 0,109 20 0,39 3 0,-7-26 0,42 2 0,94 47 0,-259-33 0,265 70 0,-337-80 0,299 69 0,-173-43 0,132 29 0,-52-6 0,-212-51 0,-1 0 0,1 1 0,-1 1 0,0 0 0,0 1 0,-1 1 0,14 10 0,77 72 0,-46-38 0,29 31 0,-58-54 0,0-1 0,50 36 0,-55-47 0,0 1 0,-2 0 0,0 2 0,-1 1 0,32 42 0,-23-19 0,-2 0 0,28 63 0,33 117 0,7 15 0,-71-191 0,54 124 0,-66-132 0,12 67 0,-18-71 0,2 0 0,19 55 0,-22-75-195,-1 0 0,0 0 0,-1 0 0,-1 1 0,0-1 0,-2 30 0,0-23-6631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4T17:55:20.408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0 24575,'28'3'0,"0"1"0,-1 1 0,1 2 0,-1 0 0,-1 2 0,48 23 0,8 1 0,-30-14 0,0-2 0,1-2 0,1-2 0,0-3 0,110 7 0,-119-14 0,0 2 0,-1 2 0,75 22 0,-76-17 0,-18-4 34,0 1-1,35 18 1,0 1-1500,-32-17-5360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4T17:55:21.559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312 0 24575,'0'30'0,"-1"-1"0,-2 0 0,0 0 0,-2 0 0,-1 0 0,-2-1 0,-1 0 0,0-1 0,-20 38 0,7-13 0,3 1 0,2 1 0,2 1 0,-13 95 0,-21 78 0,31-162-77,5-18-567,-36 90 0,40-120-6182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4T17:55:23.237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0 24575,'3'5'0,"0"-1"0,-1 1 0,1-1 0,-1 1 0,0 0 0,0 0 0,0 0 0,-1 0 0,0 0 0,1 6 0,2 6 0,30 111 0,6-1 0,94 203 0,-115-297 0,2 0 0,1-2 0,38 42 0,-41-52 0,0 1 0,-1 1 0,-2 1 0,0 0 0,-1 1 0,-2 1 0,13 33 0,-20-40-105,-2-9-147,-1 0 0,0 1 0,-1-1 0,2 19 0,-4-9-6574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4T17:55:24.223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27 24575,'9'0'0,"17"0"0,12 0 0,15 0 0,15 0 0,15 0 0,11 0 0,18 0 0,2 0 0,-4 0 0,2 0 0,-8-4 0,-14-2 0,-17 0 0,-17 1 0,-13 2 0,-9 1 0,-11 1-8191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4T17:54:38.7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5509 1103 24575,'0'-6'0,"0"-1"0,-1 0 0,0 0 0,-1 1 0,1-1 0,-1 1 0,0-1 0,-1 1 0,0 0 0,0 0 0,0 0 0,-1 0 0,1 0 0,-2 1 0,1 0 0,0 0 0,-1 0 0,0 0 0,0 1 0,-1-1 0,-7-4 0,-12-5 0,-1 0 0,0 1 0,-51-16 0,0-1 0,-45-41 0,-85-17 0,120 53 0,-144-78 0,198 96 0,-51-21 0,31 16 0,3 3 0,0 2 0,-62-12 0,30 9 0,-130-35 0,47 20 0,110 25 0,-90-27 0,105 25 0,0 2 0,0 2 0,-1 2 0,-79-3 0,77 6 0,1-2 0,-64-15 0,3 0 0,-21 11 0,85 8 0,-65-10 0,-114-16 0,8 0 0,-31 0 0,163 16 0,-89-20 0,106 20 0,0 3 0,0 2 0,-1 3 0,-89 7 0,18-1 0,12-5 0,-134 5 0,203 4 0,-99 27 0,88-17 0,2-4 0,40-10 0,1 2 0,-1 0 0,1 1 0,0 1 0,1 1 0,-23 12 0,24-11 0,-1 0 0,1-2 0,-1 0 0,0-1 0,-22 3 0,20-4 0,-1 0 0,1 2 0,-38 17 0,-30 19-1365,72-37-5461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4T17:54:46.7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6558 1100 24575,'-1'-5'0,"1"0"0,-1 1 0,0-1 0,0 0 0,-1 1 0,0-1 0,0 1 0,0 0 0,0-1 0,-5-5 0,-32-42 0,23 32 0,-7-8 0,-1 1 0,-1 1 0,-1 1 0,-35-27 0,-13 2 0,-1 3 0,-2 3 0,-3 3 0,-103-37 0,126 52 0,-56-35 0,-29-15 0,-10 10 0,-2 6 0,-173-41 0,219 66 0,83 25 0,0 1 0,-1 2 0,0 0 0,0 2 0,-50-4 0,53 9 0,-252-14 0,180 6 0,-115 7 0,-27-2 0,117-9 0,-65-2 0,-220-2 0,-197 3 0,372 15 0,-730-2 0,939 2 0,-1 0 0,1 2 0,0 0 0,-34 12 0,32-9 0,0-1 0,-1-1 0,-33 4 0,15-4 0,1 1 0,-1 3 0,1 1 0,1 2 0,0 2 0,0 2 0,2 1 0,-70 43 0,87-48 0,-1-1 0,-30 10 0,29-12 0,0 0 0,-25 16 0,34-18 0,0-1 0,-1 0 0,1-1 0,-1-1 0,-1 0 0,-18 2 0,14-2 0,0 0 0,1 1 0,-26 10 0,37-11 9,1 1 0,0-1 0,0 1 0,0 1 0,0-1 0,1 1 0,0 1 0,0-1 0,-6 10 0,-24 24-1464,24-29-5371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4T17:54:58.8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1633 24575,'6'-1'0,"-1"0"0,1 0 0,-1 0 0,1-1 0,-1 0 0,0 0 0,0 0 0,0-1 0,0 0 0,0 0 0,5-4 0,49-42 0,-57 47 0,144-148 0,-37 35 0,158-136 0,-199 193 0,3 4 0,84-50 0,-17 26 0,3 6 0,215-76 0,-239 105 0,404-133 0,-59 57 0,-440 113 0,400-83 0,-280 61 0,-31 12 0,218-6 0,-326 22 0,196-12 0,60 0 0,1578 13 0,-1763 2 0,109 20 0,39 3 0,-7-26 0,42 2 0,94 47 0,-259-33 0,265 70 0,-337-80 0,299 69 0,-173-43 0,132 29 0,-52-6 0,-212-51 0,-1 0 0,1 1 0,-1 1 0,0 0 0,0 1 0,-1 1 0,14 10 0,77 72 0,-46-38 0,29 31 0,-58-54 0,0-1 0,50 36 0,-55-47 0,0 1 0,-2 0 0,0 2 0,-1 1 0,32 42 0,-23-19 0,-2 0 0,28 63 0,33 117 0,7 15 0,-71-191 0,54 124 0,-66-132 0,12 67 0,-18-71 0,2 0 0,19 55 0,-22-75-195,-1 0 0,0 0 0,-1 0 0,-1 1 0,0-1 0,-2 30 0,0-23-6631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4T17:54:38.7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5509 1103 24575,'0'-6'0,"0"-1"0,-1 0 0,0 0 0,-1 1 0,1-1 0,-1 1 0,0-1 0,-1 1 0,0 0 0,0 0 0,0 0 0,-1 0 0,1 0 0,-2 1 0,1 0 0,0 0 0,-1 0 0,0 0 0,0 1 0,-1-1 0,-7-4 0,-12-5 0,-1 0 0,0 1 0,-51-16 0,0-1 0,-45-41 0,-85-17 0,120 53 0,-144-78 0,198 96 0,-51-21 0,31 16 0,3 3 0,0 2 0,-62-12 0,30 9 0,-130-35 0,47 20 0,110 25 0,-90-27 0,105 25 0,0 2 0,0 2 0,-1 2 0,-79-3 0,77 6 0,1-2 0,-64-15 0,3 0 0,-21 11 0,85 8 0,-65-10 0,-114-16 0,8 0 0,-31 0 0,163 16 0,-89-20 0,106 20 0,0 3 0,0 2 0,-1 3 0,-89 7 0,18-1 0,12-5 0,-134 5 0,203 4 0,-99 27 0,88-17 0,2-4 0,40-10 0,1 2 0,-1 0 0,1 1 0,0 1 0,1 1 0,-23 12 0,24-11 0,-1 0 0,1-2 0,-1 0 0,0-1 0,-22 3 0,20-4 0,-1 0 0,1 2 0,-38 17 0,-30 19-1365,72-37-5461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4T17:54:46.7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6558 1100 24575,'-1'-5'0,"1"0"0,-1 1 0,0-1 0,0 0 0,-1 1 0,0-1 0,0 1 0,0 0 0,0-1 0,-5-5 0,-32-42 0,23 32 0,-7-8 0,-1 1 0,-1 1 0,-1 1 0,-35-27 0,-13 2 0,-1 3 0,-2 3 0,-3 3 0,-103-37 0,126 52 0,-56-35 0,-29-15 0,-10 10 0,-2 6 0,-173-41 0,219 66 0,83 25 0,0 1 0,-1 2 0,0 0 0,0 2 0,-50-4 0,53 9 0,-252-14 0,180 6 0,-115 7 0,-27-2 0,117-9 0,-65-2 0,-220-2 0,-197 3 0,372 15 0,-730-2 0,939 2 0,-1 0 0,1 2 0,0 0 0,-34 12 0,32-9 0,0-1 0,-1-1 0,-33 4 0,15-4 0,1 1 0,-1 3 0,1 1 0,1 2 0,0 2 0,0 2 0,2 1 0,-70 43 0,87-48 0,-1-1 0,-30 10 0,29-12 0,0 0 0,-25 16 0,34-18 0,0-1 0,-1 0 0,1-1 0,-1-1 0,-1 0 0,-18 2 0,14-2 0,0 0 0,1 1 0,-26 10 0,37-11 9,1 1 0,0-1 0,0 1 0,0 1 0,0-1 0,1 1 0,0 1 0,0-1 0,-6 10 0,-24 24-1464,24-29-5371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4T17:54:58.8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1633 24575,'6'-1'0,"-1"0"0,1 0 0,-1 0 0,1-1 0,-1 0 0,0 0 0,0 0 0,0-1 0,0 0 0,0 0 0,5-4 0,49-42 0,-57 47 0,144-148 0,-37 35 0,158-136 0,-199 193 0,3 4 0,84-50 0,-17 26 0,3 6 0,215-76 0,-239 105 0,404-133 0,-59 57 0,-440 113 0,400-83 0,-280 61 0,-31 12 0,218-6 0,-326 22 0,196-12 0,60 0 0,1578 13 0,-1763 2 0,109 20 0,39 3 0,-7-26 0,42 2 0,94 47 0,-259-33 0,265 70 0,-337-80 0,299 69 0,-173-43 0,132 29 0,-52-6 0,-212-51 0,-1 0 0,1 1 0,-1 1 0,0 0 0,0 1 0,-1 1 0,14 10 0,77 72 0,-46-38 0,29 31 0,-58-54 0,0-1 0,50 36 0,-55-47 0,0 1 0,-2 0 0,0 2 0,-1 1 0,32 42 0,-23-19 0,-2 0 0,28 63 0,33 117 0,7 15 0,-71-191 0,54 124 0,-66-132 0,12 67 0,-18-71 0,2 0 0,19 55 0,-22-75-195,-1 0 0,0 0 0,-1 0 0,-1 1 0,0-1 0,-2 30 0,0-23-6631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56:16.1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1633 24575,'6'-1'0,"-1"0"0,1 0 0,-1 0 0,1-1 0,-1 0 0,0 0 0,0 0 0,0-1 0,0 0 0,0 0 0,5-4 0,49-42 0,-57 47 0,144-148 0,-37 35 0,158-136 0,-199 193 0,3 4 0,84-50 0,-17 26 0,3 6 0,215-76 0,-239 105 0,404-133 0,-59 57 0,-440 113 0,400-83 0,-280 61 0,-31 12 0,218-6 0,-326 22 0,196-12 0,60 0 0,1578 13 0,-1763 2 0,109 20 0,39 3 0,-7-26 0,42 2 0,94 47 0,-259-33 0,265 70 0,-337-80 0,299 69 0,-173-43 0,132 29 0,-52-6 0,-212-51 0,-1 0 0,1 1 0,-1 1 0,0 0 0,0 1 0,-1 1 0,14 10 0,77 72 0,-46-38 0,29 31 0,-58-54 0,0-1 0,50 36 0,-55-47 0,0 1 0,-2 0 0,0 2 0,-1 1 0,32 42 0,-23-19 0,-2 0 0,28 63 0,33 117 0,7 15 0,-71-191 0,54 124 0,-66-132 0,12 67 0,-18-71 0,2 0 0,19 55 0,-22-75-195,-1 0 0,0 0 0,-1 0 0,-1 1 0,0-1 0,-2 30 0,0-23-6631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57:51.2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1633 24575,'6'-1'0,"-1"0"0,1 0 0,-1 0 0,1-1 0,-1 0 0,0 0 0,0 0 0,0-1 0,0 0 0,0 0 0,5-4 0,49-42 0,-57 47 0,144-148 0,-37 35 0,158-136 0,-199 193 0,3 4 0,84-50 0,-17 26 0,3 6 0,215-76 0,-239 105 0,404-133 0,-59 57 0,-440 113 0,400-83 0,-280 61 0,-31 12 0,218-6 0,-326 22 0,196-12 0,60 0 0,1578 13 0,-1763 2 0,109 20 0,39 3 0,-7-26 0,42 2 0,94 47 0,-259-33 0,265 70 0,-337-80 0,299 69 0,-173-43 0,132 29 0,-52-6 0,-212-51 0,-1 0 0,1 1 0,-1 1 0,0 0 0,0 1 0,-1 1 0,14 10 0,77 72 0,-46-38 0,29 31 0,-58-54 0,0-1 0,50 36 0,-55-47 0,0 1 0,-2 0 0,0 2 0,-1 1 0,32 42 0,-23-19 0,-2 0 0,28 63 0,33 117 0,7 15 0,-71-191 0,54 124 0,-66-132 0,12 67 0,-18-71 0,2 0 0,19 55 0,-22-75-195,-1 0 0,0 0 0,-1 0 0,-1 1 0,0-1 0,-2 30 0,0-23-6631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6:07:27.4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1633 24575,'6'-1'0,"-1"0"0,1 0 0,-1 0 0,1-1 0,-1 0 0,0 0 0,0 0 0,0-1 0,0 0 0,0 0 0,5-4 0,49-42 0,-57 47 0,144-148 0,-37 35 0,158-136 0,-199 193 0,3 4 0,84-50 0,-17 26 0,3 6 0,215-76 0,-239 105 0,404-133 0,-59 57 0,-440 113 0,400-83 0,-280 61 0,-31 12 0,218-6 0,-326 22 0,196-12 0,60 0 0,1578 13 0,-1763 2 0,109 20 0,39 3 0,-7-26 0,42 2 0,94 47 0,-259-33 0,265 70 0,-337-80 0,299 69 0,-173-43 0,132 29 0,-52-6 0,-212-51 0,-1 0 0,1 1 0,-1 1 0,0 0 0,0 1 0,-1 1 0,14 10 0,77 72 0,-46-38 0,29 31 0,-58-54 0,0-1 0,50 36 0,-55-47 0,0 1 0,-2 0 0,0 2 0,-1 1 0,32 42 0,-23-19 0,-2 0 0,28 63 0,33 117 0,7 15 0,-71-191 0,54 124 0,-66-132 0,12 67 0,-18-71 0,2 0 0,19 55 0,-22-75-195,-1 0 0,0 0 0,-1 0 0,-1 1 0,0-1 0,-2 30 0,0-23-6631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56:16.1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1633 24575,'6'-1'0,"-1"0"0,1 0 0,-1 0 0,1-1 0,-1 0 0,0 0 0,0 0 0,0-1 0,0 0 0,0 0 0,5-4 0,49-42 0,-57 47 0,144-148 0,-37 35 0,158-136 0,-199 193 0,3 4 0,84-50 0,-17 26 0,3 6 0,215-76 0,-239 105 0,404-133 0,-59 57 0,-440 113 0,400-83 0,-280 61 0,-31 12 0,218-6 0,-326 22 0,196-12 0,60 0 0,1578 13 0,-1763 2 0,109 20 0,39 3 0,-7-26 0,42 2 0,94 47 0,-259-33 0,265 70 0,-337-80 0,299 69 0,-173-43 0,132 29 0,-52-6 0,-212-51 0,-1 0 0,1 1 0,-1 1 0,0 0 0,0 1 0,-1 1 0,14 10 0,77 72 0,-46-38 0,29 31 0,-58-54 0,0-1 0,50 36 0,-55-47 0,0 1 0,-2 0 0,0 2 0,-1 1 0,32 42 0,-23-19 0,-2 0 0,28 63 0,33 117 0,7 15 0,-71-191 0,54 124 0,-66-132 0,12 67 0,-18-71 0,2 0 0,19 55 0,-22-75-195,-1 0 0,0 0 0,-1 0 0,-1 1 0,0-1 0,-2 30 0,0-23-6631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57:51.2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1633 24575,'6'-1'0,"-1"0"0,1 0 0,-1 0 0,1-1 0,-1 0 0,0 0 0,0 0 0,0-1 0,0 0 0,0 0 0,5-4 0,49-42 0,-57 47 0,144-148 0,-37 35 0,158-136 0,-199 193 0,3 4 0,84-50 0,-17 26 0,3 6 0,215-76 0,-239 105 0,404-133 0,-59 57 0,-440 113 0,400-83 0,-280 61 0,-31 12 0,218-6 0,-326 22 0,196-12 0,60 0 0,1578 13 0,-1763 2 0,109 20 0,39 3 0,-7-26 0,42 2 0,94 47 0,-259-33 0,265 70 0,-337-80 0,299 69 0,-173-43 0,132 29 0,-52-6 0,-212-51 0,-1 0 0,1 1 0,-1 1 0,0 0 0,0 1 0,-1 1 0,14 10 0,77 72 0,-46-38 0,29 31 0,-58-54 0,0-1 0,50 36 0,-55-47 0,0 1 0,-2 0 0,0 2 0,-1 1 0,32 42 0,-23-19 0,-2 0 0,28 63 0,33 117 0,7 15 0,-71-191 0,54 124 0,-66-132 0,12 67 0,-18-71 0,2 0 0,19 55 0,-22-75-195,-1 0 0,0 0 0,-1 0 0,-1 1 0,0-1 0,-2 30 0,0-23-6631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6:07:27.4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1633 24575,'6'-1'0,"-1"0"0,1 0 0,-1 0 0,1-1 0,-1 0 0,0 0 0,0 0 0,0-1 0,0 0 0,0 0 0,5-4 0,49-42 0,-57 47 0,144-148 0,-37 35 0,158-136 0,-199 193 0,3 4 0,84-50 0,-17 26 0,3 6 0,215-76 0,-239 105 0,404-133 0,-59 57 0,-440 113 0,400-83 0,-280 61 0,-31 12 0,218-6 0,-326 22 0,196-12 0,60 0 0,1578 13 0,-1763 2 0,109 20 0,39 3 0,-7-26 0,42 2 0,94 47 0,-259-33 0,265 70 0,-337-80 0,299 69 0,-173-43 0,132 29 0,-52-6 0,-212-51 0,-1 0 0,1 1 0,-1 1 0,0 0 0,0 1 0,-1 1 0,14 10 0,77 72 0,-46-38 0,29 31 0,-58-54 0,0-1 0,50 36 0,-55-47 0,0 1 0,-2 0 0,0 2 0,-1 1 0,32 42 0,-23-19 0,-2 0 0,28 63 0,33 117 0,7 15 0,-71-191 0,54 124 0,-66-132 0,12 67 0,-18-71 0,2 0 0,19 55 0,-22-75-195,-1 0 0,0 0 0,-1 0 0,-1 1 0,0-1 0,-2 30 0,0-23-6631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0 538 24575,'45'-47'0,"2"3"0,2 1 0,2 3 0,99-60 0,64 6 0,-45 23 0,-148 60 0,0 0 0,1 2 0,0 0 0,0 2 0,1 0 0,0 2 0,0 0 0,43-2 0,-33 5 0,50-9 0,-50 5 0,56-2 0,21 7 0,259 4 0,-314 2 0,-1 2 0,0 3 0,0 2 0,67 25 0,199 99 0,-247-95 0,-1 3 0,100 81 0,-107-76 0,48 52 0,-85-73 0,2-1 0,56 40 0,-79-62 0,0 1 0,-1-1 0,0 1 0,-1 1 0,1-1 0,-1 1 0,0 0 0,-1 0 0,0 1 0,0 0 0,3 9 0,-1-5 0,0-1 0,0 1 0,15 19 0,1-2 0,-2 1 0,-1 0 0,-1 2 0,23 58 0,-12-27 0,42 76 0,-59-111 0,-1 0 0,-1 0 0,-2 1 0,-1 1 0,-1-1 0,-2 1 0,2 35 0,-7-55 0,1 0 0,0 0 0,1-1 0,0 1 0,1 0 0,0-1 0,0 1 0,1-1 0,0 0 0,1 1 0,8 14 0,-6-11 0,0 1 0,-2-1 0,0 1 0,0-1 0,-1 1 0,2 25 0,3 16 0,19 79 0,-6-12-1365,-15-99-5461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5509 1103 24575,'0'-6'0,"0"-1"0,-1 0 0,0 0 0,-1 1 0,1-1 0,-1 1 0,0-1 0,-1 1 0,0 0 0,0 0 0,0 0 0,-1 0 0,1 0 0,-2 1 0,1 0 0,0 0 0,-1 0 0,0 0 0,0 1 0,-1-1 0,-7-4 0,-12-5 0,-1 0 0,0 1 0,-51-16 0,0-1 0,-45-41 0,-85-17 0,120 53 0,-144-78 0,198 96 0,-51-21 0,31 16 0,3 3 0,0 2 0,-62-12 0,30 9 0,-130-35 0,47 20 0,110 25 0,-90-27 0,105 25 0,0 2 0,0 2 0,-1 2 0,-79-3 0,77 6 0,1-2 0,-64-15 0,3 0 0,-21 11 0,85 8 0,-65-10 0,-114-16 0,8 0 0,-31 0 0,163 16 0,-89-20 0,106 20 0,0 3 0,0 2 0,-1 3 0,-89 7 0,18-1 0,12-5 0,-134 5 0,203 4 0,-99 27 0,88-17 0,2-4 0,40-10 0,1 2 0,-1 0 0,1 1 0,0 1 0,1 1 0,-23 12 0,24-11 0,-1 0 0,1-2 0,-1 0 0,0-1 0,-22 3 0,20-4 0,-1 0 0,1 2 0,-38 17 0,-30 19-1365,72-37-5461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2195 24575,'2'-4'0,"-1"0"0,1 0 0,0 0 0,1 0 0,-1 0 0,1 1 0,-1-1 0,1 1 0,0 0 0,0 0 0,1 0 0,5-5 0,4-4 0,50-61 0,-3-3 0,62-103 0,-63 88 0,101-119 0,69-60 0,-175 204 0,187-180 0,-184 193 0,41-32 0,126-84 0,-109 85 0,12-5 0,4 5 0,164-79 0,-206 131 0,-7 2 0,-40 15 0,2 1 0,-1 2 0,2 2 0,70-7 0,-90 13 0,85-5 0,-67 7 0,50-9 0,-80 9 0,50-11 0,1 3 0,89-2 0,-27 11 0,185 5 0,-37 21 0,-172-10 0,-1 4 0,153 49 0,-183-48 0,247 72 0,-269-78 0,-1 1 0,-1 2 0,-1 3 0,-1 2 0,82 52 0,-65-29 0,-2 3 0,-2 3 0,96 108 0,-130-127 0,-2 0 0,0 2 0,16 38 0,44 113 0,-68-152 0,52 156-1365,-60-164-5461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6558 1100 24575,'-1'-5'0,"1"0"0,-1 1 0,0-1 0,0 0 0,-1 1 0,0-1 0,0 1 0,0 0 0,0-1 0,-5-5 0,-32-42 0,23 32 0,-7-8 0,-1 1 0,-1 1 0,-1 1 0,-35-27 0,-13 2 0,-1 3 0,-2 3 0,-3 3 0,-103-37 0,126 52 0,-56-35 0,-29-15 0,-10 10 0,-2 6 0,-173-41 0,219 66 0,83 25 0,0 1 0,-1 2 0,0 0 0,0 2 0,-50-4 0,53 9 0,-252-14 0,180 6 0,-115 7 0,-27-2 0,117-9 0,-65-2 0,-220-2 0,-197 3 0,372 15 0,-730-2 0,939 2 0,-1 0 0,1 2 0,0 0 0,-34 12 0,32-9 0,0-1 0,-1-1 0,-33 4 0,15-4 0,1 1 0,-1 3 0,1 1 0,1 2 0,0 2 0,0 2 0,2 1 0,-70 43 0,87-48 0,-1-1 0,-30 10 0,29-12 0,0 0 0,-25 16 0,34-18 0,0-1 0,-1 0 0,1-1 0,-1-1 0,-1 0 0,-18 2 0,14-2 0,0 0 0,1 1 0,-26 10 0,37-11 9,1 1 0,0-1 0,0 1 0,0 1 0,0-1 0,1 1 0,0 1 0,0-1 0,-6 10 0,-24 24-1464,24-29-5371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1633 24575,'6'-1'0,"-1"0"0,1 0 0,-1 0 0,1-1 0,-1 0 0,0 0 0,0 0 0,0-1 0,0 0 0,0 0 0,5-4 0,49-42 0,-57 47 0,144-148 0,-37 35 0,158-136 0,-199 193 0,3 4 0,84-50 0,-17 26 0,3 6 0,215-76 0,-239 105 0,404-133 0,-59 57 0,-440 113 0,400-83 0,-280 61 0,-31 12 0,218-6 0,-326 22 0,196-12 0,60 0 0,1578 13 0,-1763 2 0,109 20 0,39 3 0,-7-26 0,42 2 0,94 47 0,-259-33 0,265 70 0,-337-80 0,299 69 0,-173-43 0,132 29 0,-52-6 0,-212-51 0,-1 0 0,1 1 0,-1 1 0,0 0 0,0 1 0,-1 1 0,14 10 0,77 72 0,-46-38 0,29 31 0,-58-54 0,0-1 0,50 36 0,-55-47 0,0 1 0,-2 0 0,0 2 0,-1 1 0,32 42 0,-23-19 0,-2 0 0,28 63 0,33 117 0,7 15 0,-71-191 0,54 124 0,-66-132 0,12 67 0,-18-71 0,2 0 0,19 55 0,-22-75-195,-1 0 0,0 0 0,-1 0 0,-1 1 0,0-1 0,-2 30 0,0-23-6631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0 538 24575,'45'-47'0,"2"3"0,2 1 0,2 3 0,99-60 0,64 6 0,-45 23 0,-148 60 0,0 0 0,1 2 0,0 0 0,0 2 0,1 0 0,0 2 0,0 0 0,43-2 0,-33 5 0,50-9 0,-50 5 0,56-2 0,21 7 0,259 4 0,-314 2 0,-1 2 0,0 3 0,0 2 0,67 25 0,199 99 0,-247-95 0,-1 3 0,100 81 0,-107-76 0,48 52 0,-85-73 0,2-1 0,56 40 0,-79-62 0,0 1 0,-1-1 0,0 1 0,-1 1 0,1-1 0,-1 1 0,0 0 0,-1 0 0,0 1 0,0 0 0,3 9 0,-1-5 0,0-1 0,0 1 0,15 19 0,1-2 0,-2 1 0,-1 0 0,-1 2 0,23 58 0,-12-27 0,42 76 0,-59-111 0,-1 0 0,-1 0 0,-2 1 0,-1 1 0,-1-1 0,-2 1 0,2 35 0,-7-55 0,1 0 0,0 0 0,1-1 0,0 1 0,1 0 0,0-1 0,0 1 0,1-1 0,0 0 0,1 1 0,8 14 0,-6-11 0,0 1 0,-2-1 0,0 1 0,0-1 0,-1 1 0,2 25 0,3 16 0,19 79 0,-6-12-1365,-15-99-5461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5509 1103 24575,'0'-6'0,"0"-1"0,-1 0 0,0 0 0,-1 1 0,1-1 0,-1 1 0,0-1 0,-1 1 0,0 0 0,0 0 0,0 0 0,-1 0 0,1 0 0,-2 1 0,1 0 0,0 0 0,-1 0 0,0 0 0,0 1 0,-1-1 0,-7-4 0,-12-5 0,-1 0 0,0 1 0,-51-16 0,0-1 0,-45-41 0,-85-17 0,120 53 0,-144-78 0,198 96 0,-51-21 0,31 16 0,3 3 0,0 2 0,-62-12 0,30 9 0,-130-35 0,47 20 0,110 25 0,-90-27 0,105 25 0,0 2 0,0 2 0,-1 2 0,-79-3 0,77 6 0,1-2 0,-64-15 0,3 0 0,-21 11 0,85 8 0,-65-10 0,-114-16 0,8 0 0,-31 0 0,163 16 0,-89-20 0,106 20 0,0 3 0,0 2 0,-1 3 0,-89 7 0,18-1 0,12-5 0,-134 5 0,203 4 0,-99 27 0,88-17 0,2-4 0,40-10 0,1 2 0,-1 0 0,1 1 0,0 1 0,1 1 0,-23 12 0,24-11 0,-1 0 0,1-2 0,-1 0 0,0-1 0,-22 3 0,20-4 0,-1 0 0,1 2 0,-38 17 0,-30 19-1365,72-37-5461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2195 24575,'2'-4'0,"-1"0"0,1 0 0,0 0 0,1 0 0,-1 0 0,1 1 0,-1-1 0,1 1 0,0 0 0,0 0 0,1 0 0,5-5 0,4-4 0,50-61 0,-3-3 0,62-103 0,-63 88 0,101-119 0,69-60 0,-175 204 0,187-180 0,-184 193 0,41-32 0,126-84 0,-109 85 0,12-5 0,4 5 0,164-79 0,-206 131 0,-7 2 0,-40 15 0,2 1 0,-1 2 0,2 2 0,70-7 0,-90 13 0,85-5 0,-67 7 0,50-9 0,-80 9 0,50-11 0,1 3 0,89-2 0,-27 11 0,185 5 0,-37 21 0,-172-10 0,-1 4 0,153 49 0,-183-48 0,247 72 0,-269-78 0,-1 1 0,-1 2 0,-1 3 0,-1 2 0,82 52 0,-65-29 0,-2 3 0,-2 3 0,96 108 0,-130-127 0,-2 0 0,0 2 0,16 38 0,44 113 0,-68-152 0,52 156-1365,-60-164-5461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6558 1100 24575,'-1'-5'0,"1"0"0,-1 1 0,0-1 0,0 0 0,-1 1 0,0-1 0,0 1 0,0 0 0,0-1 0,-5-5 0,-32-42 0,23 32 0,-7-8 0,-1 1 0,-1 1 0,-1 1 0,-35-27 0,-13 2 0,-1 3 0,-2 3 0,-3 3 0,-103-37 0,126 52 0,-56-35 0,-29-15 0,-10 10 0,-2 6 0,-173-41 0,219 66 0,83 25 0,0 1 0,-1 2 0,0 0 0,0 2 0,-50-4 0,53 9 0,-252-14 0,180 6 0,-115 7 0,-27-2 0,117-9 0,-65-2 0,-220-2 0,-197 3 0,372 15 0,-730-2 0,939 2 0,-1 0 0,1 2 0,0 0 0,-34 12 0,32-9 0,0-1 0,-1-1 0,-33 4 0,15-4 0,1 1 0,-1 3 0,1 1 0,1 2 0,0 2 0,0 2 0,2 1 0,-70 43 0,87-48 0,-1-1 0,-30 10 0,29-12 0,0 0 0,-25 16 0,34-18 0,0-1 0,-1 0 0,1-1 0,-1-1 0,-1 0 0,-18 2 0,14-2 0,0 0 0,1 1 0,-26 10 0,37-11 9,1 1 0,0-1 0,0 1 0,0 1 0,0-1 0,1 1 0,0 1 0,0-1 0,-6 10 0,-24 24-1464,24-29-5371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1633 24575,'6'-1'0,"-1"0"0,1 0 0,-1 0 0,1-1 0,-1 0 0,0 0 0,0 0 0,0-1 0,0 0 0,0 0 0,5-4 0,49-42 0,-57 47 0,144-148 0,-37 35 0,158-136 0,-199 193 0,3 4 0,84-50 0,-17 26 0,3 6 0,215-76 0,-239 105 0,404-133 0,-59 57 0,-440 113 0,400-83 0,-280 61 0,-31 12 0,218-6 0,-326 22 0,196-12 0,60 0 0,1578 13 0,-1763 2 0,109 20 0,39 3 0,-7-26 0,42 2 0,94 47 0,-259-33 0,265 70 0,-337-80 0,299 69 0,-173-43 0,132 29 0,-52-6 0,-212-51 0,-1 0 0,1 1 0,-1 1 0,0 0 0,0 1 0,-1 1 0,14 10 0,77 72 0,-46-38 0,29 31 0,-58-54 0,0-1 0,50 36 0,-55-47 0,0 1 0,-2 0 0,0 2 0,-1 1 0,32 42 0,-23-19 0,-2 0 0,28 63 0,33 117 0,7 15 0,-71-191 0,54 124 0,-66-132 0,12 67 0,-18-71 0,2 0 0,19 55 0,-22-75-195,-1 0 0,0 0 0,-1 0 0,-1 1 0,0-1 0,-2 30 0,0-23-6631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78"/>
    </inkml:context>
    <inkml:brush xml:id="br0">
      <inkml:brushProperty name="width" value="0.035" units="cm"/>
      <inkml:brushProperty name="height" value="0.035" units="cm"/>
      <inkml:brushProperty name="color" value="#FF0000"/>
    </inkml:brush>
  </inkml:definitions>
  <inkml:trace contextRef="#ctx0" brushRef="#br0">0 538 24575,'45'-47'0,"2"3"0,2 1 0,2 3 0,99-60 0,64 6 0,-45 23 0,-148 60 0,0 0 0,1 2 0,0 0 0,0 2 0,1 0 0,0 2 0,0 0 0,43-2 0,-33 5 0,50-9 0,-50 5 0,56-2 0,21 7 0,259 4 0,-314 2 0,-1 2 0,0 3 0,0 2 0,67 25 0,199 99 0,-247-95 0,-1 3 0,100 81 0,-107-76 0,48 52 0,-85-73 0,2-1 0,56 40 0,-79-62 0,0 1 0,-1-1 0,0 1 0,-1 1 0,1-1 0,-1 1 0,0 0 0,-1 0 0,0 1 0,0 0 0,3 9 0,-1-5 0,0-1 0,0 1 0,15 19 0,1-2 0,-2 1 0,-1 0 0,-1 2 0,23 58 0,-12-27 0,42 76 0,-59-111 0,-1 0 0,-1 0 0,-2 1 0,-1 1 0,-1-1 0,-2 1 0,2 35 0,-7-55 0,1 0 0,0 0 0,1-1 0,0 1 0,1 0 0,0-1 0,0 1 0,1-1 0,0 0 0,1 1 0,8 14 0,-6-11 0,0 1 0,-2-1 0,0 1 0,0-1 0,-1 1 0,2 25 0,3 16 0,19 79 0,-6-12-1365,-15-99-5461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5509 1103 24575,'0'-6'0,"0"-1"0,-1 0 0,0 0 0,-1 1 0,1-1 0,-1 1 0,0-1 0,-1 1 0,0 0 0,0 0 0,0 0 0,-1 0 0,1 0 0,-2 1 0,1 0 0,0 0 0,-1 0 0,0 0 0,0 1 0,-1-1 0,-7-4 0,-12-5 0,-1 0 0,0 1 0,-51-16 0,0-1 0,-45-41 0,-85-17 0,120 53 0,-144-78 0,198 96 0,-51-21 0,31 16 0,3 3 0,0 2 0,-62-12 0,30 9 0,-130-35 0,47 20 0,110 25 0,-90-27 0,105 25 0,0 2 0,0 2 0,-1 2 0,-79-3 0,77 6 0,1-2 0,-64-15 0,3 0 0,-21 11 0,85 8 0,-65-10 0,-114-16 0,8 0 0,-31 0 0,163 16 0,-89-20 0,106 20 0,0 3 0,0 2 0,-1 3 0,-89 7 0,18-1 0,12-5 0,-134 5 0,203 4 0,-99 27 0,88-17 0,2-4 0,40-10 0,1 2 0,-1 0 0,1 1 0,0 1 0,1 1 0,-23 12 0,24-11 0,-1 0 0,1-2 0,-1 0 0,0-1 0,-22 3 0,20-4 0,-1 0 0,1 2 0,-38 17 0,-30 19-1365,72-37-5461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2195 24575,'2'-4'0,"-1"0"0,1 0 0,0 0 0,1 0 0,-1 0 0,1 1 0,-1-1 0,1 1 0,0 0 0,0 0 0,1 0 0,5-5 0,4-4 0,50-61 0,-3-3 0,62-103 0,-63 88 0,101-119 0,69-60 0,-175 204 0,187-180 0,-184 193 0,41-32 0,126-84 0,-109 85 0,12-5 0,4 5 0,164-79 0,-206 131 0,-7 2 0,-40 15 0,2 1 0,-1 2 0,2 2 0,70-7 0,-90 13 0,85-5 0,-67 7 0,50-9 0,-80 9 0,50-11 0,1 3 0,89-2 0,-27 11 0,185 5 0,-37 21 0,-172-10 0,-1 4 0,153 49 0,-183-48 0,247 72 0,-269-78 0,-1 1 0,-1 2 0,-1 3 0,-1 2 0,82 52 0,-65-29 0,-2 3 0,-2 3 0,96 108 0,-130-127 0,-2 0 0,0 2 0,16 38 0,44 113 0,-68-152 0,52 156-1365,-60-164-5461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6558 1100 24575,'-1'-5'0,"1"0"0,-1 1 0,0-1 0,0 0 0,-1 1 0,0-1 0,0 1 0,0 0 0,0-1 0,-5-5 0,-32-42 0,23 32 0,-7-8 0,-1 1 0,-1 1 0,-1 1 0,-35-27 0,-13 2 0,-1 3 0,-2 3 0,-3 3 0,-103-37 0,126 52 0,-56-35 0,-29-15 0,-10 10 0,-2 6 0,-173-41 0,219 66 0,83 25 0,0 1 0,-1 2 0,0 0 0,0 2 0,-50-4 0,53 9 0,-252-14 0,180 6 0,-115 7 0,-27-2 0,117-9 0,-65-2 0,-220-2 0,-197 3 0,372 15 0,-730-2 0,939 2 0,-1 0 0,1 2 0,0 0 0,-34 12 0,32-9 0,0-1 0,-1-1 0,-33 4 0,15-4 0,1 1 0,-1 3 0,1 1 0,1 2 0,0 2 0,0 2 0,2 1 0,-70 43 0,87-48 0,-1-1 0,-30 10 0,29-12 0,0 0 0,-25 16 0,34-18 0,0-1 0,-1 0 0,1-1 0,-1-1 0,-1 0 0,-18 2 0,14-2 0,0 0 0,1 1 0,-26 10 0,37-11 9,1 1 0,0-1 0,0 1 0,0 1 0,0-1 0,1 1 0,0 1 0,0-1 0,-6 10 0,-24 24-1464,24-29-5371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1633 24575,'6'-1'0,"-1"0"0,1 0 0,-1 0 0,1-1 0,-1 0 0,0 0 0,0 0 0,0-1 0,0 0 0,0 0 0,5-4 0,49-42 0,-57 47 0,144-148 0,-37 35 0,158-136 0,-199 193 0,3 4 0,84-50 0,-17 26 0,3 6 0,215-76 0,-239 105 0,404-133 0,-59 57 0,-440 113 0,400-83 0,-280 61 0,-31 12 0,218-6 0,-326 22 0,196-12 0,60 0 0,1578 13 0,-1763 2 0,109 20 0,39 3 0,-7-26 0,42 2 0,94 47 0,-259-33 0,265 70 0,-337-80 0,299 69 0,-173-43 0,132 29 0,-52-6 0,-212-51 0,-1 0 0,1 1 0,-1 1 0,0 0 0,0 1 0,-1 1 0,14 10 0,77 72 0,-46-38 0,29 31 0,-58-54 0,0-1 0,50 36 0,-55-47 0,0 1 0,-2 0 0,0 2 0,-1 1 0,32 42 0,-23-19 0,-2 0 0,28 63 0,33 117 0,7 15 0,-71-191 0,54 124 0,-66-132 0,12 67 0,-18-71 0,2 0 0,19 55 0,-22-75-195,-1 0 0,0 0 0,-1 0 0,-1 1 0,0-1 0,-2 30 0,0-23-6631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78"/>
    </inkml:context>
    <inkml:brush xml:id="br0">
      <inkml:brushProperty name="width" value="0.035" units="cm"/>
      <inkml:brushProperty name="height" value="0.035" units="cm"/>
      <inkml:brushProperty name="color" value="#FF0000"/>
    </inkml:brush>
  </inkml:definitions>
  <inkml:trace contextRef="#ctx0" brushRef="#br0">0 538 24575,'45'-47'0,"2"3"0,2 1 0,2 3 0,99-60 0,64 6 0,-45 23 0,-148 60 0,0 0 0,1 2 0,0 0 0,0 2 0,1 0 0,0 2 0,0 0 0,43-2 0,-33 5 0,50-9 0,-50 5 0,56-2 0,21 7 0,259 4 0,-314 2 0,-1 2 0,0 3 0,0 2 0,67 25 0,199 99 0,-247-95 0,-1 3 0,100 81 0,-107-76 0,48 52 0,-85-73 0,2-1 0,56 40 0,-79-62 0,0 1 0,-1-1 0,0 1 0,-1 1 0,1-1 0,-1 1 0,0 0 0,-1 0 0,0 1 0,0 0 0,3 9 0,-1-5 0,0-1 0,0 1 0,15 19 0,1-2 0,-2 1 0,-1 0 0,-1 2 0,23 58 0,-12-27 0,42 76 0,-59-111 0,-1 0 0,-1 0 0,-2 1 0,-1 1 0,-1-1 0,-2 1 0,2 35 0,-7-55 0,1 0 0,0 0 0,1-1 0,0 1 0,1 0 0,0-1 0,0 1 0,1-1 0,0 0 0,1 1 0,8 14 0,-6-11 0,0 1 0,-2-1 0,0 1 0,0-1 0,-1 1 0,2 25 0,3 16 0,19 79 0,-6-12-1365,-15-99-5461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5509 1103 24575,'0'-6'0,"0"-1"0,-1 0 0,0 0 0,-1 1 0,1-1 0,-1 1 0,0-1 0,-1 1 0,0 0 0,0 0 0,0 0 0,-1 0 0,1 0 0,-2 1 0,1 0 0,0 0 0,-1 0 0,0 0 0,0 1 0,-1-1 0,-7-4 0,-12-5 0,-1 0 0,0 1 0,-51-16 0,0-1 0,-45-41 0,-85-17 0,120 53 0,-144-78 0,198 96 0,-51-21 0,31 16 0,3 3 0,0 2 0,-62-12 0,30 9 0,-130-35 0,47 20 0,110 25 0,-90-27 0,105 25 0,0 2 0,0 2 0,-1 2 0,-79-3 0,77 6 0,1-2 0,-64-15 0,3 0 0,-21 11 0,85 8 0,-65-10 0,-114-16 0,8 0 0,-31 0 0,163 16 0,-89-20 0,106 20 0,0 3 0,0 2 0,-1 3 0,-89 7 0,18-1 0,12-5 0,-134 5 0,203 4 0,-99 27 0,88-17 0,2-4 0,40-10 0,1 2 0,-1 0 0,1 1 0,0 1 0,1 1 0,-23 12 0,24-11 0,-1 0 0,1-2 0,-1 0 0,0-1 0,-22 3 0,20-4 0,-1 0 0,1 2 0,-38 17 0,-30 19-1365,72-37-5461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2195 24575,'2'-4'0,"-1"0"0,1 0 0,0 0 0,1 0 0,-1 0 0,1 1 0,-1-1 0,1 1 0,0 0 0,0 0 0,1 0 0,5-5 0,4-4 0,50-61 0,-3-3 0,62-103 0,-63 88 0,101-119 0,69-60 0,-175 204 0,187-180 0,-184 193 0,41-32 0,126-84 0,-109 85 0,12-5 0,4 5 0,164-79 0,-206 131 0,-7 2 0,-40 15 0,2 1 0,-1 2 0,2 2 0,70-7 0,-90 13 0,85-5 0,-67 7 0,50-9 0,-80 9 0,50-11 0,1 3 0,89-2 0,-27 11 0,185 5 0,-37 21 0,-172-10 0,-1 4 0,153 49 0,-183-48 0,247 72 0,-269-78 0,-1 1 0,-1 2 0,-1 3 0,-1 2 0,82 52 0,-65-29 0,-2 3 0,-2 3 0,96 108 0,-130-127 0,-2 0 0,0 2 0,16 38 0,44 113 0,-68-152 0,52 156-1365,-60-164-5461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6558 1100 24575,'-1'-5'0,"1"0"0,-1 1 0,0-1 0,0 0 0,-1 1 0,0-1 0,0 1 0,0 0 0,0-1 0,-5-5 0,-32-42 0,23 32 0,-7-8 0,-1 1 0,-1 1 0,-1 1 0,-35-27 0,-13 2 0,-1 3 0,-2 3 0,-3 3 0,-103-37 0,126 52 0,-56-35 0,-29-15 0,-10 10 0,-2 6 0,-173-41 0,219 66 0,83 25 0,0 1 0,-1 2 0,0 0 0,0 2 0,-50-4 0,53 9 0,-252-14 0,180 6 0,-115 7 0,-27-2 0,117-9 0,-65-2 0,-220-2 0,-197 3 0,372 15 0,-730-2 0,939 2 0,-1 0 0,1 2 0,0 0 0,-34 12 0,32-9 0,0-1 0,-1-1 0,-33 4 0,15-4 0,1 1 0,-1 3 0,1 1 0,1 2 0,0 2 0,0 2 0,2 1 0,-70 43 0,87-48 0,-1-1 0,-30 10 0,29-12 0,0 0 0,-25 16 0,34-18 0,0-1 0,-1 0 0,1-1 0,-1-1 0,-1 0 0,-18 2 0,14-2 0,0 0 0,1 1 0,-26 10 0,37-11 9,1 1 0,0-1 0,0 1 0,0 1 0,0-1 0,1 1 0,0 1 0,0-1 0,-6 10 0,-24 24-1464,24-29-5371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82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0 1633 24575,'6'-1'0,"-1"0"0,1 0 0,-1 0 0,1-1 0,-1 0 0,0 0 0,0 0 0,0-1 0,0 0 0,0 0 0,5-4 0,49-42 0,-57 47 0,144-148 0,-37 35 0,158-136 0,-199 193 0,3 4 0,84-50 0,-17 26 0,3 6 0,215-76 0,-239 105 0,404-133 0,-59 57 0,-440 113 0,400-83 0,-280 61 0,-31 12 0,218-6 0,-326 22 0,196-12 0,60 0 0,1578 13 0,-1763 2 0,109 20 0,39 3 0,-7-26 0,42 2 0,94 47 0,-259-33 0,265 70 0,-337-80 0,299 69 0,-173-43 0,132 29 0,-52-6 0,-212-51 0,-1 0 0,1 1 0,-1 1 0,0 0 0,0 1 0,-1 1 0,14 10 0,77 72 0,-46-38 0,29 31 0,-58-54 0,0-1 0,50 36 0,-55-47 0,0 1 0,-2 0 0,0 2 0,-1 1 0,32 42 0,-23-19 0,-2 0 0,28 63 0,33 117 0,7 15 0,-71-191 0,54 124 0,-66-132 0,12 67 0,-18-71 0,2 0 0,19 55 0,-22-75-195,-1 0 0,0 0 0,-1 0 0,-1 1 0,0-1 0,-2 30 0,0-23-6631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78"/>
    </inkml:context>
    <inkml:brush xml:id="br0">
      <inkml:brushProperty name="width" value="0.035" units="cm"/>
      <inkml:brushProperty name="height" value="0.035" units="cm"/>
      <inkml:brushProperty name="color" value="#FF0000"/>
    </inkml:brush>
  </inkml:definitions>
  <inkml:trace contextRef="#ctx0" brushRef="#br0">0 538 24575,'45'-47'0,"2"3"0,2 1 0,2 3 0,99-60 0,64 6 0,-45 23 0,-148 60 0,0 0 0,1 2 0,0 0 0,0 2 0,1 0 0,0 2 0,0 0 0,43-2 0,-33 5 0,50-9 0,-50 5 0,56-2 0,21 7 0,259 4 0,-314 2 0,-1 2 0,0 3 0,0 2 0,67 25 0,199 99 0,-247-95 0,-1 3 0,100 81 0,-107-76 0,48 52 0,-85-73 0,2-1 0,56 40 0,-79-62 0,0 1 0,-1-1 0,0 1 0,-1 1 0,1-1 0,-1 1 0,0 0 0,-1 0 0,0 1 0,0 0 0,3 9 0,-1-5 0,0-1 0,0 1 0,15 19 0,1-2 0,-2 1 0,-1 0 0,-1 2 0,23 58 0,-12-27 0,42 76 0,-59-111 0,-1 0 0,-1 0 0,-2 1 0,-1 1 0,-1-1 0,-2 1 0,2 35 0,-7-55 0,1 0 0,0 0 0,1-1 0,0 1 0,1 0 0,0-1 0,0 1 0,1-1 0,0 0 0,1 1 0,8 14 0,-6-11 0,0 1 0,-2-1 0,0 1 0,0-1 0,-1 1 0,2 25 0,3 16 0,19 79 0,-6-12-1365,-15-99-5461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5509 1103 24575,'0'-6'0,"0"-1"0,-1 0 0,0 0 0,-1 1 0,1-1 0,-1 1 0,0-1 0,-1 1 0,0 0 0,0 0 0,0 0 0,-1 0 0,1 0 0,-2 1 0,1 0 0,0 0 0,-1 0 0,0 0 0,0 1 0,-1-1 0,-7-4 0,-12-5 0,-1 0 0,0 1 0,-51-16 0,0-1 0,-45-41 0,-85-17 0,120 53 0,-144-78 0,198 96 0,-51-21 0,31 16 0,3 3 0,0 2 0,-62-12 0,30 9 0,-130-35 0,47 20 0,110 25 0,-90-27 0,105 25 0,0 2 0,0 2 0,-1 2 0,-79-3 0,77 6 0,1-2 0,-64-15 0,3 0 0,-21 11 0,85 8 0,-65-10 0,-114-16 0,8 0 0,-31 0 0,163 16 0,-89-20 0,106 20 0,0 3 0,0 2 0,-1 3 0,-89 7 0,18-1 0,12-5 0,-134 5 0,203 4 0,-99 27 0,88-17 0,2-4 0,40-10 0,1 2 0,-1 0 0,1 1 0,0 1 0,1 1 0,-23 12 0,24-11 0,-1 0 0,1-2 0,-1 0 0,0-1 0,-22 3 0,20-4 0,-1 0 0,1 2 0,-38 17 0,-30 19-1365,72-37-5461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80"/>
    </inkml:context>
    <inkml:brush xml:id="br0">
      <inkml:brushProperty name="width" value="0.035" units="cm"/>
      <inkml:brushProperty name="height" value="0.035" units="cm"/>
      <inkml:brushProperty name="color" value="#FF0000"/>
    </inkml:brush>
  </inkml:definitions>
  <inkml:trace contextRef="#ctx0" brushRef="#br0">0 2195 24575,'2'-4'0,"-1"0"0,1 0 0,0 0 0,1 0 0,-1 0 0,1 1 0,-1-1 0,1 1 0,0 0 0,0 0 0,1 0 0,5-5 0,4-4 0,50-61 0,-3-3 0,62-103 0,-63 88 0,101-119 0,69-60 0,-175 204 0,187-180 0,-184 193 0,41-32 0,126-84 0,-109 85 0,12-5 0,4 5 0,164-79 0,-206 131 0,-7 2 0,-40 15 0,2 1 0,-1 2 0,2 2 0,70-7 0,-90 13 0,85-5 0,-67 7 0,50-9 0,-80 9 0,50-11 0,1 3 0,89-2 0,-27 11 0,185 5 0,-37 21 0,-172-10 0,-1 4 0,153 49 0,-183-48 0,247 72 0,-269-78 0,-1 1 0,-1 2 0,-1 3 0,-1 2 0,82 52 0,-65-29 0,-2 3 0,-2 3 0,96 108 0,-130-127 0,-2 0 0,0 2 0,16 38 0,44 113 0,-68-152 0,52 156-1365,-60-164-5461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6558 1100 24575,'-1'-5'0,"1"0"0,-1 1 0,0-1 0,0 0 0,-1 1 0,0-1 0,0 1 0,0 0 0,0-1 0,-5-5 0,-32-42 0,23 32 0,-7-8 0,-1 1 0,-1 1 0,-1 1 0,-35-27 0,-13 2 0,-1 3 0,-2 3 0,-3 3 0,-103-37 0,126 52 0,-56-35 0,-29-15 0,-10 10 0,-2 6 0,-173-41 0,219 66 0,83 25 0,0 1 0,-1 2 0,0 0 0,0 2 0,-50-4 0,53 9 0,-252-14 0,180 6 0,-115 7 0,-27-2 0,117-9 0,-65-2 0,-220-2 0,-197 3 0,372 15 0,-730-2 0,939 2 0,-1 0 0,1 2 0,0 0 0,-34 12 0,32-9 0,0-1 0,-1-1 0,-33 4 0,15-4 0,1 1 0,-1 3 0,1 1 0,1 2 0,0 2 0,0 2 0,2 1 0,-70 43 0,87-48 0,-1-1 0,-30 10 0,29-12 0,0 0 0,-25 16 0,34-18 0,0-1 0,-1 0 0,1-1 0,-1-1 0,-1 0 0,-18 2 0,14-2 0,0 0 0,1 1 0,-26 10 0,37-11 9,1 1 0,0-1 0,0 1 0,0 1 0,0-1 0,1 1 0,0 1 0,0-1 0,-6 10 0,-24 24-1464,24-29-5371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82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0 1633 24575,'6'-1'0,"-1"0"0,1 0 0,-1 0 0,1-1 0,-1 0 0,0 0 0,0 0 0,0-1 0,0 0 0,0 0 0,5-4 0,49-42 0,-57 47 0,144-148 0,-37 35 0,158-136 0,-199 193 0,3 4 0,84-50 0,-17 26 0,3 6 0,215-76 0,-239 105 0,404-133 0,-59 57 0,-440 113 0,400-83 0,-280 61 0,-31 12 0,218-6 0,-326 22 0,196-12 0,60 0 0,1578 13 0,-1763 2 0,109 20 0,39 3 0,-7-26 0,42 2 0,94 47 0,-259-33 0,265 70 0,-337-80 0,299 69 0,-173-43 0,132 29 0,-52-6 0,-212-51 0,-1 0 0,1 1 0,-1 1 0,0 0 0,0 1 0,-1 1 0,14 10 0,77 72 0,-46-38 0,29 31 0,-58-54 0,0-1 0,50 36 0,-55-47 0,0 1 0,-2 0 0,0 2 0,-1 1 0,32 42 0,-23-19 0,-2 0 0,28 63 0,33 117 0,7 15 0,-71-191 0,54 124 0,-66-132 0,12 67 0,-18-71 0,2 0 0,19 55 0,-22-75-195,-1 0 0,0 0 0,-1 0 0,-1 1 0,0-1 0,-2 30 0,0-23-6631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78"/>
    </inkml:context>
    <inkml:brush xml:id="br0">
      <inkml:brushProperty name="width" value="0.035" units="cm"/>
      <inkml:brushProperty name="height" value="0.035" units="cm"/>
      <inkml:brushProperty name="color" value="#FF0000"/>
    </inkml:brush>
  </inkml:definitions>
  <inkml:trace contextRef="#ctx0" brushRef="#br0">0 538 24575,'45'-47'0,"2"3"0,2 1 0,2 3 0,99-60 0,64 6 0,-45 23 0,-148 60 0,0 0 0,1 2 0,0 0 0,0 2 0,1 0 0,0 2 0,0 0 0,43-2 0,-33 5 0,50-9 0,-50 5 0,56-2 0,21 7 0,259 4 0,-314 2 0,-1 2 0,0 3 0,0 2 0,67 25 0,199 99 0,-247-95 0,-1 3 0,100 81 0,-107-76 0,48 52 0,-85-73 0,2-1 0,56 40 0,-79-62 0,0 1 0,-1-1 0,0 1 0,-1 1 0,1-1 0,-1 1 0,0 0 0,-1 0 0,0 1 0,0 0 0,3 9 0,-1-5 0,0-1 0,0 1 0,15 19 0,1-2 0,-2 1 0,-1 0 0,-1 2 0,23 58 0,-12-27 0,42 76 0,-59-111 0,-1 0 0,-1 0 0,-2 1 0,-1 1 0,-1-1 0,-2 1 0,2 35 0,-7-55 0,1 0 0,0 0 0,1-1 0,0 1 0,1 0 0,0-1 0,0 1 0,1-1 0,0 0 0,1 1 0,8 14 0,-6-11 0,0 1 0,-2-1 0,0 1 0,0-1 0,-1 1 0,2 25 0,3 16 0,19 79 0,-6-12-1365,-15-99-5461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5509 1103 24575,'0'-6'0,"0"-1"0,-1 0 0,0 0 0,-1 1 0,1-1 0,-1 1 0,0-1 0,-1 1 0,0 0 0,0 0 0,0 0 0,-1 0 0,1 0 0,-2 1 0,1 0 0,0 0 0,-1 0 0,0 0 0,0 1 0,-1-1 0,-7-4 0,-12-5 0,-1 0 0,0 1 0,-51-16 0,0-1 0,-45-41 0,-85-17 0,120 53 0,-144-78 0,198 96 0,-51-21 0,31 16 0,3 3 0,0 2 0,-62-12 0,30 9 0,-130-35 0,47 20 0,110 25 0,-90-27 0,105 25 0,0 2 0,0 2 0,-1 2 0,-79-3 0,77 6 0,1-2 0,-64-15 0,3 0 0,-21 11 0,85 8 0,-65-10 0,-114-16 0,8 0 0,-31 0 0,163 16 0,-89-20 0,106 20 0,0 3 0,0 2 0,-1 3 0,-89 7 0,18-1 0,12-5 0,-134 5 0,203 4 0,-99 27 0,88-17 0,2-4 0,40-10 0,1 2 0,-1 0 0,1 1 0,0 1 0,1 1 0,-23 12 0,24-11 0,-1 0 0,1-2 0,-1 0 0,0-1 0,-22 3 0,20-4 0,-1 0 0,1 2 0,-38 17 0,-30 19-1365,72-37-5461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80"/>
    </inkml:context>
    <inkml:brush xml:id="br0">
      <inkml:brushProperty name="width" value="0.035" units="cm"/>
      <inkml:brushProperty name="height" value="0.035" units="cm"/>
      <inkml:brushProperty name="color" value="#FF0000"/>
    </inkml:brush>
  </inkml:definitions>
  <inkml:trace contextRef="#ctx0" brushRef="#br0">0 2195 24575,'2'-4'0,"-1"0"0,1 0 0,0 0 0,1 0 0,-1 0 0,1 1 0,-1-1 0,1 1 0,0 0 0,0 0 0,1 0 0,5-5 0,4-4 0,50-61 0,-3-3 0,62-103 0,-63 88 0,101-119 0,69-60 0,-175 204 0,187-180 0,-184 193 0,41-32 0,126-84 0,-109 85 0,12-5 0,4 5 0,164-79 0,-206 131 0,-7 2 0,-40 15 0,2 1 0,-1 2 0,2 2 0,70-7 0,-90 13 0,85-5 0,-67 7 0,50-9 0,-80 9 0,50-11 0,1 3 0,89-2 0,-27 11 0,185 5 0,-37 21 0,-172-10 0,-1 4 0,153 49 0,-183-48 0,247 72 0,-269-78 0,-1 1 0,-1 2 0,-1 3 0,-1 2 0,82 52 0,-65-29 0,-2 3 0,-2 3 0,96 108 0,-130-127 0,-2 0 0,0 2 0,16 38 0,44 113 0,-68-152 0,52 156-1365,-60-164-5461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81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6558 1100 24575,'-1'-5'0,"1"0"0,-1 1 0,0-1 0,0 0 0,-1 1 0,0-1 0,0 1 0,0 0 0,0-1 0,-5-5 0,-32-42 0,23 32 0,-7-8 0,-1 1 0,-1 1 0,-1 1 0,-35-27 0,-13 2 0,-1 3 0,-2 3 0,-3 3 0,-103-37 0,126 52 0,-56-35 0,-29-15 0,-10 10 0,-2 6 0,-173-41 0,219 66 0,83 25 0,0 1 0,-1 2 0,0 0 0,0 2 0,-50-4 0,53 9 0,-252-14 0,180 6 0,-115 7 0,-27-2 0,117-9 0,-65-2 0,-220-2 0,-197 3 0,372 15 0,-730-2 0,939 2 0,-1 0 0,1 2 0,0 0 0,-34 12 0,32-9 0,0-1 0,-1-1 0,-33 4 0,15-4 0,1 1 0,-1 3 0,1 1 0,1 2 0,0 2 0,0 2 0,2 1 0,-70 43 0,87-48 0,-1-1 0,-30 10 0,29-12 0,0 0 0,-25 16 0,34-18 0,0-1 0,-1 0 0,1-1 0,-1-1 0,-1 0 0,-18 2 0,14-2 0,0 0 0,1 1 0,-26 10 0,37-11 9,1 1 0,0-1 0,0 1 0,0 1 0,0-1 0,1 1 0,0 1 0,0-1 0,-6 10 0,-24 24-1464,24-29-5371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82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0 1633 24575,'6'-1'0,"-1"0"0,1 0 0,-1 0 0,1-1 0,-1 0 0,0 0 0,0 0 0,0-1 0,0 0 0,0 0 0,5-4 0,49-42 0,-57 47 0,144-148 0,-37 35 0,158-136 0,-199 193 0,3 4 0,84-50 0,-17 26 0,3 6 0,215-76 0,-239 105 0,404-133 0,-59 57 0,-440 113 0,400-83 0,-280 61 0,-31 12 0,218-6 0,-326 22 0,196-12 0,60 0 0,1578 13 0,-1763 2 0,109 20 0,39 3 0,-7-26 0,42 2 0,94 47 0,-259-33 0,265 70 0,-337-80 0,299 69 0,-173-43 0,132 29 0,-52-6 0,-212-51 0,-1 0 0,1 1 0,-1 1 0,0 0 0,0 1 0,-1 1 0,14 10 0,77 72 0,-46-38 0,29 31 0,-58-54 0,0-1 0,50 36 0,-55-47 0,0 1 0,-2 0 0,0 2 0,-1 1 0,32 42 0,-23-19 0,-2 0 0,28 63 0,33 117 0,7 15 0,-71-191 0,54 124 0,-66-132 0,12 67 0,-18-71 0,2 0 0,19 55 0,-22-75-195,-1 0 0,0 0 0,-1 0 0,-1 1 0,0-1 0,-2 30 0,0-23-6631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78"/>
    </inkml:context>
    <inkml:brush xml:id="br0">
      <inkml:brushProperty name="width" value="0.035" units="cm"/>
      <inkml:brushProperty name="height" value="0.035" units="cm"/>
      <inkml:brushProperty name="color" value="#FF0000"/>
    </inkml:brush>
  </inkml:definitions>
  <inkml:trace contextRef="#ctx0" brushRef="#br0">0 538 24575,'45'-47'0,"2"3"0,2 1 0,2 3 0,99-60 0,64 6 0,-45 23 0,-148 60 0,0 0 0,1 2 0,0 0 0,0 2 0,1 0 0,0 2 0,0 0 0,43-2 0,-33 5 0,50-9 0,-50 5 0,56-2 0,21 7 0,259 4 0,-314 2 0,-1 2 0,0 3 0,0 2 0,67 25 0,199 99 0,-247-95 0,-1 3 0,100 81 0,-107-76 0,48 52 0,-85-73 0,2-1 0,56 40 0,-79-62 0,0 1 0,-1-1 0,0 1 0,-1 1 0,1-1 0,-1 1 0,0 0 0,-1 0 0,0 1 0,0 0 0,3 9 0,-1-5 0,0-1 0,0 1 0,15 19 0,1-2 0,-2 1 0,-1 0 0,-1 2 0,23 58 0,-12-27 0,42 76 0,-59-111 0,-1 0 0,-1 0 0,-2 1 0,-1 1 0,-1-1 0,-2 1 0,2 35 0,-7-55 0,1 0 0,0 0 0,1-1 0,0 1 0,1 0 0,0-1 0,0 1 0,1-1 0,0 0 0,1 1 0,8 14 0,-6-11 0,0 1 0,-2-1 0,0 1 0,0-1 0,-1 1 0,2 25 0,3 16 0,19 79 0,-6-12-1365,-15-99-5461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79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5509 1103 24575,'0'-6'0,"0"-1"0,-1 0 0,0 0 0,-1 1 0,1-1 0,-1 1 0,0-1 0,-1 1 0,0 0 0,0 0 0,0 0 0,-1 0 0,1 0 0,-2 1 0,1 0 0,0 0 0,-1 0 0,0 0 0,0 1 0,-1-1 0,-7-4 0,-12-5 0,-1 0 0,0 1 0,-51-16 0,0-1 0,-45-41 0,-85-17 0,120 53 0,-144-78 0,198 96 0,-51-21 0,31 16 0,3 3 0,0 2 0,-62-12 0,30 9 0,-130-35 0,47 20 0,110 25 0,-90-27 0,105 25 0,0 2 0,0 2 0,-1 2 0,-79-3 0,77 6 0,1-2 0,-64-15 0,3 0 0,-21 11 0,85 8 0,-65-10 0,-114-16 0,8 0 0,-31 0 0,163 16 0,-89-20 0,106 20 0,0 3 0,0 2 0,-1 3 0,-89 7 0,18-1 0,12-5 0,-134 5 0,203 4 0,-99 27 0,88-17 0,2-4 0,40-10 0,1 2 0,-1 0 0,1 1 0,0 1 0,1 1 0,-23 12 0,24-11 0,-1 0 0,1-2 0,-1 0 0,0-1 0,-22 3 0,20-4 0,-1 0 0,1 2 0,-38 17 0,-30 19-1365,72-37-5461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80"/>
    </inkml:context>
    <inkml:brush xml:id="br0">
      <inkml:brushProperty name="width" value="0.035" units="cm"/>
      <inkml:brushProperty name="height" value="0.035" units="cm"/>
      <inkml:brushProperty name="color" value="#FF0000"/>
    </inkml:brush>
  </inkml:definitions>
  <inkml:trace contextRef="#ctx0" brushRef="#br0">0 2195 24575,'2'-4'0,"-1"0"0,1 0 0,0 0 0,1 0 0,-1 0 0,1 1 0,-1-1 0,1 1 0,0 0 0,0 0 0,1 0 0,5-5 0,4-4 0,50-61 0,-3-3 0,62-103 0,-63 88 0,101-119 0,69-60 0,-175 204 0,187-180 0,-184 193 0,41-32 0,126-84 0,-109 85 0,12-5 0,4 5 0,164-79 0,-206 131 0,-7 2 0,-40 15 0,2 1 0,-1 2 0,2 2 0,70-7 0,-90 13 0,85-5 0,-67 7 0,50-9 0,-80 9 0,50-11 0,1 3 0,89-2 0,-27 11 0,185 5 0,-37 21 0,-172-10 0,-1 4 0,153 49 0,-183-48 0,247 72 0,-269-78 0,-1 1 0,-1 2 0,-1 3 0,-1 2 0,82 52 0,-65-29 0,-2 3 0,-2 3 0,96 108 0,-130-127 0,-2 0 0,0 2 0,16 38 0,44 113 0,-68-152 0,52 156-1365,-60-164-5461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81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6558 1100 24575,'-1'-5'0,"1"0"0,-1 1 0,0-1 0,0 0 0,-1 1 0,0-1 0,0 1 0,0 0 0,0-1 0,-5-5 0,-32-42 0,23 32 0,-7-8 0,-1 1 0,-1 1 0,-1 1 0,-35-27 0,-13 2 0,-1 3 0,-2 3 0,-3 3 0,-103-37 0,126 52 0,-56-35 0,-29-15 0,-10 10 0,-2 6 0,-173-41 0,219 66 0,83 25 0,0 1 0,-1 2 0,0 0 0,0 2 0,-50-4 0,53 9 0,-252-14 0,180 6 0,-115 7 0,-27-2 0,117-9 0,-65-2 0,-220-2 0,-197 3 0,372 15 0,-730-2 0,939 2 0,-1 0 0,1 2 0,0 0 0,-34 12 0,32-9 0,0-1 0,-1-1 0,-33 4 0,15-4 0,1 1 0,-1 3 0,1 1 0,1 2 0,0 2 0,0 2 0,2 1 0,-70 43 0,87-48 0,-1-1 0,-30 10 0,29-12 0,0 0 0,-25 16 0,34-18 0,0-1 0,-1 0 0,1-1 0,-1-1 0,-1 0 0,-18 2 0,14-2 0,0 0 0,1 1 0,-26 10 0,37-11 9,1 1 0,0-1 0,0 1 0,0 1 0,0-1 0,1 1 0,0 1 0,0-1 0,-6 10 0,-24 24-1464,24-29-5371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82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0 1633 24575,'6'-1'0,"-1"0"0,1 0 0,-1 0 0,1-1 0,-1 0 0,0 0 0,0 0 0,0-1 0,0 0 0,0 0 0,5-4 0,49-42 0,-57 47 0,144-148 0,-37 35 0,158-136 0,-199 193 0,3 4 0,84-50 0,-17 26 0,3 6 0,215-76 0,-239 105 0,404-133 0,-59 57 0,-440 113 0,400-83 0,-280 61 0,-31 12 0,218-6 0,-326 22 0,196-12 0,60 0 0,1578 13 0,-1763 2 0,109 20 0,39 3 0,-7-26 0,42 2 0,94 47 0,-259-33 0,265 70 0,-337-80 0,299 69 0,-173-43 0,132 29 0,-52-6 0,-212-51 0,-1 0 0,1 1 0,-1 1 0,0 0 0,0 1 0,-1 1 0,14 10 0,77 72 0,-46-38 0,29 31 0,-58-54 0,0-1 0,50 36 0,-55-47 0,0 1 0,-2 0 0,0 2 0,-1 1 0,32 42 0,-23-19 0,-2 0 0,28 63 0,33 117 0,7 15 0,-71-191 0,54 124 0,-66-132 0,12 67 0,-18-71 0,2 0 0,19 55 0,-22-75-195,-1 0 0,0 0 0,-1 0 0,-1 1 0,0-1 0,-2 30 0,0-23-6631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79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5509 1103 24575,'0'-6'0,"0"-1"0,-1 0 0,0 0 0,-1 1 0,1-1 0,-1 1 0,0-1 0,-1 1 0,0 0 0,0 0 0,0 0 0,-1 0 0,1 0 0,-2 1 0,1 0 0,0 0 0,-1 0 0,0 0 0,0 1 0,-1-1 0,-7-4 0,-12-5 0,-1 0 0,0 1 0,-51-16 0,0-1 0,-45-41 0,-85-17 0,120 53 0,-144-78 0,198 96 0,-51-21 0,31 16 0,3 3 0,0 2 0,-62-12 0,30 9 0,-130-35 0,47 20 0,110 25 0,-90-27 0,105 25 0,0 2 0,0 2 0,-1 2 0,-79-3 0,77 6 0,1-2 0,-64-15 0,3 0 0,-21 11 0,85 8 0,-65-10 0,-114-16 0,8 0 0,-31 0 0,163 16 0,-89-20 0,106 20 0,0 3 0,0 2 0,-1 3 0,-89 7 0,18-1 0,12-5 0,-134 5 0,203 4 0,-99 27 0,88-17 0,2-4 0,40-10 0,1 2 0,-1 0 0,1 1 0,0 1 0,1 1 0,-23 12 0,24-11 0,-1 0 0,1-2 0,-1 0 0,0-1 0,-22 3 0,20-4 0,-1 0 0,1 2 0,-38 17 0,-30 19-1365,72-37-5461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81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6558 1100 24575,'-1'-5'0,"1"0"0,-1 1 0,0-1 0,0 0 0,-1 1 0,0-1 0,0 1 0,0 0 0,0-1 0,-5-5 0,-32-42 0,23 32 0,-7-8 0,-1 1 0,-1 1 0,-1 1 0,-35-27 0,-13 2 0,-1 3 0,-2 3 0,-3 3 0,-103-37 0,126 52 0,-56-35 0,-29-15 0,-10 10 0,-2 6 0,-173-41 0,219 66 0,83 25 0,0 1 0,-1 2 0,0 0 0,0 2 0,-50-4 0,53 9 0,-252-14 0,180 6 0,-115 7 0,-27-2 0,117-9 0,-65-2 0,-220-2 0,-197 3 0,372 15 0,-730-2 0,939 2 0,-1 0 0,1 2 0,0 0 0,-34 12 0,32-9 0,0-1 0,-1-1 0,-33 4 0,15-4 0,1 1 0,-1 3 0,1 1 0,1 2 0,0 2 0,0 2 0,2 1 0,-70 43 0,87-48 0,-1-1 0,-30 10 0,29-12 0,0 0 0,-25 16 0,34-18 0,0-1 0,-1 0 0,1-1 0,-1-1 0,-1 0 0,-18 2 0,14-2 0,0 0 0,1 1 0,-26 10 0,37-11 9,1 1 0,0-1 0,0 1 0,0 1 0,0-1 0,1 1 0,0 1 0,0-1 0,-6 10 0,-24 24-1464,24-29-5371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5:46:16.882"/>
    </inkml:context>
    <inkml:brush xml:id="br0">
      <inkml:brushProperty name="width" value="0.035" units="cm"/>
      <inkml:brushProperty name="height" value="0.035" units="cm"/>
      <inkml:brushProperty name="color" value="#00B050"/>
    </inkml:brush>
  </inkml:definitions>
  <inkml:trace contextRef="#ctx0" brushRef="#br0">0 1633 24575,'6'-1'0,"-1"0"0,1 0 0,-1 0 0,1-1 0,-1 0 0,0 0 0,0 0 0,0-1 0,0 0 0,0 0 0,5-4 0,49-42 0,-57 47 0,144-148 0,-37 35 0,158-136 0,-199 193 0,3 4 0,84-50 0,-17 26 0,3 6 0,215-76 0,-239 105 0,404-133 0,-59 57 0,-440 113 0,400-83 0,-280 61 0,-31 12 0,218-6 0,-326 22 0,196-12 0,60 0 0,1578 13 0,-1763 2 0,109 20 0,39 3 0,-7-26 0,42 2 0,94 47 0,-259-33 0,265 70 0,-337-80 0,299 69 0,-173-43 0,132 29 0,-52-6 0,-212-51 0,-1 0 0,1 1 0,-1 1 0,0 0 0,0 1 0,-1 1 0,14 10 0,77 72 0,-46-38 0,29 31 0,-58-54 0,0-1 0,50 36 0,-55-47 0,0 1 0,-2 0 0,0 2 0,-1 1 0,32 42 0,-23-19 0,-2 0 0,28 63 0,33 117 0,7 15 0,-71-191 0,54 124 0,-66-132 0,12 67 0,-18-71 0,2 0 0,19 55 0,-22-75-195,-1 0 0,0 0 0,-1 0 0,-1 1 0,0-1 0,-2 30 0,0-23-6631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6T15:45:46.018"/>
    </inkml:context>
    <inkml:brush xml:id="br0">
      <inkml:brushProperty name="width" value="0.05" units="cm"/>
      <inkml:brushProperty name="height" value="0.05" units="cm"/>
      <inkml:brushProperty name="color" value="#AE198D"/>
      <inkml:brushProperty name="inkEffects" value="galaxy"/>
      <inkml:brushProperty name="anchorX" value="0"/>
      <inkml:brushProperty name="anchorY" value="0"/>
      <inkml:brushProperty name="scaleFactor" value="0.5"/>
    </inkml:brush>
  </inkml:definitions>
  <inkml:trace contextRef="#ctx0" brushRef="#br0">1 107 24575,'0'0'0,"5"0"0,11 0 0,6 0 0,9-5 0,3 0 0,6-1 0,4 2 0,4 1 0,-3-5 0,-3 2 0,-5-6 0,2 2 0,-4 2 0,-1 2 0,-3 2 0,-2 1 0,-2 2 0,0-4 0,4-1 0,6 1 0,11 1 0,-2 1 0,-1 1 0,-4 1 0,-5 1 0,-4 0 0,-3 0 0,-2 6 0,-1 0 0,0 4 0,0 1 0,5 3 0,0 3 0,1-2 0,9-3 0,4 3 0,5 6 0,3-2 0,6 3 0,6-4 0,6 1 0,4-5 0,-2-3 0,-5-4 0,-4-4 0,-4-1 0,-9-2 0,4 0 0,-7-1 0,-6 1 0,0-1 0,-4 0 0,2 1 0,3-5 0,2-1 0,9 1 0,1-5 0,3 2 0,-1 0 0,15 2 0,0 3 0,9 1 0,-8 1 0,-4 0 0,-12 1 0,-9 1 0,-4-1 0,-6 1 0,-4-1 0,-4 0 0,3 0 0,-1 0 0,-1 0 0,-1 0 0,-1 0 0,-1 0 0,-1 0 0,-5 5 0,-2 1 0,1 0 0,6-2 0,2-1 0,5-1 0,7 0 0,4-2 0,10 0 0,7 0 0,2 0 0,5 0 0,3-1 0,-2 1 0,2 0 0,-4 0 0,2 0 0,17 0 0,-2 0 0,1 0 0,0 0 0,8 0 0,-6 0 0,9 5 0,-3 1 0,-7 4 0,-3 11 0,-4-2 0,4 9 0,-1 2 0,0-5 0,0 0 0,-2-6 0,0-5 0,-1-6 0,0-3 0,-1-3 0,0-2 0,-5-1 0,0 0 0,0-5 0,1-1 0,1-4 0,1-5 0,-4-3 0,0-4 0,-4 3 0,1-1 0,1 0 0,-4 3 0,3-1 0,-3 5 0,1 3 0,-3 5 0,-3 2 0,-2 2 0,-4 2 0,-1 0 0,9 1 0,-5 0 0,9-1 0,-1 1 0,-2-1 0,-8 5 0,-3 6 0,-3 0 0,-1-1 0,-5 3 0,0 3 0,6-2 0,7 3 0,8-4 0,5 3 0,4-3 0,14 2 0,2 2 0,6-2 0,-2 2 0,3-3 0,-9-4 0,-3-3 0,-5-3 0,-6-1 0,-3-3 0,-4 0 0,0-1 0,-9-5 0,-3 0 0,-3-5 0,4-4 0,-1-5 0,1-2 0,-1 2 0,-1-1 0,-1-1 0,0 5 0,-1-2 0,-5 4 0,4 0 0,-4 2 0,-5 4 0,-5 3 0,6 2 0,7 3 0,19 11 0,9 6 0,0 6 0,7 9 0,0-3 0,0 0 0,-2 0 0,-1-1 0,-1-6 0,-2 0 0,11 0 0,-1-5 0,-5-3 0,-3-5 0,-7-4 0,-7-2 0,-6-1 0,-9-2 0,1 1 0,-1-6 0,-1-6 0,-4-4 0,5 0 0,0-3 0,1-1 0,0 2 0,0 5 0,0 4 0,5 3 0,0 3 0,4 2 0,0 2 0,-1-1 0,-3 1 0,-2 5 0,4 5 0,-2 1 0,31 3 0,6-2 0,24 3 0,-1-3 0,2-2 0,-4-4 0,8-3 0,3-2 0,8-1 0,1-1 0,12-1 0,0-5 0,4 0 0,-4-5 0,-3 1 0,-10 1 0,-8-3 0,-15 2 0,-11 2 0,-9 2 0,-8 3 0,-4 1 0,-3 1 0,-6 1 0,-1 0 0,1 1 0,-4-1 0,-3 1 0,-5-1 0,-2 0 0,-3 0 0,-2 0 0,5 0 0,0 0 0,-1 0 0,0 0 0,-1 0 0,-2 0 0,0 0 0,15 0 0,6 0 0,25 0 0,5 0 0,15-5 0,-8-6 0,-17 0 0,-8-4 0,-18 2 0,-15 2 0,-12-2 0,-8 3 0,-6 2 0,-3 2 0,-1 3 0,-1 1 0,7 2 0,0 0 0,11 6 0,11 5 0,9 0 0,9 5 0,10 3 0,10 2 0,17 3 0,17 2 0,8-5 0,0-5 0,-3-5 0,-7-4 0,-10-4 0,-11-2 0,-8-7 0,-12 0 0,-10-1 0,-9-4 0,-5-3 0,23-5 0,-1-3 0,10 3 0,-10 3 0,-12 5 0,-2 5 0,-5 2 0,-3 3 0,-8 1 0,4 1 0,-1 0 0,6 0 0,17 5 0,11 5 0,20 5 0,12 0 0,15 2 0,6-2 0,7 1 0,-5-4 0,-7-2 0,-13-4 0,-19-3 0,-17-8 0,-8-1 0,-16-11 0,-11-5 0,-5 0 0,-7-1 0,-5 4 0,-9 4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16T15:45:50.137"/>
    </inkml:context>
    <inkml:brush xml:id="br0">
      <inkml:brushProperty name="width" value="0.05" units="cm"/>
      <inkml:brushProperty name="height" value="0.05" units="cm"/>
      <inkml:brushProperty name="color" value="#AE198D"/>
      <inkml:brushProperty name="inkEffects" value="galaxy"/>
      <inkml:brushProperty name="anchorX" value="-23019.58398"/>
      <inkml:brushProperty name="anchorY" value="-1521.36877"/>
      <inkml:brushProperty name="scaleFactor" value="0.5"/>
    </inkml:brush>
  </inkml:definitions>
  <inkml:trace contextRef="#ctx0" brushRef="#br0">1 324 24575,'0'0'0,"4"0"0,13 0 0,10 0 0,9 0 0,9-5 0,10-6 0,19 0 0,13-4 0,10-3 0,12-4 0,9-7 0,50-7 0,0-1 0,24 0 0,-17 2 0,13 8 0,-28 8 0,-20 7 0,-28 5 0,-22 5 0,-23 1 0,-12 2 0,-3 1 0,-2 4 0,0 12 0,1-1 0,6 4 0,5 2 0,7 1 0,14-3 0,5 0 0,7 0 0,10 2 0,4 1 0,2-5 0,10 1 0,0-4 0,-1-5 0,-9-3 0,-8-4 0,-8-3 0,-13 0 0,-5-2 0,-8 0 0,-6-5 0,1 0 0,2-5 0,3-5 0,4-9 0,2 2 0,3-2 0,0 0 0,7 4 0,38 1 0,6 4 0,46 5 0,10 9 0,-1 9 0,-8 7 0,-16 7 0,-18 3 0,-9 3 0,-16-4 0,-12-1 0,-7 1 0,-7 0 0,-4-4 0,0 1 0,15 0 0,19 2 0,6-4 0,10 1 0,-2-5 0,1-3 0,-2-4 0,-6-3 0,-11-2 0,-11-1 0,-16-2 0,-8-5 0,0-5 0,-1-6 0,9 1 0,1-2 0,4-3 0,-1 4 0,2 3 0,-2 5 0,-10 3 0,-2 3 0,-9 2 0,-2 1 0,-10 1 0,-4 0 0,-9 0 0,2 5 0,1 5 0,1 5 0,5-1 0,1 4 0,1 1 0,4-2 0,-2-5 0,-5-4 0,-3-3 0,-7-3 0,5-2 0,-1-1 0,-3-1 0,0 0 0,1 0 0,1-4 0,7-1 0,6 0 0,6-4 0,5 2 0,-1-5 0,1 2 0,-3 2 0,0 2 0,-3 3 0,-4 2 0,2 6 0,8 1 0,-2 6 0,3 10 0,7-1 0,1 3 0,1 1 0,1-4 0,-2 1 0,-11-5 0,-11-5 0,-7-3 0,1-4 0,0-8 0,15-6 0,1-2 0,15-9 0,3 2 0,-3-3 0,-12 4 0,-14 4 0,-11 5 0,-5 3 0,-6 4 0,0 1 0,-2 1 0,3 1 0,-2 0 0,-2 5 0,-2 0 0,8 5 0,10-1 0,4-2 0,9-1 0,10-3 0,6-1 0,9-2 0,1-6 0,0-6 0,-8-5 0,-1-11 0,-3-2 0,-5-3 0,-11 1 0,-5 5 0,-4 7 0,-13 1 0,-5 6 0,-6 3 0,-2 4 0,14 13 0,6 13 0,0 1 0,8 8 0,2-2 0,1-1 0,-1 0 0,-5-6 0,-1-1 0,-7-5 0,-4-4 0,5-4 0,-3-4 0,-2-1 0,2-2 0,2-1 0,2 0 0,4 1 0,1-6 0,-3 0 0,0 0 0,6 2 0,2-5 0,0 2 0,1 0 0,0 3 0,-7 0 0,5 3 0,-6 0 0,-4 1 0,-6 0 0,0 0 0,-2 0 0,2 1 0,3-1 0,4 0 0,8 0 0,30 0 0,7 0 0,16 0 0,-6 0 0,-2 0 0,-16 0 0,-16 0 0,-15 0 0,-11 0 0,-8 0 0,-6 0 0,-1 0 0,-2 0 0,6 0 0,6 0 0,6 0 0,5 0 0,3 0 0,3 0 0,7 0 0,1 0 0,4 0 0,6 0 0,8 0 0,4 5 0,1 1 0,-4 4 0,-7 0 0,-6-2 0,-5-1 0,-10-3 0,-2-2 0,-13 5 0,-4-1 0,-6-1 0,-1 10 0,10 4 0,5-1 0,11 2 0,31 8 0,-2-5 0,10-3 0,-10-6 0,-11-5 0,-14-4 0,-6-9 0,-9-12 0,-5-1 0,-10-4 0,-3 2 0,-1 4 0,-6 5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1T14:18:20.3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94 24575,'24'-2'0,"0"0"0,-1-1 0,0-1 0,35-12 0,-30 9 0,5 0 0,0 2 0,53-2 0,4 0 0,-14-4 0,-14 1 0,93-2 0,-23 11 0,175 4 0,-261 3 0,1 1 0,58 18 0,31 5 0,-68-20 0,135 3 0,-70-11 0,106-5 0,-81-20 0,-39 2 0,-76 13 0,0 1 0,73-3 0,46 9 0,139 4 0,-201 8 0,36 1 0,-124-12-170,-1 1-1,1 1 0,-1 0 1,0 0-1,0 1 0,0 0 1,14 7-1,-6-2-6655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1T14:18:25.510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26 24575,'40'3'0,"0"1"0,1 3 0,-2 1 0,1 2 0,-1 1 0,47 22 0,82 22 0,-139-50 0,0-2 0,0 0 0,0-2 0,46-4 0,-3 1 0,-46 1 0,0-2 0,0 0 0,-1-1 0,34-11 0,99-40 0,-117 38 0,1 2 0,0 1 0,1 3 0,74-11 0,240 19 0,-184 6 0,135 8 0,11 0 0,-269-9 0,79 13 0,-125-14 0,72 5 0,0-2 0,77-7 0,-23 1 0,-101 0 0,-1 0 0,35-8 0,-41 6 0,19-1-1365,-23 4-5461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1T14:18:38.087"/>
    </inkml:context>
    <inkml:brush xml:id="br0">
      <inkml:brushProperty name="width" value="0.035" units="cm"/>
      <inkml:brushProperty name="height" value="0.035" units="cm"/>
      <inkml:brushProperty name="color" value="#33CCFF"/>
    </inkml:brush>
  </inkml:definitions>
  <inkml:trace contextRef="#ctx0" brushRef="#br0">1 50 24575,'32'0'0,"2"1"0,-1-2 0,0-1 0,51-10 0,-32 1 0,1 1 0,0 3 0,0 2 0,1 3 0,-1 2 0,1 2 0,-1 2 0,0 3 0,83 22 0,71 48 0,-196-74 0,38 13 0,0-2 0,1-3 0,0-1 0,1-3 0,55 2 0,330-30 0,-121 15 0,-192 7 0,-108 0 0,0 1 0,0 0 0,0 1 0,0 1 0,20 8 0,-20-7 0,0 0 0,0-1 0,1-1 0,-1 0 0,17 0 0,-2-2 0,114-2 0,-125-1 0,1 0 0,-1-1 0,0-1 0,0-1 0,23-9 0,-19 7 0,0 2 0,0 0 0,1 2 0,-1 0 0,1 2 0,-1 1 0,43 4 0,12-1 0,148-3-1365,-205 0-5461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1T14:18:47.29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0 115 24575,'41'0'0,"-1"-1"0,1-3 0,-1 0 0,52-14 0,-39 8 0,2 2 0,-1 3 0,1 2 0,94 8 0,-88-3 0,11 4 0,0 2 0,108 29 0,-168-34 0,58 13 0,-19-3 0,1-2 0,1-2 0,84 3 0,560-13 0,-643-2 0,-1-2 0,57-13 0,24-3 0,-70 13 0,-4 1 0,67 0 0,-119 7 0,3 1 0,-1 0 0,0-1 0,1 0 0,-1-1 0,0 0 0,0-1 0,0 0 0,1 0 0,-2-1 0,1 0 0,0-1 0,-1 0 0,1-1 0,12-8 0,-7 3 0,0 1 0,0 0 0,0 1 0,1 1 0,1 1 0,-1 0 0,1 1 0,0 1 0,19-3 0,-11 4 0,1 2 0,0 1 0,0 1 0,-1 0 0,39 9 0,-16-3 41,-1-3-1,77-3 1,-75-2-537,-1 2 0,71 10 1,-97-6-6331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1T14:18:58.2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94 24575,'24'-2'0,"0"0"0,-1-1 0,0-1 0,35-12 0,-30 9 0,5 0 0,0 2 0,53-2 0,4 0 0,-14-4 0,-14 1 0,93-2 0,-23 11 0,175 4 0,-261 3 0,1 1 0,58 18 0,31 5 0,-68-20 0,135 3 0,-70-11 0,106-5 0,-81-20 0,-39 2 0,-76 13 0,0 1 0,73-3 0,46 9 0,139 4 0,-201 8 0,36 1 0,-124-12-170,-1 1-1,1 1 0,-1 0 1,0 0-1,0 1 0,0 0 1,14 7-1,-6-2-6655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1T14:18:58.271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26 24575,'40'3'0,"0"1"0,1 3 0,-2 1 0,1 2 0,-1 1 0,47 22 0,82 22 0,-139-50 0,0-2 0,0 0 0,0-2 0,46-4 0,-3 1 0,-46 1 0,0-2 0,0 0 0,-1-1 0,34-11 0,99-40 0,-117 38 0,1 2 0,0 1 0,1 3 0,74-11 0,240 19 0,-184 6 0,135 8 0,11 0 0,-269-9 0,79 13 0,-125-14 0,72 5 0,0-2 0,77-7 0,-23 1 0,-101 0 0,-1 0 0,35-8 0,-41 6 0,19-1-1365,-23 4-5461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1T14:18:58.27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0 115 24575,'41'0'0,"-1"-1"0,1-3 0,-1 0 0,52-14 0,-39 8 0,2 2 0,-1 3 0,1 2 0,94 8 0,-88-3 0,11 4 0,0 2 0,108 29 0,-168-34 0,58 13 0,-19-3 0,1-2 0,1-2 0,84 3 0,560-13 0,-643-2 0,-1-2 0,57-13 0,24-3 0,-70 13 0,-4 1 0,67 0 0,-119 7 0,3 1 0,-1 0 0,0-1 0,1 0 0,-1-1 0,0 0 0,0-1 0,0 0 0,1 0 0,-2-1 0,1 0 0,0-1 0,-1 0 0,1-1 0,12-8 0,-7 3 0,0 1 0,0 0 0,0 1 0,1 1 0,1 1 0,-1 0 0,1 1 0,0 1 0,19-3 0,-11 4 0,1 2 0,0 1 0,0 1 0,-1 0 0,39 9 0,-16-3 41,-1-3-1,77-3 1,-75-2-537,-1 2 0,71 10 1,-97-6-6331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1T14:19:21.39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24 24575,'131'1'0,"352"-16"0,-135 6 0,-253 9 0,-70 3 0,-1 1 0,1 1 0,-1 1 0,0 0 0,0 2 0,-1 1 0,24 14 0,4-2 0,-20-7 0,-15-7 0,0 0 0,0-1 0,0-1 0,0 0 0,1-1 0,0-1 0,20 1 0,271-4 0,-130-2 0,-147 0 0,48-8 0,16-1 0,-56 9 0,65 0 0,-93 2 0,-1 1 0,1 0 0,-1 1 0,1 1 0,-1-1 0,0 2 0,13 5 0,11 6 0,1-2 0,-1-1 0,2-2 0,0-2 0,0-1 0,0-1 0,1-2 0,0-2 0,-1-1 0,55-6 0,-72 2 0,0-1 0,-1 0 0,21-8 0,-23 6 0,1 1 0,-1 1 0,1 1 0,28-3 0,-33 6 0,228 2 0,-194 7-1365,-23-4-5461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C61B90-1233-4265-A8E1-4CB85DE126FB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313FD6-7C7B-4426-BFC4-490AC0CFBE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9771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98620" y="1138426"/>
            <a:ext cx="10363200" cy="137434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38293" y="4650641"/>
            <a:ext cx="8534400" cy="1374345"/>
          </a:xfrm>
        </p:spPr>
        <p:txBody>
          <a:bodyPr>
            <a:normAutofit/>
          </a:bodyPr>
          <a:lstStyle>
            <a:lvl1pPr marL="0" indent="0" algn="r">
              <a:buNone/>
              <a:defRPr sz="2600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</a:t>
            </a:r>
          </a:p>
          <a:p>
            <a:r>
              <a:rPr lang="en-US" dirty="0"/>
              <a:t>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73EFF-6084-460D-96FA-2FA787A98816}" type="datetime1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620" y="680310"/>
            <a:ext cx="10972800" cy="458115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3918803"/>
          </a:xfrm>
        </p:spPr>
        <p:txBody>
          <a:bodyPr/>
          <a:lstStyle>
            <a:lvl1pPr>
              <a:defRPr sz="28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F86A1-0F17-41D8-9FFA-9520AF33BFC6}" type="datetime1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1081" y="527605"/>
            <a:ext cx="9354927" cy="610820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D0005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1082" y="1138425"/>
            <a:ext cx="9354927" cy="4275740"/>
          </a:xfrm>
        </p:spPr>
        <p:txBody>
          <a:bodyPr/>
          <a:lstStyle>
            <a:lvl1pPr>
              <a:defRPr sz="28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692F4-087A-4F4C-9829-F340F0646973}" type="datetime1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80BFE-E826-4B70-BF6B-3710B05194AF}" type="datetime1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182DA-5425-42F9-BDB8-0DBDA15B981E}" type="datetime1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620" y="527605"/>
            <a:ext cx="10972800" cy="610820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8620" y="1596539"/>
            <a:ext cx="5386917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D0005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620" y="2226402"/>
            <a:ext cx="5386917" cy="3035058"/>
          </a:xfrm>
        </p:spPr>
        <p:txBody>
          <a:bodyPr/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2388" y="1596539"/>
            <a:ext cx="5389033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D0005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2388" y="2226402"/>
            <a:ext cx="5389033" cy="3035058"/>
          </a:xfrm>
        </p:spPr>
        <p:txBody>
          <a:bodyPr/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B7164-C7F7-495E-9D5F-43BBDEBECF81}" type="datetime1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C5AB8-78AA-4DA3-952F-F5057D2DAAA5}" type="datetime1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CB869-D2D8-4282-A525-D63712C1B900}" type="datetime1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8CF58-29B0-4D31-BE55-D9C1F05848B7}" type="datetime1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692F8-B2BD-4E07-9A92-E5080B238DFA}" type="datetime1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88673-6F42-4090-A040-176AF0E6DEAE}" type="datetime1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15288-B7FB-4510-97B0-C840A6671DDD}" type="datetime1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Image"/>
          <p:cNvSpPr>
            <a:spLocks noGrp="1"/>
          </p:cNvSpPr>
          <p:nvPr>
            <p:ph type="pic" sz="half" idx="13"/>
          </p:nvPr>
        </p:nvSpPr>
        <p:spPr>
          <a:xfrm>
            <a:off x="6584950" y="1574800"/>
            <a:ext cx="4762500" cy="46482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44550" y="1574800"/>
            <a:ext cx="5111750" cy="4648200"/>
          </a:xfrm>
          <a:prstGeom prst="rect">
            <a:avLst/>
          </a:prstGeom>
        </p:spPr>
        <p:txBody>
          <a:bodyPr/>
          <a:lstStyle>
            <a:lvl1pPr marL="279400" indent="-279400">
              <a:spcBef>
                <a:spcPts val="2250"/>
              </a:spcBef>
              <a:defRPr sz="1900"/>
            </a:lvl1pPr>
            <a:lvl2pPr marL="558800" indent="-279400">
              <a:spcBef>
                <a:spcPts val="2250"/>
              </a:spcBef>
              <a:defRPr sz="1900"/>
            </a:lvl2pPr>
            <a:lvl3pPr marL="838200" indent="-279400">
              <a:spcBef>
                <a:spcPts val="2250"/>
              </a:spcBef>
              <a:defRPr sz="1900"/>
            </a:lvl3pPr>
            <a:lvl4pPr marL="1117600" indent="-279400">
              <a:spcBef>
                <a:spcPts val="2250"/>
              </a:spcBef>
              <a:defRPr sz="1900"/>
            </a:lvl4pPr>
            <a:lvl5pPr marL="1397000" indent="-279400">
              <a:spcBef>
                <a:spcPts val="2250"/>
              </a:spcBef>
              <a:defRPr sz="19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89391267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6072081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Body Level One…"/>
          <p:cNvSpPr txBox="1">
            <a:spLocks noGrp="1"/>
          </p:cNvSpPr>
          <p:nvPr>
            <p:ph type="body" idx="1"/>
          </p:nvPr>
        </p:nvSpPr>
        <p:spPr>
          <a:xfrm>
            <a:off x="844550" y="889000"/>
            <a:ext cx="10502900" cy="5080000"/>
          </a:xfrm>
          <a:prstGeom prst="rect">
            <a:avLst/>
          </a:prstGeom>
        </p:spPr>
        <p:txBody>
          <a:bodyPr/>
          <a:lstStyle>
            <a:lvl1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1pPr>
            <a:lvl2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2pPr>
            <a:lvl3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3pPr>
            <a:lvl4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4pPr>
            <a:lvl5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394271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08395F-151A-4402-98B5-C84E535B9AEF}" type="datetime1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5" r:id="rId13"/>
    <p:sldLayoutId id="2147483666" r:id="rId14"/>
    <p:sldLayoutId id="2147483667" r:id="rId15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customXml" Target="../ink/ink5.xml"/><Relationship Id="rId13" Type="http://schemas.openxmlformats.org/officeDocument/2006/relationships/image" Target="../media/image16.png"/><Relationship Id="rId18" Type="http://schemas.openxmlformats.org/officeDocument/2006/relationships/customXml" Target="../ink/ink10.xml"/><Relationship Id="rId3" Type="http://schemas.openxmlformats.org/officeDocument/2006/relationships/image" Target="../media/image11.png"/><Relationship Id="rId7" Type="http://schemas.openxmlformats.org/officeDocument/2006/relationships/image" Target="../media/image13.png"/><Relationship Id="rId12" Type="http://schemas.openxmlformats.org/officeDocument/2006/relationships/customXml" Target="../ink/ink7.xml"/><Relationship Id="rId17" Type="http://schemas.openxmlformats.org/officeDocument/2006/relationships/image" Target="../media/image18.png"/><Relationship Id="rId2" Type="http://schemas.openxmlformats.org/officeDocument/2006/relationships/customXml" Target="../ink/ink2.xml"/><Relationship Id="rId16" Type="http://schemas.openxmlformats.org/officeDocument/2006/relationships/customXml" Target="../ink/ink9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4.xml"/><Relationship Id="rId11" Type="http://schemas.openxmlformats.org/officeDocument/2006/relationships/image" Target="../media/image15.png"/><Relationship Id="rId5" Type="http://schemas.openxmlformats.org/officeDocument/2006/relationships/image" Target="../media/image12.png"/><Relationship Id="rId15" Type="http://schemas.openxmlformats.org/officeDocument/2006/relationships/image" Target="../media/image17.png"/><Relationship Id="rId10" Type="http://schemas.openxmlformats.org/officeDocument/2006/relationships/customXml" Target="../ink/ink6.xml"/><Relationship Id="rId19" Type="http://schemas.openxmlformats.org/officeDocument/2006/relationships/image" Target="../media/image19.png"/><Relationship Id="rId4" Type="http://schemas.openxmlformats.org/officeDocument/2006/relationships/customXml" Target="../ink/ink3.xml"/><Relationship Id="rId9" Type="http://schemas.openxmlformats.org/officeDocument/2006/relationships/image" Target="../media/image14.png"/><Relationship Id="rId14" Type="http://schemas.openxmlformats.org/officeDocument/2006/relationships/customXml" Target="../ink/ink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2.png"/><Relationship Id="rId2" Type="http://schemas.openxmlformats.org/officeDocument/2006/relationships/customXml" Target="../ink/ink1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3.xml"/><Relationship Id="rId5" Type="http://schemas.openxmlformats.org/officeDocument/2006/relationships/image" Target="../media/image21.png"/><Relationship Id="rId4" Type="http://schemas.openxmlformats.org/officeDocument/2006/relationships/customXml" Target="../ink/ink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2.png"/><Relationship Id="rId2" Type="http://schemas.openxmlformats.org/officeDocument/2006/relationships/customXml" Target="../ink/ink14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6.xml"/><Relationship Id="rId5" Type="http://schemas.openxmlformats.org/officeDocument/2006/relationships/image" Target="../media/image21.png"/><Relationship Id="rId4" Type="http://schemas.openxmlformats.org/officeDocument/2006/relationships/customXml" Target="../ink/ink1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customXml" Target="../ink/ink17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19.xml"/><Relationship Id="rId4" Type="http://schemas.openxmlformats.org/officeDocument/2006/relationships/customXml" Target="../ink/ink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customXml" Target="../ink/ink20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22.xml"/><Relationship Id="rId4" Type="http://schemas.openxmlformats.org/officeDocument/2006/relationships/customXml" Target="../ink/ink2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customXml" Target="../ink/ink26.xml"/><Relationship Id="rId3" Type="http://schemas.openxmlformats.org/officeDocument/2006/relationships/image" Target="../media/image10.png"/><Relationship Id="rId7" Type="http://schemas.openxmlformats.org/officeDocument/2006/relationships/image" Target="../media/image24.png"/><Relationship Id="rId2" Type="http://schemas.openxmlformats.org/officeDocument/2006/relationships/customXml" Target="../ink/ink2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5.xml"/><Relationship Id="rId11" Type="http://schemas.openxmlformats.org/officeDocument/2006/relationships/image" Target="../media/image9.png"/><Relationship Id="rId5" Type="http://schemas.openxmlformats.org/officeDocument/2006/relationships/image" Target="../media/image23.png"/><Relationship Id="rId10" Type="http://schemas.openxmlformats.org/officeDocument/2006/relationships/customXml" Target="../ink/ink27.xml"/><Relationship Id="rId4" Type="http://schemas.openxmlformats.org/officeDocument/2006/relationships/customXml" Target="../ink/ink24.xml"/><Relationship Id="rId9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customXml" Target="../ink/ink31.xml"/><Relationship Id="rId3" Type="http://schemas.openxmlformats.org/officeDocument/2006/relationships/image" Target="../media/image10.png"/><Relationship Id="rId7" Type="http://schemas.openxmlformats.org/officeDocument/2006/relationships/image" Target="../media/image24.png"/><Relationship Id="rId2" Type="http://schemas.openxmlformats.org/officeDocument/2006/relationships/customXml" Target="../ink/ink2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0.xml"/><Relationship Id="rId11" Type="http://schemas.openxmlformats.org/officeDocument/2006/relationships/image" Target="../media/image9.png"/><Relationship Id="rId5" Type="http://schemas.openxmlformats.org/officeDocument/2006/relationships/image" Target="../media/image23.png"/><Relationship Id="rId10" Type="http://schemas.openxmlformats.org/officeDocument/2006/relationships/customXml" Target="../ink/ink32.xml"/><Relationship Id="rId4" Type="http://schemas.openxmlformats.org/officeDocument/2006/relationships/customXml" Target="../ink/ink29.xml"/><Relationship Id="rId9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customXml" Target="../ink/ink36.xml"/><Relationship Id="rId3" Type="http://schemas.openxmlformats.org/officeDocument/2006/relationships/image" Target="../media/image26.png"/><Relationship Id="rId7" Type="http://schemas.openxmlformats.org/officeDocument/2006/relationships/image" Target="../media/image24.png"/><Relationship Id="rId2" Type="http://schemas.openxmlformats.org/officeDocument/2006/relationships/customXml" Target="../ink/ink3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5.xml"/><Relationship Id="rId11" Type="http://schemas.openxmlformats.org/officeDocument/2006/relationships/image" Target="../media/image9.png"/><Relationship Id="rId5" Type="http://schemas.openxmlformats.org/officeDocument/2006/relationships/image" Target="../media/image23.png"/><Relationship Id="rId10" Type="http://schemas.openxmlformats.org/officeDocument/2006/relationships/customXml" Target="../ink/ink37.xml"/><Relationship Id="rId4" Type="http://schemas.openxmlformats.org/officeDocument/2006/relationships/customXml" Target="../ink/ink34.xml"/><Relationship Id="rId9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customXml" Target="../ink/ink41.xml"/><Relationship Id="rId3" Type="http://schemas.openxmlformats.org/officeDocument/2006/relationships/image" Target="../media/image26.png"/><Relationship Id="rId7" Type="http://schemas.openxmlformats.org/officeDocument/2006/relationships/image" Target="../media/image24.png"/><Relationship Id="rId2" Type="http://schemas.openxmlformats.org/officeDocument/2006/relationships/customXml" Target="../ink/ink3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40.xml"/><Relationship Id="rId11" Type="http://schemas.openxmlformats.org/officeDocument/2006/relationships/image" Target="../media/image27.png"/><Relationship Id="rId5" Type="http://schemas.openxmlformats.org/officeDocument/2006/relationships/image" Target="../media/image23.png"/><Relationship Id="rId10" Type="http://schemas.openxmlformats.org/officeDocument/2006/relationships/customXml" Target="../ink/ink42.xml"/><Relationship Id="rId4" Type="http://schemas.openxmlformats.org/officeDocument/2006/relationships/customXml" Target="../ink/ink39.xml"/><Relationship Id="rId9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customXml" Target="../ink/ink46.xml"/><Relationship Id="rId3" Type="http://schemas.openxmlformats.org/officeDocument/2006/relationships/image" Target="../media/image26.png"/><Relationship Id="rId7" Type="http://schemas.openxmlformats.org/officeDocument/2006/relationships/image" Target="../media/image28.png"/><Relationship Id="rId2" Type="http://schemas.openxmlformats.org/officeDocument/2006/relationships/customXml" Target="../ink/ink4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45.xml"/><Relationship Id="rId11" Type="http://schemas.openxmlformats.org/officeDocument/2006/relationships/image" Target="../media/image27.png"/><Relationship Id="rId5" Type="http://schemas.openxmlformats.org/officeDocument/2006/relationships/image" Target="../media/image23.png"/><Relationship Id="rId10" Type="http://schemas.openxmlformats.org/officeDocument/2006/relationships/customXml" Target="../ink/ink47.xml"/><Relationship Id="rId4" Type="http://schemas.openxmlformats.org/officeDocument/2006/relationships/customXml" Target="../ink/ink44.xml"/><Relationship Id="rId9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customXml" Target="../ink/ink51.xml"/><Relationship Id="rId3" Type="http://schemas.openxmlformats.org/officeDocument/2006/relationships/image" Target="../media/image26.png"/><Relationship Id="rId7" Type="http://schemas.openxmlformats.org/officeDocument/2006/relationships/image" Target="../media/image28.png"/><Relationship Id="rId2" Type="http://schemas.openxmlformats.org/officeDocument/2006/relationships/customXml" Target="../ink/ink4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0.xml"/><Relationship Id="rId11" Type="http://schemas.openxmlformats.org/officeDocument/2006/relationships/image" Target="../media/image27.png"/><Relationship Id="rId5" Type="http://schemas.openxmlformats.org/officeDocument/2006/relationships/image" Target="../media/image23.png"/><Relationship Id="rId10" Type="http://schemas.openxmlformats.org/officeDocument/2006/relationships/customXml" Target="../ink/ink52.xml"/><Relationship Id="rId4" Type="http://schemas.openxmlformats.org/officeDocument/2006/relationships/customXml" Target="../ink/ink49.xml"/><Relationship Id="rId9" Type="http://schemas.openxmlformats.org/officeDocument/2006/relationships/image" Target="../media/image29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customXml" Target="../ink/ink56.xml"/><Relationship Id="rId3" Type="http://schemas.openxmlformats.org/officeDocument/2006/relationships/image" Target="../media/image26.png"/><Relationship Id="rId7" Type="http://schemas.openxmlformats.org/officeDocument/2006/relationships/image" Target="../media/image28.png"/><Relationship Id="rId2" Type="http://schemas.openxmlformats.org/officeDocument/2006/relationships/customXml" Target="../ink/ink5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5.xml"/><Relationship Id="rId11" Type="http://schemas.openxmlformats.org/officeDocument/2006/relationships/image" Target="../media/image27.png"/><Relationship Id="rId5" Type="http://schemas.openxmlformats.org/officeDocument/2006/relationships/image" Target="../media/image30.png"/><Relationship Id="rId10" Type="http://schemas.openxmlformats.org/officeDocument/2006/relationships/customXml" Target="../ink/ink57.xml"/><Relationship Id="rId4" Type="http://schemas.openxmlformats.org/officeDocument/2006/relationships/customXml" Target="../ink/ink54.xml"/><Relationship Id="rId9" Type="http://schemas.openxmlformats.org/officeDocument/2006/relationships/image" Target="../media/image2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27.png"/><Relationship Id="rId2" Type="http://schemas.openxmlformats.org/officeDocument/2006/relationships/customXml" Target="../ink/ink5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60.xml"/><Relationship Id="rId5" Type="http://schemas.openxmlformats.org/officeDocument/2006/relationships/image" Target="../media/image29.png"/><Relationship Id="rId4" Type="http://schemas.openxmlformats.org/officeDocument/2006/relationships/customXml" Target="../ink/ink5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customXml" Target="../ink/ink61.xml"/><Relationship Id="rId1" Type="http://schemas.openxmlformats.org/officeDocument/2006/relationships/slideLayout" Target="../slideLayouts/slideLayout2.xml"/><Relationship Id="rId5" Type="http://schemas.openxmlformats.org/officeDocument/2006/relationships/image" Target="NULL"/><Relationship Id="rId4" Type="http://schemas.openxmlformats.org/officeDocument/2006/relationships/customXml" Target="../ink/ink6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customXml" Target="../ink/ink65.xml"/><Relationship Id="rId13" Type="http://schemas.openxmlformats.org/officeDocument/2006/relationships/customXml" Target="../ink/ink68.xml"/><Relationship Id="rId3" Type="http://schemas.openxmlformats.org/officeDocument/2006/relationships/image" Target="../media/image43.png"/><Relationship Id="rId7" Type="http://schemas.openxmlformats.org/officeDocument/2006/relationships/image" Target="../media/image250.png"/><Relationship Id="rId12" Type="http://schemas.openxmlformats.org/officeDocument/2006/relationships/customXml" Target="../ink/ink67.xml"/><Relationship Id="rId2" Type="http://schemas.openxmlformats.org/officeDocument/2006/relationships/image" Target="../media/image42.png"/><Relationship Id="rId16" Type="http://schemas.openxmlformats.org/officeDocument/2006/relationships/image" Target="../media/image280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64.xml"/><Relationship Id="rId11" Type="http://schemas.openxmlformats.org/officeDocument/2006/relationships/image" Target="../media/image270.png"/><Relationship Id="rId5" Type="http://schemas.openxmlformats.org/officeDocument/2006/relationships/image" Target="../media/image240.png"/><Relationship Id="rId15" Type="http://schemas.openxmlformats.org/officeDocument/2006/relationships/customXml" Target="../ink/ink70.xml"/><Relationship Id="rId10" Type="http://schemas.openxmlformats.org/officeDocument/2006/relationships/customXml" Target="../ink/ink66.xml"/><Relationship Id="rId4" Type="http://schemas.openxmlformats.org/officeDocument/2006/relationships/customXml" Target="../ink/ink63.xml"/><Relationship Id="rId9" Type="http://schemas.openxmlformats.org/officeDocument/2006/relationships/image" Target="../media/image260.png"/><Relationship Id="rId14" Type="http://schemas.openxmlformats.org/officeDocument/2006/relationships/customXml" Target="../ink/ink69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enomescope.org/genomescope2.0/" TargetMode="External"/><Relationship Id="rId2" Type="http://schemas.openxmlformats.org/officeDocument/2006/relationships/hyperlink" Target="http://genomescope.org/genomescope2.0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027074-6C76-4B66-80C9-856F75BD8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F0520F-6299-4676-8176-653C51F4D7A4}"/>
              </a:ext>
            </a:extLst>
          </p:cNvPr>
          <p:cNvSpPr txBox="1"/>
          <p:nvPr/>
        </p:nvSpPr>
        <p:spPr>
          <a:xfrm>
            <a:off x="1308659" y="2437886"/>
            <a:ext cx="96770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i="1" dirty="0">
                <a:solidFill>
                  <a:srgbClr val="BE0260"/>
                </a:solidFill>
              </a:rPr>
              <a:t>Week 6</a:t>
            </a:r>
            <a:endParaRPr lang="en-US" sz="3200" b="1" dirty="0">
              <a:solidFill>
                <a:srgbClr val="BE026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89679F-F038-40F8-96EA-47D38F6DFC66}"/>
              </a:ext>
            </a:extLst>
          </p:cNvPr>
          <p:cNvSpPr txBox="1"/>
          <p:nvPr/>
        </p:nvSpPr>
        <p:spPr>
          <a:xfrm>
            <a:off x="1308659" y="4376878"/>
            <a:ext cx="95746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Alexey V. Zimin</a:t>
            </a:r>
            <a:br>
              <a:rPr lang="en-US" sz="2400" dirty="0"/>
            </a:br>
            <a:r>
              <a:rPr lang="en-US" sz="2400" dirty="0"/>
              <a:t> </a:t>
            </a:r>
          </a:p>
          <a:p>
            <a:pPr algn="just"/>
            <a:r>
              <a:rPr lang="en-US" sz="2400" dirty="0"/>
              <a:t>JHU </a:t>
            </a:r>
            <a:r>
              <a:rPr lang="en-US" sz="2400"/>
              <a:t>BME 580.417/707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524039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26115-0F50-D62F-6736-FB3DAE5B5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9898" y="233049"/>
            <a:ext cx="6974997" cy="737569"/>
          </a:xfrm>
        </p:spPr>
        <p:txBody>
          <a:bodyPr>
            <a:normAutofit fontScale="90000"/>
          </a:bodyPr>
          <a:lstStyle/>
          <a:p>
            <a:r>
              <a:rPr lang="en-US" dirty="0"/>
              <a:t>Genome assemblers that use DeBruijn graph or super-reads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9FA874-AAAE-2124-EC2E-057DB25523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5056745" cy="1832460"/>
          </a:xfrm>
        </p:spPr>
        <p:txBody>
          <a:bodyPr>
            <a:normAutofit/>
          </a:bodyPr>
          <a:lstStyle/>
          <a:p>
            <a:r>
              <a:rPr lang="en-US" dirty="0" err="1"/>
              <a:t>Verkko</a:t>
            </a:r>
            <a:r>
              <a:rPr lang="en-US" dirty="0"/>
              <a:t> – can produce T2T assemblies uses PacBio HiFi + Oxford Nanopore (ONT) data, high coverage requirements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A3E570-2FE0-33CD-F954-80F2F3A81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37CF50-4F40-7A04-5977-06373F2E7AF9}"/>
              </a:ext>
            </a:extLst>
          </p:cNvPr>
          <p:cNvSpPr txBox="1"/>
          <p:nvPr/>
        </p:nvSpPr>
        <p:spPr>
          <a:xfrm>
            <a:off x="308113" y="498944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7B587E-17DA-0B3F-94D0-150ACD71AE84}"/>
              </a:ext>
            </a:extLst>
          </p:cNvPr>
          <p:cNvSpPr txBox="1"/>
          <p:nvPr/>
        </p:nvSpPr>
        <p:spPr>
          <a:xfrm>
            <a:off x="5979671" y="4015145"/>
            <a:ext cx="590421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itchFamily="34" charset="0"/>
              <a:buChar char="•"/>
            </a:pPr>
            <a:r>
              <a:rPr lang="en-US" sz="2800" dirty="0" err="1"/>
              <a:t>MaSuRCA</a:t>
            </a:r>
            <a:r>
              <a:rPr lang="en-US" sz="2800" dirty="0"/>
              <a:t> -- for hybrid data sets – uses both K-</a:t>
            </a:r>
            <a:r>
              <a:rPr lang="en-US" sz="2800" dirty="0" err="1"/>
              <a:t>mer</a:t>
            </a:r>
            <a:r>
              <a:rPr lang="en-US" sz="2800" dirty="0"/>
              <a:t> graph (super-reads)  and OLC/String graph, requires Illumina reads, supports PacBio and ONT data</a:t>
            </a:r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49462CC-9E69-39A1-A38F-91A017D30F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5012" y="1308813"/>
            <a:ext cx="4099815" cy="252376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EB063B5-D5F4-9E40-22EE-A3CC96193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174" y="4092870"/>
            <a:ext cx="6030167" cy="2162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348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9EA24-C3A4-A878-2C73-E23642475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919DBC-38FF-8DC1-B604-5200FCA01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Scaffolding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8E7E09-2870-EB94-CAD7-37A4FE626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FBDE18-75DD-F1AA-611E-243DEDB721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40920"/>
            <a:ext cx="10239426" cy="2477498"/>
          </a:xfrm>
        </p:spPr>
        <p:txBody>
          <a:bodyPr>
            <a:normAutofit/>
          </a:bodyPr>
          <a:lstStyle/>
          <a:p>
            <a:r>
              <a:rPr lang="en-US" dirty="0"/>
              <a:t>Once you are done with contigs, you can </a:t>
            </a:r>
            <a:r>
              <a:rPr lang="en-US" i="1" dirty="0"/>
              <a:t>scaffold</a:t>
            </a:r>
          </a:p>
          <a:p>
            <a:r>
              <a:rPr lang="en-US" i="1" dirty="0"/>
              <a:t>Scaffolding</a:t>
            </a:r>
            <a:r>
              <a:rPr lang="en-US" dirty="0"/>
              <a:t> refers to a process of building </a:t>
            </a:r>
            <a:r>
              <a:rPr lang="en-US" i="1" dirty="0"/>
              <a:t>scaffolds</a:t>
            </a:r>
            <a:r>
              <a:rPr lang="en-US" dirty="0"/>
              <a:t> – ordered and oriented sets of contigs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49970EB-D1B0-5286-F130-D0CFBC03C3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503" y="4218418"/>
            <a:ext cx="9602540" cy="44773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3D65CB1-CB69-A5AB-3BF3-FCBDC598FC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0190" y="5210776"/>
            <a:ext cx="8869013" cy="85737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E4F3277-8859-7E2D-298F-1CA94BEFBA68}"/>
              </a:ext>
            </a:extLst>
          </p:cNvPr>
          <p:cNvCxnSpPr/>
          <p:nvPr/>
        </p:nvCxnSpPr>
        <p:spPr>
          <a:xfrm>
            <a:off x="2564535" y="5297717"/>
            <a:ext cx="916230" cy="0"/>
          </a:xfrm>
          <a:prstGeom prst="line">
            <a:avLst/>
          </a:prstGeom>
          <a:ln w="412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9B3BA0-7E3B-EAE8-36C6-1C5FACEFE21A}"/>
              </a:ext>
            </a:extLst>
          </p:cNvPr>
          <p:cNvCxnSpPr/>
          <p:nvPr/>
        </p:nvCxnSpPr>
        <p:spPr>
          <a:xfrm>
            <a:off x="7451095" y="5603127"/>
            <a:ext cx="916230" cy="0"/>
          </a:xfrm>
          <a:prstGeom prst="line">
            <a:avLst/>
          </a:prstGeom>
          <a:ln w="3492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9BB2F38-EF51-2026-273D-73EAA0D6419E}"/>
              </a:ext>
            </a:extLst>
          </p:cNvPr>
          <p:cNvSpPr/>
          <p:nvPr/>
        </p:nvSpPr>
        <p:spPr>
          <a:xfrm>
            <a:off x="3002771" y="4747434"/>
            <a:ext cx="5044141" cy="843037"/>
          </a:xfrm>
          <a:custGeom>
            <a:avLst/>
            <a:gdLst>
              <a:gd name="connsiteX0" fmla="*/ 0 w 5044141"/>
              <a:gd name="connsiteY0" fmla="*/ 526284 h 843037"/>
              <a:gd name="connsiteX1" fmla="*/ 2904565 w 5044141"/>
              <a:gd name="connsiteY1" fmla="*/ 6332 h 843037"/>
              <a:gd name="connsiteX2" fmla="*/ 5044141 w 5044141"/>
              <a:gd name="connsiteY2" fmla="*/ 843037 h 8430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044141" h="843037">
                <a:moveTo>
                  <a:pt x="0" y="526284"/>
                </a:moveTo>
                <a:cubicBezTo>
                  <a:pt x="1031937" y="239912"/>
                  <a:pt x="2063875" y="-46460"/>
                  <a:pt x="2904565" y="6332"/>
                </a:cubicBezTo>
                <a:cubicBezTo>
                  <a:pt x="3745255" y="59124"/>
                  <a:pt x="4677584" y="664739"/>
                  <a:pt x="5044141" y="843037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0E7451B-6732-C20E-F347-E0F797BD66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6750" y="6512740"/>
            <a:ext cx="3696216" cy="20005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C2FC39A-E83F-DF80-FE94-4371C7DC35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4188" y="6519905"/>
            <a:ext cx="4067743" cy="20005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41BE8FD-2A5B-D07F-5D48-110B69B0C0D5}"/>
              </a:ext>
            </a:extLst>
          </p:cNvPr>
          <p:cNvSpPr txBox="1"/>
          <p:nvPr/>
        </p:nvSpPr>
        <p:spPr>
          <a:xfrm>
            <a:off x="5179809" y="6428100"/>
            <a:ext cx="1079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NNNNNN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FCB522-D028-6792-1FAD-C7C847B53A62}"/>
              </a:ext>
            </a:extLst>
          </p:cNvPr>
          <p:cNvSpPr txBox="1"/>
          <p:nvPr/>
        </p:nvSpPr>
        <p:spPr>
          <a:xfrm>
            <a:off x="5179730" y="6206727"/>
            <a:ext cx="926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Scaffold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04C040A-A88C-BD04-F132-DFC53818E4C2}"/>
              </a:ext>
            </a:extLst>
          </p:cNvPr>
          <p:cNvCxnSpPr/>
          <p:nvPr/>
        </p:nvCxnSpPr>
        <p:spPr>
          <a:xfrm>
            <a:off x="2884948" y="5557239"/>
            <a:ext cx="916230" cy="0"/>
          </a:xfrm>
          <a:prstGeom prst="line">
            <a:avLst/>
          </a:prstGeom>
          <a:ln w="412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BF43D08-C9D2-30BA-23F6-4793224DD5D2}"/>
              </a:ext>
            </a:extLst>
          </p:cNvPr>
          <p:cNvCxnSpPr/>
          <p:nvPr/>
        </p:nvCxnSpPr>
        <p:spPr>
          <a:xfrm>
            <a:off x="7639726" y="5297717"/>
            <a:ext cx="916230" cy="0"/>
          </a:xfrm>
          <a:prstGeom prst="line">
            <a:avLst/>
          </a:prstGeom>
          <a:ln w="3492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6BF27FA3-F75B-605B-CABB-A6166E754AC2}"/>
              </a:ext>
            </a:extLst>
          </p:cNvPr>
          <p:cNvSpPr/>
          <p:nvPr/>
        </p:nvSpPr>
        <p:spPr>
          <a:xfrm rot="10800000" flipV="1">
            <a:off x="3397234" y="4694793"/>
            <a:ext cx="4506989" cy="857370"/>
          </a:xfrm>
          <a:custGeom>
            <a:avLst/>
            <a:gdLst>
              <a:gd name="connsiteX0" fmla="*/ 0 w 5044141"/>
              <a:gd name="connsiteY0" fmla="*/ 526284 h 843037"/>
              <a:gd name="connsiteX1" fmla="*/ 2904565 w 5044141"/>
              <a:gd name="connsiteY1" fmla="*/ 6332 h 843037"/>
              <a:gd name="connsiteX2" fmla="*/ 5044141 w 5044141"/>
              <a:gd name="connsiteY2" fmla="*/ 843037 h 8430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044141" h="843037">
                <a:moveTo>
                  <a:pt x="0" y="526284"/>
                </a:moveTo>
                <a:cubicBezTo>
                  <a:pt x="1031937" y="239912"/>
                  <a:pt x="2063875" y="-46460"/>
                  <a:pt x="2904565" y="6332"/>
                </a:cubicBezTo>
                <a:cubicBezTo>
                  <a:pt x="3745255" y="59124"/>
                  <a:pt x="4677584" y="664739"/>
                  <a:pt x="5044141" y="843037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575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/>
      <p:bldP spid="13" grpId="0"/>
      <p:bldP spid="1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690EB-9966-BE1C-5975-585164554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DF369-7CD2-2EC4-5171-6169D8CA5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Scaffolding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C5421C-9055-BF20-C31D-E501752BA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37F488-B8D0-0670-16BE-54172E0BF6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740919"/>
            <a:ext cx="11219006" cy="4878542"/>
          </a:xfrm>
        </p:spPr>
        <p:txBody>
          <a:bodyPr>
            <a:normAutofit fontScale="85000" lnSpcReduction="20000"/>
          </a:bodyPr>
          <a:lstStyle/>
          <a:p>
            <a:r>
              <a:rPr lang="en-US" i="1" dirty="0"/>
              <a:t>Scaffolding</a:t>
            </a:r>
            <a:r>
              <a:rPr lang="en-US" dirty="0"/>
              <a:t> refers to a process of building </a:t>
            </a:r>
            <a:r>
              <a:rPr lang="en-US" i="1" dirty="0"/>
              <a:t>scaffolds</a:t>
            </a:r>
            <a:r>
              <a:rPr lang="en-US" dirty="0"/>
              <a:t> – ordered and oriented sets of contigs</a:t>
            </a:r>
          </a:p>
          <a:p>
            <a:endParaRPr lang="en-US" dirty="0"/>
          </a:p>
          <a:p>
            <a:r>
              <a:rPr lang="en-US" dirty="0"/>
              <a:t>We can use:</a:t>
            </a:r>
          </a:p>
          <a:p>
            <a:pPr lvl="1"/>
            <a:r>
              <a:rPr lang="en-US" dirty="0"/>
              <a:t>Additional long reads</a:t>
            </a:r>
            <a:br>
              <a:rPr lang="en-US" dirty="0"/>
            </a:b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Paired end reads</a:t>
            </a:r>
            <a:br>
              <a:rPr lang="en-US" dirty="0"/>
            </a:br>
            <a:br>
              <a:rPr lang="en-US" dirty="0"/>
            </a:br>
            <a:endParaRPr lang="en-US" dirty="0"/>
          </a:p>
          <a:p>
            <a:pPr lvl="1"/>
            <a:r>
              <a:rPr lang="en-US" dirty="0" err="1"/>
              <a:t>HiC</a:t>
            </a:r>
            <a:r>
              <a:rPr lang="en-US" dirty="0"/>
              <a:t> reads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Scaffolds are typically the </a:t>
            </a:r>
            <a:r>
              <a:rPr lang="en-US" u="sng" dirty="0"/>
              <a:t>final product</a:t>
            </a:r>
            <a:r>
              <a:rPr lang="en-US" dirty="0"/>
              <a:t> of an assembly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9B199C7-6EF5-C663-404F-89D291DF8EC7}"/>
              </a:ext>
            </a:extLst>
          </p:cNvPr>
          <p:cNvCxnSpPr/>
          <p:nvPr/>
        </p:nvCxnSpPr>
        <p:spPr>
          <a:xfrm>
            <a:off x="4489028" y="3293914"/>
            <a:ext cx="1203157" cy="0"/>
          </a:xfrm>
          <a:prstGeom prst="line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706B8E3-1587-C42B-2366-2A8F4FFEC8B6}"/>
              </a:ext>
            </a:extLst>
          </p:cNvPr>
          <p:cNvCxnSpPr>
            <a:cxnSpLocks/>
          </p:cNvCxnSpPr>
          <p:nvPr/>
        </p:nvCxnSpPr>
        <p:spPr>
          <a:xfrm>
            <a:off x="6540848" y="3293914"/>
            <a:ext cx="2061410" cy="0"/>
          </a:xfrm>
          <a:prstGeom prst="line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4DD5CCA-4CBD-24CB-35DE-3F658B62BC85}"/>
              </a:ext>
            </a:extLst>
          </p:cNvPr>
          <p:cNvCxnSpPr>
            <a:cxnSpLocks/>
          </p:cNvCxnSpPr>
          <p:nvPr/>
        </p:nvCxnSpPr>
        <p:spPr>
          <a:xfrm>
            <a:off x="5030413" y="3118323"/>
            <a:ext cx="2270553" cy="0"/>
          </a:xfrm>
          <a:prstGeom prst="line">
            <a:avLst/>
          </a:prstGeom>
          <a:ln>
            <a:headEnd type="non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91BCF90-4B96-09D1-81F9-1E2E0EF2FC1A}"/>
              </a:ext>
            </a:extLst>
          </p:cNvPr>
          <p:cNvCxnSpPr/>
          <p:nvPr/>
        </p:nvCxnSpPr>
        <p:spPr>
          <a:xfrm>
            <a:off x="3887450" y="4346615"/>
            <a:ext cx="1203157" cy="0"/>
          </a:xfrm>
          <a:prstGeom prst="line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0F02839-30F2-0CAC-F562-465050783B7A}"/>
              </a:ext>
            </a:extLst>
          </p:cNvPr>
          <p:cNvCxnSpPr>
            <a:cxnSpLocks/>
          </p:cNvCxnSpPr>
          <p:nvPr/>
        </p:nvCxnSpPr>
        <p:spPr>
          <a:xfrm>
            <a:off x="5939270" y="4346615"/>
            <a:ext cx="2061410" cy="0"/>
          </a:xfrm>
          <a:prstGeom prst="line">
            <a:avLst/>
          </a:prstGeom>
          <a:ln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D075958-CA38-4374-058F-6A4D4642A5F6}"/>
              </a:ext>
            </a:extLst>
          </p:cNvPr>
          <p:cNvCxnSpPr>
            <a:cxnSpLocks/>
          </p:cNvCxnSpPr>
          <p:nvPr/>
        </p:nvCxnSpPr>
        <p:spPr>
          <a:xfrm>
            <a:off x="4214846" y="4210780"/>
            <a:ext cx="427142" cy="0"/>
          </a:xfrm>
          <a:prstGeom prst="line">
            <a:avLst/>
          </a:prstGeom>
          <a:ln>
            <a:headEnd type="none"/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F3B267A-FCE2-97F9-8B2C-86DED77584BC}"/>
              </a:ext>
            </a:extLst>
          </p:cNvPr>
          <p:cNvCxnSpPr>
            <a:cxnSpLocks/>
          </p:cNvCxnSpPr>
          <p:nvPr/>
        </p:nvCxnSpPr>
        <p:spPr>
          <a:xfrm>
            <a:off x="6485817" y="4234720"/>
            <a:ext cx="427142" cy="0"/>
          </a:xfrm>
          <a:prstGeom prst="line">
            <a:avLst/>
          </a:prstGeom>
          <a:ln>
            <a:headEnd type="triangle"/>
            <a:tailEnd type="non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601AFE1F-3F11-0E52-4278-FAD85B90F29D}"/>
                  </a:ext>
                </a:extLst>
              </p14:cNvPr>
              <p14:cNvContentPartPr/>
              <p14:nvPr/>
            </p14:nvContentPartPr>
            <p14:xfrm>
              <a:off x="4413184" y="4040158"/>
              <a:ext cx="2346120" cy="18072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601AFE1F-3F11-0E52-4278-FAD85B90F29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07064" y="4034038"/>
                <a:ext cx="2358360" cy="192960"/>
              </a:xfrm>
              <a:prstGeom prst="rect">
                <a:avLst/>
              </a:prstGeom>
            </p:spPr>
          </p:pic>
        </mc:Fallback>
      </mc:AlternateContent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CBF241F-646D-ADE2-BF75-1FA986AA85CA}"/>
              </a:ext>
            </a:extLst>
          </p:cNvPr>
          <p:cNvCxnSpPr>
            <a:cxnSpLocks/>
          </p:cNvCxnSpPr>
          <p:nvPr/>
        </p:nvCxnSpPr>
        <p:spPr>
          <a:xfrm>
            <a:off x="2335167" y="5653015"/>
            <a:ext cx="1210203" cy="0"/>
          </a:xfrm>
          <a:prstGeom prst="line">
            <a:avLst/>
          </a:prstGeom>
          <a:ln w="412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0E6041E-8A25-F48B-DF4D-6BD3D68DBDBA}"/>
              </a:ext>
            </a:extLst>
          </p:cNvPr>
          <p:cNvCxnSpPr>
            <a:cxnSpLocks/>
          </p:cNvCxnSpPr>
          <p:nvPr/>
        </p:nvCxnSpPr>
        <p:spPr>
          <a:xfrm flipV="1">
            <a:off x="3770452" y="5646430"/>
            <a:ext cx="1238341" cy="11390"/>
          </a:xfrm>
          <a:prstGeom prst="line">
            <a:avLst/>
          </a:prstGeom>
          <a:ln w="412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09B46B0-938C-1FFD-CD78-D0082E930F3B}"/>
              </a:ext>
            </a:extLst>
          </p:cNvPr>
          <p:cNvGrpSpPr/>
          <p:nvPr/>
        </p:nvGrpSpPr>
        <p:grpSpPr>
          <a:xfrm>
            <a:off x="3283901" y="5397870"/>
            <a:ext cx="705731" cy="248560"/>
            <a:chOff x="8539280" y="3259335"/>
            <a:chExt cx="1221640" cy="622420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8ED77BEB-98D8-3FA9-353D-1C25E7B80973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FDAAEB0-F20A-C335-E735-BD038F6BF1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30DE541-68C7-4CED-4F85-EE9F2673F85A}"/>
              </a:ext>
            </a:extLst>
          </p:cNvPr>
          <p:cNvGrpSpPr/>
          <p:nvPr/>
        </p:nvGrpSpPr>
        <p:grpSpPr>
          <a:xfrm>
            <a:off x="3111458" y="5383259"/>
            <a:ext cx="705731" cy="248560"/>
            <a:chOff x="8539280" y="3259335"/>
            <a:chExt cx="1221640" cy="622420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3079393-1C01-6A2E-6885-226B164B6638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5633B8D-A236-5D1E-12C4-5013D25DD73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65CBDA1-85AF-9CDD-734C-E35D4889B8BA}"/>
              </a:ext>
            </a:extLst>
          </p:cNvPr>
          <p:cNvGrpSpPr/>
          <p:nvPr/>
        </p:nvGrpSpPr>
        <p:grpSpPr>
          <a:xfrm>
            <a:off x="3463947" y="5383259"/>
            <a:ext cx="705731" cy="248560"/>
            <a:chOff x="8539280" y="3259335"/>
            <a:chExt cx="1221640" cy="622420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D7ACD7D-9FEB-8979-B50C-7444AC227CA7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A06C2C76-6C09-3D90-0D16-48C2C3824C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CE37E55-B312-C765-81F3-C49A0470E32D}"/>
              </a:ext>
            </a:extLst>
          </p:cNvPr>
          <p:cNvGrpSpPr/>
          <p:nvPr/>
        </p:nvGrpSpPr>
        <p:grpSpPr>
          <a:xfrm>
            <a:off x="3321561" y="5318816"/>
            <a:ext cx="897782" cy="317628"/>
            <a:chOff x="8539280" y="3259335"/>
            <a:chExt cx="1221640" cy="622420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CDEFA61-DA50-5FA8-02E7-03D6CCEEA976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11108E4E-ACB2-E24F-A9A7-EB17450725F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8C0F8FA-8ACF-6F4F-A719-B5AA8EA46163}"/>
              </a:ext>
            </a:extLst>
          </p:cNvPr>
          <p:cNvGrpSpPr/>
          <p:nvPr/>
        </p:nvGrpSpPr>
        <p:grpSpPr>
          <a:xfrm>
            <a:off x="3073941" y="5330027"/>
            <a:ext cx="897782" cy="317628"/>
            <a:chOff x="8539280" y="3259335"/>
            <a:chExt cx="1221640" cy="622420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5BB5CAF-0F01-5811-784D-69A2E338AD05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3831F499-B837-9EAA-E010-5AF59A68645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1EC7AD3-1322-3C89-687A-A2902049DD6E}"/>
              </a:ext>
            </a:extLst>
          </p:cNvPr>
          <p:cNvGrpSpPr/>
          <p:nvPr/>
        </p:nvGrpSpPr>
        <p:grpSpPr>
          <a:xfrm>
            <a:off x="2979324" y="5204737"/>
            <a:ext cx="1319476" cy="445828"/>
            <a:chOff x="8539280" y="3259335"/>
            <a:chExt cx="1221640" cy="622420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33058213-80F9-075C-C650-2EB3184250F2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AA6367EC-9A23-78C5-A39D-7CEC8EC7959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53813B6-2EBB-1C59-71D0-ECEE31496F9C}"/>
              </a:ext>
            </a:extLst>
          </p:cNvPr>
          <p:cNvGrpSpPr/>
          <p:nvPr/>
        </p:nvGrpSpPr>
        <p:grpSpPr>
          <a:xfrm>
            <a:off x="2597667" y="4926983"/>
            <a:ext cx="1835923" cy="726032"/>
            <a:chOff x="8539280" y="3259335"/>
            <a:chExt cx="1221640" cy="622420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DCFAE88C-0427-0EAF-DA3E-60E27DAFCA69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D67EC656-FAED-99BE-0C34-159978CB801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47D03811-602C-F6AC-BE6F-D3C954437CF4}"/>
              </a:ext>
            </a:extLst>
          </p:cNvPr>
          <p:cNvGrpSpPr/>
          <p:nvPr/>
        </p:nvGrpSpPr>
        <p:grpSpPr>
          <a:xfrm>
            <a:off x="2465149" y="4699210"/>
            <a:ext cx="2355574" cy="947221"/>
            <a:chOff x="8539280" y="3259335"/>
            <a:chExt cx="1221640" cy="622420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CA712F85-1385-4318-EFE7-79D2C208CB64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DB2143B0-F431-B8CC-EAD4-F7C16711DC0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062DE7-CE8B-B597-FBA2-B9C8D560995F}"/>
              </a:ext>
            </a:extLst>
          </p:cNvPr>
          <p:cNvGrpSpPr/>
          <p:nvPr/>
        </p:nvGrpSpPr>
        <p:grpSpPr>
          <a:xfrm>
            <a:off x="2874983" y="5089680"/>
            <a:ext cx="1494455" cy="540013"/>
            <a:chOff x="8539280" y="3259335"/>
            <a:chExt cx="1221640" cy="622420"/>
          </a:xfrm>
        </p:grpSpPr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A93B9A38-F7C9-81AA-E69E-D68D251EFA7A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BEA624A2-4E69-143E-BB8E-872039C930A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7B694705-40BF-E0A3-0558-AE83611DB8B7}"/>
              </a:ext>
            </a:extLst>
          </p:cNvPr>
          <p:cNvSpPr txBox="1"/>
          <p:nvPr/>
        </p:nvSpPr>
        <p:spPr>
          <a:xfrm>
            <a:off x="2426564" y="5636278"/>
            <a:ext cx="1210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Contig 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EBAD2C4-DDE8-82DB-E613-5B8FCEF576D9}"/>
              </a:ext>
            </a:extLst>
          </p:cNvPr>
          <p:cNvSpPr txBox="1"/>
          <p:nvPr/>
        </p:nvSpPr>
        <p:spPr>
          <a:xfrm>
            <a:off x="3934799" y="5655142"/>
            <a:ext cx="1078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Contig 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5C544E0-9FAD-B7F1-4567-7DFBC55D5AB2}"/>
              </a:ext>
            </a:extLst>
          </p:cNvPr>
          <p:cNvSpPr txBox="1"/>
          <p:nvPr/>
        </p:nvSpPr>
        <p:spPr>
          <a:xfrm>
            <a:off x="4183950" y="4418138"/>
            <a:ext cx="1210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Contig 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9D5B3BE-755C-AB2B-E2AF-4FFC3FEA6A98}"/>
              </a:ext>
            </a:extLst>
          </p:cNvPr>
          <p:cNvSpPr txBox="1"/>
          <p:nvPr/>
        </p:nvSpPr>
        <p:spPr>
          <a:xfrm>
            <a:off x="6582877" y="4399499"/>
            <a:ext cx="1078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Contig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1365176-F496-2354-D67F-B8EF888B78B9}"/>
              </a:ext>
            </a:extLst>
          </p:cNvPr>
          <p:cNvSpPr txBox="1"/>
          <p:nvPr/>
        </p:nvSpPr>
        <p:spPr>
          <a:xfrm>
            <a:off x="4587765" y="3284125"/>
            <a:ext cx="12102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Contig 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145125F-D148-8EA3-F319-A8178DFCD7BD}"/>
              </a:ext>
            </a:extLst>
          </p:cNvPr>
          <p:cNvSpPr txBox="1"/>
          <p:nvPr/>
        </p:nvSpPr>
        <p:spPr>
          <a:xfrm>
            <a:off x="7189634" y="3309799"/>
            <a:ext cx="1078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Contig 2</a:t>
            </a:r>
          </a:p>
        </p:txBody>
      </p:sp>
    </p:spTree>
    <p:extLst>
      <p:ext uri="{BB962C8B-B14F-4D97-AF65-F5344CB8AC3E}">
        <p14:creationId xmlns:p14="http://schemas.microsoft.com/office/powerpoint/2010/main" val="32857758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58516-68D3-967C-68D1-D0C2A10E5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Scaffolding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F403D1-A327-51CD-08AD-A6888A85A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742" y="1769795"/>
            <a:ext cx="10972800" cy="4881262"/>
          </a:xfrm>
        </p:spPr>
        <p:txBody>
          <a:bodyPr>
            <a:normAutofit fontScale="92500"/>
          </a:bodyPr>
          <a:lstStyle/>
          <a:p>
            <a:r>
              <a:rPr lang="en-US" dirty="0"/>
              <a:t>Building scaffolds typically involves building a </a:t>
            </a:r>
            <a:r>
              <a:rPr lang="en-US" i="1" dirty="0"/>
              <a:t>graph</a:t>
            </a:r>
            <a:r>
              <a:rPr lang="en-US" dirty="0"/>
              <a:t> of connected contigs</a:t>
            </a:r>
          </a:p>
          <a:p>
            <a:endParaRPr lang="en-US" dirty="0"/>
          </a:p>
          <a:p>
            <a:r>
              <a:rPr lang="en-US" dirty="0"/>
              <a:t>In a scaffold graph, each node usually denotes a contig, and each edge is a link between contigs</a:t>
            </a:r>
          </a:p>
          <a:p>
            <a:pPr lvl="1"/>
            <a:r>
              <a:rPr lang="en-US" dirty="0"/>
              <a:t>Edge must contain information on </a:t>
            </a:r>
            <a:r>
              <a:rPr lang="en-US" i="1" dirty="0"/>
              <a:t>mutual orientation </a:t>
            </a:r>
            <a:r>
              <a:rPr lang="en-US" dirty="0"/>
              <a:t>between contigs</a:t>
            </a:r>
          </a:p>
          <a:p>
            <a:pPr lvl="1"/>
            <a:r>
              <a:rPr lang="en-US" dirty="0"/>
              <a:t>Edge must contain information on </a:t>
            </a:r>
            <a:r>
              <a:rPr lang="en-US" i="1" dirty="0"/>
              <a:t>distance</a:t>
            </a:r>
            <a:r>
              <a:rPr lang="en-US" dirty="0"/>
              <a:t> between contigs</a:t>
            </a:r>
          </a:p>
          <a:p>
            <a:pPr lvl="1"/>
            <a:r>
              <a:rPr lang="en-US" dirty="0"/>
              <a:t>Similar to overlap graph (except we do not want sequences overlapping)!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The weight of an edge reflects the reliability of the edge. For example, one can use the number of linking read pairs as a weight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2E386E-DB70-E7E9-1B27-79E9A10E5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30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CE278-0872-6D70-4F19-EF039D625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Scaffolding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B6DE64-94F1-288C-4AF9-F91B599940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must always remember that a scaffold is a </a:t>
            </a:r>
            <a:r>
              <a:rPr lang="en-US" i="1" dirty="0"/>
              <a:t>linear</a:t>
            </a:r>
            <a:r>
              <a:rPr lang="en-US" dirty="0"/>
              <a:t> structure: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D062F8-15CC-0738-C476-74B3BBF62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6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19DE579-D9BE-A26B-D247-C36830A6301E}"/>
              </a:ext>
            </a:extLst>
          </p:cNvPr>
          <p:cNvCxnSpPr/>
          <p:nvPr/>
        </p:nvCxnSpPr>
        <p:spPr>
          <a:xfrm>
            <a:off x="1520792" y="3907857"/>
            <a:ext cx="120315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6DC4860-CC8C-B981-1490-2674E0FB65F8}"/>
              </a:ext>
            </a:extLst>
          </p:cNvPr>
          <p:cNvCxnSpPr>
            <a:cxnSpLocks/>
          </p:cNvCxnSpPr>
          <p:nvPr/>
        </p:nvCxnSpPr>
        <p:spPr>
          <a:xfrm>
            <a:off x="3165107" y="4186990"/>
            <a:ext cx="20614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1DADF39-1D7F-DB3A-C5F5-F5E1C5618402}"/>
              </a:ext>
            </a:extLst>
          </p:cNvPr>
          <p:cNvCxnSpPr>
            <a:cxnSpLocks/>
          </p:cNvCxnSpPr>
          <p:nvPr/>
        </p:nvCxnSpPr>
        <p:spPr>
          <a:xfrm>
            <a:off x="5829700" y="4406766"/>
            <a:ext cx="20614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D828800-22FE-98BF-C43A-8D541E77FD48}"/>
              </a:ext>
            </a:extLst>
          </p:cNvPr>
          <p:cNvCxnSpPr>
            <a:cxnSpLocks/>
          </p:cNvCxnSpPr>
          <p:nvPr/>
        </p:nvCxnSpPr>
        <p:spPr>
          <a:xfrm>
            <a:off x="6193856" y="3895023"/>
            <a:ext cx="11502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4BEB320-7C09-70C7-9D9C-D978D6034BD8}"/>
              </a:ext>
            </a:extLst>
          </p:cNvPr>
          <p:cNvCxnSpPr>
            <a:cxnSpLocks/>
          </p:cNvCxnSpPr>
          <p:nvPr/>
        </p:nvCxnSpPr>
        <p:spPr>
          <a:xfrm>
            <a:off x="2056598" y="3636746"/>
            <a:ext cx="20614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8F017064-8DE6-EA4C-022C-E318A2C1D56F}"/>
                  </a:ext>
                </a:extLst>
              </p14:cNvPr>
              <p14:cNvContentPartPr/>
              <p14:nvPr/>
            </p14:nvContentPartPr>
            <p14:xfrm>
              <a:off x="3445579" y="3435006"/>
              <a:ext cx="1257840" cy="76032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8F017064-8DE6-EA4C-022C-E318A2C1D56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39459" y="3428886"/>
                <a:ext cx="1270080" cy="77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3EF884A0-C835-8F18-1A7A-5A0294B97207}"/>
                  </a:ext>
                </a:extLst>
              </p14:cNvPr>
              <p14:cNvContentPartPr/>
              <p14:nvPr/>
            </p14:nvContentPartPr>
            <p14:xfrm>
              <a:off x="2165059" y="3799326"/>
              <a:ext cx="1983600" cy="3974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3EF884A0-C835-8F18-1A7A-5A0294B9720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58939" y="3793206"/>
                <a:ext cx="1995840" cy="40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A410DCD-AAC3-4E51-5FBD-64D4030923A0}"/>
                  </a:ext>
                </a:extLst>
              </p14:cNvPr>
              <p14:cNvContentPartPr/>
              <p14:nvPr/>
            </p14:nvContentPartPr>
            <p14:xfrm>
              <a:off x="4898899" y="3415926"/>
              <a:ext cx="2030040" cy="79020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A410DCD-AAC3-4E51-5FBD-64D4030923A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892779" y="3409806"/>
                <a:ext cx="2042280" cy="80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C353CE28-9848-193F-25AA-DE0BDDCAC912}"/>
                  </a:ext>
                </a:extLst>
              </p14:cNvPr>
              <p14:cNvContentPartPr/>
              <p14:nvPr/>
            </p14:nvContentPartPr>
            <p14:xfrm>
              <a:off x="4530619" y="4021806"/>
              <a:ext cx="2361240" cy="3960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C353CE28-9848-193F-25AA-DE0BDDCAC91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524499" y="4015686"/>
                <a:ext cx="2373480" cy="40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68C07575-A0F7-2477-1F9C-E3E8F6B96131}"/>
                  </a:ext>
                </a:extLst>
              </p14:cNvPr>
              <p14:cNvContentPartPr/>
              <p14:nvPr/>
            </p14:nvContentPartPr>
            <p14:xfrm>
              <a:off x="3070099" y="3031086"/>
              <a:ext cx="3562560" cy="846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68C07575-A0F7-2477-1F9C-E3E8F6B96131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063979" y="3024966"/>
                <a:ext cx="3574800" cy="858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6C0D0C79-A318-8752-F8E9-90E2023339DE}"/>
              </a:ext>
            </a:extLst>
          </p:cNvPr>
          <p:cNvGrpSpPr/>
          <p:nvPr/>
        </p:nvGrpSpPr>
        <p:grpSpPr>
          <a:xfrm>
            <a:off x="4157659" y="3329886"/>
            <a:ext cx="1458720" cy="494280"/>
            <a:chOff x="4157659" y="3329886"/>
            <a:chExt cx="1458720" cy="49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B0C7F6F-BC9F-5235-3F4C-3E90CA08FD88}"/>
                    </a:ext>
                  </a:extLst>
                </p14:cNvPr>
                <p14:cNvContentPartPr/>
                <p14:nvPr/>
              </p14:nvContentPartPr>
              <p14:xfrm>
                <a:off x="5168539" y="3561006"/>
                <a:ext cx="447840" cy="1191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B0C7F6F-BC9F-5235-3F4C-3E90CA08FD8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162419" y="3554886"/>
                  <a:ext cx="46008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3C08306-6897-B09B-5790-CB98BE82CBA0}"/>
                    </a:ext>
                  </a:extLst>
                </p14:cNvPr>
                <p14:cNvContentPartPr/>
                <p14:nvPr/>
              </p14:nvContentPartPr>
              <p14:xfrm>
                <a:off x="5393179" y="3397566"/>
                <a:ext cx="112320" cy="4266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3C08306-6897-B09B-5790-CB98BE82CBA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387059" y="3391446"/>
                  <a:ext cx="124560" cy="43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FAA58A2-E576-BE74-5E8F-D1F3861D6E6F}"/>
                    </a:ext>
                  </a:extLst>
                </p14:cNvPr>
                <p14:cNvContentPartPr/>
                <p14:nvPr/>
              </p14:nvContentPartPr>
              <p14:xfrm>
                <a:off x="4254139" y="3329886"/>
                <a:ext cx="188280" cy="4190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FAA58A2-E576-BE74-5E8F-D1F3861D6E6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248019" y="3323766"/>
                  <a:ext cx="200520" cy="43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A7E2F7C-0234-4412-192E-38EDC0F16D39}"/>
                    </a:ext>
                  </a:extLst>
                </p14:cNvPr>
                <p14:cNvContentPartPr/>
                <p14:nvPr/>
              </p14:nvContentPartPr>
              <p14:xfrm>
                <a:off x="4157659" y="3551286"/>
                <a:ext cx="447480" cy="100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A7E2F7C-0234-4412-192E-38EDC0F16D3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151539" y="3545166"/>
                  <a:ext cx="459720" cy="223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5" name="Oval 4">
            <a:extLst>
              <a:ext uri="{FF2B5EF4-FFF2-40B4-BE49-F238E27FC236}">
                <a16:creationId xmlns:a16="http://schemas.microsoft.com/office/drawing/2014/main" id="{29BEFB56-428D-458E-B3C9-3A99DA9D3632}"/>
              </a:ext>
            </a:extLst>
          </p:cNvPr>
          <p:cNvSpPr/>
          <p:nvPr/>
        </p:nvSpPr>
        <p:spPr>
          <a:xfrm>
            <a:off x="4363770" y="3907857"/>
            <a:ext cx="869929" cy="50994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9ADA444-2D1B-68FA-0D1A-C1B39F21506F}"/>
              </a:ext>
            </a:extLst>
          </p:cNvPr>
          <p:cNvCxnSpPr>
            <a:cxnSpLocks/>
          </p:cNvCxnSpPr>
          <p:nvPr/>
        </p:nvCxnSpPr>
        <p:spPr>
          <a:xfrm>
            <a:off x="4605139" y="4180540"/>
            <a:ext cx="520775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8235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DEC97-BD2B-33DB-8C66-971A7D2CA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C2900-3D04-B625-D9DE-F4A276244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Scaffolding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9A3513-E6AE-6A3B-0D97-D4FDFE3C24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5124936"/>
          </a:xfrm>
        </p:spPr>
        <p:txBody>
          <a:bodyPr>
            <a:normAutofit/>
          </a:bodyPr>
          <a:lstStyle/>
          <a:p>
            <a:r>
              <a:rPr lang="en-US" dirty="0"/>
              <a:t>One must always remember that a scaffold is a </a:t>
            </a:r>
            <a:r>
              <a:rPr lang="en-US" i="1" dirty="0"/>
              <a:t>linear</a:t>
            </a:r>
            <a:r>
              <a:rPr lang="en-US" dirty="0"/>
              <a:t> structure: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9690BF-510A-1304-F08F-00750A9D2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7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59454D8-C5D9-C645-C22E-79492A0EE231}"/>
              </a:ext>
            </a:extLst>
          </p:cNvPr>
          <p:cNvCxnSpPr/>
          <p:nvPr/>
        </p:nvCxnSpPr>
        <p:spPr>
          <a:xfrm>
            <a:off x="1520792" y="3907857"/>
            <a:ext cx="120315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58FD0FA-E445-E33C-9A83-41969C976CC3}"/>
              </a:ext>
            </a:extLst>
          </p:cNvPr>
          <p:cNvCxnSpPr>
            <a:cxnSpLocks/>
          </p:cNvCxnSpPr>
          <p:nvPr/>
        </p:nvCxnSpPr>
        <p:spPr>
          <a:xfrm>
            <a:off x="3165107" y="4186990"/>
            <a:ext cx="20614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CDF8708-623F-6EF2-F304-3922AB726555}"/>
              </a:ext>
            </a:extLst>
          </p:cNvPr>
          <p:cNvCxnSpPr>
            <a:cxnSpLocks/>
          </p:cNvCxnSpPr>
          <p:nvPr/>
        </p:nvCxnSpPr>
        <p:spPr>
          <a:xfrm>
            <a:off x="5829700" y="4406766"/>
            <a:ext cx="20614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D7C7860-5130-0D2E-81C9-2FF60824F916}"/>
              </a:ext>
            </a:extLst>
          </p:cNvPr>
          <p:cNvCxnSpPr>
            <a:cxnSpLocks/>
          </p:cNvCxnSpPr>
          <p:nvPr/>
        </p:nvCxnSpPr>
        <p:spPr>
          <a:xfrm>
            <a:off x="6193856" y="3895023"/>
            <a:ext cx="11502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6CB415D-02D4-54EF-DEAE-0491CA934CD3}"/>
              </a:ext>
            </a:extLst>
          </p:cNvPr>
          <p:cNvCxnSpPr>
            <a:cxnSpLocks/>
          </p:cNvCxnSpPr>
          <p:nvPr/>
        </p:nvCxnSpPr>
        <p:spPr>
          <a:xfrm>
            <a:off x="2056598" y="3636746"/>
            <a:ext cx="20614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8ABEF306-A78B-9FFD-476E-C479A59476F0}"/>
                  </a:ext>
                </a:extLst>
              </p14:cNvPr>
              <p14:cNvContentPartPr/>
              <p14:nvPr/>
            </p14:nvContentPartPr>
            <p14:xfrm>
              <a:off x="2165059" y="3799326"/>
              <a:ext cx="1983600" cy="3974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8ABEF306-A78B-9FFD-476E-C479A59476F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158938" y="3793206"/>
                <a:ext cx="1995842" cy="40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0E7CD5A8-0BF3-AE82-C012-4FEDB9759570}"/>
                  </a:ext>
                </a:extLst>
              </p14:cNvPr>
              <p14:cNvContentPartPr/>
              <p14:nvPr/>
            </p14:nvContentPartPr>
            <p14:xfrm>
              <a:off x="4530619" y="4021806"/>
              <a:ext cx="2361240" cy="3960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0E7CD5A8-0BF3-AE82-C012-4FEDB975957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524499" y="4015686"/>
                <a:ext cx="2373480" cy="40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031B33AF-92DD-333C-9EA0-E5AC41C4C1ED}"/>
                  </a:ext>
                </a:extLst>
              </p14:cNvPr>
              <p14:cNvContentPartPr/>
              <p14:nvPr/>
            </p14:nvContentPartPr>
            <p14:xfrm>
              <a:off x="3070099" y="3031086"/>
              <a:ext cx="3562560" cy="846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031B33AF-92DD-333C-9EA0-E5AC41C4C1E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063979" y="3024966"/>
                <a:ext cx="3574800" cy="858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329098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16335-17CA-09AE-E823-67E890538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455B2-69C6-CB18-38D9-EB76E4016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Scaffolding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D9BA9-AC5E-1FBC-9F52-B7440E7C40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must always remember that a scaffold is a </a:t>
            </a:r>
            <a:r>
              <a:rPr lang="en-US" i="1" dirty="0"/>
              <a:t>linear</a:t>
            </a:r>
            <a:r>
              <a:rPr lang="en-US" dirty="0"/>
              <a:t> structure: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76F85B-A58B-E130-7394-EC7D48A7A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853F931-E661-4F7C-3535-A57F73BB51B0}"/>
              </a:ext>
            </a:extLst>
          </p:cNvPr>
          <p:cNvCxnSpPr/>
          <p:nvPr/>
        </p:nvCxnSpPr>
        <p:spPr>
          <a:xfrm>
            <a:off x="130045" y="3741174"/>
            <a:ext cx="120315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37AD007-0DED-EFCE-D278-6CCAF906A996}"/>
              </a:ext>
            </a:extLst>
          </p:cNvPr>
          <p:cNvCxnSpPr>
            <a:cxnSpLocks/>
          </p:cNvCxnSpPr>
          <p:nvPr/>
        </p:nvCxnSpPr>
        <p:spPr>
          <a:xfrm>
            <a:off x="1774360" y="4020307"/>
            <a:ext cx="20614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6B201F3-0851-015A-27C5-D01AE75FA8EA}"/>
              </a:ext>
            </a:extLst>
          </p:cNvPr>
          <p:cNvCxnSpPr>
            <a:cxnSpLocks/>
          </p:cNvCxnSpPr>
          <p:nvPr/>
        </p:nvCxnSpPr>
        <p:spPr>
          <a:xfrm>
            <a:off x="4438953" y="4240083"/>
            <a:ext cx="20614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B2280B4-98CE-F630-103C-7B45D714529A}"/>
              </a:ext>
            </a:extLst>
          </p:cNvPr>
          <p:cNvCxnSpPr>
            <a:cxnSpLocks/>
          </p:cNvCxnSpPr>
          <p:nvPr/>
        </p:nvCxnSpPr>
        <p:spPr>
          <a:xfrm>
            <a:off x="10746605" y="4240083"/>
            <a:ext cx="11502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B74FCEE-3E38-89E2-CAE4-CC5899A8FD85}"/>
              </a:ext>
            </a:extLst>
          </p:cNvPr>
          <p:cNvCxnSpPr>
            <a:cxnSpLocks/>
          </p:cNvCxnSpPr>
          <p:nvPr/>
        </p:nvCxnSpPr>
        <p:spPr>
          <a:xfrm>
            <a:off x="6609347" y="3981806"/>
            <a:ext cx="20614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52477A4A-6961-6D6E-819A-6A2CE60DD5E2}"/>
                  </a:ext>
                </a:extLst>
              </p14:cNvPr>
              <p14:cNvContentPartPr/>
              <p14:nvPr/>
            </p14:nvContentPartPr>
            <p14:xfrm>
              <a:off x="774312" y="3632643"/>
              <a:ext cx="1983600" cy="3974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52477A4A-6961-6D6E-819A-6A2CE60DD5E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8191" y="3626523"/>
                <a:ext cx="1995842" cy="40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7385408A-5B8B-54F1-DF7B-6BCD63BB524A}"/>
                  </a:ext>
                </a:extLst>
              </p14:cNvPr>
              <p14:cNvContentPartPr/>
              <p14:nvPr/>
            </p14:nvContentPartPr>
            <p14:xfrm>
              <a:off x="3139872" y="3855123"/>
              <a:ext cx="2361240" cy="3960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7385408A-5B8B-54F1-DF7B-6BCD63BB524A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33752" y="3849003"/>
                <a:ext cx="2373480" cy="40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906278CC-7FBA-31C5-FB01-0A2A3681A495}"/>
                  </a:ext>
                </a:extLst>
              </p14:cNvPr>
              <p14:cNvContentPartPr/>
              <p14:nvPr/>
            </p14:nvContentPartPr>
            <p14:xfrm>
              <a:off x="7622848" y="3376146"/>
              <a:ext cx="3562560" cy="846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906278CC-7FBA-31C5-FB01-0A2A3681A49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616728" y="3370026"/>
                <a:ext cx="3574800" cy="858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702663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8B6578-484D-98A8-8B74-C1738EEFB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Implied distance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C3FC09-DB00-ED29-A107-C7CA7D56B7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1" y="1837412"/>
            <a:ext cx="10972800" cy="4907002"/>
          </a:xfrm>
        </p:spPr>
        <p:txBody>
          <a:bodyPr>
            <a:normAutofit/>
          </a:bodyPr>
          <a:lstStyle/>
          <a:p>
            <a:r>
              <a:rPr lang="en-US" i="1" dirty="0"/>
              <a:t>Implied distance </a:t>
            </a:r>
            <a:r>
              <a:rPr lang="en-US" dirty="0"/>
              <a:t>between contigs C1 and C2 is the distance between the </a:t>
            </a:r>
            <a:r>
              <a:rPr lang="en-US" b="1" dirty="0"/>
              <a:t>beginning</a:t>
            </a:r>
            <a:r>
              <a:rPr lang="en-US" dirty="0"/>
              <a:t> or contig C1 and </a:t>
            </a:r>
            <a:r>
              <a:rPr lang="en-US" b="1" dirty="0"/>
              <a:t>beginning</a:t>
            </a:r>
            <a:r>
              <a:rPr lang="en-US" dirty="0"/>
              <a:t> of contig C2</a:t>
            </a:r>
          </a:p>
          <a:p>
            <a:r>
              <a:rPr lang="en-US" dirty="0"/>
              <a:t>C1 is always forward, specifies coordinate system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45AB06-D38F-ECCA-9E52-022292F6D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0823" y="6251873"/>
            <a:ext cx="2844800" cy="365125"/>
          </a:xfrm>
        </p:spPr>
        <p:txBody>
          <a:bodyPr/>
          <a:lstStyle/>
          <a:p>
            <a:fld id="{B82CCC60-E8CD-4174-8B1A-7DF615B22EEF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3353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CBBB4-A8BE-7280-A9FB-00CD8E437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6377D-23AC-6987-AEFF-FE97D530B8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Implied distance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0DE918-401A-6B91-060A-E628220DD3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1" y="1837412"/>
            <a:ext cx="10972800" cy="4907002"/>
          </a:xfrm>
        </p:spPr>
        <p:txBody>
          <a:bodyPr>
            <a:normAutofit/>
          </a:bodyPr>
          <a:lstStyle/>
          <a:p>
            <a:r>
              <a:rPr lang="en-US" i="1" dirty="0"/>
              <a:t>Implied distance </a:t>
            </a:r>
            <a:r>
              <a:rPr lang="en-US" dirty="0"/>
              <a:t>between contigs C1 and C2 is the distance between the </a:t>
            </a:r>
            <a:r>
              <a:rPr lang="en-US" b="1" dirty="0"/>
              <a:t>beginning</a:t>
            </a:r>
            <a:r>
              <a:rPr lang="en-US" dirty="0"/>
              <a:t> or contig C1 and </a:t>
            </a:r>
            <a:r>
              <a:rPr lang="en-US" b="1" dirty="0"/>
              <a:t>beginning</a:t>
            </a:r>
            <a:r>
              <a:rPr lang="en-US" dirty="0"/>
              <a:t> of contig C2</a:t>
            </a:r>
          </a:p>
          <a:p>
            <a:r>
              <a:rPr lang="en-US" dirty="0"/>
              <a:t>C1 is always forward, specifies coordinate system: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F121A1-A20C-D69E-DD3E-9563073FA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0823" y="6251873"/>
            <a:ext cx="2844800" cy="365125"/>
          </a:xfrm>
        </p:spPr>
        <p:txBody>
          <a:bodyPr/>
          <a:lstStyle/>
          <a:p>
            <a:fld id="{B82CCC60-E8CD-4174-8B1A-7DF615B22EEF}" type="slidenum">
              <a:rPr lang="en-US" smtClean="0"/>
              <a:pPr/>
              <a:t>10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83A509-7809-27CF-A17F-DC2A9D2CDE9F}"/>
              </a:ext>
            </a:extLst>
          </p:cNvPr>
          <p:cNvCxnSpPr>
            <a:cxnSpLocks/>
          </p:cNvCxnSpPr>
          <p:nvPr/>
        </p:nvCxnSpPr>
        <p:spPr>
          <a:xfrm>
            <a:off x="4335815" y="4753297"/>
            <a:ext cx="115022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20DE1B6-BA9D-0B81-1F47-C357A1D55EA5}"/>
              </a:ext>
            </a:extLst>
          </p:cNvPr>
          <p:cNvCxnSpPr>
            <a:cxnSpLocks/>
          </p:cNvCxnSpPr>
          <p:nvPr/>
        </p:nvCxnSpPr>
        <p:spPr>
          <a:xfrm>
            <a:off x="198557" y="4495020"/>
            <a:ext cx="206141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517997B3-C08E-1622-EF68-C64E4FFE21D8}"/>
                  </a:ext>
                </a:extLst>
              </p14:cNvPr>
              <p14:cNvContentPartPr/>
              <p14:nvPr/>
            </p14:nvContentPartPr>
            <p14:xfrm>
              <a:off x="1212058" y="3889360"/>
              <a:ext cx="3562560" cy="84636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517997B3-C08E-1622-EF68-C64E4FFE21D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05938" y="3883240"/>
                <a:ext cx="3574800" cy="858600"/>
              </a:xfrm>
              <a:prstGeom prst="rect">
                <a:avLst/>
              </a:prstGeom>
            </p:spPr>
          </p:pic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E88B961-4EE6-1E3B-BDDD-4E58774493E1}"/>
              </a:ext>
            </a:extLst>
          </p:cNvPr>
          <p:cNvSpPr txBox="1"/>
          <p:nvPr/>
        </p:nvSpPr>
        <p:spPr>
          <a:xfrm>
            <a:off x="395843" y="4127874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9A6A7F-53A8-39F8-8732-7EFF546E928A}"/>
              </a:ext>
            </a:extLst>
          </p:cNvPr>
          <p:cNvSpPr txBox="1"/>
          <p:nvPr/>
        </p:nvSpPr>
        <p:spPr>
          <a:xfrm>
            <a:off x="5060919" y="4339574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BB32552-9541-BBD8-0256-194328A3F1F1}"/>
              </a:ext>
            </a:extLst>
          </p:cNvPr>
          <p:cNvCxnSpPr>
            <a:cxnSpLocks/>
          </p:cNvCxnSpPr>
          <p:nvPr/>
        </p:nvCxnSpPr>
        <p:spPr>
          <a:xfrm flipV="1">
            <a:off x="4335815" y="3492685"/>
            <a:ext cx="0" cy="124303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94308D0-B555-28A7-57E9-9A95962CF9FB}"/>
              </a:ext>
            </a:extLst>
          </p:cNvPr>
          <p:cNvCxnSpPr/>
          <p:nvPr/>
        </p:nvCxnSpPr>
        <p:spPr>
          <a:xfrm flipV="1">
            <a:off x="201695" y="3441677"/>
            <a:ext cx="0" cy="10533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275A3DB-8A4A-59A5-8F3A-742617DCBAEC}"/>
              </a:ext>
            </a:extLst>
          </p:cNvPr>
          <p:cNvCxnSpPr>
            <a:cxnSpLocks/>
          </p:cNvCxnSpPr>
          <p:nvPr/>
        </p:nvCxnSpPr>
        <p:spPr>
          <a:xfrm flipH="1">
            <a:off x="198557" y="3594344"/>
            <a:ext cx="4137258" cy="0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C9D21C6-607A-8931-CF1C-C3EFB003B3D7}"/>
              </a:ext>
            </a:extLst>
          </p:cNvPr>
          <p:cNvCxnSpPr>
            <a:cxnSpLocks/>
          </p:cNvCxnSpPr>
          <p:nvPr/>
        </p:nvCxnSpPr>
        <p:spPr>
          <a:xfrm>
            <a:off x="10134420" y="4549190"/>
            <a:ext cx="1150220" cy="0"/>
          </a:xfrm>
          <a:prstGeom prst="line">
            <a:avLst/>
          </a:prstGeom>
          <a:ln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F836678-DDB4-C26E-2769-0615036F3322}"/>
              </a:ext>
            </a:extLst>
          </p:cNvPr>
          <p:cNvCxnSpPr>
            <a:cxnSpLocks/>
          </p:cNvCxnSpPr>
          <p:nvPr/>
        </p:nvCxnSpPr>
        <p:spPr>
          <a:xfrm>
            <a:off x="5997162" y="4290913"/>
            <a:ext cx="206141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130F1E82-F6F7-4A78-FFFD-470551BBDA81}"/>
                  </a:ext>
                </a:extLst>
              </p14:cNvPr>
              <p14:cNvContentPartPr/>
              <p14:nvPr/>
            </p14:nvContentPartPr>
            <p14:xfrm>
              <a:off x="7010663" y="3685253"/>
              <a:ext cx="3562560" cy="84636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130F1E82-F6F7-4A78-FFFD-470551BBDA8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004543" y="3679133"/>
                <a:ext cx="3574800" cy="858600"/>
              </a:xfrm>
              <a:prstGeom prst="rect">
                <a:avLst/>
              </a:prstGeom>
            </p:spPr>
          </p:pic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9647402E-F60B-3E38-1575-B4FC0AF03199}"/>
              </a:ext>
            </a:extLst>
          </p:cNvPr>
          <p:cNvSpPr txBox="1"/>
          <p:nvPr/>
        </p:nvSpPr>
        <p:spPr>
          <a:xfrm>
            <a:off x="6194448" y="3923767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123B2B1-CB80-530B-94A3-77592557D9D3}"/>
              </a:ext>
            </a:extLst>
          </p:cNvPr>
          <p:cNvSpPr txBox="1"/>
          <p:nvPr/>
        </p:nvSpPr>
        <p:spPr>
          <a:xfrm>
            <a:off x="10859524" y="4135467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70763DC-9708-26CD-586C-D603752F4F8A}"/>
              </a:ext>
            </a:extLst>
          </p:cNvPr>
          <p:cNvCxnSpPr>
            <a:cxnSpLocks/>
          </p:cNvCxnSpPr>
          <p:nvPr/>
        </p:nvCxnSpPr>
        <p:spPr>
          <a:xfrm flipV="1">
            <a:off x="11284640" y="3306155"/>
            <a:ext cx="0" cy="124303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4891A16-E99B-9B19-F9EC-2067AA4E27E5}"/>
              </a:ext>
            </a:extLst>
          </p:cNvPr>
          <p:cNvCxnSpPr/>
          <p:nvPr/>
        </p:nvCxnSpPr>
        <p:spPr>
          <a:xfrm flipV="1">
            <a:off x="6000300" y="3237570"/>
            <a:ext cx="0" cy="10533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09DA4E2-749C-CDA2-8621-BF2B44F86CB8}"/>
              </a:ext>
            </a:extLst>
          </p:cNvPr>
          <p:cNvCxnSpPr>
            <a:cxnSpLocks/>
          </p:cNvCxnSpPr>
          <p:nvPr/>
        </p:nvCxnSpPr>
        <p:spPr>
          <a:xfrm flipH="1">
            <a:off x="5997162" y="3390237"/>
            <a:ext cx="5287478" cy="0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3EAC5225-9920-08A8-735E-76CD5E634959}"/>
              </a:ext>
            </a:extLst>
          </p:cNvPr>
          <p:cNvCxnSpPr>
            <a:cxnSpLocks/>
          </p:cNvCxnSpPr>
          <p:nvPr/>
        </p:nvCxnSpPr>
        <p:spPr>
          <a:xfrm>
            <a:off x="6356042" y="5670802"/>
            <a:ext cx="115022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47BAB1F0-88F7-B672-05ED-708350C5103D}"/>
              </a:ext>
            </a:extLst>
          </p:cNvPr>
          <p:cNvCxnSpPr>
            <a:cxnSpLocks/>
          </p:cNvCxnSpPr>
          <p:nvPr/>
        </p:nvCxnSpPr>
        <p:spPr>
          <a:xfrm>
            <a:off x="9363720" y="5881722"/>
            <a:ext cx="206141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D838EA5-AE92-EDB5-2FBA-296F163B3FB9}"/>
              </a:ext>
            </a:extLst>
          </p:cNvPr>
          <p:cNvSpPr txBox="1"/>
          <p:nvPr/>
        </p:nvSpPr>
        <p:spPr>
          <a:xfrm>
            <a:off x="9620532" y="5512391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28DE828-FF92-F974-69D8-6B711BDFC22E}"/>
              </a:ext>
            </a:extLst>
          </p:cNvPr>
          <p:cNvSpPr txBox="1"/>
          <p:nvPr/>
        </p:nvSpPr>
        <p:spPr>
          <a:xfrm>
            <a:off x="6506036" y="5327898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C2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B37CFB4-B0BF-44E5-6B1E-1C546D3BE545}"/>
              </a:ext>
            </a:extLst>
          </p:cNvPr>
          <p:cNvCxnSpPr>
            <a:cxnSpLocks/>
          </p:cNvCxnSpPr>
          <p:nvPr/>
        </p:nvCxnSpPr>
        <p:spPr>
          <a:xfrm flipV="1">
            <a:off x="9363720" y="4617459"/>
            <a:ext cx="0" cy="1282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24593580-F2D5-0133-8638-11B080BA7C07}"/>
              </a:ext>
            </a:extLst>
          </p:cNvPr>
          <p:cNvCxnSpPr/>
          <p:nvPr/>
        </p:nvCxnSpPr>
        <p:spPr>
          <a:xfrm flipV="1">
            <a:off x="6359180" y="4617459"/>
            <a:ext cx="0" cy="10533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1BE8FF5-61B3-6DB3-27A5-617E71430884}"/>
              </a:ext>
            </a:extLst>
          </p:cNvPr>
          <p:cNvCxnSpPr>
            <a:cxnSpLocks/>
          </p:cNvCxnSpPr>
          <p:nvPr/>
        </p:nvCxnSpPr>
        <p:spPr>
          <a:xfrm flipH="1">
            <a:off x="6356042" y="4753297"/>
            <a:ext cx="3007678" cy="16829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E8BE4ED6-7ED7-7FD6-EAB5-97F0ED4DBA70}"/>
                  </a:ext>
                </a:extLst>
              </p14:cNvPr>
              <p14:cNvContentPartPr/>
              <p14:nvPr/>
            </p14:nvContentPartPr>
            <p14:xfrm>
              <a:off x="6916677" y="5035362"/>
              <a:ext cx="3562560" cy="84636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E8BE4ED6-7ED7-7FD6-EAB5-97F0ED4DBA7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10557" y="5029242"/>
                <a:ext cx="3574800" cy="858600"/>
              </a:xfrm>
              <a:prstGeom prst="rect">
                <a:avLst/>
              </a:prstGeom>
            </p:spPr>
          </p:pic>
        </mc:Fallback>
      </mc:AlternateContent>
      <p:sp>
        <p:nvSpPr>
          <p:cNvPr id="52" name="TextBox 51">
            <a:extLst>
              <a:ext uri="{FF2B5EF4-FFF2-40B4-BE49-F238E27FC236}">
                <a16:creationId xmlns:a16="http://schemas.microsoft.com/office/drawing/2014/main" id="{7ACEED84-A800-E7EF-EC78-644CEB0B717E}"/>
              </a:ext>
            </a:extLst>
          </p:cNvPr>
          <p:cNvSpPr txBox="1"/>
          <p:nvPr/>
        </p:nvSpPr>
        <p:spPr>
          <a:xfrm>
            <a:off x="1765349" y="3207435"/>
            <a:ext cx="9182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positive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4A5C753-5316-6350-692D-AA26F0CB7476}"/>
              </a:ext>
            </a:extLst>
          </p:cNvPr>
          <p:cNvSpPr txBox="1"/>
          <p:nvPr/>
        </p:nvSpPr>
        <p:spPr>
          <a:xfrm>
            <a:off x="8395714" y="3025676"/>
            <a:ext cx="9182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positive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5B89D44-132C-D502-E920-AEE432CB6E31}"/>
              </a:ext>
            </a:extLst>
          </p:cNvPr>
          <p:cNvSpPr txBox="1"/>
          <p:nvPr/>
        </p:nvSpPr>
        <p:spPr>
          <a:xfrm>
            <a:off x="7330004" y="4457079"/>
            <a:ext cx="982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negative</a:t>
            </a:r>
          </a:p>
        </p:txBody>
      </p:sp>
    </p:spTree>
    <p:extLst>
      <p:ext uri="{BB962C8B-B14F-4D97-AF65-F5344CB8AC3E}">
        <p14:creationId xmlns:p14="http://schemas.microsoft.com/office/powerpoint/2010/main" val="39877384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E657B-EA1B-399B-A6ED-9184C7DFE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26072-D899-501A-8E30-5E44EBCEC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Implied distance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021DD7-7698-687B-11E2-D6DB6159DD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1" y="1837412"/>
            <a:ext cx="10972800" cy="4907002"/>
          </a:xfrm>
        </p:spPr>
        <p:txBody>
          <a:bodyPr>
            <a:noAutofit/>
          </a:bodyPr>
          <a:lstStyle/>
          <a:p>
            <a:r>
              <a:rPr lang="en-US" i="1" dirty="0"/>
              <a:t>Implied distance </a:t>
            </a:r>
            <a:r>
              <a:rPr lang="en-US" dirty="0"/>
              <a:t>between contigs C1 and C2 is the distance between the </a:t>
            </a:r>
            <a:r>
              <a:rPr lang="en-US" b="1" dirty="0"/>
              <a:t>beginning</a:t>
            </a:r>
            <a:r>
              <a:rPr lang="en-US" dirty="0"/>
              <a:t> or contig C1 and </a:t>
            </a:r>
            <a:r>
              <a:rPr lang="en-US" b="1" dirty="0"/>
              <a:t>beginning</a:t>
            </a:r>
            <a:r>
              <a:rPr lang="en-US" dirty="0"/>
              <a:t> of contig C2</a:t>
            </a:r>
          </a:p>
          <a:p>
            <a:r>
              <a:rPr lang="en-US" dirty="0"/>
              <a:t>C1 is always forward, specifies coordinate system: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Allows computing the </a:t>
            </a:r>
            <a:r>
              <a:rPr lang="en-US" i="1" dirty="0"/>
              <a:t>implied gap </a:t>
            </a:r>
            <a:r>
              <a:rPr lang="en-US" dirty="0"/>
              <a:t>knowing the contig sizes and orientations</a:t>
            </a:r>
            <a:r>
              <a:rPr lang="en-US" i="1" dirty="0"/>
              <a:t>; implied gap </a:t>
            </a:r>
            <a:r>
              <a:rPr lang="en-US" dirty="0"/>
              <a:t>must be positive!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6B88E0-6D80-2F8C-EF63-33EE65BAE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0823" y="6251873"/>
            <a:ext cx="2844800" cy="365125"/>
          </a:xfrm>
        </p:spPr>
        <p:txBody>
          <a:bodyPr/>
          <a:lstStyle/>
          <a:p>
            <a:fld id="{B82CCC60-E8CD-4174-8B1A-7DF615B22EEF}" type="slidenum">
              <a:rPr lang="en-US" smtClean="0"/>
              <a:pPr/>
              <a:t>11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FA5B7AA-770B-7009-E698-052B3749F007}"/>
              </a:ext>
            </a:extLst>
          </p:cNvPr>
          <p:cNvCxnSpPr>
            <a:cxnSpLocks/>
          </p:cNvCxnSpPr>
          <p:nvPr/>
        </p:nvCxnSpPr>
        <p:spPr>
          <a:xfrm>
            <a:off x="4335815" y="4753297"/>
            <a:ext cx="115022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497C936-3CE9-CE7A-A01F-ABBD8708C389}"/>
              </a:ext>
            </a:extLst>
          </p:cNvPr>
          <p:cNvCxnSpPr>
            <a:cxnSpLocks/>
          </p:cNvCxnSpPr>
          <p:nvPr/>
        </p:nvCxnSpPr>
        <p:spPr>
          <a:xfrm>
            <a:off x="198557" y="4495020"/>
            <a:ext cx="206141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9CCADAF9-6E3A-D82F-B15D-06D3EFB08F09}"/>
                  </a:ext>
                </a:extLst>
              </p14:cNvPr>
              <p14:cNvContentPartPr/>
              <p14:nvPr/>
            </p14:nvContentPartPr>
            <p14:xfrm>
              <a:off x="1212058" y="3889360"/>
              <a:ext cx="3562560" cy="84636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9CCADAF9-6E3A-D82F-B15D-06D3EFB08F0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05938" y="3883240"/>
                <a:ext cx="3574800" cy="858600"/>
              </a:xfrm>
              <a:prstGeom prst="rect">
                <a:avLst/>
              </a:prstGeom>
            </p:spPr>
          </p:pic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CB22061A-1AD8-881B-2689-548A7BE8783A}"/>
              </a:ext>
            </a:extLst>
          </p:cNvPr>
          <p:cNvSpPr txBox="1"/>
          <p:nvPr/>
        </p:nvSpPr>
        <p:spPr>
          <a:xfrm>
            <a:off x="395843" y="4127874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790260-865C-4977-1751-3C02604A8633}"/>
              </a:ext>
            </a:extLst>
          </p:cNvPr>
          <p:cNvSpPr txBox="1"/>
          <p:nvPr/>
        </p:nvSpPr>
        <p:spPr>
          <a:xfrm>
            <a:off x="5060919" y="4339574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863B80E-6F28-292E-48A1-6A1A063A7A4A}"/>
              </a:ext>
            </a:extLst>
          </p:cNvPr>
          <p:cNvCxnSpPr>
            <a:cxnSpLocks/>
          </p:cNvCxnSpPr>
          <p:nvPr/>
        </p:nvCxnSpPr>
        <p:spPr>
          <a:xfrm flipV="1">
            <a:off x="4335815" y="3492685"/>
            <a:ext cx="0" cy="124303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56BED1A-217C-F62E-DBBE-96493CFDCB4C}"/>
              </a:ext>
            </a:extLst>
          </p:cNvPr>
          <p:cNvCxnSpPr/>
          <p:nvPr/>
        </p:nvCxnSpPr>
        <p:spPr>
          <a:xfrm flipV="1">
            <a:off x="201695" y="3441677"/>
            <a:ext cx="0" cy="10533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AEDCBDC-AAD6-75B8-E342-2C5750A92AB8}"/>
              </a:ext>
            </a:extLst>
          </p:cNvPr>
          <p:cNvCxnSpPr>
            <a:cxnSpLocks/>
          </p:cNvCxnSpPr>
          <p:nvPr/>
        </p:nvCxnSpPr>
        <p:spPr>
          <a:xfrm flipH="1">
            <a:off x="198557" y="3594344"/>
            <a:ext cx="4137258" cy="0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9F1D770-FD05-CD83-4F49-D90FFC506686}"/>
              </a:ext>
            </a:extLst>
          </p:cNvPr>
          <p:cNvCxnSpPr>
            <a:cxnSpLocks/>
          </p:cNvCxnSpPr>
          <p:nvPr/>
        </p:nvCxnSpPr>
        <p:spPr>
          <a:xfrm>
            <a:off x="10134420" y="4549190"/>
            <a:ext cx="1150220" cy="0"/>
          </a:xfrm>
          <a:prstGeom prst="line">
            <a:avLst/>
          </a:prstGeom>
          <a:ln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9F2F309-189F-54BA-6FDD-58EC9B5F1234}"/>
              </a:ext>
            </a:extLst>
          </p:cNvPr>
          <p:cNvCxnSpPr>
            <a:cxnSpLocks/>
          </p:cNvCxnSpPr>
          <p:nvPr/>
        </p:nvCxnSpPr>
        <p:spPr>
          <a:xfrm>
            <a:off x="5997162" y="4290913"/>
            <a:ext cx="206141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E20F139F-6326-6095-1454-467BCC11BEBE}"/>
                  </a:ext>
                </a:extLst>
              </p14:cNvPr>
              <p14:cNvContentPartPr/>
              <p14:nvPr/>
            </p14:nvContentPartPr>
            <p14:xfrm>
              <a:off x="7010663" y="3685253"/>
              <a:ext cx="3562560" cy="84636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E20F139F-6326-6095-1454-467BCC11BEB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004543" y="3679133"/>
                <a:ext cx="3574800" cy="858600"/>
              </a:xfrm>
              <a:prstGeom prst="rect">
                <a:avLst/>
              </a:prstGeom>
            </p:spPr>
          </p:pic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5A6916FA-F6E3-CC61-D0E2-B579631E21A3}"/>
              </a:ext>
            </a:extLst>
          </p:cNvPr>
          <p:cNvSpPr txBox="1"/>
          <p:nvPr/>
        </p:nvSpPr>
        <p:spPr>
          <a:xfrm>
            <a:off x="6194448" y="3923767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73FA8A-6126-3050-6BA7-F2827EA6015D}"/>
              </a:ext>
            </a:extLst>
          </p:cNvPr>
          <p:cNvSpPr txBox="1"/>
          <p:nvPr/>
        </p:nvSpPr>
        <p:spPr>
          <a:xfrm>
            <a:off x="10859524" y="4135467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6202E63-9297-474A-7FD0-6F5E9D454A6D}"/>
              </a:ext>
            </a:extLst>
          </p:cNvPr>
          <p:cNvCxnSpPr>
            <a:cxnSpLocks/>
          </p:cNvCxnSpPr>
          <p:nvPr/>
        </p:nvCxnSpPr>
        <p:spPr>
          <a:xfrm flipV="1">
            <a:off x="11284640" y="3306155"/>
            <a:ext cx="0" cy="124303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16968DA-2909-0DBD-62C9-73BF1F8834F9}"/>
              </a:ext>
            </a:extLst>
          </p:cNvPr>
          <p:cNvCxnSpPr/>
          <p:nvPr/>
        </p:nvCxnSpPr>
        <p:spPr>
          <a:xfrm flipV="1">
            <a:off x="6000300" y="3237570"/>
            <a:ext cx="0" cy="10533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51BAE12-E1C3-D465-046C-EF189F970F0C}"/>
              </a:ext>
            </a:extLst>
          </p:cNvPr>
          <p:cNvCxnSpPr>
            <a:cxnSpLocks/>
          </p:cNvCxnSpPr>
          <p:nvPr/>
        </p:nvCxnSpPr>
        <p:spPr>
          <a:xfrm flipH="1">
            <a:off x="5997162" y="3390237"/>
            <a:ext cx="5287478" cy="0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5E38379-86F1-DBE5-B8BE-5CCBED611915}"/>
              </a:ext>
            </a:extLst>
          </p:cNvPr>
          <p:cNvCxnSpPr>
            <a:cxnSpLocks/>
          </p:cNvCxnSpPr>
          <p:nvPr/>
        </p:nvCxnSpPr>
        <p:spPr>
          <a:xfrm>
            <a:off x="6356042" y="5670802"/>
            <a:ext cx="115022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EA390FA6-2A96-01A6-8E8B-247DAB88CA6A}"/>
              </a:ext>
            </a:extLst>
          </p:cNvPr>
          <p:cNvCxnSpPr>
            <a:cxnSpLocks/>
          </p:cNvCxnSpPr>
          <p:nvPr/>
        </p:nvCxnSpPr>
        <p:spPr>
          <a:xfrm>
            <a:off x="9363720" y="5881722"/>
            <a:ext cx="206141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F4511035-0673-13AD-FED6-988F6B72B6A9}"/>
              </a:ext>
            </a:extLst>
          </p:cNvPr>
          <p:cNvSpPr txBox="1"/>
          <p:nvPr/>
        </p:nvSpPr>
        <p:spPr>
          <a:xfrm>
            <a:off x="9620532" y="5512391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33041EE-C771-D486-AF2E-74A6957B2C82}"/>
              </a:ext>
            </a:extLst>
          </p:cNvPr>
          <p:cNvSpPr txBox="1"/>
          <p:nvPr/>
        </p:nvSpPr>
        <p:spPr>
          <a:xfrm>
            <a:off x="6506036" y="5327898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C2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89417D5-9373-280B-C90C-50132A64C10C}"/>
              </a:ext>
            </a:extLst>
          </p:cNvPr>
          <p:cNvCxnSpPr>
            <a:cxnSpLocks/>
          </p:cNvCxnSpPr>
          <p:nvPr/>
        </p:nvCxnSpPr>
        <p:spPr>
          <a:xfrm flipV="1">
            <a:off x="9363720" y="4617459"/>
            <a:ext cx="0" cy="1282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5815586-CDBC-D464-DBB3-C693EAD26CC2}"/>
              </a:ext>
            </a:extLst>
          </p:cNvPr>
          <p:cNvCxnSpPr/>
          <p:nvPr/>
        </p:nvCxnSpPr>
        <p:spPr>
          <a:xfrm flipV="1">
            <a:off x="6359180" y="4617459"/>
            <a:ext cx="0" cy="10533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193BF62-286F-CFE8-10AA-0EDF0885F4C6}"/>
              </a:ext>
            </a:extLst>
          </p:cNvPr>
          <p:cNvCxnSpPr>
            <a:cxnSpLocks/>
          </p:cNvCxnSpPr>
          <p:nvPr/>
        </p:nvCxnSpPr>
        <p:spPr>
          <a:xfrm flipH="1">
            <a:off x="6356042" y="4753297"/>
            <a:ext cx="3007678" cy="16829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7E6BC2FB-9558-1506-94AC-E8507EFE46C9}"/>
                  </a:ext>
                </a:extLst>
              </p14:cNvPr>
              <p14:cNvContentPartPr/>
              <p14:nvPr/>
            </p14:nvContentPartPr>
            <p14:xfrm>
              <a:off x="6916677" y="5035362"/>
              <a:ext cx="3562560" cy="84636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7E6BC2FB-9558-1506-94AC-E8507EFE46C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10557" y="5029242"/>
                <a:ext cx="3574800" cy="858600"/>
              </a:xfrm>
              <a:prstGeom prst="rect">
                <a:avLst/>
              </a:prstGeom>
            </p:spPr>
          </p:pic>
        </mc:Fallback>
      </mc:AlternateContent>
      <p:sp>
        <p:nvSpPr>
          <p:cNvPr id="52" name="TextBox 51">
            <a:extLst>
              <a:ext uri="{FF2B5EF4-FFF2-40B4-BE49-F238E27FC236}">
                <a16:creationId xmlns:a16="http://schemas.microsoft.com/office/drawing/2014/main" id="{1CFDFB76-1B5A-2C11-3845-87A288F08FCC}"/>
              </a:ext>
            </a:extLst>
          </p:cNvPr>
          <p:cNvSpPr txBox="1"/>
          <p:nvPr/>
        </p:nvSpPr>
        <p:spPr>
          <a:xfrm>
            <a:off x="1765349" y="3207435"/>
            <a:ext cx="9182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positive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CFEA658-04B3-6621-9760-8C2E24772BA8}"/>
              </a:ext>
            </a:extLst>
          </p:cNvPr>
          <p:cNvSpPr txBox="1"/>
          <p:nvPr/>
        </p:nvSpPr>
        <p:spPr>
          <a:xfrm>
            <a:off x="8395714" y="3025676"/>
            <a:ext cx="9182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positive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4FA1A20-F447-BD77-2578-51FC8A3369C7}"/>
              </a:ext>
            </a:extLst>
          </p:cNvPr>
          <p:cNvSpPr txBox="1"/>
          <p:nvPr/>
        </p:nvSpPr>
        <p:spPr>
          <a:xfrm>
            <a:off x="7330004" y="4457079"/>
            <a:ext cx="982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negative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F299917-1D80-E7E2-F385-57393A2461C3}"/>
              </a:ext>
            </a:extLst>
          </p:cNvPr>
          <p:cNvCxnSpPr>
            <a:cxnSpLocks/>
          </p:cNvCxnSpPr>
          <p:nvPr/>
        </p:nvCxnSpPr>
        <p:spPr>
          <a:xfrm flipV="1">
            <a:off x="4335815" y="4352545"/>
            <a:ext cx="0" cy="1104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74BC90E-94EE-8449-77C9-EF17516AB1CA}"/>
              </a:ext>
            </a:extLst>
          </p:cNvPr>
          <p:cNvCxnSpPr/>
          <p:nvPr/>
        </p:nvCxnSpPr>
        <p:spPr>
          <a:xfrm flipV="1">
            <a:off x="2259967" y="4403978"/>
            <a:ext cx="0" cy="10533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0C88AF7-6629-6B73-CEC1-586564B62895}"/>
              </a:ext>
            </a:extLst>
          </p:cNvPr>
          <p:cNvCxnSpPr>
            <a:cxnSpLocks/>
          </p:cNvCxnSpPr>
          <p:nvPr/>
        </p:nvCxnSpPr>
        <p:spPr>
          <a:xfrm flipH="1">
            <a:off x="2259967" y="5120782"/>
            <a:ext cx="2075848" cy="0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D154290E-4B98-6E9C-E0BA-2B5276C310A9}"/>
              </a:ext>
            </a:extLst>
          </p:cNvPr>
          <p:cNvSpPr txBox="1"/>
          <p:nvPr/>
        </p:nvSpPr>
        <p:spPr>
          <a:xfrm>
            <a:off x="2615380" y="5074229"/>
            <a:ext cx="1276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implied gap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6A05143-DA3D-5CC6-70FB-9E7F920F10E1}"/>
              </a:ext>
            </a:extLst>
          </p:cNvPr>
          <p:cNvCxnSpPr>
            <a:cxnSpLocks/>
          </p:cNvCxnSpPr>
          <p:nvPr/>
        </p:nvCxnSpPr>
        <p:spPr>
          <a:xfrm flipV="1">
            <a:off x="10126672" y="4127874"/>
            <a:ext cx="0" cy="5335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21A0606-370C-E451-E239-C33591BCF719}"/>
              </a:ext>
            </a:extLst>
          </p:cNvPr>
          <p:cNvCxnSpPr>
            <a:cxnSpLocks/>
          </p:cNvCxnSpPr>
          <p:nvPr/>
        </p:nvCxnSpPr>
        <p:spPr>
          <a:xfrm flipV="1">
            <a:off x="8058572" y="4127874"/>
            <a:ext cx="0" cy="4497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3DC2653-F98E-5342-FFCD-F39900AC36C9}"/>
              </a:ext>
            </a:extLst>
          </p:cNvPr>
          <p:cNvCxnSpPr>
            <a:cxnSpLocks/>
          </p:cNvCxnSpPr>
          <p:nvPr/>
        </p:nvCxnSpPr>
        <p:spPr>
          <a:xfrm flipH="1">
            <a:off x="8050824" y="4497867"/>
            <a:ext cx="2075848" cy="0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2A9E34EB-E962-759E-7C68-3FDF1514AF75}"/>
              </a:ext>
            </a:extLst>
          </p:cNvPr>
          <p:cNvSpPr txBox="1"/>
          <p:nvPr/>
        </p:nvSpPr>
        <p:spPr>
          <a:xfrm>
            <a:off x="8446232" y="4114723"/>
            <a:ext cx="1276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implied gap</a:t>
            </a: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03180C0B-2219-442A-2CEC-5E69222C4E1D}"/>
              </a:ext>
            </a:extLst>
          </p:cNvPr>
          <p:cNvCxnSpPr>
            <a:cxnSpLocks/>
          </p:cNvCxnSpPr>
          <p:nvPr/>
        </p:nvCxnSpPr>
        <p:spPr>
          <a:xfrm flipV="1">
            <a:off x="9363720" y="5404009"/>
            <a:ext cx="0" cy="5335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3133E584-9359-8096-2ABC-8D7B0ECD891F}"/>
              </a:ext>
            </a:extLst>
          </p:cNvPr>
          <p:cNvCxnSpPr>
            <a:cxnSpLocks/>
          </p:cNvCxnSpPr>
          <p:nvPr/>
        </p:nvCxnSpPr>
        <p:spPr>
          <a:xfrm flipV="1">
            <a:off x="7506262" y="5390858"/>
            <a:ext cx="0" cy="4497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621C8A8-4783-9269-EA8B-C59B66CCBCEF}"/>
              </a:ext>
            </a:extLst>
          </p:cNvPr>
          <p:cNvCxnSpPr>
            <a:cxnSpLocks/>
          </p:cNvCxnSpPr>
          <p:nvPr/>
        </p:nvCxnSpPr>
        <p:spPr>
          <a:xfrm flipH="1">
            <a:off x="7506262" y="5774002"/>
            <a:ext cx="1857458" cy="0"/>
          </a:xfrm>
          <a:prstGeom prst="line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AF0524F7-F066-0C5E-C3CC-5ECEFB36BD9B}"/>
              </a:ext>
            </a:extLst>
          </p:cNvPr>
          <p:cNvSpPr txBox="1"/>
          <p:nvPr/>
        </p:nvSpPr>
        <p:spPr>
          <a:xfrm>
            <a:off x="7793019" y="5415852"/>
            <a:ext cx="1276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implied gap</a:t>
            </a:r>
          </a:p>
        </p:txBody>
      </p:sp>
    </p:spTree>
    <p:extLst>
      <p:ext uri="{BB962C8B-B14F-4D97-AF65-F5344CB8AC3E}">
        <p14:creationId xmlns:p14="http://schemas.microsoft.com/office/powerpoint/2010/main" val="16018628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56500-20DD-5DBB-BD70-30BE33118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Scaffolding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FBCCA-663D-7473-6112-1D89D11461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876831"/>
          </a:xfrm>
        </p:spPr>
        <p:txBody>
          <a:bodyPr/>
          <a:lstStyle/>
          <a:p>
            <a:r>
              <a:rPr lang="en-US" dirty="0"/>
              <a:t>Produce file containing five columns:</a:t>
            </a:r>
            <a:br>
              <a:rPr lang="en-US" dirty="0"/>
            </a:br>
            <a:r>
              <a:rPr lang="en-US" dirty="0"/>
              <a:t>contig1 contig2 weight </a:t>
            </a:r>
            <a:r>
              <a:rPr lang="en-US" dirty="0" err="1"/>
              <a:t>implied_distance</a:t>
            </a:r>
            <a:r>
              <a:rPr lang="en-US" dirty="0"/>
              <a:t> orientation</a:t>
            </a:r>
            <a:br>
              <a:rPr lang="en-US" dirty="0"/>
            </a:br>
            <a:r>
              <a:rPr lang="en-US" dirty="0"/>
              <a:t>…</a:t>
            </a:r>
          </a:p>
          <a:p>
            <a:r>
              <a:rPr lang="en-US" dirty="0"/>
              <a:t>Sort by weight</a:t>
            </a:r>
          </a:p>
          <a:p>
            <a:r>
              <a:rPr lang="en-US" dirty="0"/>
              <a:t>Make sure the “</a:t>
            </a:r>
            <a:r>
              <a:rPr lang="en-US" dirty="0" err="1"/>
              <a:t>implied_distance</a:t>
            </a:r>
            <a:r>
              <a:rPr lang="en-US" dirty="0"/>
              <a:t>” does not place contigs on top of each other in any line</a:t>
            </a:r>
          </a:p>
          <a:p>
            <a:r>
              <a:rPr lang="en-US" dirty="0"/>
              <a:t>Use greedy algorithm: choose the line with the highest weight, check for conflicts (overlaps), merge (record the relative positions and orientations of the two contigs)</a:t>
            </a:r>
          </a:p>
          <a:p>
            <a:r>
              <a:rPr lang="en-US" dirty="0"/>
              <a:t>Choose the line with the next highest weight and merge…etc.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9B3750-C657-19AA-2676-7B55D9E52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5870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A58DF-1C64-F163-882F-DF228EF1D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9CCAA-13E6-77D6-0C6D-488740930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Illustration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D23C6E-6D67-AEA3-373D-DE7FE8A94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13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974683-A408-3B0F-41C0-000C7BEEB2A0}"/>
              </a:ext>
            </a:extLst>
          </p:cNvPr>
          <p:cNvCxnSpPr/>
          <p:nvPr/>
        </p:nvCxnSpPr>
        <p:spPr>
          <a:xfrm>
            <a:off x="1520792" y="3907857"/>
            <a:ext cx="1203157" cy="0"/>
          </a:xfrm>
          <a:prstGeom prst="line">
            <a:avLst/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0242323-97D2-EB88-3378-2EE3556A7C9B}"/>
              </a:ext>
            </a:extLst>
          </p:cNvPr>
          <p:cNvCxnSpPr>
            <a:cxnSpLocks/>
          </p:cNvCxnSpPr>
          <p:nvPr/>
        </p:nvCxnSpPr>
        <p:spPr>
          <a:xfrm>
            <a:off x="3165107" y="4186990"/>
            <a:ext cx="206141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0E9DC46-E786-0AD5-1A8A-FAA5677E8848}"/>
              </a:ext>
            </a:extLst>
          </p:cNvPr>
          <p:cNvCxnSpPr>
            <a:cxnSpLocks/>
          </p:cNvCxnSpPr>
          <p:nvPr/>
        </p:nvCxnSpPr>
        <p:spPr>
          <a:xfrm>
            <a:off x="5829700" y="4406766"/>
            <a:ext cx="2061410" cy="0"/>
          </a:xfrm>
          <a:prstGeom prst="line">
            <a:avLst/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9B5B7E8-4B0C-AC9C-FD56-CD06B917F116}"/>
              </a:ext>
            </a:extLst>
          </p:cNvPr>
          <p:cNvCxnSpPr>
            <a:cxnSpLocks/>
          </p:cNvCxnSpPr>
          <p:nvPr/>
        </p:nvCxnSpPr>
        <p:spPr>
          <a:xfrm>
            <a:off x="6193856" y="3895023"/>
            <a:ext cx="115022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F2E5908-2690-E46A-C3F5-2FFFACED962B}"/>
              </a:ext>
            </a:extLst>
          </p:cNvPr>
          <p:cNvCxnSpPr>
            <a:cxnSpLocks/>
          </p:cNvCxnSpPr>
          <p:nvPr/>
        </p:nvCxnSpPr>
        <p:spPr>
          <a:xfrm>
            <a:off x="2056598" y="3636746"/>
            <a:ext cx="206141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C4E5377C-C923-4A43-4903-9FFE3496D121}"/>
                  </a:ext>
                </a:extLst>
              </p14:cNvPr>
              <p14:cNvContentPartPr/>
              <p14:nvPr/>
            </p14:nvContentPartPr>
            <p14:xfrm>
              <a:off x="3445579" y="3435006"/>
              <a:ext cx="1257840" cy="76032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C4E5377C-C923-4A43-4903-9FFE3496D12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39461" y="3428886"/>
                <a:ext cx="1270076" cy="77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51838084-B083-5693-C5D7-6D6CA4EE7426}"/>
                  </a:ext>
                </a:extLst>
              </p14:cNvPr>
              <p14:cNvContentPartPr/>
              <p14:nvPr/>
            </p14:nvContentPartPr>
            <p14:xfrm>
              <a:off x="2165059" y="3799326"/>
              <a:ext cx="1983600" cy="39744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51838084-B083-5693-C5D7-6D6CA4EE742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58938" y="3793206"/>
                <a:ext cx="1995842" cy="40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30B01092-6E11-07CE-3991-E92219B362D1}"/>
                  </a:ext>
                </a:extLst>
              </p14:cNvPr>
              <p14:cNvContentPartPr/>
              <p14:nvPr/>
            </p14:nvContentPartPr>
            <p14:xfrm>
              <a:off x="4898899" y="3415926"/>
              <a:ext cx="2030040" cy="79020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30B01092-6E11-07CE-3991-E92219B362D1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892779" y="3409809"/>
                <a:ext cx="2042280" cy="8024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3EC3B5FC-1469-DC87-952B-D522EB62FC5C}"/>
                  </a:ext>
                </a:extLst>
              </p14:cNvPr>
              <p14:cNvContentPartPr/>
              <p14:nvPr/>
            </p14:nvContentPartPr>
            <p14:xfrm>
              <a:off x="4530619" y="4021806"/>
              <a:ext cx="2361240" cy="39600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3EC3B5FC-1469-DC87-952B-D522EB62FC5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524499" y="4015686"/>
                <a:ext cx="2373480" cy="40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77C32A47-6056-F3E2-674E-FB662D00C3A6}"/>
                  </a:ext>
                </a:extLst>
              </p14:cNvPr>
              <p14:cNvContentPartPr/>
              <p14:nvPr/>
            </p14:nvContentPartPr>
            <p14:xfrm>
              <a:off x="3070099" y="3031086"/>
              <a:ext cx="3562560" cy="84636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77C32A47-6056-F3E2-674E-FB662D00C3A6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063979" y="3024966"/>
                <a:ext cx="3574800" cy="858600"/>
              </a:xfrm>
              <a:prstGeom prst="rect">
                <a:avLst/>
              </a:prstGeom>
            </p:spPr>
          </p:pic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5B8AF76E-BC59-8DA1-F947-624F2BFB3A4C}"/>
              </a:ext>
            </a:extLst>
          </p:cNvPr>
          <p:cNvSpPr txBox="1"/>
          <p:nvPr/>
        </p:nvSpPr>
        <p:spPr>
          <a:xfrm>
            <a:off x="2165059" y="3299594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88935DE-D934-C58A-7C09-72E01B6BBD2D}"/>
              </a:ext>
            </a:extLst>
          </p:cNvPr>
          <p:cNvSpPr txBox="1"/>
          <p:nvPr/>
        </p:nvSpPr>
        <p:spPr>
          <a:xfrm>
            <a:off x="1518025" y="3562722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E3DCA2-A099-206B-8205-12134F4A12E5}"/>
              </a:ext>
            </a:extLst>
          </p:cNvPr>
          <p:cNvSpPr txBox="1"/>
          <p:nvPr/>
        </p:nvSpPr>
        <p:spPr>
          <a:xfrm>
            <a:off x="3063487" y="3869490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68DC827-8763-6F4A-D529-400A295AFE4B}"/>
              </a:ext>
            </a:extLst>
          </p:cNvPr>
          <p:cNvSpPr txBox="1"/>
          <p:nvPr/>
        </p:nvSpPr>
        <p:spPr>
          <a:xfrm>
            <a:off x="6911861" y="3547183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A3E8D2A-8EFA-F123-6A8F-90A7AC9BF1B3}"/>
              </a:ext>
            </a:extLst>
          </p:cNvPr>
          <p:cNvSpPr txBox="1"/>
          <p:nvPr/>
        </p:nvSpPr>
        <p:spPr>
          <a:xfrm>
            <a:off x="7087339" y="4079689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82B992C-60A0-6B67-3711-416AC50982C5}"/>
              </a:ext>
            </a:extLst>
          </p:cNvPr>
          <p:cNvSpPr txBox="1"/>
          <p:nvPr/>
        </p:nvSpPr>
        <p:spPr>
          <a:xfrm>
            <a:off x="4180362" y="2691648"/>
            <a:ext cx="1459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W=10, D=200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1A4D9D0-88E7-EAA5-E988-7E9429647728}"/>
              </a:ext>
            </a:extLst>
          </p:cNvPr>
          <p:cNvSpPr txBox="1"/>
          <p:nvPr/>
        </p:nvSpPr>
        <p:spPr>
          <a:xfrm>
            <a:off x="5190185" y="3992345"/>
            <a:ext cx="1342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W=8, D=300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1300D31-629B-3864-3856-A7D6059B2EDB}"/>
              </a:ext>
            </a:extLst>
          </p:cNvPr>
          <p:cNvSpPr txBox="1"/>
          <p:nvPr/>
        </p:nvSpPr>
        <p:spPr>
          <a:xfrm>
            <a:off x="4148659" y="3162736"/>
            <a:ext cx="1342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W=15, </a:t>
            </a:r>
            <a:r>
              <a:rPr lang="en-US" dirty="0">
                <a:solidFill>
                  <a:srgbClr val="FF0000"/>
                </a:solidFill>
              </a:rPr>
              <a:t>D=50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E3A4A03-276D-DD64-6889-DE7C0F7F1D25}"/>
              </a:ext>
            </a:extLst>
          </p:cNvPr>
          <p:cNvSpPr txBox="1"/>
          <p:nvPr/>
        </p:nvSpPr>
        <p:spPr>
          <a:xfrm>
            <a:off x="3150208" y="3621323"/>
            <a:ext cx="1295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W=5, D=-20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FBFD08C-A614-7012-FC5B-269D09A637F0}"/>
              </a:ext>
            </a:extLst>
          </p:cNvPr>
          <p:cNvSpPr txBox="1"/>
          <p:nvPr/>
        </p:nvSpPr>
        <p:spPr>
          <a:xfrm>
            <a:off x="9193696" y="2077278"/>
            <a:ext cx="2606867" cy="29546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Linking information</a:t>
            </a:r>
          </a:p>
          <a:p>
            <a:r>
              <a:rPr lang="en-US" sz="2400" dirty="0"/>
              <a:t>C1 C4 10 200 +</a:t>
            </a:r>
          </a:p>
          <a:p>
            <a:r>
              <a:rPr lang="en-US" sz="2400" dirty="0"/>
              <a:t>C1 C3 15 50 +</a:t>
            </a:r>
          </a:p>
          <a:p>
            <a:r>
              <a:rPr lang="en-US" sz="2400" dirty="0"/>
              <a:t>C2 C3 5 -20 -</a:t>
            </a:r>
          </a:p>
          <a:p>
            <a:r>
              <a:rPr lang="en-US" sz="2400" dirty="0"/>
              <a:t>C3 C5 8 300 –</a:t>
            </a:r>
          </a:p>
          <a:p>
            <a:r>
              <a:rPr lang="en-US" sz="2400" dirty="0"/>
              <a:t>C3 C4 9 120 +</a:t>
            </a:r>
          </a:p>
          <a:p>
            <a:endParaRPr lang="en-US" sz="2400" dirty="0"/>
          </a:p>
          <a:p>
            <a:endParaRPr 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D356E66-FBC2-F925-600D-DB921864C52D}"/>
              </a:ext>
            </a:extLst>
          </p:cNvPr>
          <p:cNvSpPr txBox="1"/>
          <p:nvPr/>
        </p:nvSpPr>
        <p:spPr>
          <a:xfrm>
            <a:off x="6593439" y="3250292"/>
            <a:ext cx="1342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W=9, D=150</a:t>
            </a:r>
          </a:p>
        </p:txBody>
      </p:sp>
    </p:spTree>
    <p:extLst>
      <p:ext uri="{BB962C8B-B14F-4D97-AF65-F5344CB8AC3E}">
        <p14:creationId xmlns:p14="http://schemas.microsoft.com/office/powerpoint/2010/main" val="27077130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DC894-AB70-9439-917B-9265BCDB3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071EF-686A-A032-90F1-4F12CA063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Illustration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4F494A-AF71-95D1-80B9-0DCF6993B7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14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F63CC35-2348-A7EC-640B-BE613065AB5E}"/>
              </a:ext>
            </a:extLst>
          </p:cNvPr>
          <p:cNvCxnSpPr/>
          <p:nvPr/>
        </p:nvCxnSpPr>
        <p:spPr>
          <a:xfrm>
            <a:off x="1520792" y="3907857"/>
            <a:ext cx="1203157" cy="0"/>
          </a:xfrm>
          <a:prstGeom prst="line">
            <a:avLst/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86E7055-2A32-ED32-4ECD-275F61945D8C}"/>
              </a:ext>
            </a:extLst>
          </p:cNvPr>
          <p:cNvCxnSpPr>
            <a:cxnSpLocks/>
          </p:cNvCxnSpPr>
          <p:nvPr/>
        </p:nvCxnSpPr>
        <p:spPr>
          <a:xfrm>
            <a:off x="3165107" y="4186990"/>
            <a:ext cx="206141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48D0D1E-607E-36CA-FBEF-E6247729387E}"/>
              </a:ext>
            </a:extLst>
          </p:cNvPr>
          <p:cNvCxnSpPr>
            <a:cxnSpLocks/>
          </p:cNvCxnSpPr>
          <p:nvPr/>
        </p:nvCxnSpPr>
        <p:spPr>
          <a:xfrm>
            <a:off x="5829700" y="4406766"/>
            <a:ext cx="2061410" cy="0"/>
          </a:xfrm>
          <a:prstGeom prst="line">
            <a:avLst/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7E221E1-1103-7764-9559-7C19DDC27F2C}"/>
              </a:ext>
            </a:extLst>
          </p:cNvPr>
          <p:cNvCxnSpPr>
            <a:cxnSpLocks/>
          </p:cNvCxnSpPr>
          <p:nvPr/>
        </p:nvCxnSpPr>
        <p:spPr>
          <a:xfrm>
            <a:off x="6193856" y="3895023"/>
            <a:ext cx="115022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D2FFA6E-EEF1-EB00-B513-A7FB6358B317}"/>
              </a:ext>
            </a:extLst>
          </p:cNvPr>
          <p:cNvCxnSpPr>
            <a:cxnSpLocks/>
          </p:cNvCxnSpPr>
          <p:nvPr/>
        </p:nvCxnSpPr>
        <p:spPr>
          <a:xfrm>
            <a:off x="2056598" y="3636746"/>
            <a:ext cx="206141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C827FF46-E732-63DF-4C81-897A25DA9AD9}"/>
                  </a:ext>
                </a:extLst>
              </p14:cNvPr>
              <p14:cNvContentPartPr/>
              <p14:nvPr/>
            </p14:nvContentPartPr>
            <p14:xfrm>
              <a:off x="3445579" y="3435006"/>
              <a:ext cx="1257840" cy="76032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C827FF46-E732-63DF-4C81-897A25DA9AD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39461" y="3428886"/>
                <a:ext cx="1270076" cy="77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94A02038-1653-25C6-002F-733BED540506}"/>
                  </a:ext>
                </a:extLst>
              </p14:cNvPr>
              <p14:cNvContentPartPr/>
              <p14:nvPr/>
            </p14:nvContentPartPr>
            <p14:xfrm>
              <a:off x="2165059" y="3799326"/>
              <a:ext cx="1983600" cy="39744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94A02038-1653-25C6-002F-733BED54050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58938" y="3793206"/>
                <a:ext cx="1995842" cy="40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B2E018EA-B280-7D43-FB42-F8C2954B20A4}"/>
                  </a:ext>
                </a:extLst>
              </p14:cNvPr>
              <p14:cNvContentPartPr/>
              <p14:nvPr/>
            </p14:nvContentPartPr>
            <p14:xfrm>
              <a:off x="4898899" y="3415926"/>
              <a:ext cx="2030040" cy="79020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B2E018EA-B280-7D43-FB42-F8C2954B20A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892779" y="3409809"/>
                <a:ext cx="2042280" cy="8024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4A4DBA87-3F83-482C-D427-9273DC4C8EDD}"/>
                  </a:ext>
                </a:extLst>
              </p14:cNvPr>
              <p14:cNvContentPartPr/>
              <p14:nvPr/>
            </p14:nvContentPartPr>
            <p14:xfrm>
              <a:off x="4530619" y="4021806"/>
              <a:ext cx="2361240" cy="39600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4A4DBA87-3F83-482C-D427-9273DC4C8EDD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524499" y="4015686"/>
                <a:ext cx="2373480" cy="40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72D6AA66-955D-13EE-3C47-3AB1DE7F23FD}"/>
                  </a:ext>
                </a:extLst>
              </p14:cNvPr>
              <p14:cNvContentPartPr/>
              <p14:nvPr/>
            </p14:nvContentPartPr>
            <p14:xfrm>
              <a:off x="3070099" y="3031086"/>
              <a:ext cx="3562560" cy="84636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72D6AA66-955D-13EE-3C47-3AB1DE7F23FD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063979" y="3024966"/>
                <a:ext cx="3574800" cy="858600"/>
              </a:xfrm>
              <a:prstGeom prst="rect">
                <a:avLst/>
              </a:prstGeom>
            </p:spPr>
          </p:pic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82A6FFA6-B99F-8347-CA1F-3FEF5078B096}"/>
              </a:ext>
            </a:extLst>
          </p:cNvPr>
          <p:cNvSpPr txBox="1"/>
          <p:nvPr/>
        </p:nvSpPr>
        <p:spPr>
          <a:xfrm>
            <a:off x="2165059" y="3299594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1BDBFED-9535-816E-E816-23C7311C781A}"/>
              </a:ext>
            </a:extLst>
          </p:cNvPr>
          <p:cNvSpPr txBox="1"/>
          <p:nvPr/>
        </p:nvSpPr>
        <p:spPr>
          <a:xfrm>
            <a:off x="1518025" y="3562722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D8EC27F-75B5-373D-0813-3D0769CD355D}"/>
              </a:ext>
            </a:extLst>
          </p:cNvPr>
          <p:cNvSpPr txBox="1"/>
          <p:nvPr/>
        </p:nvSpPr>
        <p:spPr>
          <a:xfrm>
            <a:off x="3063487" y="3869490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58DDACB-8A91-A7E6-675E-84BD1C2568A8}"/>
              </a:ext>
            </a:extLst>
          </p:cNvPr>
          <p:cNvSpPr txBox="1"/>
          <p:nvPr/>
        </p:nvSpPr>
        <p:spPr>
          <a:xfrm>
            <a:off x="6911861" y="3547183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0BA17AD-DDAD-D980-5F9B-21733DF2DE4B}"/>
              </a:ext>
            </a:extLst>
          </p:cNvPr>
          <p:cNvSpPr txBox="1"/>
          <p:nvPr/>
        </p:nvSpPr>
        <p:spPr>
          <a:xfrm>
            <a:off x="7087339" y="4079689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B6A429-AC9D-F45D-C12D-CA7B35B9AC6D}"/>
              </a:ext>
            </a:extLst>
          </p:cNvPr>
          <p:cNvSpPr txBox="1"/>
          <p:nvPr/>
        </p:nvSpPr>
        <p:spPr>
          <a:xfrm>
            <a:off x="4180362" y="2691648"/>
            <a:ext cx="1459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W=10, D=200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2B9AE38-C4B6-7B97-2C7A-DF8C018CADA5}"/>
              </a:ext>
            </a:extLst>
          </p:cNvPr>
          <p:cNvSpPr txBox="1"/>
          <p:nvPr/>
        </p:nvSpPr>
        <p:spPr>
          <a:xfrm>
            <a:off x="5190185" y="3992345"/>
            <a:ext cx="1342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W=8, D=300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78C2513-C481-E0F8-C6DF-4591D7E4168A}"/>
              </a:ext>
            </a:extLst>
          </p:cNvPr>
          <p:cNvSpPr txBox="1"/>
          <p:nvPr/>
        </p:nvSpPr>
        <p:spPr>
          <a:xfrm>
            <a:off x="4148659" y="3162736"/>
            <a:ext cx="1342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W=15, </a:t>
            </a:r>
            <a:r>
              <a:rPr lang="en-US" dirty="0">
                <a:solidFill>
                  <a:srgbClr val="FF0000"/>
                </a:solidFill>
              </a:rPr>
              <a:t>D=50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CECDDF3-F97F-1D3B-EBE6-102FCE040EF9}"/>
              </a:ext>
            </a:extLst>
          </p:cNvPr>
          <p:cNvSpPr txBox="1"/>
          <p:nvPr/>
        </p:nvSpPr>
        <p:spPr>
          <a:xfrm>
            <a:off x="3150208" y="3621323"/>
            <a:ext cx="1295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W=5, D=-20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C793481-AF96-E81C-A452-B2222EC92459}"/>
              </a:ext>
            </a:extLst>
          </p:cNvPr>
          <p:cNvSpPr txBox="1"/>
          <p:nvPr/>
        </p:nvSpPr>
        <p:spPr>
          <a:xfrm>
            <a:off x="9193696" y="2077278"/>
            <a:ext cx="2029723" cy="29546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Sort</a:t>
            </a:r>
          </a:p>
          <a:p>
            <a:r>
              <a:rPr lang="en-US" sz="2400" dirty="0"/>
              <a:t>C1 C3 15 50 +</a:t>
            </a:r>
          </a:p>
          <a:p>
            <a:r>
              <a:rPr lang="en-US" sz="2400" dirty="0"/>
              <a:t>C1 C4 10 200 +</a:t>
            </a:r>
          </a:p>
          <a:p>
            <a:r>
              <a:rPr lang="en-US" sz="2400" dirty="0"/>
              <a:t>C3 C4 9 120 +</a:t>
            </a:r>
          </a:p>
          <a:p>
            <a:r>
              <a:rPr lang="en-US" sz="2400" dirty="0"/>
              <a:t>C3 C5 8 300 –</a:t>
            </a:r>
          </a:p>
          <a:p>
            <a:r>
              <a:rPr lang="en-US" sz="2400" dirty="0"/>
              <a:t>C2 C3 5 -20 -</a:t>
            </a:r>
          </a:p>
          <a:p>
            <a:endParaRPr lang="en-US" sz="2400" dirty="0"/>
          </a:p>
          <a:p>
            <a:endParaRPr 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08D0C81-730A-93A9-CD8A-3322DDDB3093}"/>
              </a:ext>
            </a:extLst>
          </p:cNvPr>
          <p:cNvSpPr txBox="1"/>
          <p:nvPr/>
        </p:nvSpPr>
        <p:spPr>
          <a:xfrm>
            <a:off x="6593439" y="3250292"/>
            <a:ext cx="1342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W=9, D=150</a:t>
            </a:r>
          </a:p>
        </p:txBody>
      </p:sp>
    </p:spTree>
    <p:extLst>
      <p:ext uri="{BB962C8B-B14F-4D97-AF65-F5344CB8AC3E}">
        <p14:creationId xmlns:p14="http://schemas.microsoft.com/office/powerpoint/2010/main" val="28653209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65E41-BEA4-4EFA-8036-56D471D2E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1BFFA-18E2-D175-C0AF-2663AD85F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Illustration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0B317-0790-E9FD-A3BA-3928D506C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15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E6763C1-A8EF-CE4E-3073-16CD4D633E11}"/>
              </a:ext>
            </a:extLst>
          </p:cNvPr>
          <p:cNvCxnSpPr/>
          <p:nvPr/>
        </p:nvCxnSpPr>
        <p:spPr>
          <a:xfrm>
            <a:off x="1520792" y="3907857"/>
            <a:ext cx="1203157" cy="0"/>
          </a:xfrm>
          <a:prstGeom prst="line">
            <a:avLst/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454DB9C-A46F-AD15-5B60-815C39F9EC5A}"/>
              </a:ext>
            </a:extLst>
          </p:cNvPr>
          <p:cNvCxnSpPr>
            <a:cxnSpLocks/>
          </p:cNvCxnSpPr>
          <p:nvPr/>
        </p:nvCxnSpPr>
        <p:spPr>
          <a:xfrm>
            <a:off x="3165107" y="4186990"/>
            <a:ext cx="206141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5F77C8-DB50-20C1-84A3-8590B7362DE7}"/>
              </a:ext>
            </a:extLst>
          </p:cNvPr>
          <p:cNvCxnSpPr>
            <a:cxnSpLocks/>
          </p:cNvCxnSpPr>
          <p:nvPr/>
        </p:nvCxnSpPr>
        <p:spPr>
          <a:xfrm>
            <a:off x="5829700" y="4406766"/>
            <a:ext cx="2061410" cy="0"/>
          </a:xfrm>
          <a:prstGeom prst="line">
            <a:avLst/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2A14881-B6E8-0BD2-98C3-9E1B3585F7EF}"/>
              </a:ext>
            </a:extLst>
          </p:cNvPr>
          <p:cNvCxnSpPr>
            <a:cxnSpLocks/>
          </p:cNvCxnSpPr>
          <p:nvPr/>
        </p:nvCxnSpPr>
        <p:spPr>
          <a:xfrm>
            <a:off x="6193856" y="3895023"/>
            <a:ext cx="115022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29F7C89-231D-02FD-87E9-48E05F417591}"/>
              </a:ext>
            </a:extLst>
          </p:cNvPr>
          <p:cNvCxnSpPr>
            <a:cxnSpLocks/>
          </p:cNvCxnSpPr>
          <p:nvPr/>
        </p:nvCxnSpPr>
        <p:spPr>
          <a:xfrm>
            <a:off x="2056598" y="3636746"/>
            <a:ext cx="206141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FBA3D7A9-39C8-B310-9B99-16404C54A356}"/>
                  </a:ext>
                </a:extLst>
              </p14:cNvPr>
              <p14:cNvContentPartPr/>
              <p14:nvPr/>
            </p14:nvContentPartPr>
            <p14:xfrm>
              <a:off x="3445579" y="3435006"/>
              <a:ext cx="1257840" cy="76032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FBA3D7A9-39C8-B310-9B99-16404C54A35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39461" y="3428886"/>
                <a:ext cx="1270076" cy="77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96363CFE-5E54-5390-14E5-C8D33095E576}"/>
                  </a:ext>
                </a:extLst>
              </p14:cNvPr>
              <p14:cNvContentPartPr/>
              <p14:nvPr/>
            </p14:nvContentPartPr>
            <p14:xfrm>
              <a:off x="2165059" y="3799326"/>
              <a:ext cx="1983600" cy="39744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96363CFE-5E54-5390-14E5-C8D33095E57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58938" y="3793206"/>
                <a:ext cx="1995842" cy="40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3785C74D-A931-321B-EE01-69404DED3739}"/>
                  </a:ext>
                </a:extLst>
              </p14:cNvPr>
              <p14:cNvContentPartPr/>
              <p14:nvPr/>
            </p14:nvContentPartPr>
            <p14:xfrm>
              <a:off x="4898899" y="3415926"/>
              <a:ext cx="2030040" cy="79020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3785C74D-A931-321B-EE01-69404DED373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892779" y="3409809"/>
                <a:ext cx="2042280" cy="8024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7E350950-7892-814E-FF27-0EF2DF1536CF}"/>
                  </a:ext>
                </a:extLst>
              </p14:cNvPr>
              <p14:cNvContentPartPr/>
              <p14:nvPr/>
            </p14:nvContentPartPr>
            <p14:xfrm>
              <a:off x="4530619" y="4021806"/>
              <a:ext cx="2361240" cy="39600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7E350950-7892-814E-FF27-0EF2DF1536CF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524499" y="4015686"/>
                <a:ext cx="2373480" cy="40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E179502F-84E1-176E-F791-6EE432161C54}"/>
                  </a:ext>
                </a:extLst>
              </p14:cNvPr>
              <p14:cNvContentPartPr/>
              <p14:nvPr/>
            </p14:nvContentPartPr>
            <p14:xfrm>
              <a:off x="3070099" y="3031086"/>
              <a:ext cx="3562560" cy="84636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E179502F-84E1-176E-F791-6EE432161C54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063979" y="3024966"/>
                <a:ext cx="3574800" cy="858600"/>
              </a:xfrm>
              <a:prstGeom prst="rect">
                <a:avLst/>
              </a:prstGeom>
            </p:spPr>
          </p:pic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48A3500B-ACAE-9563-1B6E-E406B9BFA9E5}"/>
              </a:ext>
            </a:extLst>
          </p:cNvPr>
          <p:cNvSpPr txBox="1"/>
          <p:nvPr/>
        </p:nvSpPr>
        <p:spPr>
          <a:xfrm>
            <a:off x="2165059" y="3299594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52BABF1-128A-B008-AB5F-D6AD3DD739ED}"/>
              </a:ext>
            </a:extLst>
          </p:cNvPr>
          <p:cNvSpPr txBox="1"/>
          <p:nvPr/>
        </p:nvSpPr>
        <p:spPr>
          <a:xfrm>
            <a:off x="1518025" y="3562722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BE0FCDE-5CFB-863A-D2FA-17E2C9EAA3F7}"/>
              </a:ext>
            </a:extLst>
          </p:cNvPr>
          <p:cNvSpPr txBox="1"/>
          <p:nvPr/>
        </p:nvSpPr>
        <p:spPr>
          <a:xfrm>
            <a:off x="3063487" y="3869490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8B8096F-B62E-F9F4-4978-82ABAA661297}"/>
              </a:ext>
            </a:extLst>
          </p:cNvPr>
          <p:cNvSpPr txBox="1"/>
          <p:nvPr/>
        </p:nvSpPr>
        <p:spPr>
          <a:xfrm>
            <a:off x="6911861" y="3547183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BD5BD68-9228-9514-EE70-2DB1889FEC53}"/>
              </a:ext>
            </a:extLst>
          </p:cNvPr>
          <p:cNvSpPr txBox="1"/>
          <p:nvPr/>
        </p:nvSpPr>
        <p:spPr>
          <a:xfrm>
            <a:off x="7087339" y="4079689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7157503-6CBD-4E5F-822A-3E01F901A6AF}"/>
              </a:ext>
            </a:extLst>
          </p:cNvPr>
          <p:cNvSpPr txBox="1"/>
          <p:nvPr/>
        </p:nvSpPr>
        <p:spPr>
          <a:xfrm>
            <a:off x="4180362" y="2691648"/>
            <a:ext cx="1459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W=10, D=200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9EFB963-8530-00BB-7143-0467BB011780}"/>
              </a:ext>
            </a:extLst>
          </p:cNvPr>
          <p:cNvSpPr txBox="1"/>
          <p:nvPr/>
        </p:nvSpPr>
        <p:spPr>
          <a:xfrm>
            <a:off x="5190185" y="3992345"/>
            <a:ext cx="1342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W=8, D=300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554CC5B-A17E-3776-6304-78EDC02A2C99}"/>
              </a:ext>
            </a:extLst>
          </p:cNvPr>
          <p:cNvSpPr txBox="1"/>
          <p:nvPr/>
        </p:nvSpPr>
        <p:spPr>
          <a:xfrm>
            <a:off x="4148659" y="3162736"/>
            <a:ext cx="1342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W=15, </a:t>
            </a:r>
            <a:r>
              <a:rPr lang="en-US" dirty="0">
                <a:solidFill>
                  <a:srgbClr val="FF0000"/>
                </a:solidFill>
              </a:rPr>
              <a:t>D=50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98251E8-02B0-116C-0713-D0AFAE93F670}"/>
              </a:ext>
            </a:extLst>
          </p:cNvPr>
          <p:cNvSpPr txBox="1"/>
          <p:nvPr/>
        </p:nvSpPr>
        <p:spPr>
          <a:xfrm>
            <a:off x="3150208" y="3621323"/>
            <a:ext cx="1295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W=5, D=-20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79A548-2D1F-0F07-32D5-9D5D009E4A5F}"/>
              </a:ext>
            </a:extLst>
          </p:cNvPr>
          <p:cNvSpPr txBox="1"/>
          <p:nvPr/>
        </p:nvSpPr>
        <p:spPr>
          <a:xfrm>
            <a:off x="9193696" y="2077278"/>
            <a:ext cx="2029723" cy="29546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Scaffold</a:t>
            </a:r>
          </a:p>
          <a:p>
            <a:r>
              <a:rPr lang="en-US" sz="2400" dirty="0">
                <a:solidFill>
                  <a:srgbClr val="FF0000"/>
                </a:solidFill>
              </a:rPr>
              <a:t>C1 C3 15 50 +</a:t>
            </a:r>
          </a:p>
          <a:p>
            <a:r>
              <a:rPr lang="en-US" sz="2400" dirty="0"/>
              <a:t>C1 C4 10 200 +</a:t>
            </a:r>
          </a:p>
          <a:p>
            <a:r>
              <a:rPr lang="en-US" sz="2400" dirty="0"/>
              <a:t>C3 C4 9 120 +</a:t>
            </a:r>
          </a:p>
          <a:p>
            <a:r>
              <a:rPr lang="en-US" sz="2400" dirty="0"/>
              <a:t>C3 C5 8 300 –</a:t>
            </a:r>
          </a:p>
          <a:p>
            <a:r>
              <a:rPr lang="en-US" sz="2400" dirty="0"/>
              <a:t>C2 C3 5 -20 -</a:t>
            </a:r>
          </a:p>
          <a:p>
            <a:endParaRPr lang="en-US" sz="2400" dirty="0"/>
          </a:p>
          <a:p>
            <a:endParaRPr 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EDB4155-7395-2C6C-8F91-1040087B04BB}"/>
              </a:ext>
            </a:extLst>
          </p:cNvPr>
          <p:cNvSpPr txBox="1"/>
          <p:nvPr/>
        </p:nvSpPr>
        <p:spPr>
          <a:xfrm>
            <a:off x="6593439" y="3250292"/>
            <a:ext cx="1342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W=9, D=150</a:t>
            </a:r>
          </a:p>
        </p:txBody>
      </p:sp>
    </p:spTree>
    <p:extLst>
      <p:ext uri="{BB962C8B-B14F-4D97-AF65-F5344CB8AC3E}">
        <p14:creationId xmlns:p14="http://schemas.microsoft.com/office/powerpoint/2010/main" val="3670339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689A8-A991-8F95-BF9E-4DDE44362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2F034-503D-9E57-1138-B8C4415DF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Illustration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14796F-D762-7DE1-4D1D-A6AFDA084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16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4F59DB4-4E70-E3F2-7844-C4D15C577002}"/>
              </a:ext>
            </a:extLst>
          </p:cNvPr>
          <p:cNvCxnSpPr/>
          <p:nvPr/>
        </p:nvCxnSpPr>
        <p:spPr>
          <a:xfrm>
            <a:off x="1520792" y="3907857"/>
            <a:ext cx="1203157" cy="0"/>
          </a:xfrm>
          <a:prstGeom prst="line">
            <a:avLst/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1B57EAC-B162-14D7-A752-EE125776DD80}"/>
              </a:ext>
            </a:extLst>
          </p:cNvPr>
          <p:cNvCxnSpPr>
            <a:cxnSpLocks/>
          </p:cNvCxnSpPr>
          <p:nvPr/>
        </p:nvCxnSpPr>
        <p:spPr>
          <a:xfrm>
            <a:off x="3165107" y="4186990"/>
            <a:ext cx="206141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95797C-3DDF-15A2-A0FD-9A8CD0924A6B}"/>
              </a:ext>
            </a:extLst>
          </p:cNvPr>
          <p:cNvCxnSpPr>
            <a:cxnSpLocks/>
          </p:cNvCxnSpPr>
          <p:nvPr/>
        </p:nvCxnSpPr>
        <p:spPr>
          <a:xfrm>
            <a:off x="5829700" y="4406766"/>
            <a:ext cx="2061410" cy="0"/>
          </a:xfrm>
          <a:prstGeom prst="line">
            <a:avLst/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86E72B0-1AF5-56CD-D831-70FC7915CD1D}"/>
              </a:ext>
            </a:extLst>
          </p:cNvPr>
          <p:cNvCxnSpPr>
            <a:cxnSpLocks/>
          </p:cNvCxnSpPr>
          <p:nvPr/>
        </p:nvCxnSpPr>
        <p:spPr>
          <a:xfrm>
            <a:off x="6193856" y="3895023"/>
            <a:ext cx="115022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5164BFF-6EC5-C0E6-1A4E-74B44016AD0C}"/>
              </a:ext>
            </a:extLst>
          </p:cNvPr>
          <p:cNvCxnSpPr>
            <a:cxnSpLocks/>
          </p:cNvCxnSpPr>
          <p:nvPr/>
        </p:nvCxnSpPr>
        <p:spPr>
          <a:xfrm>
            <a:off x="2056598" y="3636746"/>
            <a:ext cx="206141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81F75B4A-378A-5EBC-ABF6-BB292CADD6B3}"/>
                  </a:ext>
                </a:extLst>
              </p14:cNvPr>
              <p14:cNvContentPartPr/>
              <p14:nvPr/>
            </p14:nvContentPartPr>
            <p14:xfrm>
              <a:off x="3445579" y="3435006"/>
              <a:ext cx="1257840" cy="76032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81F75B4A-378A-5EBC-ABF6-BB292CADD6B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39461" y="3428886"/>
                <a:ext cx="1270076" cy="77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DA3DE7CE-13E7-0F43-B691-8890A454F56B}"/>
                  </a:ext>
                </a:extLst>
              </p14:cNvPr>
              <p14:cNvContentPartPr/>
              <p14:nvPr/>
            </p14:nvContentPartPr>
            <p14:xfrm>
              <a:off x="2165059" y="3799326"/>
              <a:ext cx="1983600" cy="39744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DA3DE7CE-13E7-0F43-B691-8890A454F56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58938" y="3793206"/>
                <a:ext cx="1995842" cy="40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B68E9A62-1602-AC83-4E21-6BCABFC01E3B}"/>
                  </a:ext>
                </a:extLst>
              </p14:cNvPr>
              <p14:cNvContentPartPr/>
              <p14:nvPr/>
            </p14:nvContentPartPr>
            <p14:xfrm>
              <a:off x="4898899" y="3415926"/>
              <a:ext cx="2030040" cy="79020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B68E9A62-1602-AC83-4E21-6BCABFC01E3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892779" y="3409809"/>
                <a:ext cx="2042280" cy="8024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DB527143-7C91-D133-E2E2-E7AF5F9D1D8C}"/>
                  </a:ext>
                </a:extLst>
              </p14:cNvPr>
              <p14:cNvContentPartPr/>
              <p14:nvPr/>
            </p14:nvContentPartPr>
            <p14:xfrm>
              <a:off x="4530619" y="4021806"/>
              <a:ext cx="2361240" cy="39600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DB527143-7C91-D133-E2E2-E7AF5F9D1D8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524499" y="4015686"/>
                <a:ext cx="2373480" cy="40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CB0693C0-9DB9-DCAE-3F10-864A32AFA2D3}"/>
                  </a:ext>
                </a:extLst>
              </p14:cNvPr>
              <p14:cNvContentPartPr/>
              <p14:nvPr/>
            </p14:nvContentPartPr>
            <p14:xfrm>
              <a:off x="3070099" y="3031086"/>
              <a:ext cx="3562560" cy="84636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CB0693C0-9DB9-DCAE-3F10-864A32AFA2D3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063979" y="3024966"/>
                <a:ext cx="3574800" cy="858600"/>
              </a:xfrm>
              <a:prstGeom prst="rect">
                <a:avLst/>
              </a:prstGeom>
            </p:spPr>
          </p:pic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B74ADFA6-2264-1380-F92E-F56CBFDF9237}"/>
              </a:ext>
            </a:extLst>
          </p:cNvPr>
          <p:cNvSpPr txBox="1"/>
          <p:nvPr/>
        </p:nvSpPr>
        <p:spPr>
          <a:xfrm>
            <a:off x="2165059" y="3299594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FDA7AAC-FF30-1B4A-9376-0365B9B64960}"/>
              </a:ext>
            </a:extLst>
          </p:cNvPr>
          <p:cNvSpPr txBox="1"/>
          <p:nvPr/>
        </p:nvSpPr>
        <p:spPr>
          <a:xfrm>
            <a:off x="1518025" y="3562722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7EF7E6-C5E3-32BB-12B6-636A1591260B}"/>
              </a:ext>
            </a:extLst>
          </p:cNvPr>
          <p:cNvSpPr txBox="1"/>
          <p:nvPr/>
        </p:nvSpPr>
        <p:spPr>
          <a:xfrm>
            <a:off x="3063487" y="3869490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5A33625-C484-A476-5B6D-31536D3DEF0D}"/>
              </a:ext>
            </a:extLst>
          </p:cNvPr>
          <p:cNvSpPr txBox="1"/>
          <p:nvPr/>
        </p:nvSpPr>
        <p:spPr>
          <a:xfrm>
            <a:off x="6911861" y="3547183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1B953C4-1228-FC0E-CCF0-E818A69196D0}"/>
              </a:ext>
            </a:extLst>
          </p:cNvPr>
          <p:cNvSpPr txBox="1"/>
          <p:nvPr/>
        </p:nvSpPr>
        <p:spPr>
          <a:xfrm>
            <a:off x="7087339" y="4079689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74A8238-14CB-5C71-AE0B-68E9FC07DCBF}"/>
              </a:ext>
            </a:extLst>
          </p:cNvPr>
          <p:cNvSpPr txBox="1"/>
          <p:nvPr/>
        </p:nvSpPr>
        <p:spPr>
          <a:xfrm>
            <a:off x="4180362" y="2691648"/>
            <a:ext cx="1459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W=10, D=200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A124E3A-5802-9BBA-2FE2-57FD6E00E546}"/>
              </a:ext>
            </a:extLst>
          </p:cNvPr>
          <p:cNvSpPr txBox="1"/>
          <p:nvPr/>
        </p:nvSpPr>
        <p:spPr>
          <a:xfrm>
            <a:off x="5190185" y="3992345"/>
            <a:ext cx="1342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W=8, D=300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8E6AB6D-4B02-FA00-B94D-6AC03D86C250}"/>
              </a:ext>
            </a:extLst>
          </p:cNvPr>
          <p:cNvSpPr txBox="1"/>
          <p:nvPr/>
        </p:nvSpPr>
        <p:spPr>
          <a:xfrm>
            <a:off x="4148659" y="3162736"/>
            <a:ext cx="1342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W=15, </a:t>
            </a:r>
            <a:r>
              <a:rPr lang="en-US" dirty="0">
                <a:solidFill>
                  <a:srgbClr val="FF0000"/>
                </a:solidFill>
              </a:rPr>
              <a:t>D=50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FA6BACB-AB94-E6EB-F285-1B6E89A620F3}"/>
              </a:ext>
            </a:extLst>
          </p:cNvPr>
          <p:cNvSpPr txBox="1"/>
          <p:nvPr/>
        </p:nvSpPr>
        <p:spPr>
          <a:xfrm>
            <a:off x="3150208" y="3621323"/>
            <a:ext cx="1295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W=5, D=-20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5663033-8E1A-8F39-CB5B-6D307EA6CD85}"/>
              </a:ext>
            </a:extLst>
          </p:cNvPr>
          <p:cNvSpPr txBox="1"/>
          <p:nvPr/>
        </p:nvSpPr>
        <p:spPr>
          <a:xfrm>
            <a:off x="9193696" y="2077278"/>
            <a:ext cx="2029723" cy="29546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Scaffold</a:t>
            </a:r>
          </a:p>
          <a:p>
            <a:r>
              <a:rPr lang="en-US" sz="2400" dirty="0">
                <a:solidFill>
                  <a:srgbClr val="FF0000"/>
                </a:solidFill>
              </a:rPr>
              <a:t>C1 C3 15 50 +</a:t>
            </a:r>
          </a:p>
          <a:p>
            <a:r>
              <a:rPr lang="en-US" sz="2400" dirty="0">
                <a:solidFill>
                  <a:srgbClr val="00B050"/>
                </a:solidFill>
              </a:rPr>
              <a:t>C1 C4 10 200 +</a:t>
            </a:r>
          </a:p>
          <a:p>
            <a:r>
              <a:rPr lang="en-US" sz="2400" dirty="0"/>
              <a:t>C3 C4 9 120 +</a:t>
            </a:r>
          </a:p>
          <a:p>
            <a:r>
              <a:rPr lang="en-US" sz="2400" dirty="0"/>
              <a:t>C3 C5 8 300 –</a:t>
            </a:r>
          </a:p>
          <a:p>
            <a:r>
              <a:rPr lang="en-US" sz="2400" dirty="0"/>
              <a:t>C2 C3 5 -20 -</a:t>
            </a:r>
          </a:p>
          <a:p>
            <a:endParaRPr lang="en-US" sz="2400" dirty="0"/>
          </a:p>
          <a:p>
            <a:endParaRPr 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4ED208F-2B60-E6F4-800C-9E53B7E2A1CA}"/>
              </a:ext>
            </a:extLst>
          </p:cNvPr>
          <p:cNvSpPr txBox="1"/>
          <p:nvPr/>
        </p:nvSpPr>
        <p:spPr>
          <a:xfrm>
            <a:off x="6593439" y="3250292"/>
            <a:ext cx="1342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W=9, D=150</a:t>
            </a:r>
          </a:p>
        </p:txBody>
      </p:sp>
    </p:spTree>
    <p:extLst>
      <p:ext uri="{BB962C8B-B14F-4D97-AF65-F5344CB8AC3E}">
        <p14:creationId xmlns:p14="http://schemas.microsoft.com/office/powerpoint/2010/main" val="30719850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AB65B-BA2F-CFDC-0A74-569B96210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7BC96-CD23-9F32-EEE6-C6F0005E0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Illustration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A640C2-1906-9F7B-0C9C-D6DFB8C5B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17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7F6D18B-A773-317A-E836-FA64D87A3541}"/>
              </a:ext>
            </a:extLst>
          </p:cNvPr>
          <p:cNvCxnSpPr/>
          <p:nvPr/>
        </p:nvCxnSpPr>
        <p:spPr>
          <a:xfrm>
            <a:off x="1520792" y="3907857"/>
            <a:ext cx="1203157" cy="0"/>
          </a:xfrm>
          <a:prstGeom prst="line">
            <a:avLst/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8E2735D-AFAB-4D1C-0A8A-CF08C45D743A}"/>
              </a:ext>
            </a:extLst>
          </p:cNvPr>
          <p:cNvCxnSpPr>
            <a:cxnSpLocks/>
          </p:cNvCxnSpPr>
          <p:nvPr/>
        </p:nvCxnSpPr>
        <p:spPr>
          <a:xfrm>
            <a:off x="3165107" y="4186990"/>
            <a:ext cx="206141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56E34A2-5D2C-6571-F86E-D381A8438376}"/>
              </a:ext>
            </a:extLst>
          </p:cNvPr>
          <p:cNvCxnSpPr>
            <a:cxnSpLocks/>
          </p:cNvCxnSpPr>
          <p:nvPr/>
        </p:nvCxnSpPr>
        <p:spPr>
          <a:xfrm>
            <a:off x="5829700" y="4406766"/>
            <a:ext cx="2061410" cy="0"/>
          </a:xfrm>
          <a:prstGeom prst="line">
            <a:avLst/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FD195E7-07AC-C320-D408-5437E4C7268C}"/>
              </a:ext>
            </a:extLst>
          </p:cNvPr>
          <p:cNvCxnSpPr>
            <a:cxnSpLocks/>
          </p:cNvCxnSpPr>
          <p:nvPr/>
        </p:nvCxnSpPr>
        <p:spPr>
          <a:xfrm>
            <a:off x="6193856" y="3895023"/>
            <a:ext cx="115022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531F3A1-99BF-14A9-C236-337C63028A13}"/>
              </a:ext>
            </a:extLst>
          </p:cNvPr>
          <p:cNvCxnSpPr>
            <a:cxnSpLocks/>
          </p:cNvCxnSpPr>
          <p:nvPr/>
        </p:nvCxnSpPr>
        <p:spPr>
          <a:xfrm>
            <a:off x="2056598" y="3636746"/>
            <a:ext cx="206141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98F605EB-5053-9783-7F50-AED03D01E7E7}"/>
                  </a:ext>
                </a:extLst>
              </p14:cNvPr>
              <p14:cNvContentPartPr/>
              <p14:nvPr/>
            </p14:nvContentPartPr>
            <p14:xfrm>
              <a:off x="3445579" y="3435006"/>
              <a:ext cx="1257840" cy="76032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98F605EB-5053-9783-7F50-AED03D01E7E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39461" y="3428886"/>
                <a:ext cx="1270076" cy="77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005100EC-4344-6AF0-F83B-7A95A417F133}"/>
                  </a:ext>
                </a:extLst>
              </p14:cNvPr>
              <p14:cNvContentPartPr/>
              <p14:nvPr/>
            </p14:nvContentPartPr>
            <p14:xfrm>
              <a:off x="2165059" y="3799326"/>
              <a:ext cx="1983600" cy="39744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005100EC-4344-6AF0-F83B-7A95A417F13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58938" y="3793206"/>
                <a:ext cx="1995842" cy="40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5CB3B3A7-DDA7-D268-07E0-B8FEF9FBAC26}"/>
                  </a:ext>
                </a:extLst>
              </p14:cNvPr>
              <p14:cNvContentPartPr/>
              <p14:nvPr/>
            </p14:nvContentPartPr>
            <p14:xfrm>
              <a:off x="4898899" y="3415926"/>
              <a:ext cx="2030040" cy="79020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5CB3B3A7-DDA7-D268-07E0-B8FEF9FBAC26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892779" y="3409809"/>
                <a:ext cx="2042280" cy="8024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CB6420B7-E987-FA71-1C39-9F4793576F17}"/>
                  </a:ext>
                </a:extLst>
              </p14:cNvPr>
              <p14:cNvContentPartPr/>
              <p14:nvPr/>
            </p14:nvContentPartPr>
            <p14:xfrm>
              <a:off x="4530619" y="4021806"/>
              <a:ext cx="2361240" cy="39600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CB6420B7-E987-FA71-1C39-9F4793576F1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524499" y="4015686"/>
                <a:ext cx="2373480" cy="40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3EB1566-9255-CC03-4074-C74B4CC8B01A}"/>
                  </a:ext>
                </a:extLst>
              </p14:cNvPr>
              <p14:cNvContentPartPr/>
              <p14:nvPr/>
            </p14:nvContentPartPr>
            <p14:xfrm>
              <a:off x="3070099" y="3031086"/>
              <a:ext cx="3562560" cy="84636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3EB1566-9255-CC03-4074-C74B4CC8B01A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063979" y="3024966"/>
                <a:ext cx="3574800" cy="858600"/>
              </a:xfrm>
              <a:prstGeom prst="rect">
                <a:avLst/>
              </a:prstGeom>
            </p:spPr>
          </p:pic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69ACA482-0513-821A-65D2-3430045815C2}"/>
              </a:ext>
            </a:extLst>
          </p:cNvPr>
          <p:cNvSpPr txBox="1"/>
          <p:nvPr/>
        </p:nvSpPr>
        <p:spPr>
          <a:xfrm>
            <a:off x="2165059" y="3299594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5DBA165-AC2E-12C6-6FB2-6602787563D4}"/>
              </a:ext>
            </a:extLst>
          </p:cNvPr>
          <p:cNvSpPr txBox="1"/>
          <p:nvPr/>
        </p:nvSpPr>
        <p:spPr>
          <a:xfrm>
            <a:off x="1518025" y="3562722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F74BB18-C0FE-6026-ED2D-2AF2881AB979}"/>
              </a:ext>
            </a:extLst>
          </p:cNvPr>
          <p:cNvSpPr txBox="1"/>
          <p:nvPr/>
        </p:nvSpPr>
        <p:spPr>
          <a:xfrm>
            <a:off x="3063487" y="3869490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5A6CF4E-74E4-E34D-532A-B3FF53D4F722}"/>
              </a:ext>
            </a:extLst>
          </p:cNvPr>
          <p:cNvSpPr txBox="1"/>
          <p:nvPr/>
        </p:nvSpPr>
        <p:spPr>
          <a:xfrm>
            <a:off x="6911861" y="3547183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93E4BF-6851-0F00-D73B-49A760518881}"/>
              </a:ext>
            </a:extLst>
          </p:cNvPr>
          <p:cNvSpPr txBox="1"/>
          <p:nvPr/>
        </p:nvSpPr>
        <p:spPr>
          <a:xfrm>
            <a:off x="7087339" y="4079689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7473A03-27CA-CB99-CD56-E3F336B862E5}"/>
              </a:ext>
            </a:extLst>
          </p:cNvPr>
          <p:cNvSpPr txBox="1"/>
          <p:nvPr/>
        </p:nvSpPr>
        <p:spPr>
          <a:xfrm>
            <a:off x="4180362" y="2691648"/>
            <a:ext cx="1459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W=10, D=200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DA38A7D-1B12-6DBB-E004-C9C122D07D70}"/>
              </a:ext>
            </a:extLst>
          </p:cNvPr>
          <p:cNvSpPr txBox="1"/>
          <p:nvPr/>
        </p:nvSpPr>
        <p:spPr>
          <a:xfrm>
            <a:off x="5190185" y="3992345"/>
            <a:ext cx="1342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W=8, D=300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98F2A71-8845-CDC3-4D8A-0A40D0CDC756}"/>
              </a:ext>
            </a:extLst>
          </p:cNvPr>
          <p:cNvSpPr txBox="1"/>
          <p:nvPr/>
        </p:nvSpPr>
        <p:spPr>
          <a:xfrm>
            <a:off x="4148659" y="3162736"/>
            <a:ext cx="1342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W=15, </a:t>
            </a:r>
            <a:r>
              <a:rPr lang="en-US" dirty="0">
                <a:solidFill>
                  <a:srgbClr val="FF0000"/>
                </a:solidFill>
              </a:rPr>
              <a:t>D=50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245C95D-B3C7-FB7D-82EC-7AA681ACEAB1}"/>
              </a:ext>
            </a:extLst>
          </p:cNvPr>
          <p:cNvSpPr txBox="1"/>
          <p:nvPr/>
        </p:nvSpPr>
        <p:spPr>
          <a:xfrm>
            <a:off x="3150208" y="3621323"/>
            <a:ext cx="1295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W=5, D=-20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7E3026C-67E4-741F-6512-94D212D03D66}"/>
              </a:ext>
            </a:extLst>
          </p:cNvPr>
          <p:cNvSpPr txBox="1"/>
          <p:nvPr/>
        </p:nvSpPr>
        <p:spPr>
          <a:xfrm>
            <a:off x="9193696" y="2077278"/>
            <a:ext cx="2029723" cy="29546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Scaffold</a:t>
            </a:r>
          </a:p>
          <a:p>
            <a:r>
              <a:rPr lang="en-US" sz="2400" dirty="0">
                <a:solidFill>
                  <a:srgbClr val="FF0000"/>
                </a:solidFill>
              </a:rPr>
              <a:t>C1 C3 15 50 +</a:t>
            </a:r>
          </a:p>
          <a:p>
            <a:r>
              <a:rPr lang="en-US" sz="2400" dirty="0"/>
              <a:t>C1 C4 10 200 +</a:t>
            </a:r>
          </a:p>
          <a:p>
            <a:r>
              <a:rPr lang="en-US" sz="2400" dirty="0">
                <a:solidFill>
                  <a:srgbClr val="FF0000"/>
                </a:solidFill>
              </a:rPr>
              <a:t>C3 C4 9 120 +</a:t>
            </a:r>
          </a:p>
          <a:p>
            <a:r>
              <a:rPr lang="en-US" sz="2400" dirty="0"/>
              <a:t>C3 C5 8 300 –</a:t>
            </a:r>
          </a:p>
          <a:p>
            <a:r>
              <a:rPr lang="en-US" sz="2400" dirty="0"/>
              <a:t>C2 C3 5 -20 -</a:t>
            </a:r>
          </a:p>
          <a:p>
            <a:endParaRPr lang="en-US" sz="2400" dirty="0"/>
          </a:p>
          <a:p>
            <a:endParaRPr 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206ED20-D772-A26F-0A2C-D88CDC78AF93}"/>
              </a:ext>
            </a:extLst>
          </p:cNvPr>
          <p:cNvSpPr txBox="1"/>
          <p:nvPr/>
        </p:nvSpPr>
        <p:spPr>
          <a:xfrm>
            <a:off x="6593439" y="3250292"/>
            <a:ext cx="1342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W=9, D=150</a:t>
            </a:r>
          </a:p>
        </p:txBody>
      </p:sp>
    </p:spTree>
    <p:extLst>
      <p:ext uri="{BB962C8B-B14F-4D97-AF65-F5344CB8AC3E}">
        <p14:creationId xmlns:p14="http://schemas.microsoft.com/office/powerpoint/2010/main" val="26728819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A967B-606F-E79F-FCD9-26369D964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3BBEC4-E596-AC01-F9E1-10D2F7357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Illustration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3952F3-9161-AF01-7036-0CABCEEAA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18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74FE21E-3957-561C-5B01-FE0EDAF90627}"/>
              </a:ext>
            </a:extLst>
          </p:cNvPr>
          <p:cNvCxnSpPr/>
          <p:nvPr/>
        </p:nvCxnSpPr>
        <p:spPr>
          <a:xfrm>
            <a:off x="1520792" y="3907857"/>
            <a:ext cx="1203157" cy="0"/>
          </a:xfrm>
          <a:prstGeom prst="line">
            <a:avLst/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6C861E-7F22-B9A5-AFA6-0234BAF1205A}"/>
              </a:ext>
            </a:extLst>
          </p:cNvPr>
          <p:cNvCxnSpPr>
            <a:cxnSpLocks/>
          </p:cNvCxnSpPr>
          <p:nvPr/>
        </p:nvCxnSpPr>
        <p:spPr>
          <a:xfrm>
            <a:off x="3165107" y="4186990"/>
            <a:ext cx="206141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9112BA4-9E9E-3D88-99C9-24D2A96DA001}"/>
              </a:ext>
            </a:extLst>
          </p:cNvPr>
          <p:cNvCxnSpPr>
            <a:cxnSpLocks/>
          </p:cNvCxnSpPr>
          <p:nvPr/>
        </p:nvCxnSpPr>
        <p:spPr>
          <a:xfrm>
            <a:off x="5829700" y="4406766"/>
            <a:ext cx="2061410" cy="0"/>
          </a:xfrm>
          <a:prstGeom prst="line">
            <a:avLst/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1822F03-2B09-DADF-3193-3A4F88A1EA69}"/>
              </a:ext>
            </a:extLst>
          </p:cNvPr>
          <p:cNvCxnSpPr>
            <a:cxnSpLocks/>
          </p:cNvCxnSpPr>
          <p:nvPr/>
        </p:nvCxnSpPr>
        <p:spPr>
          <a:xfrm>
            <a:off x="6193856" y="3895023"/>
            <a:ext cx="115022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888AD0C-E810-6CFB-F48A-5F5DB74EE4E7}"/>
              </a:ext>
            </a:extLst>
          </p:cNvPr>
          <p:cNvCxnSpPr>
            <a:cxnSpLocks/>
          </p:cNvCxnSpPr>
          <p:nvPr/>
        </p:nvCxnSpPr>
        <p:spPr>
          <a:xfrm>
            <a:off x="2056598" y="3636746"/>
            <a:ext cx="206141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63D0310F-D845-2BE1-DC86-3945239C7C0A}"/>
                  </a:ext>
                </a:extLst>
              </p14:cNvPr>
              <p14:cNvContentPartPr/>
              <p14:nvPr/>
            </p14:nvContentPartPr>
            <p14:xfrm>
              <a:off x="3445579" y="3435006"/>
              <a:ext cx="1257840" cy="76032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63D0310F-D845-2BE1-DC86-3945239C7C0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39461" y="3428886"/>
                <a:ext cx="1270076" cy="77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FAD1456A-B7EF-8C12-7AB2-0CB04331352F}"/>
                  </a:ext>
                </a:extLst>
              </p14:cNvPr>
              <p14:cNvContentPartPr/>
              <p14:nvPr/>
            </p14:nvContentPartPr>
            <p14:xfrm>
              <a:off x="2165059" y="3799326"/>
              <a:ext cx="1983600" cy="39744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FAD1456A-B7EF-8C12-7AB2-0CB04331352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58938" y="3793206"/>
                <a:ext cx="1995842" cy="40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6D9B6E8F-2218-54FD-DAA4-27FBAFF02DDF}"/>
                  </a:ext>
                </a:extLst>
              </p14:cNvPr>
              <p14:cNvContentPartPr/>
              <p14:nvPr/>
            </p14:nvContentPartPr>
            <p14:xfrm>
              <a:off x="4898899" y="3415926"/>
              <a:ext cx="2030040" cy="79020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6D9B6E8F-2218-54FD-DAA4-27FBAFF02DD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892779" y="3409809"/>
                <a:ext cx="2042280" cy="8024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55B0FF62-5272-3315-05A8-557516BF2C71}"/>
                  </a:ext>
                </a:extLst>
              </p14:cNvPr>
              <p14:cNvContentPartPr/>
              <p14:nvPr/>
            </p14:nvContentPartPr>
            <p14:xfrm>
              <a:off x="4530619" y="4021806"/>
              <a:ext cx="2361240" cy="39600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55B0FF62-5272-3315-05A8-557516BF2C71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524499" y="4015686"/>
                <a:ext cx="2373480" cy="40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D2020AAB-B096-D7E8-6A7A-47B953AB633B}"/>
                  </a:ext>
                </a:extLst>
              </p14:cNvPr>
              <p14:cNvContentPartPr/>
              <p14:nvPr/>
            </p14:nvContentPartPr>
            <p14:xfrm>
              <a:off x="3070099" y="3031086"/>
              <a:ext cx="3562560" cy="84636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D2020AAB-B096-D7E8-6A7A-47B953AB633B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063979" y="3024966"/>
                <a:ext cx="3574800" cy="858600"/>
              </a:xfrm>
              <a:prstGeom prst="rect">
                <a:avLst/>
              </a:prstGeom>
            </p:spPr>
          </p:pic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C68AFC1A-DE88-480D-DBC3-5AFCC29104C3}"/>
              </a:ext>
            </a:extLst>
          </p:cNvPr>
          <p:cNvSpPr txBox="1"/>
          <p:nvPr/>
        </p:nvSpPr>
        <p:spPr>
          <a:xfrm>
            <a:off x="2165059" y="3299594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53DD141-8134-FD27-79EC-ECEFE533F1C2}"/>
              </a:ext>
            </a:extLst>
          </p:cNvPr>
          <p:cNvSpPr txBox="1"/>
          <p:nvPr/>
        </p:nvSpPr>
        <p:spPr>
          <a:xfrm>
            <a:off x="1518025" y="3562722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37C832C-4BAF-56E6-1DDD-3A3EAE0852FE}"/>
              </a:ext>
            </a:extLst>
          </p:cNvPr>
          <p:cNvSpPr txBox="1"/>
          <p:nvPr/>
        </p:nvSpPr>
        <p:spPr>
          <a:xfrm>
            <a:off x="3063487" y="3869490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FD8AAE6-2BE9-DDD3-A7AF-F244BD4E4FC2}"/>
              </a:ext>
            </a:extLst>
          </p:cNvPr>
          <p:cNvSpPr txBox="1"/>
          <p:nvPr/>
        </p:nvSpPr>
        <p:spPr>
          <a:xfrm>
            <a:off x="6911861" y="3547183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3958619-8709-F259-4871-30A4FDAA164C}"/>
              </a:ext>
            </a:extLst>
          </p:cNvPr>
          <p:cNvSpPr txBox="1"/>
          <p:nvPr/>
        </p:nvSpPr>
        <p:spPr>
          <a:xfrm>
            <a:off x="7087339" y="4079689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C50197D-B062-2CB0-2187-EEAE9713AA97}"/>
              </a:ext>
            </a:extLst>
          </p:cNvPr>
          <p:cNvSpPr txBox="1"/>
          <p:nvPr/>
        </p:nvSpPr>
        <p:spPr>
          <a:xfrm>
            <a:off x="4180362" y="2691648"/>
            <a:ext cx="1459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W=10, D=200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3C6CCBC-C3EE-A033-4E66-25FCB66DACCB}"/>
              </a:ext>
            </a:extLst>
          </p:cNvPr>
          <p:cNvSpPr txBox="1"/>
          <p:nvPr/>
        </p:nvSpPr>
        <p:spPr>
          <a:xfrm>
            <a:off x="5190185" y="3992345"/>
            <a:ext cx="1342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W=8, D=300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22A3966-8C29-7A52-8C09-2E239BDCF51F}"/>
              </a:ext>
            </a:extLst>
          </p:cNvPr>
          <p:cNvSpPr txBox="1"/>
          <p:nvPr/>
        </p:nvSpPr>
        <p:spPr>
          <a:xfrm>
            <a:off x="4148659" y="3162736"/>
            <a:ext cx="1342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W=15, </a:t>
            </a:r>
            <a:r>
              <a:rPr lang="en-US" dirty="0">
                <a:solidFill>
                  <a:srgbClr val="FF0000"/>
                </a:solidFill>
              </a:rPr>
              <a:t>D=50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D38E666-ADCC-2967-B818-CD84AE2E5AD3}"/>
              </a:ext>
            </a:extLst>
          </p:cNvPr>
          <p:cNvSpPr txBox="1"/>
          <p:nvPr/>
        </p:nvSpPr>
        <p:spPr>
          <a:xfrm>
            <a:off x="3150208" y="3621323"/>
            <a:ext cx="1295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W=5, D=-20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2EC288D-0B3B-4E59-F8DD-439407784213}"/>
              </a:ext>
            </a:extLst>
          </p:cNvPr>
          <p:cNvSpPr txBox="1"/>
          <p:nvPr/>
        </p:nvSpPr>
        <p:spPr>
          <a:xfrm>
            <a:off x="9193696" y="2077278"/>
            <a:ext cx="2029723" cy="29546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Scaffold</a:t>
            </a:r>
          </a:p>
          <a:p>
            <a:r>
              <a:rPr lang="en-US" sz="2400" dirty="0">
                <a:solidFill>
                  <a:srgbClr val="FF0000"/>
                </a:solidFill>
              </a:rPr>
              <a:t>C1 C3 15 50 +</a:t>
            </a:r>
          </a:p>
          <a:p>
            <a:r>
              <a:rPr lang="en-US" sz="2400" dirty="0"/>
              <a:t>C1 C4 10 200 +</a:t>
            </a:r>
          </a:p>
          <a:p>
            <a:r>
              <a:rPr lang="en-US" sz="2400" dirty="0">
                <a:solidFill>
                  <a:srgbClr val="FF0000"/>
                </a:solidFill>
              </a:rPr>
              <a:t>C3 C4 9 120 +</a:t>
            </a:r>
          </a:p>
          <a:p>
            <a:r>
              <a:rPr lang="en-US" sz="2400" dirty="0">
                <a:solidFill>
                  <a:srgbClr val="00B050"/>
                </a:solidFill>
              </a:rPr>
              <a:t>C3 C5 8 300 –</a:t>
            </a:r>
          </a:p>
          <a:p>
            <a:r>
              <a:rPr lang="en-US" sz="2400" dirty="0"/>
              <a:t>C2 C3 5 -20 -</a:t>
            </a:r>
          </a:p>
          <a:p>
            <a:endParaRPr lang="en-US" sz="2400" dirty="0"/>
          </a:p>
          <a:p>
            <a:endParaRPr 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0FF1DFC-49C5-F6BC-61E6-1D64237B3EC2}"/>
              </a:ext>
            </a:extLst>
          </p:cNvPr>
          <p:cNvSpPr txBox="1"/>
          <p:nvPr/>
        </p:nvSpPr>
        <p:spPr>
          <a:xfrm>
            <a:off x="6593439" y="3250292"/>
            <a:ext cx="1342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W=9, D=150</a:t>
            </a:r>
          </a:p>
        </p:txBody>
      </p:sp>
    </p:spTree>
    <p:extLst>
      <p:ext uri="{BB962C8B-B14F-4D97-AF65-F5344CB8AC3E}">
        <p14:creationId xmlns:p14="http://schemas.microsoft.com/office/powerpoint/2010/main" val="23984905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8855C-E8CF-C299-4DA0-E4BB16B15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3AE66-4422-7609-78E6-DD7C6BE3C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Illustration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5D39B-69D2-D3CC-B162-7CD49F1ED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19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602CB35-AE53-D650-9F5D-07C64BC658BB}"/>
              </a:ext>
            </a:extLst>
          </p:cNvPr>
          <p:cNvCxnSpPr/>
          <p:nvPr/>
        </p:nvCxnSpPr>
        <p:spPr>
          <a:xfrm>
            <a:off x="1520792" y="3907857"/>
            <a:ext cx="1203157" cy="0"/>
          </a:xfrm>
          <a:prstGeom prst="line">
            <a:avLst/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3CBC86A-A249-7EBA-5B09-06DCCC8534FB}"/>
              </a:ext>
            </a:extLst>
          </p:cNvPr>
          <p:cNvCxnSpPr>
            <a:cxnSpLocks/>
          </p:cNvCxnSpPr>
          <p:nvPr/>
        </p:nvCxnSpPr>
        <p:spPr>
          <a:xfrm>
            <a:off x="3165107" y="4186990"/>
            <a:ext cx="206141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9968ED5-BCAE-841B-9710-ADF73DB7B5D0}"/>
              </a:ext>
            </a:extLst>
          </p:cNvPr>
          <p:cNvCxnSpPr>
            <a:cxnSpLocks/>
          </p:cNvCxnSpPr>
          <p:nvPr/>
        </p:nvCxnSpPr>
        <p:spPr>
          <a:xfrm>
            <a:off x="5829700" y="4406766"/>
            <a:ext cx="2061410" cy="0"/>
          </a:xfrm>
          <a:prstGeom prst="line">
            <a:avLst/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79FD789-6C48-72CE-A061-439D90DB8D33}"/>
              </a:ext>
            </a:extLst>
          </p:cNvPr>
          <p:cNvCxnSpPr>
            <a:cxnSpLocks/>
          </p:cNvCxnSpPr>
          <p:nvPr/>
        </p:nvCxnSpPr>
        <p:spPr>
          <a:xfrm>
            <a:off x="6193856" y="3895023"/>
            <a:ext cx="115022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08DA024-20AD-B82C-204B-572792DDF2C0}"/>
              </a:ext>
            </a:extLst>
          </p:cNvPr>
          <p:cNvCxnSpPr>
            <a:cxnSpLocks/>
          </p:cNvCxnSpPr>
          <p:nvPr/>
        </p:nvCxnSpPr>
        <p:spPr>
          <a:xfrm>
            <a:off x="2056598" y="3636746"/>
            <a:ext cx="206141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417F5B2D-6093-B3CE-2F42-C34504DC95FB}"/>
                  </a:ext>
                </a:extLst>
              </p14:cNvPr>
              <p14:cNvContentPartPr/>
              <p14:nvPr/>
            </p14:nvContentPartPr>
            <p14:xfrm>
              <a:off x="3445579" y="3435006"/>
              <a:ext cx="1257840" cy="76032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417F5B2D-6093-B3CE-2F42-C34504DC95F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39461" y="3428886"/>
                <a:ext cx="1270076" cy="77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ADE3EF9-2F0C-42AD-2A0D-ACA544164B91}"/>
                  </a:ext>
                </a:extLst>
              </p14:cNvPr>
              <p14:cNvContentPartPr/>
              <p14:nvPr/>
            </p14:nvContentPartPr>
            <p14:xfrm>
              <a:off x="2165059" y="3799326"/>
              <a:ext cx="1983600" cy="39744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ADE3EF9-2F0C-42AD-2A0D-ACA544164B9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158938" y="3793206"/>
                <a:ext cx="1995842" cy="40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8E7CB97D-C36D-5129-59CC-89DEB9E2692D}"/>
                  </a:ext>
                </a:extLst>
              </p14:cNvPr>
              <p14:cNvContentPartPr/>
              <p14:nvPr/>
            </p14:nvContentPartPr>
            <p14:xfrm>
              <a:off x="4898899" y="3415926"/>
              <a:ext cx="2030040" cy="79020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8E7CB97D-C36D-5129-59CC-89DEB9E2692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892779" y="3409809"/>
                <a:ext cx="2042280" cy="8024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8926B145-5752-862B-FF80-9719CB8DEA36}"/>
                  </a:ext>
                </a:extLst>
              </p14:cNvPr>
              <p14:cNvContentPartPr/>
              <p14:nvPr/>
            </p14:nvContentPartPr>
            <p14:xfrm>
              <a:off x="4530619" y="4021806"/>
              <a:ext cx="2361240" cy="39600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8926B145-5752-862B-FF80-9719CB8DEA3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524499" y="4015686"/>
                <a:ext cx="2373480" cy="40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BE33F36B-BBC1-F399-F1D2-56BBB273FE91}"/>
                  </a:ext>
                </a:extLst>
              </p14:cNvPr>
              <p14:cNvContentPartPr/>
              <p14:nvPr/>
            </p14:nvContentPartPr>
            <p14:xfrm>
              <a:off x="3070099" y="3031086"/>
              <a:ext cx="3562560" cy="84636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BE33F36B-BBC1-F399-F1D2-56BBB273FE91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063979" y="3024966"/>
                <a:ext cx="3574800" cy="858600"/>
              </a:xfrm>
              <a:prstGeom prst="rect">
                <a:avLst/>
              </a:prstGeom>
            </p:spPr>
          </p:pic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530FCC5C-25A6-E969-BB14-3471789FD8C4}"/>
              </a:ext>
            </a:extLst>
          </p:cNvPr>
          <p:cNvSpPr txBox="1"/>
          <p:nvPr/>
        </p:nvSpPr>
        <p:spPr>
          <a:xfrm>
            <a:off x="2165059" y="3299594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FF4087-A79E-773A-4F2D-8D6BF55F46A0}"/>
              </a:ext>
            </a:extLst>
          </p:cNvPr>
          <p:cNvSpPr txBox="1"/>
          <p:nvPr/>
        </p:nvSpPr>
        <p:spPr>
          <a:xfrm>
            <a:off x="1518025" y="3562722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B9A8AD9-2BB4-556C-49D9-DDC3631F30E3}"/>
              </a:ext>
            </a:extLst>
          </p:cNvPr>
          <p:cNvSpPr txBox="1"/>
          <p:nvPr/>
        </p:nvSpPr>
        <p:spPr>
          <a:xfrm>
            <a:off x="3063487" y="3869490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2A9EAEE-8434-3288-9BDB-ED24172BB8A4}"/>
              </a:ext>
            </a:extLst>
          </p:cNvPr>
          <p:cNvSpPr txBox="1"/>
          <p:nvPr/>
        </p:nvSpPr>
        <p:spPr>
          <a:xfrm>
            <a:off x="6911861" y="3547183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9917E93-8E33-A297-55E3-4BB6DFCF12A3}"/>
              </a:ext>
            </a:extLst>
          </p:cNvPr>
          <p:cNvSpPr txBox="1"/>
          <p:nvPr/>
        </p:nvSpPr>
        <p:spPr>
          <a:xfrm>
            <a:off x="7087339" y="4079689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F36D06B-9AF2-426B-D999-B991D6202A10}"/>
              </a:ext>
            </a:extLst>
          </p:cNvPr>
          <p:cNvSpPr txBox="1"/>
          <p:nvPr/>
        </p:nvSpPr>
        <p:spPr>
          <a:xfrm>
            <a:off x="4180362" y="2691648"/>
            <a:ext cx="1459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W=10, D=200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123E805-E8BA-A0B5-7017-B2D81097491D}"/>
              </a:ext>
            </a:extLst>
          </p:cNvPr>
          <p:cNvSpPr txBox="1"/>
          <p:nvPr/>
        </p:nvSpPr>
        <p:spPr>
          <a:xfrm>
            <a:off x="5190185" y="3992345"/>
            <a:ext cx="1342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W=8, D=300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D1C8362-8DD4-56D5-63DC-34A4FF4A7485}"/>
              </a:ext>
            </a:extLst>
          </p:cNvPr>
          <p:cNvSpPr txBox="1"/>
          <p:nvPr/>
        </p:nvSpPr>
        <p:spPr>
          <a:xfrm>
            <a:off x="4148659" y="3162736"/>
            <a:ext cx="1342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W=15, </a:t>
            </a:r>
            <a:r>
              <a:rPr lang="en-US" dirty="0">
                <a:solidFill>
                  <a:srgbClr val="FF0000"/>
                </a:solidFill>
              </a:rPr>
              <a:t>D=50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D633F20-70EA-74CF-0B55-EF58A2D5E237}"/>
              </a:ext>
            </a:extLst>
          </p:cNvPr>
          <p:cNvSpPr txBox="1"/>
          <p:nvPr/>
        </p:nvSpPr>
        <p:spPr>
          <a:xfrm>
            <a:off x="3150208" y="3621323"/>
            <a:ext cx="1295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W=5, D=-20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4846093-9269-3FF4-F159-4D95AA2C6382}"/>
              </a:ext>
            </a:extLst>
          </p:cNvPr>
          <p:cNvSpPr txBox="1"/>
          <p:nvPr/>
        </p:nvSpPr>
        <p:spPr>
          <a:xfrm>
            <a:off x="9193696" y="2077278"/>
            <a:ext cx="2029723" cy="29546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Scaffold</a:t>
            </a:r>
          </a:p>
          <a:p>
            <a:r>
              <a:rPr lang="en-US" sz="2400" dirty="0">
                <a:solidFill>
                  <a:srgbClr val="FF0000"/>
                </a:solidFill>
              </a:rPr>
              <a:t>C1 C3 15 50 +</a:t>
            </a:r>
          </a:p>
          <a:p>
            <a:r>
              <a:rPr lang="en-US" sz="2400" dirty="0"/>
              <a:t>C1 C4 10 200 +</a:t>
            </a:r>
          </a:p>
          <a:p>
            <a:r>
              <a:rPr lang="en-US" sz="2400" dirty="0">
                <a:solidFill>
                  <a:srgbClr val="FF0000"/>
                </a:solidFill>
              </a:rPr>
              <a:t>C3 C4 9 120 +</a:t>
            </a:r>
          </a:p>
          <a:p>
            <a:r>
              <a:rPr lang="en-US" sz="2400" dirty="0"/>
              <a:t>C3 C5 8 300 –</a:t>
            </a:r>
          </a:p>
          <a:p>
            <a:r>
              <a:rPr lang="en-US" sz="2400" dirty="0">
                <a:solidFill>
                  <a:srgbClr val="00B050"/>
                </a:solidFill>
              </a:rPr>
              <a:t>C2 C3 5 -20 -</a:t>
            </a:r>
          </a:p>
          <a:p>
            <a:endParaRPr lang="en-US" sz="2400" dirty="0"/>
          </a:p>
          <a:p>
            <a:endParaRPr 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240DE33-C889-EF0D-D698-A76CDE5DB5EE}"/>
              </a:ext>
            </a:extLst>
          </p:cNvPr>
          <p:cNvSpPr txBox="1"/>
          <p:nvPr/>
        </p:nvSpPr>
        <p:spPr>
          <a:xfrm>
            <a:off x="6593439" y="3250292"/>
            <a:ext cx="1342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W=9, D=150</a:t>
            </a:r>
          </a:p>
        </p:txBody>
      </p:sp>
    </p:spTree>
    <p:extLst>
      <p:ext uri="{BB962C8B-B14F-4D97-AF65-F5344CB8AC3E}">
        <p14:creationId xmlns:p14="http://schemas.microsoft.com/office/powerpoint/2010/main" val="36514476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21C5A-5D66-31E2-2A76-52A4405A6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5AC46-55BC-0B1F-D79C-317CD4324C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Illustration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1D04D-5B34-CD3E-89C3-9C65F669C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20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96E037-7B8B-0B54-EF7A-D2CC092324ED}"/>
              </a:ext>
            </a:extLst>
          </p:cNvPr>
          <p:cNvCxnSpPr/>
          <p:nvPr/>
        </p:nvCxnSpPr>
        <p:spPr>
          <a:xfrm>
            <a:off x="208433" y="4743039"/>
            <a:ext cx="1203157" cy="0"/>
          </a:xfrm>
          <a:prstGeom prst="line">
            <a:avLst/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999DE68-287B-FA84-8C44-399F9972767E}"/>
              </a:ext>
            </a:extLst>
          </p:cNvPr>
          <p:cNvCxnSpPr>
            <a:cxnSpLocks/>
          </p:cNvCxnSpPr>
          <p:nvPr/>
        </p:nvCxnSpPr>
        <p:spPr>
          <a:xfrm>
            <a:off x="1852748" y="5022172"/>
            <a:ext cx="206141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8862AF6-9E48-9996-2346-49B65BA8573F}"/>
              </a:ext>
            </a:extLst>
          </p:cNvPr>
          <p:cNvCxnSpPr>
            <a:cxnSpLocks/>
          </p:cNvCxnSpPr>
          <p:nvPr/>
        </p:nvCxnSpPr>
        <p:spPr>
          <a:xfrm>
            <a:off x="4517341" y="5241948"/>
            <a:ext cx="2061410" cy="0"/>
          </a:xfrm>
          <a:prstGeom prst="line">
            <a:avLst/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BA37962-5112-55AA-0E75-93FD7894CB5C}"/>
              </a:ext>
            </a:extLst>
          </p:cNvPr>
          <p:cNvCxnSpPr>
            <a:cxnSpLocks/>
          </p:cNvCxnSpPr>
          <p:nvPr/>
        </p:nvCxnSpPr>
        <p:spPr>
          <a:xfrm>
            <a:off x="10948544" y="5527157"/>
            <a:ext cx="115022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1EC7742-D177-4E9A-CDD8-533494AD48DE}"/>
              </a:ext>
            </a:extLst>
          </p:cNvPr>
          <p:cNvCxnSpPr>
            <a:cxnSpLocks/>
          </p:cNvCxnSpPr>
          <p:nvPr/>
        </p:nvCxnSpPr>
        <p:spPr>
          <a:xfrm>
            <a:off x="6811286" y="5268880"/>
            <a:ext cx="206141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04FBEC65-4545-3F30-015D-2E007733DA1D}"/>
                  </a:ext>
                </a:extLst>
              </p14:cNvPr>
              <p14:cNvContentPartPr/>
              <p14:nvPr/>
            </p14:nvContentPartPr>
            <p14:xfrm>
              <a:off x="852700" y="4634508"/>
              <a:ext cx="1983600" cy="39744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04FBEC65-4545-3F30-015D-2E007733DA1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46579" y="4628388"/>
                <a:ext cx="1995842" cy="40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EF98949A-C85B-A284-4C18-9C707CC2441F}"/>
                  </a:ext>
                </a:extLst>
              </p14:cNvPr>
              <p14:cNvContentPartPr/>
              <p14:nvPr/>
            </p14:nvContentPartPr>
            <p14:xfrm>
              <a:off x="3218260" y="4856988"/>
              <a:ext cx="2361240" cy="39600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EF98949A-C85B-A284-4C18-9C707CC2441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212140" y="4850868"/>
                <a:ext cx="2373480" cy="40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494F374-8AE0-15DB-D4A0-959F5FD5D453}"/>
                  </a:ext>
                </a:extLst>
              </p14:cNvPr>
              <p14:cNvContentPartPr/>
              <p14:nvPr/>
            </p14:nvContentPartPr>
            <p14:xfrm>
              <a:off x="7824787" y="4663220"/>
              <a:ext cx="3562560" cy="84636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494F374-8AE0-15DB-D4A0-959F5FD5D45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818667" y="4657100"/>
                <a:ext cx="3574800" cy="858600"/>
              </a:xfrm>
              <a:prstGeom prst="rect">
                <a:avLst/>
              </a:prstGeom>
            </p:spPr>
          </p:pic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DB10E378-D2FE-2234-98FC-351EC9842BD4}"/>
              </a:ext>
            </a:extLst>
          </p:cNvPr>
          <p:cNvSpPr txBox="1"/>
          <p:nvPr/>
        </p:nvSpPr>
        <p:spPr>
          <a:xfrm>
            <a:off x="6919747" y="4931728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7114DE-8FC0-6625-1140-5E82A701A33B}"/>
              </a:ext>
            </a:extLst>
          </p:cNvPr>
          <p:cNvSpPr txBox="1"/>
          <p:nvPr/>
        </p:nvSpPr>
        <p:spPr>
          <a:xfrm>
            <a:off x="205666" y="4397904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06DA58-4A1B-E7DF-C6EE-500F96692EAD}"/>
              </a:ext>
            </a:extLst>
          </p:cNvPr>
          <p:cNvSpPr txBox="1"/>
          <p:nvPr/>
        </p:nvSpPr>
        <p:spPr>
          <a:xfrm>
            <a:off x="1751128" y="4704672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6D9206-0C4B-EAA2-C20B-002E56E92E3A}"/>
              </a:ext>
            </a:extLst>
          </p:cNvPr>
          <p:cNvSpPr txBox="1"/>
          <p:nvPr/>
        </p:nvSpPr>
        <p:spPr>
          <a:xfrm>
            <a:off x="11666549" y="5179317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04E35A4-1372-13E7-E43F-66061C2059DA}"/>
              </a:ext>
            </a:extLst>
          </p:cNvPr>
          <p:cNvSpPr txBox="1"/>
          <p:nvPr/>
        </p:nvSpPr>
        <p:spPr>
          <a:xfrm>
            <a:off x="5774980" y="4914871"/>
            <a:ext cx="425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864797-9468-B196-59ED-1DA0BA06C93B}"/>
              </a:ext>
            </a:extLst>
          </p:cNvPr>
          <p:cNvSpPr txBox="1"/>
          <p:nvPr/>
        </p:nvSpPr>
        <p:spPr>
          <a:xfrm>
            <a:off x="1087851" y="1955373"/>
            <a:ext cx="132818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Scaffold1</a:t>
            </a:r>
          </a:p>
          <a:p>
            <a:r>
              <a:rPr lang="en-US" sz="2400" dirty="0"/>
              <a:t>C2 –</a:t>
            </a:r>
          </a:p>
          <a:p>
            <a:r>
              <a:rPr lang="en-US" sz="2400" dirty="0"/>
              <a:t>gap1  20</a:t>
            </a:r>
          </a:p>
          <a:p>
            <a:r>
              <a:rPr lang="en-US" sz="2400" dirty="0"/>
              <a:t>C3 +</a:t>
            </a:r>
          </a:p>
          <a:p>
            <a:r>
              <a:rPr lang="en-US" sz="2400" dirty="0"/>
              <a:t>gap2 30</a:t>
            </a:r>
          </a:p>
          <a:p>
            <a:r>
              <a:rPr lang="en-US" sz="2400" dirty="0"/>
              <a:t>C5 -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1CB018-A1EA-5553-C39C-F5F3E68B7F35}"/>
              </a:ext>
            </a:extLst>
          </p:cNvPr>
          <p:cNvSpPr txBox="1"/>
          <p:nvPr/>
        </p:nvSpPr>
        <p:spPr>
          <a:xfrm>
            <a:off x="7265350" y="2168000"/>
            <a:ext cx="132818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Scaffold2</a:t>
            </a:r>
          </a:p>
          <a:p>
            <a:r>
              <a:rPr lang="en-US" sz="2400" dirty="0"/>
              <a:t>C1 +</a:t>
            </a:r>
          </a:p>
          <a:p>
            <a:r>
              <a:rPr lang="en-US" sz="2400"/>
              <a:t>gap1 </a:t>
            </a:r>
            <a:r>
              <a:rPr lang="en-US" sz="2400" dirty="0"/>
              <a:t>50</a:t>
            </a:r>
          </a:p>
          <a:p>
            <a:r>
              <a:rPr lang="en-US" sz="2400" dirty="0"/>
              <a:t>C4 +</a:t>
            </a:r>
          </a:p>
        </p:txBody>
      </p:sp>
    </p:spTree>
    <p:extLst>
      <p:ext uri="{BB962C8B-B14F-4D97-AF65-F5344CB8AC3E}">
        <p14:creationId xmlns:p14="http://schemas.microsoft.com/office/powerpoint/2010/main" val="14037969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5F26D-637F-7AC5-7877-7214D3552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Scaffolding with </a:t>
            </a:r>
            <a:r>
              <a:rPr lang="en-US" dirty="0" err="1"/>
              <a:t>HiC</a:t>
            </a:r>
            <a:r>
              <a:rPr lang="en-US" dirty="0"/>
              <a:t>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2E2B39-2653-0397-7528-49F5DE691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21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5C8296EC-CDFC-8ABE-8726-F4A4E8C22295}"/>
                  </a:ext>
                </a:extLst>
              </p14:cNvPr>
              <p14:cNvContentPartPr/>
              <p14:nvPr/>
            </p14:nvContentPartPr>
            <p14:xfrm>
              <a:off x="1533120" y="3068554"/>
              <a:ext cx="7830360" cy="1832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5C8296EC-CDFC-8ABE-8726-F4A4E8C2229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24480" y="3059554"/>
                <a:ext cx="7848000" cy="20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4DF7E8AC-A130-3150-1A60-FDC345F5C99B}"/>
                  </a:ext>
                </a:extLst>
              </p14:cNvPr>
              <p14:cNvContentPartPr/>
              <p14:nvPr/>
            </p14:nvContentPartPr>
            <p14:xfrm>
              <a:off x="1647375" y="4817070"/>
              <a:ext cx="6689160" cy="2322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4DF7E8AC-A130-3150-1A60-FDC345F5C99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38735" y="4808070"/>
                <a:ext cx="6706800" cy="249840"/>
              </a:xfrm>
              <a:prstGeom prst="rect">
                <a:avLst/>
              </a:prstGeom>
            </p:spPr>
          </p:pic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DE1B588-48AC-2A57-581B-673210CD1131}"/>
              </a:ext>
            </a:extLst>
          </p:cNvPr>
          <p:cNvCxnSpPr/>
          <p:nvPr/>
        </p:nvCxnSpPr>
        <p:spPr>
          <a:xfrm>
            <a:off x="2466975" y="2847975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9B6D4DD-A7D3-198B-2199-79FA37B15109}"/>
              </a:ext>
            </a:extLst>
          </p:cNvPr>
          <p:cNvCxnSpPr/>
          <p:nvPr/>
        </p:nvCxnSpPr>
        <p:spPr>
          <a:xfrm>
            <a:off x="6257925" y="3013588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3188086-5D46-D094-28C5-4729B16740CD}"/>
              </a:ext>
            </a:extLst>
          </p:cNvPr>
          <p:cNvCxnSpPr/>
          <p:nvPr/>
        </p:nvCxnSpPr>
        <p:spPr>
          <a:xfrm>
            <a:off x="4238625" y="2900040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E5A3213-7D82-0DAD-824D-F06305C284DE}"/>
              </a:ext>
            </a:extLst>
          </p:cNvPr>
          <p:cNvCxnSpPr/>
          <p:nvPr/>
        </p:nvCxnSpPr>
        <p:spPr>
          <a:xfrm>
            <a:off x="5127625" y="2900040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310791E-89A2-9F7A-4718-8C068604C5AB}"/>
              </a:ext>
            </a:extLst>
          </p:cNvPr>
          <p:cNvSpPr/>
          <p:nvPr/>
        </p:nvSpPr>
        <p:spPr>
          <a:xfrm>
            <a:off x="4400550" y="2090413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3705556-44D8-D0A6-3FFC-778B9C854CE9}"/>
              </a:ext>
            </a:extLst>
          </p:cNvPr>
          <p:cNvCxnSpPr/>
          <p:nvPr/>
        </p:nvCxnSpPr>
        <p:spPr>
          <a:xfrm>
            <a:off x="5791200" y="2909564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9EE24FD-DB73-04ED-DC64-D58AE5C27530}"/>
              </a:ext>
            </a:extLst>
          </p:cNvPr>
          <p:cNvCxnSpPr/>
          <p:nvPr/>
        </p:nvCxnSpPr>
        <p:spPr>
          <a:xfrm>
            <a:off x="6680200" y="2909564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EBE7A47-C638-99E8-3F34-FB340B0A71CE}"/>
              </a:ext>
            </a:extLst>
          </p:cNvPr>
          <p:cNvSpPr/>
          <p:nvPr/>
        </p:nvSpPr>
        <p:spPr>
          <a:xfrm>
            <a:off x="5953125" y="2099937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20DB376-312E-6447-DAE9-09E3D4438030}"/>
              </a:ext>
            </a:extLst>
          </p:cNvPr>
          <p:cNvCxnSpPr/>
          <p:nvPr/>
        </p:nvCxnSpPr>
        <p:spPr>
          <a:xfrm>
            <a:off x="3028950" y="4750610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721D3BD-326B-8110-A44F-71E3404621A3}"/>
              </a:ext>
            </a:extLst>
          </p:cNvPr>
          <p:cNvCxnSpPr/>
          <p:nvPr/>
        </p:nvCxnSpPr>
        <p:spPr>
          <a:xfrm>
            <a:off x="3917950" y="4750610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D71AF64B-34D0-123C-DD07-F7E631000F30}"/>
              </a:ext>
            </a:extLst>
          </p:cNvPr>
          <p:cNvSpPr/>
          <p:nvPr/>
        </p:nvSpPr>
        <p:spPr>
          <a:xfrm>
            <a:off x="3190875" y="3940983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1228649-8CEA-E7C5-48C8-D9F1669EF4CD}"/>
              </a:ext>
            </a:extLst>
          </p:cNvPr>
          <p:cNvCxnSpPr/>
          <p:nvPr/>
        </p:nvCxnSpPr>
        <p:spPr>
          <a:xfrm>
            <a:off x="3670300" y="4671180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1E982CC-406C-16B0-29EC-E652B5D59287}"/>
              </a:ext>
            </a:extLst>
          </p:cNvPr>
          <p:cNvCxnSpPr/>
          <p:nvPr/>
        </p:nvCxnSpPr>
        <p:spPr>
          <a:xfrm>
            <a:off x="4559300" y="4671180"/>
            <a:ext cx="381000" cy="0"/>
          </a:xfrm>
          <a:prstGeom prst="straightConnector1">
            <a:avLst/>
          </a:prstGeom>
          <a:ln w="31750"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3226AC43-BEE6-5463-187C-49625E652F2E}"/>
              </a:ext>
            </a:extLst>
          </p:cNvPr>
          <p:cNvSpPr/>
          <p:nvPr/>
        </p:nvSpPr>
        <p:spPr>
          <a:xfrm>
            <a:off x="3832225" y="3861553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371F950-534F-4C5B-65FF-B17691AC67CB}"/>
              </a:ext>
            </a:extLst>
          </p:cNvPr>
          <p:cNvCxnSpPr>
            <a:cxnSpLocks/>
          </p:cNvCxnSpPr>
          <p:nvPr/>
        </p:nvCxnSpPr>
        <p:spPr>
          <a:xfrm>
            <a:off x="4965700" y="4783840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340D12C-C9F5-72C3-4DD1-F1FF54C77862}"/>
              </a:ext>
            </a:extLst>
          </p:cNvPr>
          <p:cNvCxnSpPr>
            <a:cxnSpLocks/>
          </p:cNvCxnSpPr>
          <p:nvPr/>
        </p:nvCxnSpPr>
        <p:spPr>
          <a:xfrm>
            <a:off x="6299200" y="4795655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EB97FA8A-176C-E7A8-AC5D-5ECB1D7852FB}"/>
              </a:ext>
            </a:extLst>
          </p:cNvPr>
          <p:cNvSpPr/>
          <p:nvPr/>
        </p:nvSpPr>
        <p:spPr>
          <a:xfrm>
            <a:off x="5127625" y="3974213"/>
            <a:ext cx="132080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7E3447D-C9CA-30DC-425A-606924CD602B}"/>
              </a:ext>
            </a:extLst>
          </p:cNvPr>
          <p:cNvCxnSpPr/>
          <p:nvPr/>
        </p:nvCxnSpPr>
        <p:spPr>
          <a:xfrm>
            <a:off x="4391025" y="3052440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D756661-C434-ECEC-1356-F09AACA9A506}"/>
              </a:ext>
            </a:extLst>
          </p:cNvPr>
          <p:cNvCxnSpPr/>
          <p:nvPr/>
        </p:nvCxnSpPr>
        <p:spPr>
          <a:xfrm>
            <a:off x="5280025" y="3052440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431C7A63-9F02-F623-5881-9807C4E113B4}"/>
              </a:ext>
            </a:extLst>
          </p:cNvPr>
          <p:cNvSpPr/>
          <p:nvPr/>
        </p:nvSpPr>
        <p:spPr>
          <a:xfrm>
            <a:off x="4552950" y="2242813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3ECE987-50DF-2219-BEC8-947BACE48A0C}"/>
              </a:ext>
            </a:extLst>
          </p:cNvPr>
          <p:cNvCxnSpPr/>
          <p:nvPr/>
        </p:nvCxnSpPr>
        <p:spPr>
          <a:xfrm>
            <a:off x="1733550" y="4750610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F59B62A-BCC0-BA89-B26B-FB01DEFC0C5B}"/>
              </a:ext>
            </a:extLst>
          </p:cNvPr>
          <p:cNvCxnSpPr/>
          <p:nvPr/>
        </p:nvCxnSpPr>
        <p:spPr>
          <a:xfrm>
            <a:off x="7385050" y="4748245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9BAF0540-B78F-39E0-1289-B3920FF94E75}"/>
              </a:ext>
            </a:extLst>
          </p:cNvPr>
          <p:cNvSpPr/>
          <p:nvPr/>
        </p:nvSpPr>
        <p:spPr>
          <a:xfrm>
            <a:off x="1895475" y="3940983"/>
            <a:ext cx="563880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2E79611-0A2E-7D4A-ADEB-0A3CB6C98270}"/>
              </a:ext>
            </a:extLst>
          </p:cNvPr>
          <p:cNvCxnSpPr/>
          <p:nvPr/>
        </p:nvCxnSpPr>
        <p:spPr>
          <a:xfrm>
            <a:off x="1571625" y="2810379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3DD3A0D-5673-20F5-D2A0-C047DAC91276}"/>
              </a:ext>
            </a:extLst>
          </p:cNvPr>
          <p:cNvCxnSpPr/>
          <p:nvPr/>
        </p:nvCxnSpPr>
        <p:spPr>
          <a:xfrm>
            <a:off x="7531100" y="2810379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01BDC7D7-BB37-DE6C-4382-3F7469354585}"/>
              </a:ext>
            </a:extLst>
          </p:cNvPr>
          <p:cNvSpPr/>
          <p:nvPr/>
        </p:nvSpPr>
        <p:spPr>
          <a:xfrm>
            <a:off x="1733550" y="2000752"/>
            <a:ext cx="59245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EC61FF8-9FCB-23BF-1010-E4CDDBF84C87}"/>
              </a:ext>
            </a:extLst>
          </p:cNvPr>
          <p:cNvCxnSpPr/>
          <p:nvPr/>
        </p:nvCxnSpPr>
        <p:spPr>
          <a:xfrm>
            <a:off x="5610225" y="4624195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8BF60E4-A8DA-B555-A524-1FBD788A28EF}"/>
              </a:ext>
            </a:extLst>
          </p:cNvPr>
          <p:cNvCxnSpPr/>
          <p:nvPr/>
        </p:nvCxnSpPr>
        <p:spPr>
          <a:xfrm>
            <a:off x="6543675" y="4624195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6A6669BF-82A8-C194-93EB-0D0460DBDDF7}"/>
              </a:ext>
            </a:extLst>
          </p:cNvPr>
          <p:cNvSpPr/>
          <p:nvPr/>
        </p:nvSpPr>
        <p:spPr>
          <a:xfrm>
            <a:off x="5800725" y="3810129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75E74A5-C79A-DF90-E400-3B7452BFC274}"/>
              </a:ext>
            </a:extLst>
          </p:cNvPr>
          <p:cNvCxnSpPr/>
          <p:nvPr/>
        </p:nvCxnSpPr>
        <p:spPr>
          <a:xfrm>
            <a:off x="3859213" y="2773286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3B1D2AD-5EFB-F917-ADE7-4DDFE29CCBE7}"/>
              </a:ext>
            </a:extLst>
          </p:cNvPr>
          <p:cNvCxnSpPr/>
          <p:nvPr/>
        </p:nvCxnSpPr>
        <p:spPr>
          <a:xfrm>
            <a:off x="4748213" y="2773286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107D02C1-7E0C-2DE5-1D01-604485DA446E}"/>
              </a:ext>
            </a:extLst>
          </p:cNvPr>
          <p:cNvSpPr/>
          <p:nvPr/>
        </p:nvSpPr>
        <p:spPr>
          <a:xfrm>
            <a:off x="4021138" y="1963659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C5A4616-9830-C39D-6D7E-50D66B003C58}"/>
              </a:ext>
            </a:extLst>
          </p:cNvPr>
          <p:cNvCxnSpPr/>
          <p:nvPr/>
        </p:nvCxnSpPr>
        <p:spPr>
          <a:xfrm>
            <a:off x="5448300" y="2738765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638C9453-5050-7181-6709-0E7D0400D7FE}"/>
              </a:ext>
            </a:extLst>
          </p:cNvPr>
          <p:cNvCxnSpPr/>
          <p:nvPr/>
        </p:nvCxnSpPr>
        <p:spPr>
          <a:xfrm>
            <a:off x="6337300" y="2738765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B9ABDE01-0756-2D2E-CC85-AFD0843B7C35}"/>
              </a:ext>
            </a:extLst>
          </p:cNvPr>
          <p:cNvSpPr/>
          <p:nvPr/>
        </p:nvSpPr>
        <p:spPr>
          <a:xfrm>
            <a:off x="5610225" y="1929138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DC15646-EA04-55AD-955C-4054D90E7B6D}"/>
              </a:ext>
            </a:extLst>
          </p:cNvPr>
          <p:cNvCxnSpPr/>
          <p:nvPr/>
        </p:nvCxnSpPr>
        <p:spPr>
          <a:xfrm>
            <a:off x="4076700" y="4482579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798D9C3-BC84-6B8C-7543-9E97D7F77448}"/>
              </a:ext>
            </a:extLst>
          </p:cNvPr>
          <p:cNvCxnSpPr/>
          <p:nvPr/>
        </p:nvCxnSpPr>
        <p:spPr>
          <a:xfrm>
            <a:off x="5330825" y="4482579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AA6BA50E-72D3-507E-D5F0-C304D7BFD9E1}"/>
              </a:ext>
            </a:extLst>
          </p:cNvPr>
          <p:cNvSpPr/>
          <p:nvPr/>
        </p:nvSpPr>
        <p:spPr>
          <a:xfrm>
            <a:off x="4238624" y="3672952"/>
            <a:ext cx="1330325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016503C-3852-6FF6-B0BD-F4522D32EBE9}"/>
              </a:ext>
            </a:extLst>
          </p:cNvPr>
          <p:cNvCxnSpPr/>
          <p:nvPr/>
        </p:nvCxnSpPr>
        <p:spPr>
          <a:xfrm>
            <a:off x="2809875" y="4495299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503E43B-CFDA-5D5D-1F65-2576668E6AD1}"/>
              </a:ext>
            </a:extLst>
          </p:cNvPr>
          <p:cNvCxnSpPr/>
          <p:nvPr/>
        </p:nvCxnSpPr>
        <p:spPr>
          <a:xfrm>
            <a:off x="3009901" y="2756672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9FB3E86F-6EB3-E3DA-EDF1-90196EBA5F26}"/>
              </a:ext>
            </a:extLst>
          </p:cNvPr>
          <p:cNvSpPr/>
          <p:nvPr/>
        </p:nvSpPr>
        <p:spPr>
          <a:xfrm>
            <a:off x="2282826" y="1947045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0BB22E6-B90E-98D5-4A7A-3C6EA0647084}"/>
              </a:ext>
            </a:extLst>
          </p:cNvPr>
          <p:cNvCxnSpPr/>
          <p:nvPr/>
        </p:nvCxnSpPr>
        <p:spPr>
          <a:xfrm>
            <a:off x="7343775" y="2945015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57748CCA-4C1F-1592-A1B1-B0FAA0BBEBFE}"/>
              </a:ext>
            </a:extLst>
          </p:cNvPr>
          <p:cNvCxnSpPr/>
          <p:nvPr/>
        </p:nvCxnSpPr>
        <p:spPr>
          <a:xfrm>
            <a:off x="8232775" y="2945015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C5B7386-0BBD-B527-6F10-DB7562807D3D}"/>
              </a:ext>
            </a:extLst>
          </p:cNvPr>
          <p:cNvSpPr/>
          <p:nvPr/>
        </p:nvSpPr>
        <p:spPr>
          <a:xfrm>
            <a:off x="7505700" y="2135388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BC1A2884-EE32-EABF-F5D8-06E84BE89388}"/>
              </a:ext>
            </a:extLst>
          </p:cNvPr>
          <p:cNvCxnSpPr/>
          <p:nvPr/>
        </p:nvCxnSpPr>
        <p:spPr>
          <a:xfrm>
            <a:off x="2441575" y="4671180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7440287-E244-C82C-35F0-88628BB7EC96}"/>
              </a:ext>
            </a:extLst>
          </p:cNvPr>
          <p:cNvCxnSpPr/>
          <p:nvPr/>
        </p:nvCxnSpPr>
        <p:spPr>
          <a:xfrm>
            <a:off x="3330575" y="4671180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FE720001-5C9F-0F5F-E803-F6DA69EE5235}"/>
              </a:ext>
            </a:extLst>
          </p:cNvPr>
          <p:cNvSpPr/>
          <p:nvPr/>
        </p:nvSpPr>
        <p:spPr>
          <a:xfrm>
            <a:off x="2603500" y="3861553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20C6D6D4-BBBD-0491-5615-EE32B1B8FA2A}"/>
              </a:ext>
            </a:extLst>
          </p:cNvPr>
          <p:cNvCxnSpPr/>
          <p:nvPr/>
        </p:nvCxnSpPr>
        <p:spPr>
          <a:xfrm>
            <a:off x="6877050" y="4830040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A861F74E-2024-26A9-82F7-11496BD6159A}"/>
              </a:ext>
            </a:extLst>
          </p:cNvPr>
          <p:cNvCxnSpPr/>
          <p:nvPr/>
        </p:nvCxnSpPr>
        <p:spPr>
          <a:xfrm>
            <a:off x="7766050" y="4830040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5EA00AD2-FDD3-8F85-ED9B-2135F74E40F0}"/>
              </a:ext>
            </a:extLst>
          </p:cNvPr>
          <p:cNvSpPr/>
          <p:nvPr/>
        </p:nvSpPr>
        <p:spPr>
          <a:xfrm>
            <a:off x="7038975" y="4020413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E78907D9-7D69-CC8D-65F5-E0A49D080F6A}"/>
              </a:ext>
            </a:extLst>
          </p:cNvPr>
          <p:cNvCxnSpPr/>
          <p:nvPr/>
        </p:nvCxnSpPr>
        <p:spPr>
          <a:xfrm>
            <a:off x="2857500" y="2945015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BB9A48C1-B456-28C2-B863-7C90D310B568}"/>
              </a:ext>
            </a:extLst>
          </p:cNvPr>
          <p:cNvCxnSpPr/>
          <p:nvPr/>
        </p:nvCxnSpPr>
        <p:spPr>
          <a:xfrm>
            <a:off x="3746500" y="2945015"/>
            <a:ext cx="381000" cy="0"/>
          </a:xfrm>
          <a:prstGeom prst="straightConnector1">
            <a:avLst/>
          </a:prstGeom>
          <a:ln w="31750"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7163A55F-AF74-5DAF-D3FD-743A5599BDE4}"/>
              </a:ext>
            </a:extLst>
          </p:cNvPr>
          <p:cNvSpPr/>
          <p:nvPr/>
        </p:nvSpPr>
        <p:spPr>
          <a:xfrm>
            <a:off x="3019425" y="2135388"/>
            <a:ext cx="933450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169DE915-FFA2-2932-9F6F-86BCBA38D979}"/>
              </a:ext>
            </a:extLst>
          </p:cNvPr>
          <p:cNvSpPr/>
          <p:nvPr/>
        </p:nvSpPr>
        <p:spPr>
          <a:xfrm>
            <a:off x="2962275" y="1798101"/>
            <a:ext cx="3486150" cy="2707224"/>
          </a:xfrm>
          <a:custGeom>
            <a:avLst/>
            <a:gdLst>
              <a:gd name="connsiteX0" fmla="*/ 0 w 3486150"/>
              <a:gd name="connsiteY0" fmla="*/ 2707224 h 2707224"/>
              <a:gd name="connsiteX1" fmla="*/ 2390775 w 3486150"/>
              <a:gd name="connsiteY1" fmla="*/ 30699 h 2707224"/>
              <a:gd name="connsiteX2" fmla="*/ 3486150 w 3486150"/>
              <a:gd name="connsiteY2" fmla="*/ 1221324 h 27072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86150" h="2707224">
                <a:moveTo>
                  <a:pt x="0" y="2707224"/>
                </a:moveTo>
                <a:cubicBezTo>
                  <a:pt x="904875" y="1492786"/>
                  <a:pt x="1809750" y="278349"/>
                  <a:pt x="2390775" y="30699"/>
                </a:cubicBezTo>
                <a:cubicBezTo>
                  <a:pt x="2971800" y="-216951"/>
                  <a:pt x="3330575" y="1111787"/>
                  <a:pt x="3486150" y="1221324"/>
                </a:cubicBezTo>
              </a:path>
            </a:pathLst>
          </a:custGeom>
          <a:ln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A61CF65B-4083-CA65-960B-0951C21F0DB1}"/>
              </a:ext>
            </a:extLst>
          </p:cNvPr>
          <p:cNvCxnSpPr/>
          <p:nvPr/>
        </p:nvCxnSpPr>
        <p:spPr>
          <a:xfrm>
            <a:off x="2638425" y="4783840"/>
            <a:ext cx="381000" cy="0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F1F91D81-1220-43E6-425D-13886437BD6F}"/>
              </a:ext>
            </a:extLst>
          </p:cNvPr>
          <p:cNvCxnSpPr/>
          <p:nvPr/>
        </p:nvCxnSpPr>
        <p:spPr>
          <a:xfrm>
            <a:off x="5775100" y="4766460"/>
            <a:ext cx="381000" cy="0"/>
          </a:xfrm>
          <a:prstGeom prst="straightConnector1">
            <a:avLst/>
          </a:prstGeom>
          <a:ln w="317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Freeform: Shape 70">
            <a:extLst>
              <a:ext uri="{FF2B5EF4-FFF2-40B4-BE49-F238E27FC236}">
                <a16:creationId xmlns:a16="http://schemas.microsoft.com/office/drawing/2014/main" id="{21A78C2D-2BD8-59BD-CE45-BC90D9F8DADD}"/>
              </a:ext>
            </a:extLst>
          </p:cNvPr>
          <p:cNvSpPr/>
          <p:nvPr/>
        </p:nvSpPr>
        <p:spPr>
          <a:xfrm>
            <a:off x="2857499" y="3959198"/>
            <a:ext cx="3066825" cy="809627"/>
          </a:xfrm>
          <a:custGeom>
            <a:avLst/>
            <a:gdLst>
              <a:gd name="connsiteX0" fmla="*/ 0 w 6305550"/>
              <a:gd name="connsiteY0" fmla="*/ 809627 h 809627"/>
              <a:gd name="connsiteX1" fmla="*/ 3190875 w 6305550"/>
              <a:gd name="connsiteY1" fmla="*/ 2 h 809627"/>
              <a:gd name="connsiteX2" fmla="*/ 6305550 w 6305550"/>
              <a:gd name="connsiteY2" fmla="*/ 800102 h 809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05550" h="809627">
                <a:moveTo>
                  <a:pt x="0" y="809627"/>
                </a:moveTo>
                <a:cubicBezTo>
                  <a:pt x="1069975" y="405608"/>
                  <a:pt x="2139950" y="1589"/>
                  <a:pt x="3190875" y="2"/>
                </a:cubicBezTo>
                <a:cubicBezTo>
                  <a:pt x="4241800" y="-1585"/>
                  <a:pt x="6178550" y="690565"/>
                  <a:pt x="6305550" y="800102"/>
                </a:cubicBezTo>
              </a:path>
            </a:pathLst>
          </a:cu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EBE0451-44CE-978A-CE15-E844C4263E4D}"/>
              </a:ext>
            </a:extLst>
          </p:cNvPr>
          <p:cNvSpPr txBox="1"/>
          <p:nvPr/>
        </p:nvSpPr>
        <p:spPr>
          <a:xfrm>
            <a:off x="933450" y="5543550"/>
            <a:ext cx="94607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Pairs or reads: random orientations, unknown distances</a:t>
            </a:r>
          </a:p>
        </p:txBody>
      </p:sp>
    </p:spTree>
    <p:extLst>
      <p:ext uri="{BB962C8B-B14F-4D97-AF65-F5344CB8AC3E}">
        <p14:creationId xmlns:p14="http://schemas.microsoft.com/office/powerpoint/2010/main" val="4759571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311793" y="253798"/>
            <a:ext cx="8603673" cy="738664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Hi-C scaffolding: why it works?</a:t>
            </a:r>
            <a:endParaRPr lang="en-US" i="1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6009898-25C4-4402-990A-A393F7094583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2BB783-FBE8-45FF-BD10-50F4D47E4134}"/>
              </a:ext>
            </a:extLst>
          </p:cNvPr>
          <p:cNvSpPr txBox="1"/>
          <p:nvPr/>
        </p:nvSpPr>
        <p:spPr>
          <a:xfrm>
            <a:off x="311793" y="6417864"/>
            <a:ext cx="87476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Image from: https://www.bioconductor.org/packages/release/bioc/vignettes/FitHiC/inst/doc/fithic.html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2EE49B-CC02-4E4F-8285-CF7E904E8345}"/>
              </a:ext>
            </a:extLst>
          </p:cNvPr>
          <p:cNvSpPr txBox="1"/>
          <p:nvPr/>
        </p:nvSpPr>
        <p:spPr>
          <a:xfrm>
            <a:off x="3447328" y="3259335"/>
            <a:ext cx="386542" cy="37961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4B9DBB-D947-4E21-90C1-F117C20BDE2C}"/>
              </a:ext>
            </a:extLst>
          </p:cNvPr>
          <p:cNvSpPr txBox="1"/>
          <p:nvPr/>
        </p:nvSpPr>
        <p:spPr>
          <a:xfrm>
            <a:off x="1514850" y="3734410"/>
            <a:ext cx="191193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/>
          </a:p>
        </p:txBody>
      </p:sp>
      <p:pic>
        <p:nvPicPr>
          <p:cNvPr id="8" name="Picture 7" descr="A picture containing shape&#10;&#10;Description automatically generated">
            <a:extLst>
              <a:ext uri="{FF2B5EF4-FFF2-40B4-BE49-F238E27FC236}">
                <a16:creationId xmlns:a16="http://schemas.microsoft.com/office/drawing/2014/main" id="{37377E67-1CB6-4A77-928B-950B11FBBD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262" y="1642026"/>
            <a:ext cx="6413281" cy="4809961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2D17F53-B12D-4C49-AF23-DD699AA578F6}"/>
              </a:ext>
            </a:extLst>
          </p:cNvPr>
          <p:cNvCxnSpPr/>
          <p:nvPr/>
        </p:nvCxnSpPr>
        <p:spPr>
          <a:xfrm>
            <a:off x="7012230" y="3887115"/>
            <a:ext cx="1832460" cy="0"/>
          </a:xfrm>
          <a:prstGeom prst="line">
            <a:avLst/>
          </a:prstGeom>
          <a:ln w="412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7162EB8-B4F1-4393-BF2E-BE3AE8ED34DF}"/>
              </a:ext>
            </a:extLst>
          </p:cNvPr>
          <p:cNvCxnSpPr/>
          <p:nvPr/>
        </p:nvCxnSpPr>
        <p:spPr>
          <a:xfrm>
            <a:off x="9385486" y="3881755"/>
            <a:ext cx="1832460" cy="0"/>
          </a:xfrm>
          <a:prstGeom prst="line">
            <a:avLst/>
          </a:prstGeom>
          <a:ln w="412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785F8BD-71B9-4D2F-B23E-EC7D7137BE70}"/>
              </a:ext>
            </a:extLst>
          </p:cNvPr>
          <p:cNvGrpSpPr/>
          <p:nvPr/>
        </p:nvGrpSpPr>
        <p:grpSpPr>
          <a:xfrm>
            <a:off x="8539280" y="3259335"/>
            <a:ext cx="1221640" cy="622420"/>
            <a:chOff x="8539280" y="3259335"/>
            <a:chExt cx="1221640" cy="622420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56BF1084-BE2C-432A-8701-CE80DEBD6245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1969A158-CD01-4BFB-995A-231A3A9AC7C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70F5E41-EFC8-43AB-87FF-5A2B00FA70C1}"/>
              </a:ext>
            </a:extLst>
          </p:cNvPr>
          <p:cNvGrpSpPr/>
          <p:nvPr/>
        </p:nvGrpSpPr>
        <p:grpSpPr>
          <a:xfrm>
            <a:off x="8366837" y="3244724"/>
            <a:ext cx="1221640" cy="622420"/>
            <a:chOff x="8539280" y="3259335"/>
            <a:chExt cx="1221640" cy="622420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BD940DC-4211-483C-9ED4-F366B767B84A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AE513302-3BDE-4868-B290-5852BD3EF13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A6CAC75-7AB5-4150-B8E8-EE050319C036}"/>
              </a:ext>
            </a:extLst>
          </p:cNvPr>
          <p:cNvGrpSpPr/>
          <p:nvPr/>
        </p:nvGrpSpPr>
        <p:grpSpPr>
          <a:xfrm>
            <a:off x="8719326" y="3244724"/>
            <a:ext cx="1221640" cy="622420"/>
            <a:chOff x="8539280" y="3259335"/>
            <a:chExt cx="1221640" cy="622420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E8626A1-6040-4D52-B229-BE651D28AD69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8FFA446-67F0-463F-8AB8-D401B061701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C82D1ADF-939D-480C-8811-553EAD2DB927}"/>
              </a:ext>
            </a:extLst>
          </p:cNvPr>
          <p:cNvGrpSpPr/>
          <p:nvPr/>
        </p:nvGrpSpPr>
        <p:grpSpPr>
          <a:xfrm>
            <a:off x="8506024" y="3076396"/>
            <a:ext cx="1554086" cy="795373"/>
            <a:chOff x="8539280" y="3259335"/>
            <a:chExt cx="1221640" cy="622420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9CA6352-2B3C-43AB-A24C-1C3AF3E07AF4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3E20AB4-972A-4898-8720-1F24169DB59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BAAA8EC6-F119-4FE6-B11F-54A323133C77}"/>
              </a:ext>
            </a:extLst>
          </p:cNvPr>
          <p:cNvGrpSpPr/>
          <p:nvPr/>
        </p:nvGrpSpPr>
        <p:grpSpPr>
          <a:xfrm>
            <a:off x="8258404" y="3087607"/>
            <a:ext cx="1554086" cy="795373"/>
            <a:chOff x="8539280" y="3259335"/>
            <a:chExt cx="1221640" cy="622420"/>
          </a:xfrm>
        </p:grpSpPr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733B166-1458-449B-BE18-4789098A4626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FBEAB9B-72FA-4AE8-8E0D-BFD68CD3713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9F16FEF-6F3E-416D-A071-7990823796E9}"/>
              </a:ext>
            </a:extLst>
          </p:cNvPr>
          <p:cNvGrpSpPr/>
          <p:nvPr/>
        </p:nvGrpSpPr>
        <p:grpSpPr>
          <a:xfrm>
            <a:off x="8008075" y="2769492"/>
            <a:ext cx="2284050" cy="1116398"/>
            <a:chOff x="8539280" y="3259335"/>
            <a:chExt cx="1221640" cy="622420"/>
          </a:xfrm>
        </p:grpSpPr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C2B9FA1F-BB5C-436F-9AA9-8E819EA2652C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1B0E5748-AD29-4780-8C6A-76195A9A4D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0CAC719-3A3E-4E70-BE5A-CBB8DF480BDA}"/>
              </a:ext>
            </a:extLst>
          </p:cNvPr>
          <p:cNvGrpSpPr/>
          <p:nvPr/>
        </p:nvGrpSpPr>
        <p:grpSpPr>
          <a:xfrm>
            <a:off x="7435718" y="2070280"/>
            <a:ext cx="3178035" cy="1818060"/>
            <a:chOff x="8539280" y="3259335"/>
            <a:chExt cx="1221640" cy="622420"/>
          </a:xfrm>
        </p:grpSpPr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35B9AFF6-3994-4D0F-81B1-9D9CD451B168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426946F0-8C8E-42F5-881C-A2D087A9273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738D43D-D296-4754-968C-E615B9CDC50C}"/>
              </a:ext>
            </a:extLst>
          </p:cNvPr>
          <p:cNvGrpSpPr/>
          <p:nvPr/>
        </p:nvGrpSpPr>
        <p:grpSpPr>
          <a:xfrm>
            <a:off x="7111317" y="1509816"/>
            <a:ext cx="4077565" cy="2371939"/>
            <a:chOff x="8539280" y="3259335"/>
            <a:chExt cx="1221640" cy="622420"/>
          </a:xfrm>
        </p:grpSpPr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4D6316BB-5440-4030-95BF-0E8AB906D754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8B70D8C-24EB-46A1-9C0E-C37C0EAFD52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538AAC67-5B47-4A87-B8BB-F9D7C266E290}"/>
              </a:ext>
            </a:extLst>
          </p:cNvPr>
          <p:cNvGrpSpPr/>
          <p:nvPr/>
        </p:nvGrpSpPr>
        <p:grpSpPr>
          <a:xfrm>
            <a:off x="7839122" y="2512769"/>
            <a:ext cx="2586945" cy="1352249"/>
            <a:chOff x="8539280" y="3259335"/>
            <a:chExt cx="1221640" cy="622420"/>
          </a:xfrm>
        </p:grpSpPr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D2176C3B-2A95-4DA1-88C0-58AE46F204C3}"/>
                </a:ext>
              </a:extLst>
            </p:cNvPr>
            <p:cNvCxnSpPr/>
            <p:nvPr/>
          </p:nvCxnSpPr>
          <p:spPr>
            <a:xfrm flipV="1">
              <a:off x="853928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4C09D7FE-3E74-48BD-8FD9-50200B995E9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100" y="3259335"/>
              <a:ext cx="610820" cy="62242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D618F277-4F7D-4111-BD0E-074E6753928C}"/>
              </a:ext>
            </a:extLst>
          </p:cNvPr>
          <p:cNvSpPr txBox="1"/>
          <p:nvPr/>
        </p:nvSpPr>
        <p:spPr>
          <a:xfrm>
            <a:off x="7367238" y="3978862"/>
            <a:ext cx="9584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Contig 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B808572-E4AF-4C33-B308-A116F2489D83}"/>
              </a:ext>
            </a:extLst>
          </p:cNvPr>
          <p:cNvSpPr txBox="1"/>
          <p:nvPr/>
        </p:nvSpPr>
        <p:spPr>
          <a:xfrm>
            <a:off x="9931037" y="3975898"/>
            <a:ext cx="9584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Contig 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22E3CA7-5718-4242-93F6-EE75E77E1B80}"/>
              </a:ext>
            </a:extLst>
          </p:cNvPr>
          <p:cNvSpPr txBox="1"/>
          <p:nvPr/>
        </p:nvSpPr>
        <p:spPr>
          <a:xfrm>
            <a:off x="7111317" y="4660300"/>
            <a:ext cx="442980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Many contacts (links) == nearby</a:t>
            </a:r>
          </a:p>
          <a:p>
            <a:r>
              <a:rPr lang="en-US" sz="2400" dirty="0"/>
              <a:t>Few contacts (links) == far away</a:t>
            </a:r>
          </a:p>
          <a:p>
            <a:endParaRPr lang="en-US" sz="2400" dirty="0"/>
          </a:p>
          <a:p>
            <a:r>
              <a:rPr lang="en-US" sz="2400" dirty="0"/>
              <a:t>Use this to produce scaffold links!</a:t>
            </a:r>
          </a:p>
        </p:txBody>
      </p:sp>
    </p:spTree>
    <p:extLst>
      <p:ext uri="{BB962C8B-B14F-4D97-AF65-F5344CB8AC3E}">
        <p14:creationId xmlns:p14="http://schemas.microsoft.com/office/powerpoint/2010/main" val="569996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59" grpId="0"/>
      <p:bldP spid="60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C87A7-C029-1172-5C76-CD41D17DB1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YaHS</a:t>
            </a:r>
            <a:r>
              <a:rPr lang="en-US" dirty="0"/>
              <a:t> scaffolder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0B9ACE-743E-0243-9B57-36834C2241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5497380" cy="3918803"/>
          </a:xfrm>
        </p:spPr>
        <p:txBody>
          <a:bodyPr/>
          <a:lstStyle/>
          <a:p>
            <a:r>
              <a:rPr lang="en-US" dirty="0" err="1"/>
              <a:t>YaHS</a:t>
            </a:r>
            <a:r>
              <a:rPr lang="en-US" dirty="0"/>
              <a:t> (Yet another </a:t>
            </a:r>
            <a:r>
              <a:rPr lang="en-US" dirty="0" err="1"/>
              <a:t>HiC</a:t>
            </a:r>
            <a:r>
              <a:rPr lang="en-US" dirty="0"/>
              <a:t> Scaffolder)</a:t>
            </a:r>
          </a:p>
          <a:p>
            <a:pPr lvl="1"/>
            <a:r>
              <a:rPr lang="en-US" dirty="0"/>
              <a:t>Very lightweight and easy to use</a:t>
            </a:r>
          </a:p>
          <a:p>
            <a:pPr lvl="1"/>
            <a:r>
              <a:rPr lang="en-US" dirty="0"/>
              <a:t>Input aligned </a:t>
            </a:r>
            <a:r>
              <a:rPr lang="en-US" dirty="0" err="1"/>
              <a:t>HiC</a:t>
            </a:r>
            <a:r>
              <a:rPr lang="en-US" dirty="0"/>
              <a:t> reads (bam) and assembly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CA8A52-957B-4F7F-0FE8-6BFE0E27D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E6D16F-89AB-9D23-98EC-E79E431142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7438" y="1508723"/>
            <a:ext cx="5678526" cy="2076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8415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5423D-4484-3F65-D8B5-8EE04CFFC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Errors in genome assemblies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ADD349-F89E-FD69-9964-FBA923DD64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Repeats in the genome and errors in the reads cause errors</a:t>
            </a:r>
          </a:p>
          <a:p>
            <a:endParaRPr lang="en-US" dirty="0"/>
          </a:p>
          <a:p>
            <a:r>
              <a:rPr lang="en-US" dirty="0"/>
              <a:t>Large scale structural errors:</a:t>
            </a:r>
          </a:p>
          <a:p>
            <a:pPr lvl="1"/>
            <a:r>
              <a:rPr lang="en-US" dirty="0"/>
              <a:t>Chimeric contigs, contain two sequences erroneously merged</a:t>
            </a:r>
          </a:p>
          <a:p>
            <a:pPr lvl="1"/>
            <a:r>
              <a:rPr lang="en-US" dirty="0"/>
              <a:t>Insertions or deletions (e.g. wrong number of repeat copies)</a:t>
            </a:r>
          </a:p>
          <a:p>
            <a:endParaRPr lang="en-US" dirty="0"/>
          </a:p>
          <a:p>
            <a:r>
              <a:rPr lang="en-US" dirty="0"/>
              <a:t>Small scale errors</a:t>
            </a:r>
          </a:p>
          <a:p>
            <a:pPr lvl="1"/>
            <a:r>
              <a:rPr lang="en-US" dirty="0"/>
              <a:t>Insertions or deletions of up to 5-10 bases</a:t>
            </a:r>
          </a:p>
          <a:p>
            <a:pPr lvl="1"/>
            <a:r>
              <a:rPr lang="en-US" dirty="0"/>
              <a:t>Substitutions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F51E34-9EF2-88F9-3254-27793F61B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17885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2CA8F5-D98F-C7A6-AC9A-2363FFDDB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BA23E-562C-1A80-26F5-5CB462C04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Assembly post-processing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4602D2-295D-C5AB-5CD7-E6EEA2978F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833136"/>
          </a:xfrm>
        </p:spPr>
        <p:txBody>
          <a:bodyPr>
            <a:normAutofit/>
          </a:bodyPr>
          <a:lstStyle/>
          <a:p>
            <a:r>
              <a:rPr lang="en-US" dirty="0"/>
              <a:t>Detection and correction of structural errors</a:t>
            </a:r>
          </a:p>
          <a:p>
            <a:r>
              <a:rPr lang="en-US" dirty="0"/>
              <a:t>Premise: assembly must be </a:t>
            </a:r>
            <a:r>
              <a:rPr lang="en-US" u="sng" dirty="0"/>
              <a:t>consistent</a:t>
            </a:r>
            <a:r>
              <a:rPr lang="en-US" dirty="0"/>
              <a:t> with the reads</a:t>
            </a:r>
            <a:br>
              <a:rPr lang="en-US" dirty="0"/>
            </a:br>
            <a:endParaRPr lang="en-US" dirty="0"/>
          </a:p>
          <a:p>
            <a:r>
              <a:rPr lang="en-US" dirty="0"/>
              <a:t>Assemblers typically just output sequence in contigs/scaffolds, they do not report how these contigs were built from the reads</a:t>
            </a:r>
          </a:p>
          <a:p>
            <a:r>
              <a:rPr lang="en-US" dirty="0"/>
              <a:t>Once way to evaluate for structural errors is to align the </a:t>
            </a:r>
            <a:r>
              <a:rPr lang="en-US" u="sng" dirty="0"/>
              <a:t>original</a:t>
            </a:r>
            <a:r>
              <a:rPr lang="en-US" dirty="0"/>
              <a:t> reads to the assembled contigs and compute the coverage</a:t>
            </a:r>
          </a:p>
          <a:p>
            <a:pPr lvl="1"/>
            <a:r>
              <a:rPr lang="en-US" dirty="0"/>
              <a:t>Use a single alignment for each read (--secondary=no for </a:t>
            </a:r>
            <a:r>
              <a:rPr lang="en-US" dirty="0" err="1"/>
              <a:t>minimap</a:t>
            </a:r>
            <a:r>
              <a:rPr lang="en-US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B10202-F486-7116-F106-D34342514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472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80F83-0DAE-688E-A1C1-D0C596960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662AB-6E7D-43D8-5370-C8DECB02E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Assembly post-processing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4EB0B7-8248-AB83-7796-B4E3F967F2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Detection and correction of structural errors</a:t>
            </a:r>
          </a:p>
          <a:p>
            <a:r>
              <a:rPr lang="en-US" dirty="0"/>
              <a:t>1-2x coverage in the middle of a contig is always suspicious</a:t>
            </a:r>
          </a:p>
          <a:p>
            <a:pPr lvl="1"/>
            <a:r>
              <a:rPr lang="en-US" dirty="0"/>
              <a:t>Must confirm with other evidence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34BC04-11A0-4298-B8C9-E25096471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26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4075CF-09E6-E15C-CF35-10381AF1AD4E}"/>
              </a:ext>
            </a:extLst>
          </p:cNvPr>
          <p:cNvCxnSpPr>
            <a:cxnSpLocks/>
          </p:cNvCxnSpPr>
          <p:nvPr/>
        </p:nvCxnSpPr>
        <p:spPr>
          <a:xfrm>
            <a:off x="2080660" y="5131938"/>
            <a:ext cx="65676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ECC3792-AEAD-94EF-AE87-2A061EF06F3C}"/>
              </a:ext>
            </a:extLst>
          </p:cNvPr>
          <p:cNvCxnSpPr/>
          <p:nvPr/>
        </p:nvCxnSpPr>
        <p:spPr>
          <a:xfrm>
            <a:off x="2080660" y="4584901"/>
            <a:ext cx="82135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3B54556-8388-38C6-CD6E-D831E1E3779C}"/>
              </a:ext>
            </a:extLst>
          </p:cNvPr>
          <p:cNvCxnSpPr/>
          <p:nvPr/>
        </p:nvCxnSpPr>
        <p:spPr>
          <a:xfrm>
            <a:off x="2491338" y="4766177"/>
            <a:ext cx="82135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02BDD61-7EEA-712F-7971-0AD12D4E5A5A}"/>
              </a:ext>
            </a:extLst>
          </p:cNvPr>
          <p:cNvCxnSpPr/>
          <p:nvPr/>
        </p:nvCxnSpPr>
        <p:spPr>
          <a:xfrm>
            <a:off x="3128209" y="4592922"/>
            <a:ext cx="82135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0B0CA3D-D0B3-1BDC-D448-0247A78613A9}"/>
              </a:ext>
            </a:extLst>
          </p:cNvPr>
          <p:cNvCxnSpPr/>
          <p:nvPr/>
        </p:nvCxnSpPr>
        <p:spPr>
          <a:xfrm>
            <a:off x="3607868" y="4772593"/>
            <a:ext cx="82135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7B801C0-8F5B-7C22-54E7-A834B444302A}"/>
              </a:ext>
            </a:extLst>
          </p:cNvPr>
          <p:cNvCxnSpPr/>
          <p:nvPr/>
        </p:nvCxnSpPr>
        <p:spPr>
          <a:xfrm>
            <a:off x="4126028" y="4592922"/>
            <a:ext cx="82135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6A121D1-A48B-E254-5145-CE137B21C612}"/>
              </a:ext>
            </a:extLst>
          </p:cNvPr>
          <p:cNvCxnSpPr/>
          <p:nvPr/>
        </p:nvCxnSpPr>
        <p:spPr>
          <a:xfrm>
            <a:off x="4018546" y="4937827"/>
            <a:ext cx="82135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4BF3DDE-7315-D079-C659-807EC7FC219C}"/>
              </a:ext>
            </a:extLst>
          </p:cNvPr>
          <p:cNvCxnSpPr/>
          <p:nvPr/>
        </p:nvCxnSpPr>
        <p:spPr>
          <a:xfrm>
            <a:off x="4570394" y="4777405"/>
            <a:ext cx="82135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2095166-AE0E-3818-7CA8-42896052F71F}"/>
              </a:ext>
            </a:extLst>
          </p:cNvPr>
          <p:cNvCxnSpPr/>
          <p:nvPr/>
        </p:nvCxnSpPr>
        <p:spPr>
          <a:xfrm>
            <a:off x="2902016" y="4937827"/>
            <a:ext cx="82135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99B7285-8380-169B-11A8-A660A5D26B1E}"/>
              </a:ext>
            </a:extLst>
          </p:cNvPr>
          <p:cNvCxnSpPr/>
          <p:nvPr/>
        </p:nvCxnSpPr>
        <p:spPr>
          <a:xfrm>
            <a:off x="5274644" y="4584901"/>
            <a:ext cx="82135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57B58D3-66D5-5D93-3061-E72DC83C02DC}"/>
              </a:ext>
            </a:extLst>
          </p:cNvPr>
          <p:cNvCxnSpPr/>
          <p:nvPr/>
        </p:nvCxnSpPr>
        <p:spPr>
          <a:xfrm>
            <a:off x="5685322" y="4766177"/>
            <a:ext cx="82135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8FF3334-ED8A-5A0A-C8D2-426296933E87}"/>
              </a:ext>
            </a:extLst>
          </p:cNvPr>
          <p:cNvCxnSpPr/>
          <p:nvPr/>
        </p:nvCxnSpPr>
        <p:spPr>
          <a:xfrm>
            <a:off x="6322193" y="4592922"/>
            <a:ext cx="82135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2AF5831-4962-B877-ED0B-3175F9B81F78}"/>
              </a:ext>
            </a:extLst>
          </p:cNvPr>
          <p:cNvCxnSpPr/>
          <p:nvPr/>
        </p:nvCxnSpPr>
        <p:spPr>
          <a:xfrm>
            <a:off x="6801852" y="4772593"/>
            <a:ext cx="82135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84AFC78-B9FA-7FE8-0524-D36AA64FD55B}"/>
              </a:ext>
            </a:extLst>
          </p:cNvPr>
          <p:cNvCxnSpPr/>
          <p:nvPr/>
        </p:nvCxnSpPr>
        <p:spPr>
          <a:xfrm>
            <a:off x="7320012" y="4592922"/>
            <a:ext cx="82135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5E6AD9C-3811-6D57-C8AD-94ABD73A9293}"/>
              </a:ext>
            </a:extLst>
          </p:cNvPr>
          <p:cNvCxnSpPr/>
          <p:nvPr/>
        </p:nvCxnSpPr>
        <p:spPr>
          <a:xfrm>
            <a:off x="7212530" y="4937827"/>
            <a:ext cx="82135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C0AAA77-2812-2C24-B9BE-BE2C43E4CF0D}"/>
              </a:ext>
            </a:extLst>
          </p:cNvPr>
          <p:cNvCxnSpPr/>
          <p:nvPr/>
        </p:nvCxnSpPr>
        <p:spPr>
          <a:xfrm>
            <a:off x="7764378" y="4777405"/>
            <a:ext cx="82135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09E2C7C-8FD5-C173-989F-C49F01CB0191}"/>
              </a:ext>
            </a:extLst>
          </p:cNvPr>
          <p:cNvCxnSpPr/>
          <p:nvPr/>
        </p:nvCxnSpPr>
        <p:spPr>
          <a:xfrm>
            <a:off x="6096000" y="4937827"/>
            <a:ext cx="821356" cy="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7954E41-3AAE-EF4A-3E81-14001685D6FC}"/>
              </a:ext>
            </a:extLst>
          </p:cNvPr>
          <p:cNvCxnSpPr/>
          <p:nvPr/>
        </p:nvCxnSpPr>
        <p:spPr>
          <a:xfrm>
            <a:off x="5340130" y="4254433"/>
            <a:ext cx="0" cy="136678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1829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445EC-A04D-BA63-6D05-F3E19902C9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Using K-</a:t>
            </a:r>
            <a:r>
              <a:rPr lang="en-US" dirty="0" err="1"/>
              <a:t>mers</a:t>
            </a:r>
            <a:r>
              <a:rPr lang="en-US" dirty="0"/>
              <a:t> to find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F848FB-0028-0C0B-869D-8FCE8A55F0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939014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All K-</a:t>
            </a:r>
            <a:r>
              <a:rPr lang="en-US" dirty="0" err="1"/>
              <a:t>mers</a:t>
            </a:r>
            <a:r>
              <a:rPr lang="en-US" dirty="0"/>
              <a:t> in the assembly should the present in the reads</a:t>
            </a:r>
          </a:p>
          <a:p>
            <a:pPr lvl="1"/>
            <a:r>
              <a:rPr lang="en-US" dirty="0"/>
              <a:t>It is possible in low-coverage regions for a K-</a:t>
            </a:r>
            <a:r>
              <a:rPr lang="en-US" dirty="0" err="1"/>
              <a:t>mers</a:t>
            </a:r>
            <a:r>
              <a:rPr lang="en-US" dirty="0"/>
              <a:t> in assembly to not be found in any of the reads:</a:t>
            </a:r>
          </a:p>
          <a:p>
            <a:pPr marL="457200" lvl="1" indent="0">
              <a:buNone/>
            </a:pPr>
            <a:br>
              <a:rPr lang="en-US" dirty="0"/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AGATAGA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CATAGACATAGACA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GG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AGATAGACA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AGACATAG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ATAGACA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GACA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AGCAG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AGA</a:t>
            </a:r>
            <a:r>
              <a:rPr lang="en-US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AGACATAG</a:t>
            </a:r>
            <a:r>
              <a:rPr lang="en-US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</a:p>
          <a:p>
            <a:pPr lvl="1"/>
            <a:r>
              <a:rPr lang="en-US" dirty="0"/>
              <a:t>However, such cases are rare and thus they should be examined</a:t>
            </a:r>
          </a:p>
          <a:p>
            <a:endParaRPr lang="en-US" dirty="0"/>
          </a:p>
          <a:p>
            <a:r>
              <a:rPr lang="en-US" dirty="0"/>
              <a:t>K-</a:t>
            </a:r>
            <a:r>
              <a:rPr lang="en-US" dirty="0" err="1"/>
              <a:t>mers</a:t>
            </a:r>
            <a:r>
              <a:rPr lang="en-US" dirty="0"/>
              <a:t> in the reads that are around the mean coverage must be present in the assembly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9DAD7A-8031-AEAA-7BA1-693B6BD1A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25D93B-B22F-A25C-BF3F-E5EC32246F8A}"/>
              </a:ext>
            </a:extLst>
          </p:cNvPr>
          <p:cNvSpPr/>
          <p:nvPr/>
        </p:nvSpPr>
        <p:spPr>
          <a:xfrm>
            <a:off x="2512194" y="3080085"/>
            <a:ext cx="1809549" cy="126091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3318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EB68A-9FF2-1FC1-D65D-F034D1423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to count K-</a:t>
            </a:r>
            <a:r>
              <a:rPr lang="en-US" dirty="0" err="1"/>
              <a:t>mers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361E1B-A810-5104-1A7F-71C8FFA2EA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19" y="1596540"/>
            <a:ext cx="6187191" cy="5124936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Jellyfish is a versatile tool</a:t>
            </a:r>
          </a:p>
          <a:p>
            <a:pPr lvl="1"/>
            <a:r>
              <a:rPr lang="en-US" dirty="0"/>
              <a:t>Fast (multi-threaded)</a:t>
            </a:r>
          </a:p>
          <a:p>
            <a:pPr lvl="1"/>
            <a:r>
              <a:rPr lang="en-US" dirty="0"/>
              <a:t>Space-efficient</a:t>
            </a:r>
          </a:p>
          <a:p>
            <a:pPr lvl="1"/>
            <a:r>
              <a:rPr lang="en-US" dirty="0"/>
              <a:t>Based on </a:t>
            </a:r>
            <a:r>
              <a:rPr lang="en-US" i="1" dirty="0"/>
              <a:t>CAS (compare and swap) </a:t>
            </a:r>
            <a:r>
              <a:rPr lang="en-US" dirty="0"/>
              <a:t>compares the contents of a memory location with the previous value and, only if they are the same, modifies the contents of that memory location to a new given value</a:t>
            </a:r>
          </a:p>
          <a:p>
            <a:r>
              <a:rPr lang="en-US" dirty="0"/>
              <a:t>C++ library</a:t>
            </a:r>
          </a:p>
          <a:p>
            <a:r>
              <a:rPr lang="en-US" dirty="0"/>
              <a:t>Perl, Ruby and Python bindings</a:t>
            </a:r>
          </a:p>
          <a:p>
            <a:pPr lvl="1"/>
            <a:r>
              <a:rPr lang="en-US" dirty="0"/>
              <a:t>Can load and query k-mer counts database from these languages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441EC5-8D34-F11E-C297-F92B5F2C5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04152DD-1DC0-ADDF-938C-5E247E5F07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5810" y="1359806"/>
            <a:ext cx="5353797" cy="4925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667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1E3D6-EED4-5F80-6017-37D45F7AE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Python binding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2ACCF-AE67-D458-AE48-F02528C693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1"/>
            <a:ext cx="10788066" cy="1935932"/>
          </a:xfrm>
        </p:spPr>
        <p:txBody>
          <a:bodyPr/>
          <a:lstStyle/>
          <a:p>
            <a:r>
              <a:rPr lang="en-US" dirty="0"/>
              <a:t>Allows to load, query database</a:t>
            </a:r>
          </a:p>
          <a:p>
            <a:pPr marL="0" indent="0">
              <a:buNone/>
            </a:pPr>
            <a:r>
              <a:rPr lang="en-US" dirty="0"/>
              <a:t>Jellyfish dump                  Jellyfish query                 Jellyfish count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E34404-FB0F-AC2E-7299-233F17391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D268F0-2E86-E132-F559-2A14603C27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240" y="2675103"/>
            <a:ext cx="3181794" cy="17147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0C0AE5F-852E-6EF8-1FCE-3A8D6DAF37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0414" y="2675103"/>
            <a:ext cx="3324689" cy="191479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090A75F-1500-C598-E11B-E98BDE9874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3440" y="2675103"/>
            <a:ext cx="2648320" cy="195289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B203C23-CD81-60D2-498D-664EE42A92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6065" y="4851191"/>
            <a:ext cx="5801535" cy="1505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963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02B0B-CD55-8B1C-F728-63B5E2DCA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Canonical </a:t>
            </a:r>
            <a:r>
              <a:rPr lang="en-US" dirty="0" err="1"/>
              <a:t>kmers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9EC7EB-FA25-C174-9C11-C2A9CD309B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AGCATGATGA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TCATCATGCT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DE4EA5-8D39-8D85-298A-2A987C183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33608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ABA8-0E19-BAF5-1D8E-578D72417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count histogram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231CFC-A06B-C130-2B19-786084C06B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5150827" cy="4854364"/>
          </a:xfrm>
        </p:spPr>
        <p:txBody>
          <a:bodyPr>
            <a:noAutofit/>
          </a:bodyPr>
          <a:lstStyle/>
          <a:p>
            <a:r>
              <a:rPr lang="en-US" sz="2000" dirty="0"/>
              <a:t>Count occurrences of all canonical K-</a:t>
            </a:r>
            <a:r>
              <a:rPr lang="en-US" sz="2000" dirty="0" err="1"/>
              <a:t>mers</a:t>
            </a:r>
            <a:r>
              <a:rPr lang="en-US" sz="2000" dirty="0"/>
              <a:t> in the reads (jellyfish count):</a:t>
            </a:r>
            <a:br>
              <a:rPr lang="en-US" sz="2000" dirty="0"/>
            </a:b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AGCATGATGA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TCATCATGCT</a:t>
            </a:r>
            <a:endParaRPr lang="en-US" sz="2000" dirty="0"/>
          </a:p>
          <a:p>
            <a:r>
              <a:rPr lang="en-US" sz="2000" dirty="0"/>
              <a:t>Bin the counts and plot histogram of how many K-</a:t>
            </a:r>
            <a:r>
              <a:rPr lang="en-US" sz="2000" dirty="0" err="1"/>
              <a:t>mers</a:t>
            </a:r>
            <a:r>
              <a:rPr lang="en-US" sz="2000" dirty="0"/>
              <a:t> have counts that fall into each bin (jellyfish </a:t>
            </a:r>
            <a:r>
              <a:rPr lang="en-US" sz="2000" dirty="0" err="1"/>
              <a:t>histo</a:t>
            </a:r>
            <a:r>
              <a:rPr lang="en-US" sz="2000" dirty="0"/>
              <a:t>)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Choose threshold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K-</a:t>
            </a:r>
            <a:r>
              <a:rPr lang="en-US" sz="2000" dirty="0" err="1"/>
              <a:t>mers</a:t>
            </a:r>
            <a:r>
              <a:rPr lang="en-US" sz="2000" dirty="0"/>
              <a:t> that occur in the reads with counts &gt; threshold must be in the assembly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Can use this technique to estimate genome size as </a:t>
            </a:r>
            <a:br>
              <a:rPr lang="en-US" sz="2000" dirty="0"/>
            </a:br>
            <a:r>
              <a:rPr lang="en-US" sz="2000" dirty="0"/>
              <a:t>(# of correct K-</a:t>
            </a:r>
            <a:r>
              <a:rPr lang="en-US" sz="2000" dirty="0" err="1"/>
              <a:t>mers</a:t>
            </a:r>
            <a:r>
              <a:rPr lang="en-US" sz="2000" dirty="0"/>
              <a:t>)/(K-mer coverage)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505741-2D6D-1F4A-47EE-892302F7B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EB330C4-885F-A4B9-AD0D-F34F17038B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2767" y="1451774"/>
            <a:ext cx="6569233" cy="4695496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99BC8DB-34F6-777E-9DE1-3A553C894F5D}"/>
              </a:ext>
            </a:extLst>
          </p:cNvPr>
          <p:cNvCxnSpPr/>
          <p:nvPr/>
        </p:nvCxnSpPr>
        <p:spPr>
          <a:xfrm>
            <a:off x="7825339" y="3118585"/>
            <a:ext cx="0" cy="2598821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B4EAEDF-2C92-7006-5E26-016440AE4800}"/>
              </a:ext>
            </a:extLst>
          </p:cNvPr>
          <p:cNvSpPr txBox="1"/>
          <p:nvPr/>
        </p:nvSpPr>
        <p:spPr>
          <a:xfrm>
            <a:off x="7319950" y="2805236"/>
            <a:ext cx="16507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K-mer coverage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26F9F69-7793-FD31-9557-5C1CA2174D36}"/>
              </a:ext>
            </a:extLst>
          </p:cNvPr>
          <p:cNvCxnSpPr>
            <a:cxnSpLocks/>
          </p:cNvCxnSpPr>
          <p:nvPr/>
        </p:nvCxnSpPr>
        <p:spPr>
          <a:xfrm flipH="1">
            <a:off x="8516219" y="3955983"/>
            <a:ext cx="541154" cy="2592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9D24950-3E47-5FC4-4F66-0670A1499C1E}"/>
              </a:ext>
            </a:extLst>
          </p:cNvPr>
          <p:cNvSpPr txBox="1"/>
          <p:nvPr/>
        </p:nvSpPr>
        <p:spPr>
          <a:xfrm>
            <a:off x="8730295" y="3562236"/>
            <a:ext cx="3023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Negative binomial distribution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B7C95AD-59F6-BA27-B088-68FF2515E1DB}"/>
              </a:ext>
            </a:extLst>
          </p:cNvPr>
          <p:cNvSpPr txBox="1"/>
          <p:nvPr/>
        </p:nvSpPr>
        <p:spPr>
          <a:xfrm>
            <a:off x="7456485" y="2132270"/>
            <a:ext cx="25476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~Exponential distribution</a:t>
            </a:r>
          </a:p>
        </p:txBody>
      </p:sp>
    </p:spTree>
    <p:extLst>
      <p:ext uri="{BB962C8B-B14F-4D97-AF65-F5344CB8AC3E}">
        <p14:creationId xmlns:p14="http://schemas.microsoft.com/office/powerpoint/2010/main" val="792036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D7037-071A-0087-C414-D112FFB2E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52B82-0191-B4BD-A73E-3D2AE5413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count histogram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2395C6-33FF-7825-DBCB-C701F53AF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9D4F512-96B3-7F17-8428-DC100265E2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2767" y="1451774"/>
            <a:ext cx="6569233" cy="4695496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9C8D3C5-F494-93AD-4B3D-5A8E882BB596}"/>
              </a:ext>
            </a:extLst>
          </p:cNvPr>
          <p:cNvCxnSpPr/>
          <p:nvPr/>
        </p:nvCxnSpPr>
        <p:spPr>
          <a:xfrm>
            <a:off x="7825339" y="3118585"/>
            <a:ext cx="0" cy="2598821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8B4A44-3DFA-81A8-AB02-D49C6C53D8A7}"/>
              </a:ext>
            </a:extLst>
          </p:cNvPr>
          <p:cNvSpPr txBox="1"/>
          <p:nvPr/>
        </p:nvSpPr>
        <p:spPr>
          <a:xfrm>
            <a:off x="7319950" y="2805236"/>
            <a:ext cx="16507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K-mer coverage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7EDFAB8-9A89-D65D-1B42-9D006DF9F9E5}"/>
              </a:ext>
            </a:extLst>
          </p:cNvPr>
          <p:cNvCxnSpPr>
            <a:cxnSpLocks/>
          </p:cNvCxnSpPr>
          <p:nvPr/>
        </p:nvCxnSpPr>
        <p:spPr>
          <a:xfrm flipH="1">
            <a:off x="8516219" y="3955983"/>
            <a:ext cx="541154" cy="2592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8AF6F04-8FC9-B2CD-57B7-AD824FDD4B69}"/>
              </a:ext>
            </a:extLst>
          </p:cNvPr>
          <p:cNvSpPr txBox="1"/>
          <p:nvPr/>
        </p:nvSpPr>
        <p:spPr>
          <a:xfrm>
            <a:off x="8648207" y="3614856"/>
            <a:ext cx="3023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Negative binomial distribution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00203EE-7C90-14B4-92F9-44CA16A5D19F}"/>
              </a:ext>
            </a:extLst>
          </p:cNvPr>
          <p:cNvSpPr txBox="1"/>
          <p:nvPr/>
        </p:nvSpPr>
        <p:spPr>
          <a:xfrm>
            <a:off x="7456485" y="2132270"/>
            <a:ext cx="25476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~Exponential distribution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EDA0394-DC9C-9847-5280-EF1D980284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584" y="2276524"/>
            <a:ext cx="5172797" cy="105742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E36DE06-1106-8B4B-9317-A497E80E4E9B}"/>
              </a:ext>
            </a:extLst>
          </p:cNvPr>
          <p:cNvSpPr txBox="1"/>
          <p:nvPr/>
        </p:nvSpPr>
        <p:spPr>
          <a:xfrm>
            <a:off x="356357" y="1697036"/>
            <a:ext cx="5013715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Negative binomial distribution, 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000" dirty="0"/>
              <a:t>Binomial coefficient: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Mean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CD3E93AA-D5BC-C1AB-2C9F-4709C145D9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4566" y="4864010"/>
            <a:ext cx="1086002" cy="7906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543CE28-8BD1-42FB-9019-89CD8B23B8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7762" y="3333947"/>
            <a:ext cx="2152950" cy="847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8694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A0B9F-7B30-2248-7BDB-AF1E4EB1C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K-mer coverage vs Read coverage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FB9C27-2637-0191-96F3-033AD31485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K-mer coverage refers to how many K-</a:t>
                </a:r>
                <a:r>
                  <a:rPr lang="en-US" dirty="0" err="1"/>
                  <a:t>mers</a:t>
                </a:r>
                <a:r>
                  <a:rPr lang="en-US" dirty="0"/>
                  <a:t> in the genome are covered</a:t>
                </a:r>
              </a:p>
              <a:p>
                <a:r>
                  <a:rPr lang="en-US" dirty="0"/>
                  <a:t>K=1, K-mer coverage == Read coverage</a:t>
                </a:r>
              </a:p>
              <a:p>
                <a:r>
                  <a:rPr lang="en-US" dirty="0"/>
                  <a:t>In general, for reads of length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 </a:t>
                </a:r>
                <a:r>
                  <a:rPr lang="en-US" dirty="0">
                    <a:cs typeface="Times New Roman" panose="02020603050405020304" pitchFamily="18" charset="0"/>
                  </a:rPr>
                  <a:t>and k-mer size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en-US" dirty="0"/>
                  <a:t>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8FB9C27-2637-0191-96F3-033AD31485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0" t="-15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31C05E-857E-1162-222E-0CF985E94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72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47292-7961-84FF-5F29-F4DC6DAC2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EC75BA-BC7E-C7CC-D38D-CB4E54BFA0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does this histogram tell us: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B595EC-C757-794C-DE87-1989F720A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04E5BC-E916-0789-82AC-8CC9A440C2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9798" y="1723859"/>
            <a:ext cx="5887272" cy="473458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A0105BD-8CB3-C9B9-81ED-4D4C131EB0C6}"/>
              </a:ext>
            </a:extLst>
          </p:cNvPr>
          <p:cNvSpPr txBox="1"/>
          <p:nvPr/>
        </p:nvSpPr>
        <p:spPr>
          <a:xfrm>
            <a:off x="533583" y="4818945"/>
            <a:ext cx="14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Image credit: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4453887-DA4F-AD16-CFC6-4AB443A938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5230397"/>
            <a:ext cx="2420073" cy="122804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A37FFF8A-54EB-315D-D918-782E8FDCB671}"/>
                  </a:ext>
                </a:extLst>
              </p14:cNvPr>
              <p14:cNvContentPartPr/>
              <p14:nvPr/>
            </p14:nvContentPartPr>
            <p14:xfrm>
              <a:off x="585372" y="3391328"/>
              <a:ext cx="1235880" cy="349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A37FFF8A-54EB-315D-D918-782E8FDCB67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79252" y="3385208"/>
                <a:ext cx="1248120" cy="4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48EDD60C-19D4-D5A5-EF9E-B0636B8D2C98}"/>
                  </a:ext>
                </a:extLst>
              </p14:cNvPr>
              <p14:cNvContentPartPr/>
              <p14:nvPr/>
            </p14:nvContentPartPr>
            <p14:xfrm>
              <a:off x="1812612" y="3407528"/>
              <a:ext cx="1202040" cy="608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48EDD60C-19D4-D5A5-EF9E-B0636B8D2C9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806492" y="3401408"/>
                <a:ext cx="1214280" cy="7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EB953DA8-5D60-D328-78CF-F7DCE9A8876B}"/>
                  </a:ext>
                </a:extLst>
              </p14:cNvPr>
              <p14:cNvContentPartPr/>
              <p14:nvPr/>
            </p14:nvContentPartPr>
            <p14:xfrm>
              <a:off x="3023292" y="3398888"/>
              <a:ext cx="1210320" cy="7632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EB953DA8-5D60-D328-78CF-F7DCE9A8876B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017172" y="3392768"/>
                <a:ext cx="1222560" cy="8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88CFCB7B-FB70-5410-263A-F64B610C23A1}"/>
                  </a:ext>
                </a:extLst>
              </p14:cNvPr>
              <p14:cNvContentPartPr/>
              <p14:nvPr/>
            </p14:nvContentPartPr>
            <p14:xfrm>
              <a:off x="4234692" y="3425168"/>
              <a:ext cx="1324440" cy="6660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88CFCB7B-FB70-5410-263A-F64B610C23A1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228572" y="3419048"/>
                <a:ext cx="1336680" cy="7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3CCE49A5-0532-B8A9-38A1-4A6DCCD99D0B}"/>
                  </a:ext>
                </a:extLst>
              </p14:cNvPr>
              <p14:cNvContentPartPr/>
              <p14:nvPr/>
            </p14:nvContentPartPr>
            <p14:xfrm>
              <a:off x="576208" y="3796532"/>
              <a:ext cx="1235880" cy="349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3CCE49A5-0532-B8A9-38A1-4A6DCCD99D0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70088" y="3790412"/>
                <a:ext cx="1248120" cy="4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295F2526-3D6B-3F8B-516A-A90C87E810A7}"/>
                  </a:ext>
                </a:extLst>
              </p14:cNvPr>
              <p14:cNvContentPartPr/>
              <p14:nvPr/>
            </p14:nvContentPartPr>
            <p14:xfrm>
              <a:off x="1803448" y="3812732"/>
              <a:ext cx="1202040" cy="608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295F2526-3D6B-3F8B-516A-A90C87E810A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797328" y="3806612"/>
                <a:ext cx="1214280" cy="7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F4C0666E-AC76-C3BC-7454-36474BEFDA40}"/>
                  </a:ext>
                </a:extLst>
              </p14:cNvPr>
              <p14:cNvContentPartPr/>
              <p14:nvPr/>
            </p14:nvContentPartPr>
            <p14:xfrm>
              <a:off x="4225528" y="3830372"/>
              <a:ext cx="1324440" cy="6660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F4C0666E-AC76-C3BC-7454-36474BEFDA4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219408" y="3824252"/>
                <a:ext cx="1336680" cy="7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5720BD44-F26F-A658-7975-377553813569}"/>
                  </a:ext>
                </a:extLst>
              </p14:cNvPr>
              <p14:cNvContentPartPr/>
              <p14:nvPr/>
            </p14:nvContentPartPr>
            <p14:xfrm>
              <a:off x="2990892" y="3811808"/>
              <a:ext cx="1227960" cy="7632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5720BD44-F26F-A658-7975-377553813569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2984772" y="3805688"/>
                <a:ext cx="1240200" cy="88560"/>
              </a:xfrm>
              <a:prstGeom prst="rect">
                <a:avLst/>
              </a:prstGeom>
            </p:spPr>
          </p:pic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C4AFB7B7-895A-E5F6-F7B8-11CBF13B8A86}"/>
              </a:ext>
            </a:extLst>
          </p:cNvPr>
          <p:cNvSpPr txBox="1"/>
          <p:nvPr/>
        </p:nvSpPr>
        <p:spPr>
          <a:xfrm>
            <a:off x="3369406" y="3475208"/>
            <a:ext cx="518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22x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208079F-06EB-F40E-57EB-3E0C52295F3A}"/>
              </a:ext>
            </a:extLst>
          </p:cNvPr>
          <p:cNvSpPr txBox="1"/>
          <p:nvPr/>
        </p:nvSpPr>
        <p:spPr>
          <a:xfrm>
            <a:off x="1485638" y="3448635"/>
            <a:ext cx="518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44x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B45FFD2-0736-D4DA-AC13-62D3B8E4E480}"/>
              </a:ext>
            </a:extLst>
          </p:cNvPr>
          <p:cNvSpPr txBox="1"/>
          <p:nvPr/>
        </p:nvSpPr>
        <p:spPr>
          <a:xfrm>
            <a:off x="4637866" y="3475208"/>
            <a:ext cx="518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44x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7B07285-745C-80E1-2407-214E2761B557}"/>
              </a:ext>
            </a:extLst>
          </p:cNvPr>
          <p:cNvSpPr txBox="1"/>
          <p:nvPr/>
        </p:nvSpPr>
        <p:spPr>
          <a:xfrm>
            <a:off x="402970" y="2869630"/>
            <a:ext cx="4474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Pair of chromosomes, one from each parent:</a:t>
            </a:r>
          </a:p>
        </p:txBody>
      </p:sp>
    </p:spTree>
    <p:extLst>
      <p:ext uri="{BB962C8B-B14F-4D97-AF65-F5344CB8AC3E}">
        <p14:creationId xmlns:p14="http://schemas.microsoft.com/office/powerpoint/2010/main" val="2406555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2" grpId="0"/>
      <p:bldP spid="23" grpId="0"/>
      <p:bldP spid="24" grpId="0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81647-DAC0-7080-60EA-CFCB97D4E9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GenomeScope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EC81F7-D252-D876-23E2-E3E25526F6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1249166" cy="4977681"/>
          </a:xfrm>
        </p:spPr>
        <p:txBody>
          <a:bodyPr>
            <a:normAutofit/>
          </a:bodyPr>
          <a:lstStyle/>
          <a:p>
            <a:r>
              <a:rPr lang="en-US" dirty="0" err="1"/>
              <a:t>Genomescope</a:t>
            </a:r>
            <a:r>
              <a:rPr lang="en-US" dirty="0"/>
              <a:t> is a program developed at JHU by T. Rhyker Ranallo-Benavidez, Kamil S. Jaron, and Michael C. Schatz</a:t>
            </a:r>
          </a:p>
          <a:p>
            <a:r>
              <a:rPr lang="en-US" dirty="0"/>
              <a:t>Web-based interface: </a:t>
            </a:r>
            <a:r>
              <a:rPr lang="en-US" dirty="0">
                <a:hlinkClick r:id="rId2"/>
              </a:rPr>
              <a:t>http://genomescope.org/genomescope2.0/</a:t>
            </a:r>
            <a:r>
              <a:rPr lang="en-US" dirty="0"/>
              <a:t> (note: </a:t>
            </a:r>
            <a:r>
              <a:rPr lang="en-US" dirty="0">
                <a:solidFill>
                  <a:srgbClr val="0000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</a:t>
            </a:r>
            <a:r>
              <a:rPr lang="en-US" dirty="0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</a:t>
            </a:r>
            <a:r>
              <a:rPr lang="en-US" dirty="0">
                <a:solidFill>
                  <a:srgbClr val="0000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://genomescope.org/genomescope2.0/</a:t>
            </a:r>
            <a:r>
              <a:rPr lang="en-US" dirty="0"/>
              <a:t>  does </a:t>
            </a:r>
            <a:r>
              <a:rPr lang="en-US" dirty="0">
                <a:solidFill>
                  <a:srgbClr val="FF0000"/>
                </a:solidFill>
              </a:rPr>
              <a:t>not</a:t>
            </a:r>
            <a:r>
              <a:rPr lang="en-US" dirty="0"/>
              <a:t> work)</a:t>
            </a:r>
          </a:p>
          <a:p>
            <a:r>
              <a:rPr lang="en-US" dirty="0"/>
              <a:t>Compute k-mer count database with jellyfish</a:t>
            </a:r>
          </a:p>
          <a:p>
            <a:r>
              <a:rPr lang="en-US" dirty="0"/>
              <a:t>Output histogram of counts with “jellyfish </a:t>
            </a:r>
            <a:r>
              <a:rPr lang="en-US" dirty="0" err="1"/>
              <a:t>histo</a:t>
            </a:r>
            <a:r>
              <a:rPr lang="en-US" dirty="0"/>
              <a:t>”, save in a file</a:t>
            </a:r>
          </a:p>
          <a:p>
            <a:r>
              <a:rPr lang="en-US" dirty="0"/>
              <a:t>Upload the histogram to </a:t>
            </a:r>
            <a:r>
              <a:rPr lang="en-US" dirty="0" err="1"/>
              <a:t>GenomeScope</a:t>
            </a:r>
            <a:endParaRPr lang="en-US" dirty="0"/>
          </a:p>
          <a:p>
            <a:endParaRPr lang="en-US" dirty="0"/>
          </a:p>
          <a:p>
            <a:r>
              <a:rPr lang="en-US" dirty="0"/>
              <a:t>DEMO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A440E4-4EC7-34D6-0C21-C59FF9D3A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27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13611</TotalTime>
  <Words>1701</Words>
  <Application>Microsoft Office PowerPoint</Application>
  <PresentationFormat>Widescreen</PresentationFormat>
  <Paragraphs>363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2" baseType="lpstr">
      <vt:lpstr>Arial</vt:lpstr>
      <vt:lpstr>Calibri</vt:lpstr>
      <vt:lpstr>Cambria Math</vt:lpstr>
      <vt:lpstr>Courier New</vt:lpstr>
      <vt:lpstr>Times New Roman</vt:lpstr>
      <vt:lpstr>Trebuchet MS</vt:lpstr>
      <vt:lpstr>Office Theme</vt:lpstr>
      <vt:lpstr>PowerPoint Presentation</vt:lpstr>
      <vt:lpstr>Genome assemblers that use DeBruijn graph or super-reads</vt:lpstr>
      <vt:lpstr>Scaffolding</vt:lpstr>
      <vt:lpstr>Scaffolding</vt:lpstr>
      <vt:lpstr>Scaffolding</vt:lpstr>
      <vt:lpstr>Scaffolding</vt:lpstr>
      <vt:lpstr>Scaffolding</vt:lpstr>
      <vt:lpstr>Scaffolding</vt:lpstr>
      <vt:lpstr>Implied distance</vt:lpstr>
      <vt:lpstr>Implied distance</vt:lpstr>
      <vt:lpstr>Implied distance</vt:lpstr>
      <vt:lpstr>Scaffolding algorithm</vt:lpstr>
      <vt:lpstr>Illustration</vt:lpstr>
      <vt:lpstr>Illustration</vt:lpstr>
      <vt:lpstr>Illustration</vt:lpstr>
      <vt:lpstr>Illustration</vt:lpstr>
      <vt:lpstr>Illustration</vt:lpstr>
      <vt:lpstr>Illustration</vt:lpstr>
      <vt:lpstr>Illustration</vt:lpstr>
      <vt:lpstr>Illustration</vt:lpstr>
      <vt:lpstr>Scaffolding with HiC data</vt:lpstr>
      <vt:lpstr>Hi-C scaffolding: why it works?</vt:lpstr>
      <vt:lpstr>YaHS scaffolder</vt:lpstr>
      <vt:lpstr>Errors in genome assemblies</vt:lpstr>
      <vt:lpstr>Assembly post-processing</vt:lpstr>
      <vt:lpstr>Assembly post-processing</vt:lpstr>
      <vt:lpstr>Using K-mers to find errors</vt:lpstr>
      <vt:lpstr>How to count K-mers</vt:lpstr>
      <vt:lpstr>Python binding</vt:lpstr>
      <vt:lpstr>Canonical kmers</vt:lpstr>
      <vt:lpstr>K-mer count histogram</vt:lpstr>
      <vt:lpstr>K-mer count histogram</vt:lpstr>
      <vt:lpstr>K-mer coverage vs Read coverage</vt:lpstr>
      <vt:lpstr>Challenge</vt:lpstr>
      <vt:lpstr>GenomeScope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Julian</dc:creator>
  <cp:lastModifiedBy>Alexey Zimin</cp:lastModifiedBy>
  <cp:revision>55</cp:revision>
  <dcterms:created xsi:type="dcterms:W3CDTF">2013-08-21T19:17:07Z</dcterms:created>
  <dcterms:modified xsi:type="dcterms:W3CDTF">2026-10-07T16:43:30Z</dcterms:modified>
</cp:coreProperties>
</file>