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72" r:id="rId2"/>
    <p:sldId id="407" r:id="rId3"/>
    <p:sldId id="413" r:id="rId4"/>
    <p:sldId id="534" r:id="rId5"/>
    <p:sldId id="535" r:id="rId6"/>
    <p:sldId id="536" r:id="rId7"/>
    <p:sldId id="537" r:id="rId8"/>
    <p:sldId id="538" r:id="rId9"/>
    <p:sldId id="556" r:id="rId10"/>
    <p:sldId id="486" r:id="rId11"/>
    <p:sldId id="464" r:id="rId12"/>
    <p:sldId id="558" r:id="rId13"/>
    <p:sldId id="540" r:id="rId14"/>
    <p:sldId id="541" r:id="rId15"/>
    <p:sldId id="542" r:id="rId16"/>
    <p:sldId id="543" r:id="rId17"/>
    <p:sldId id="550" r:id="rId18"/>
    <p:sldId id="557" r:id="rId19"/>
    <p:sldId id="551" r:id="rId20"/>
    <p:sldId id="544" r:id="rId21"/>
    <p:sldId id="545" r:id="rId22"/>
    <p:sldId id="555" r:id="rId23"/>
    <p:sldId id="552" r:id="rId24"/>
    <p:sldId id="553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8B1C"/>
    <a:srgbClr val="BE0260"/>
    <a:srgbClr val="D0005E"/>
    <a:srgbClr val="018ACF"/>
    <a:srgbClr val="D09622"/>
    <a:srgbClr val="CC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4BA22C-F8FB-4F78-A883-AD80774EB240}" v="115" dt="2026-09-30T16:04:34.80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718" autoAdjust="0"/>
    <p:restoredTop sz="93721" autoAdjust="0"/>
  </p:normalViewPr>
  <p:slideViewPr>
    <p:cSldViewPr snapToGrid="0">
      <p:cViewPr varScale="1">
        <p:scale>
          <a:sx n="96" d="100"/>
          <a:sy n="96" d="100"/>
        </p:scale>
        <p:origin x="90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ksey Zimin" userId="7f2637d0bc515791" providerId="LiveId" clId="{5F359FD6-B8E9-41DA-90EC-0BA4FD0F3073}"/>
    <pc:docChg chg="undo custSel addSld delSld modSld sldOrd">
      <pc:chgData name="Aleksey Zimin" userId="7f2637d0bc515791" providerId="LiveId" clId="{5F359FD6-B8E9-41DA-90EC-0BA4FD0F3073}" dt="2026-09-30T16:33:17.132" v="395"/>
      <pc:docMkLst>
        <pc:docMk/>
      </pc:docMkLst>
      <pc:sldChg chg="addSp delSp modSp add mod modAnim">
        <pc:chgData name="Aleksey Zimin" userId="7f2637d0bc515791" providerId="LiveId" clId="{5F359FD6-B8E9-41DA-90EC-0BA4FD0F3073}" dt="2026-09-30T16:03:11.356" v="178" actId="1076"/>
        <pc:sldMkLst>
          <pc:docMk/>
          <pc:sldMk cId="807348765" sldId="407"/>
        </pc:sldMkLst>
        <pc:spChg chg="mod">
          <ac:chgData name="Aleksey Zimin" userId="7f2637d0bc515791" providerId="LiveId" clId="{5F359FD6-B8E9-41DA-90EC-0BA4FD0F3073}" dt="2026-09-30T15:58:02.734" v="47" actId="6549"/>
          <ac:spMkLst>
            <pc:docMk/>
            <pc:sldMk cId="807348765" sldId="407"/>
            <ac:spMk id="2" creationId="{28526115-0F50-D62F-6736-FB3DAE5B5E74}"/>
          </ac:spMkLst>
        </pc:spChg>
        <pc:spChg chg="mod">
          <ac:chgData name="Aleksey Zimin" userId="7f2637d0bc515791" providerId="LiveId" clId="{5F359FD6-B8E9-41DA-90EC-0BA4FD0F3073}" dt="2026-09-30T16:00:47.948" v="167" actId="14100"/>
          <ac:spMkLst>
            <pc:docMk/>
            <pc:sldMk cId="807348765" sldId="407"/>
            <ac:spMk id="3" creationId="{DD9FA874-AAAE-2124-EC2E-057DB25523B2}"/>
          </ac:spMkLst>
        </pc:spChg>
        <pc:spChg chg="add del mod">
          <ac:chgData name="Aleksey Zimin" userId="7f2637d0bc515791" providerId="LiveId" clId="{5F359FD6-B8E9-41DA-90EC-0BA4FD0F3073}" dt="2026-09-30T16:00:32.983" v="163" actId="47"/>
          <ac:spMkLst>
            <pc:docMk/>
            <pc:sldMk cId="807348765" sldId="407"/>
            <ac:spMk id="5" creationId="{EC37CF50-4F40-7A04-5977-06373F2E7AF9}"/>
          </ac:spMkLst>
        </pc:spChg>
        <pc:spChg chg="add mod">
          <ac:chgData name="Aleksey Zimin" userId="7f2637d0bc515791" providerId="LiveId" clId="{5F359FD6-B8E9-41DA-90EC-0BA4FD0F3073}" dt="2026-09-30T16:01:12.628" v="173" actId="1076"/>
          <ac:spMkLst>
            <pc:docMk/>
            <pc:sldMk cId="807348765" sldId="407"/>
            <ac:spMk id="6" creationId="{677B587E-17DA-0B3F-94D0-150ACD71AE84}"/>
          </ac:spMkLst>
        </pc:spChg>
        <pc:picChg chg="add mod">
          <ac:chgData name="Aleksey Zimin" userId="7f2637d0bc515791" providerId="LiveId" clId="{5F359FD6-B8E9-41DA-90EC-0BA4FD0F3073}" dt="2026-09-30T16:01:54.580" v="176" actId="1076"/>
          <ac:picMkLst>
            <pc:docMk/>
            <pc:sldMk cId="807348765" sldId="407"/>
            <ac:picMk id="8" creationId="{B49462CC-9E69-39A1-A38F-91A017D30F06}"/>
          </ac:picMkLst>
        </pc:picChg>
        <pc:picChg chg="add mod">
          <ac:chgData name="Aleksey Zimin" userId="7f2637d0bc515791" providerId="LiveId" clId="{5F359FD6-B8E9-41DA-90EC-0BA4FD0F3073}" dt="2026-09-30T16:03:11.356" v="178" actId="1076"/>
          <ac:picMkLst>
            <pc:docMk/>
            <pc:sldMk cId="807348765" sldId="407"/>
            <ac:picMk id="10" creationId="{5EB063B5-D5F4-9E40-22EE-A3CC96193E59}"/>
          </ac:picMkLst>
        </pc:picChg>
      </pc:sldChg>
      <pc:sldChg chg="modSp add mod ord">
        <pc:chgData name="Aleksey Zimin" userId="7f2637d0bc515791" providerId="LiveId" clId="{5F359FD6-B8E9-41DA-90EC-0BA4FD0F3073}" dt="2026-09-30T16:33:17.132" v="395"/>
        <pc:sldMkLst>
          <pc:docMk/>
          <pc:sldMk cId="569996796" sldId="464"/>
        </pc:sldMkLst>
        <pc:spChg chg="mod">
          <ac:chgData name="Aleksey Zimin" userId="7f2637d0bc515791" providerId="LiveId" clId="{5F359FD6-B8E9-41DA-90EC-0BA4FD0F3073}" dt="2026-09-30T16:30:44.942" v="233" actId="1076"/>
          <ac:spMkLst>
            <pc:docMk/>
            <pc:sldMk cId="569996796" sldId="464"/>
            <ac:spMk id="43010" creationId="{00000000-0000-0000-0000-000000000000}"/>
          </ac:spMkLst>
        </pc:spChg>
      </pc:sldChg>
      <pc:sldChg chg="modSp add mod ord">
        <pc:chgData name="Aleksey Zimin" userId="7f2637d0bc515791" providerId="LiveId" clId="{5F359FD6-B8E9-41DA-90EC-0BA4FD0F3073}" dt="2026-09-30T16:33:17.132" v="395"/>
        <pc:sldMkLst>
          <pc:docMk/>
          <pc:sldMk cId="475957125" sldId="486"/>
        </pc:sldMkLst>
        <pc:spChg chg="mod">
          <ac:chgData name="Aleksey Zimin" userId="7f2637d0bc515791" providerId="LiveId" clId="{5F359FD6-B8E9-41DA-90EC-0BA4FD0F3073}" dt="2026-09-30T16:30:38.207" v="232" actId="20577"/>
          <ac:spMkLst>
            <pc:docMk/>
            <pc:sldMk cId="475957125" sldId="486"/>
            <ac:spMk id="2" creationId="{12C5F26D-637F-7AC5-7877-7214D35528CE}"/>
          </ac:spMkLst>
        </pc:spChg>
      </pc:sldChg>
      <pc:sldChg chg="add del">
        <pc:chgData name="Aleksey Zimin" userId="7f2637d0bc515791" providerId="LiveId" clId="{5F359FD6-B8E9-41DA-90EC-0BA4FD0F3073}" dt="2026-09-30T16:00:34.499" v="164"/>
        <pc:sldMkLst>
          <pc:docMk/>
          <pc:sldMk cId="641897481" sldId="558"/>
        </pc:sldMkLst>
      </pc:sldChg>
      <pc:sldChg chg="addSp modSp new mod ord">
        <pc:chgData name="Aleksey Zimin" userId="7f2637d0bc515791" providerId="LiveId" clId="{5F359FD6-B8E9-41DA-90EC-0BA4FD0F3073}" dt="2026-09-30T16:33:17.132" v="395"/>
        <pc:sldMkLst>
          <pc:docMk/>
          <pc:sldMk cId="4159841555" sldId="558"/>
        </pc:sldMkLst>
        <pc:spChg chg="mod">
          <ac:chgData name="Aleksey Zimin" userId="7f2637d0bc515791" providerId="LiveId" clId="{5F359FD6-B8E9-41DA-90EC-0BA4FD0F3073}" dt="2026-09-30T16:30:58.987" v="263" actId="20577"/>
          <ac:spMkLst>
            <pc:docMk/>
            <pc:sldMk cId="4159841555" sldId="558"/>
            <ac:spMk id="2" creationId="{99DC87A7-C029-1172-5C76-CD41D17DB1A3}"/>
          </ac:spMkLst>
        </pc:spChg>
        <pc:spChg chg="mod">
          <ac:chgData name="Aleksey Zimin" userId="7f2637d0bc515791" providerId="LiveId" clId="{5F359FD6-B8E9-41DA-90EC-0BA4FD0F3073}" dt="2026-09-30T16:32:07.332" v="388" actId="20577"/>
          <ac:spMkLst>
            <pc:docMk/>
            <pc:sldMk cId="4159841555" sldId="558"/>
            <ac:spMk id="3" creationId="{910B9ACE-743E-0243-9B57-36834C2241F0}"/>
          </ac:spMkLst>
        </pc:spChg>
        <pc:picChg chg="add mod">
          <ac:chgData name="Aleksey Zimin" userId="7f2637d0bc515791" providerId="LiveId" clId="{5F359FD6-B8E9-41DA-90EC-0BA4FD0F3073}" dt="2026-09-30T16:32:43.902" v="391" actId="14100"/>
          <ac:picMkLst>
            <pc:docMk/>
            <pc:sldMk cId="4159841555" sldId="558"/>
            <ac:picMk id="6" creationId="{0BE6D16F-89AB-9D23-98EC-E79E43114289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32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0 538 24575,'45'-47'0,"2"3"0,2 1 0,2 3 0,99-60 0,64 6 0,-45 23 0,-148 60 0,0 0 0,1 2 0,0 0 0,0 2 0,1 0 0,0 2 0,0 0 0,43-2 0,-33 5 0,50-9 0,-50 5 0,56-2 0,21 7 0,259 4 0,-314 2 0,-1 2 0,0 3 0,0 2 0,67 25 0,199 99 0,-247-95 0,-1 3 0,100 81 0,-107-76 0,48 52 0,-85-73 0,2-1 0,56 40 0,-79-62 0,0 1 0,-1-1 0,0 1 0,-1 1 0,1-1 0,-1 1 0,0 0 0,-1 0 0,0 1 0,0 0 0,3 9 0,-1-5 0,0-1 0,0 1 0,15 19 0,1-2 0,-2 1 0,-1 0 0,-1 2 0,23 58 0,-12-27 0,42 76 0,-59-111 0,-1 0 0,-1 0 0,-2 1 0,-1 1 0,-1-1 0,-2 1 0,2 35 0,-7-55 0,1 0 0,0 0 0,1-1 0,0 1 0,1 0 0,0-1 0,0 1 0,1-1 0,0 0 0,1 1 0,8 14 0,-6-11 0,0 1 0,-2-1 0,0 1 0,0-1 0,-1 1 0,2 25 0,3 16 0,19 79 0,-6-12-1365,-15-99-5461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38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5509 1103 24575,'0'-6'0,"0"-1"0,-1 0 0,0 0 0,-1 1 0,1-1 0,-1 1 0,0-1 0,-1 1 0,0 0 0,0 0 0,0 0 0,-1 0 0,1 0 0,-2 1 0,1 0 0,0 0 0,-1 0 0,0 0 0,0 1 0,-1-1 0,-7-4 0,-12-5 0,-1 0 0,0 1 0,-51-16 0,0-1 0,-45-41 0,-85-17 0,120 53 0,-144-78 0,198 96 0,-51-21 0,31 16 0,3 3 0,0 2 0,-62-12 0,30 9 0,-130-35 0,47 20 0,110 25 0,-90-27 0,105 25 0,0 2 0,0 2 0,-1 2 0,-79-3 0,77 6 0,1-2 0,-64-15 0,3 0 0,-21 11 0,85 8 0,-65-10 0,-114-16 0,8 0 0,-31 0 0,163 16 0,-89-20 0,106 20 0,0 3 0,0 2 0,-1 3 0,-89 7 0,18-1 0,12-5 0,-134 5 0,203 4 0,-99 27 0,88-17 0,2-4 0,40-10 0,1 2 0,-1 0 0,1 1 0,0 1 0,1 1 0,-23 12 0,24-11 0,-1 0 0,1-2 0,-1 0 0,0-1 0,-22 3 0,20-4 0,-1 0 0,1 2 0,-38 17 0,-30 19-1365,72-37-5461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42.8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2195 24575,'2'-4'0,"-1"0"0,1 0 0,0 0 0,1 0 0,-1 0 0,1 1 0,-1-1 0,1 1 0,0 0 0,0 0 0,1 0 0,5-5 0,4-4 0,50-61 0,-3-3 0,62-103 0,-63 88 0,101-119 0,69-60 0,-175 204 0,187-180 0,-184 193 0,41-32 0,126-84 0,-109 85 0,12-5 0,4 5 0,164-79 0,-206 131 0,-7 2 0,-40 15 0,2 1 0,-1 2 0,2 2 0,70-7 0,-90 13 0,85-5 0,-67 7 0,50-9 0,-80 9 0,50-11 0,1 3 0,89-2 0,-27 11 0,185 5 0,-37 21 0,-172-10 0,-1 4 0,153 49 0,-183-48 0,247 72 0,-269-78 0,-1 1 0,-1 2 0,-1 3 0,-1 2 0,82 52 0,-65-29 0,-2 3 0,-2 3 0,96 108 0,-130-127 0,-2 0 0,0 2 0,16 38 0,44 113 0,-68-152 0,52 156-1365,-60-164-5461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4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6558 1100 24575,'-1'-5'0,"1"0"0,-1 1 0,0-1 0,0 0 0,-1 1 0,0-1 0,0 1 0,0 0 0,0-1 0,-5-5 0,-32-42 0,23 32 0,-7-8 0,-1 1 0,-1 1 0,-1 1 0,-35-27 0,-13 2 0,-1 3 0,-2 3 0,-3 3 0,-103-37 0,126 52 0,-56-35 0,-29-15 0,-10 10 0,-2 6 0,-173-41 0,219 66 0,83 25 0,0 1 0,-1 2 0,0 0 0,0 2 0,-50-4 0,53 9 0,-252-14 0,180 6 0,-115 7 0,-27-2 0,117-9 0,-65-2 0,-220-2 0,-197 3 0,372 15 0,-730-2 0,939 2 0,-1 0 0,1 2 0,0 0 0,-34 12 0,32-9 0,0-1 0,-1-1 0,-33 4 0,15-4 0,1 1 0,-1 3 0,1 1 0,1 2 0,0 2 0,0 2 0,2 1 0,-70 43 0,87-48 0,-1-1 0,-30 10 0,29-12 0,0 0 0,-25 16 0,34-18 0,0-1 0,-1 0 0,1-1 0,-1-1 0,-1 0 0,-18 2 0,14-2 0,0 0 0,1 1 0,-26 10 0,37-11 9,1 1 0,0-1 0,0 1 0,0 1 0,0-1 0,1 1 0,0 1 0,0-1 0,-6 10 0,-24 24-1464,24-29-5371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58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1633 24575,'6'-1'0,"-1"0"0,1 0 0,-1 0 0,1-1 0,-1 0 0,0 0 0,0 0 0,0-1 0,0 0 0,0 0 0,5-4 0,49-42 0,-57 47 0,144-148 0,-37 35 0,158-136 0,-199 193 0,3 4 0,84-50 0,-17 26 0,3 6 0,215-76 0,-239 105 0,404-133 0,-59 57 0,-440 113 0,400-83 0,-280 61 0,-31 12 0,218-6 0,-326 22 0,196-12 0,60 0 0,1578 13 0,-1763 2 0,109 20 0,39 3 0,-7-26 0,42 2 0,94 47 0,-259-33 0,265 70 0,-337-80 0,299 69 0,-173-43 0,132 29 0,-52-6 0,-212-51 0,-1 0 0,1 1 0,-1 1 0,0 0 0,0 1 0,-1 1 0,14 10 0,77 72 0,-46-38 0,29 31 0,-58-54 0,0-1 0,50 36 0,-55-47 0,0 1 0,-2 0 0,0 2 0,-1 1 0,32 42 0,-23-19 0,-2 0 0,28 63 0,33 117 0,7 15 0,-71-191 0,54 124 0,-66-132 0,12 67 0,-18-71 0,2 0 0,19 55 0,-22-75-195,-1 0 0,0 0 0,-1 0 0,-1 1 0,0-1 0,-2 30 0,0-23-6631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5:20.408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0 0 24575,'28'3'0,"0"1"0,-1 1 0,1 2 0,-1 0 0,-1 2 0,48 23 0,8 1 0,-30-14 0,0-2 0,1-2 0,1-2 0,0-3 0,110 7 0,-119-14 0,0 2 0,-1 2 0,75 22 0,-76-17 0,-18-4 34,0 1-1,35 18 1,0 1-1500,-32-17-5360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5:21.559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312 0 24575,'0'30'0,"-1"-1"0,-2 0 0,0 0 0,-2 0 0,-1 0 0,-2-1 0,-1 0 0,0-1 0,-20 38 0,7-13 0,3 1 0,2 1 0,2 1 0,-13 95 0,-21 78 0,31-162-77,5-18-567,-36 90 0,40-120-6182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5:23.237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0 24575,'3'5'0,"0"-1"0,-1 1 0,1-1 0,-1 1 0,0 0 0,0 0 0,0 0 0,-1 0 0,0 0 0,1 6 0,2 6 0,30 111 0,6-1 0,94 203 0,-115-297 0,2 0 0,1-2 0,38 42 0,-41-52 0,0 1 0,-1 1 0,-2 1 0,0 0 0,-1 1 0,-2 1 0,13 33 0,-20-40-105,-2-9-147,-1 0 0,0 1 0,-1-1 0,2 19 0,-4-9-6574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5:24.223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27 24575,'9'0'0,"17"0"0,12 0 0,15 0 0,15 0 0,15 0 0,11 0 0,18 0 0,2 0 0,-4 0 0,2 0 0,-8-4 0,-14-2 0,-17 0 0,-17 1 0,-13 2 0,-9 1 0,-11 1-8191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38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5509 1103 24575,'0'-6'0,"0"-1"0,-1 0 0,0 0 0,-1 1 0,1-1 0,-1 1 0,0-1 0,-1 1 0,0 0 0,0 0 0,0 0 0,-1 0 0,1 0 0,-2 1 0,1 0 0,0 0 0,-1 0 0,0 0 0,0 1 0,-1-1 0,-7-4 0,-12-5 0,-1 0 0,0 1 0,-51-16 0,0-1 0,-45-41 0,-85-17 0,120 53 0,-144-78 0,198 96 0,-51-21 0,31 16 0,3 3 0,0 2 0,-62-12 0,30 9 0,-130-35 0,47 20 0,110 25 0,-90-27 0,105 25 0,0 2 0,0 2 0,-1 2 0,-79-3 0,77 6 0,1-2 0,-64-15 0,3 0 0,-21 11 0,85 8 0,-65-10 0,-114-16 0,8 0 0,-31 0 0,163 16 0,-89-20 0,106 20 0,0 3 0,0 2 0,-1 3 0,-89 7 0,18-1 0,12-5 0,-134 5 0,203 4 0,-99 27 0,88-17 0,2-4 0,40-10 0,1 2 0,-1 0 0,1 1 0,0 1 0,1 1 0,-23 12 0,24-11 0,-1 0 0,1-2 0,-1 0 0,0-1 0,-22 3 0,20-4 0,-1 0 0,1 2 0,-38 17 0,-30 19-1365,72-37-5461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4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6558 1100 24575,'-1'-5'0,"1"0"0,-1 1 0,0-1 0,0 0 0,-1 1 0,0-1 0,0 1 0,0 0 0,0-1 0,-5-5 0,-32-42 0,23 32 0,-7-8 0,-1 1 0,-1 1 0,-1 1 0,-35-27 0,-13 2 0,-1 3 0,-2 3 0,-3 3 0,-103-37 0,126 52 0,-56-35 0,-29-15 0,-10 10 0,-2 6 0,-173-41 0,219 66 0,83 25 0,0 1 0,-1 2 0,0 0 0,0 2 0,-50-4 0,53 9 0,-252-14 0,180 6 0,-115 7 0,-27-2 0,117-9 0,-65-2 0,-220-2 0,-197 3 0,372 15 0,-730-2 0,939 2 0,-1 0 0,1 2 0,0 0 0,-34 12 0,32-9 0,0-1 0,-1-1 0,-33 4 0,15-4 0,1 1 0,-1 3 0,1 1 0,1 2 0,0 2 0,0 2 0,2 1 0,-70 43 0,87-48 0,-1-1 0,-30 10 0,29-12 0,0 0 0,-25 16 0,34-18 0,0-1 0,-1 0 0,1-1 0,-1-1 0,-1 0 0,-18 2 0,14-2 0,0 0 0,1 1 0,-26 10 0,37-11 9,1 1 0,0-1 0,0 1 0,0 1 0,0-1 0,1 1 0,0 1 0,0-1 0,-6 10 0,-24 24-1464,24-29-5371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58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1633 24575,'6'-1'0,"-1"0"0,1 0 0,-1 0 0,1-1 0,-1 0 0,0 0 0,0 0 0,0-1 0,0 0 0,0 0 0,5-4 0,49-42 0,-57 47 0,144-148 0,-37 35 0,158-136 0,-199 193 0,3 4 0,84-50 0,-17 26 0,3 6 0,215-76 0,-239 105 0,404-133 0,-59 57 0,-440 113 0,400-83 0,-280 61 0,-31 12 0,218-6 0,-326 22 0,196-12 0,60 0 0,1578 13 0,-1763 2 0,109 20 0,39 3 0,-7-26 0,42 2 0,94 47 0,-259-33 0,265 70 0,-337-80 0,299 69 0,-173-43 0,132 29 0,-52-6 0,-212-51 0,-1 0 0,1 1 0,-1 1 0,0 0 0,0 1 0,-1 1 0,14 10 0,77 72 0,-46-38 0,29 31 0,-58-54 0,0-1 0,50 36 0,-55-47 0,0 1 0,-2 0 0,0 2 0,-1 1 0,32 42 0,-23-19 0,-2 0 0,28 63 0,33 117 0,7 15 0,-71-191 0,54 124 0,-66-132 0,12 67 0,-18-71 0,2 0 0,19 55 0,-22-75-195,-1 0 0,0 0 0,-1 0 0,-1 1 0,0-1 0,-2 30 0,0-23-6631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38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5509 1103 24575,'0'-6'0,"0"-1"0,-1 0 0,0 0 0,-1 1 0,1-1 0,-1 1 0,0-1 0,-1 1 0,0 0 0,0 0 0,0 0 0,-1 0 0,1 0 0,-2 1 0,1 0 0,0 0 0,-1 0 0,0 0 0,0 1 0,-1-1 0,-7-4 0,-12-5 0,-1 0 0,0 1 0,-51-16 0,0-1 0,-45-41 0,-85-17 0,120 53 0,-144-78 0,198 96 0,-51-21 0,31 16 0,3 3 0,0 2 0,-62-12 0,30 9 0,-130-35 0,47 20 0,110 25 0,-90-27 0,105 25 0,0 2 0,0 2 0,-1 2 0,-79-3 0,77 6 0,1-2 0,-64-15 0,3 0 0,-21 11 0,85 8 0,-65-10 0,-114-16 0,8 0 0,-31 0 0,163 16 0,-89-20 0,106 20 0,0 3 0,0 2 0,-1 3 0,-89 7 0,18-1 0,12-5 0,-134 5 0,203 4 0,-99 27 0,88-17 0,2-4 0,40-10 0,1 2 0,-1 0 0,1 1 0,0 1 0,1 1 0,-23 12 0,24-11 0,-1 0 0,1-2 0,-1 0 0,0-1 0,-22 3 0,20-4 0,-1 0 0,1 2 0,-38 17 0,-30 19-1365,72-37-5461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46.7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6558 1100 24575,'-1'-5'0,"1"0"0,-1 1 0,0-1 0,0 0 0,-1 1 0,0-1 0,0 1 0,0 0 0,0-1 0,-5-5 0,-32-42 0,23 32 0,-7-8 0,-1 1 0,-1 1 0,-1 1 0,-35-27 0,-13 2 0,-1 3 0,-2 3 0,-3 3 0,-103-37 0,126 52 0,-56-35 0,-29-15 0,-10 10 0,-2 6 0,-173-41 0,219 66 0,83 25 0,0 1 0,-1 2 0,0 0 0,0 2 0,-50-4 0,53 9 0,-252-14 0,180 6 0,-115 7 0,-27-2 0,117-9 0,-65-2 0,-220-2 0,-197 3 0,372 15 0,-730-2 0,939 2 0,-1 0 0,1 2 0,0 0 0,-34 12 0,32-9 0,0-1 0,-1-1 0,-33 4 0,15-4 0,1 1 0,-1 3 0,1 1 0,1 2 0,0 2 0,0 2 0,2 1 0,-70 43 0,87-48 0,-1-1 0,-30 10 0,29-12 0,0 0 0,-25 16 0,34-18 0,0-1 0,-1 0 0,1-1 0,-1-1 0,-1 0 0,-18 2 0,14-2 0,0 0 0,1 1 0,-26 10 0,37-11 9,1 1 0,0-1 0,0 1 0,0 1 0,0-1 0,1 1 0,0 1 0,0-1 0,-6 10 0,-24 24-1464,24-29-5371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24T17:54:58.8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1633 24575,'6'-1'0,"-1"0"0,1 0 0,-1 0 0,1-1 0,-1 0 0,0 0 0,0 0 0,0-1 0,0 0 0,0 0 0,5-4 0,49-42 0,-57 47 0,144-148 0,-37 35 0,158-136 0,-199 193 0,3 4 0,84-50 0,-17 26 0,3 6 0,215-76 0,-239 105 0,404-133 0,-59 57 0,-440 113 0,400-83 0,-280 61 0,-31 12 0,218-6 0,-326 22 0,196-12 0,60 0 0,1578 13 0,-1763 2 0,109 20 0,39 3 0,-7-26 0,42 2 0,94 47 0,-259-33 0,265 70 0,-337-80 0,299 69 0,-173-43 0,132 29 0,-52-6 0,-212-51 0,-1 0 0,1 1 0,-1 1 0,0 0 0,0 1 0,-1 1 0,14 10 0,77 72 0,-46-38 0,29 31 0,-58-54 0,0-1 0,50 36 0,-55-47 0,0 1 0,-2 0 0,0 2 0,-1 1 0,32 42 0,-23-19 0,-2 0 0,28 63 0,33 117 0,7 15 0,-71-191 0,54 124 0,-66-132 0,12 67 0,-18-71 0,2 0 0,19 55 0,-22-75-195,-1 0 0,0 0 0,-1 0 0,-1 1 0,0-1 0,-2 30 0,0-23-6631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6T15:45:46.01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1 107 24575,'0'0'0,"5"0"0,11 0 0,6 0 0,9-5 0,3 0 0,6-1 0,4 2 0,4 1 0,-3-5 0,-3 2 0,-5-6 0,2 2 0,-4 2 0,-1 2 0,-3 2 0,-2 1 0,-2 2 0,0-4 0,4-1 0,6 1 0,11 1 0,-2 1 0,-1 1 0,-4 1 0,-5 1 0,-4 0 0,-3 0 0,-2 6 0,-1 0 0,0 4 0,0 1 0,5 3 0,0 3 0,1-2 0,9-3 0,4 3 0,5 6 0,3-2 0,6 3 0,6-4 0,6 1 0,4-5 0,-2-3 0,-5-4 0,-4-4 0,-4-1 0,-9-2 0,4 0 0,-7-1 0,-6 1 0,0-1 0,-4 0 0,2 1 0,3-5 0,2-1 0,9 1 0,1-5 0,3 2 0,-1 0 0,15 2 0,0 3 0,9 1 0,-8 1 0,-4 0 0,-12 1 0,-9 1 0,-4-1 0,-6 1 0,-4-1 0,-4 0 0,3 0 0,-1 0 0,-1 0 0,-1 0 0,-1 0 0,-1 0 0,-1 0 0,-5 5 0,-2 1 0,1 0 0,6-2 0,2-1 0,5-1 0,7 0 0,4-2 0,10 0 0,7 0 0,2 0 0,5 0 0,3-1 0,-2 1 0,2 0 0,-4 0 0,2 0 0,17 0 0,-2 0 0,1 0 0,0 0 0,8 0 0,-6 0 0,9 5 0,-3 1 0,-7 4 0,-3 11 0,-4-2 0,4 9 0,-1 2 0,0-5 0,0 0 0,-2-6 0,0-5 0,-1-6 0,0-3 0,-1-3 0,0-2 0,-5-1 0,0 0 0,0-5 0,1-1 0,1-4 0,1-5 0,-4-3 0,0-4 0,-4 3 0,1-1 0,1 0 0,-4 3 0,3-1 0,-3 5 0,1 3 0,-3 5 0,-3 2 0,-2 2 0,-4 2 0,-1 0 0,9 1 0,-5 0 0,9-1 0,-1 1 0,-2-1 0,-8 5 0,-3 6 0,-3 0 0,-1-1 0,-5 3 0,0 3 0,6-2 0,7 3 0,8-4 0,5 3 0,4-3 0,14 2 0,2 2 0,6-2 0,-2 2 0,3-3 0,-9-4 0,-3-3 0,-5-3 0,-6-1 0,-3-3 0,-4 0 0,0-1 0,-9-5 0,-3 0 0,-3-5 0,4-4 0,-1-5 0,1-2 0,-1 2 0,-1-1 0,-1-1 0,0 5 0,-1-2 0,-5 4 0,4 0 0,-4 2 0,-5 4 0,-5 3 0,6 2 0,7 3 0,19 11 0,9 6 0,0 6 0,7 9 0,0-3 0,0 0 0,-2 0 0,-1-1 0,-1-6 0,-2 0 0,11 0 0,-1-5 0,-5-3 0,-3-5 0,-7-4 0,-7-2 0,-6-1 0,-9-2 0,1 1 0,-1-6 0,-1-6 0,-4-4 0,5 0 0,0-3 0,1-1 0,0 2 0,0 5 0,0 4 0,5 3 0,0 3 0,4 2 0,0 2 0,-1-1 0,-3 1 0,-2 5 0,4 5 0,-2 1 0,31 3 0,6-2 0,24 3 0,-1-3 0,2-2 0,-4-4 0,8-3 0,3-2 0,8-1 0,1-1 0,12-1 0,0-5 0,4 0 0,-4-5 0,-3 1 0,-10 1 0,-8-3 0,-15 2 0,-11 2 0,-9 2 0,-8 3 0,-4 1 0,-3 1 0,-6 1 0,-1 0 0,1 1 0,-4-1 0,-3 1 0,-5-1 0,-2 0 0,-3 0 0,-2 0 0,5 0 0,0 0 0,-1 0 0,0 0 0,-1 0 0,-2 0 0,0 0 0,15 0 0,6 0 0,25 0 0,5 0 0,15-5 0,-8-6 0,-17 0 0,-8-4 0,-18 2 0,-15 2 0,-12-2 0,-8 3 0,-6 2 0,-3 2 0,-1 3 0,-1 1 0,7 2 0,0 0 0,11 6 0,11 5 0,9 0 0,9 5 0,10 3 0,10 2 0,17 3 0,17 2 0,8-5 0,0-5 0,-3-5 0,-7-4 0,-10-4 0,-11-2 0,-8-7 0,-12 0 0,-10-1 0,-9-4 0,-5-3 0,23-5 0,-1-3 0,10 3 0,-10 3 0,-12 5 0,-2 5 0,-5 2 0,-3 3 0,-8 1 0,4 1 0,-1 0 0,6 0 0,17 5 0,11 5 0,20 5 0,12 0 0,15 2 0,6-2 0,7 1 0,-5-4 0,-7-2 0,-13-4 0,-19-3 0,-17-8 0,-8-1 0,-16-11 0,-11-5 0,-5 0 0,-7-1 0,-5 4 0,-9 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16T15:45:50.13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3019.58398"/>
      <inkml:brushProperty name="anchorY" value="-1521.36877"/>
      <inkml:brushProperty name="scaleFactor" value="0.5"/>
    </inkml:brush>
  </inkml:definitions>
  <inkml:trace contextRef="#ctx0" brushRef="#br0">1 324 24575,'0'0'0,"4"0"0,13 0 0,10 0 0,9 0 0,9-5 0,10-6 0,19 0 0,13-4 0,10-3 0,12-4 0,9-7 0,50-7 0,0-1 0,24 0 0,-17 2 0,13 8 0,-28 8 0,-20 7 0,-28 5 0,-22 5 0,-23 1 0,-12 2 0,-3 1 0,-2 4 0,0 12 0,1-1 0,6 4 0,5 2 0,7 1 0,14-3 0,5 0 0,7 0 0,10 2 0,4 1 0,2-5 0,10 1 0,0-4 0,-1-5 0,-9-3 0,-8-4 0,-8-3 0,-13 0 0,-5-2 0,-8 0 0,-6-5 0,1 0 0,2-5 0,3-5 0,4-9 0,2 2 0,3-2 0,0 0 0,7 4 0,38 1 0,6 4 0,46 5 0,10 9 0,-1 9 0,-8 7 0,-16 7 0,-18 3 0,-9 3 0,-16-4 0,-12-1 0,-7 1 0,-7 0 0,-4-4 0,0 1 0,15 0 0,19 2 0,6-4 0,10 1 0,-2-5 0,1-3 0,-2-4 0,-6-3 0,-11-2 0,-11-1 0,-16-2 0,-8-5 0,0-5 0,-1-6 0,9 1 0,1-2 0,4-3 0,-1 4 0,2 3 0,-2 5 0,-10 3 0,-2 3 0,-9 2 0,-2 1 0,-10 1 0,-4 0 0,-9 0 0,2 5 0,1 5 0,1 5 0,5-1 0,1 4 0,1 1 0,4-2 0,-2-5 0,-5-4 0,-3-3 0,-7-3 0,5-2 0,-1-1 0,-3-1 0,0 0 0,1 0 0,1-4 0,7-1 0,6 0 0,6-4 0,5 2 0,-1-5 0,1 2 0,-3 2 0,0 2 0,-3 3 0,-4 2 0,2 6 0,8 1 0,-2 6 0,3 10 0,7-1 0,1 3 0,1 1 0,1-4 0,-2 1 0,-11-5 0,-11-5 0,-7-3 0,1-4 0,0-8 0,15-6 0,1-2 0,15-9 0,3 2 0,-3-3 0,-12 4 0,-14 4 0,-11 5 0,-5 3 0,-6 4 0,0 1 0,-2 1 0,3 1 0,-2 0 0,-2 5 0,-2 0 0,8 5 0,10-1 0,4-2 0,9-1 0,10-3 0,6-1 0,9-2 0,1-6 0,0-6 0,-8-5 0,-1-11 0,-3-2 0,-5-3 0,-11 1 0,-5 5 0,-4 7 0,-13 1 0,-5 6 0,-6 3 0,-2 4 0,14 13 0,6 13 0,0 1 0,8 8 0,2-2 0,1-1 0,-1 0 0,-5-6 0,-1-1 0,-7-5 0,-4-4 0,5-4 0,-3-4 0,-2-1 0,2-2 0,2-1 0,2 0 0,4 1 0,1-6 0,-3 0 0,0 0 0,6 2 0,2-5 0,0 2 0,1 0 0,0 3 0,-7 0 0,5 3 0,-6 0 0,-4 1 0,-6 0 0,0 0 0,-2 0 0,2 1 0,3-1 0,4 0 0,8 0 0,30 0 0,7 0 0,16 0 0,-6 0 0,-2 0 0,-16 0 0,-16 0 0,-15 0 0,-11 0 0,-8 0 0,-6 0 0,-1 0 0,-2 0 0,6 0 0,6 0 0,6 0 0,5 0 0,3 0 0,3 0 0,7 0 0,1 0 0,4 0 0,6 0 0,8 0 0,4 5 0,1 1 0,-4 4 0,-7 0 0,-6-2 0,-5-1 0,-10-3 0,-2-2 0,-13 5 0,-4-1 0,-6-1 0,-1 10 0,10 4 0,5-1 0,11 2 0,31 8 0,-2-5 0,10-3 0,-10-6 0,-11-5 0,-14-4 0,-6-9 0,-9-12 0,-5-1 0,-10-4 0,-3 2 0,-1 4 0,-6 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20.3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24575,'24'-2'0,"0"0"0,-1-1 0,0-1 0,35-12 0,-30 9 0,5 0 0,0 2 0,53-2 0,4 0 0,-14-4 0,-14 1 0,93-2 0,-23 11 0,175 4 0,-261 3 0,1 1 0,58 18 0,31 5 0,-68-20 0,135 3 0,-70-11 0,106-5 0,-81-20 0,-39 2 0,-76 13 0,0 1 0,73-3 0,46 9 0,139 4 0,-201 8 0,36 1 0,-124-12-170,-1 1-1,1 1 0,-1 0 1,0 0-1,0 1 0,0 0 1,14 7-1,-6-2-6655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25.510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26 24575,'40'3'0,"0"1"0,1 3 0,-2 1 0,1 2 0,-1 1 0,47 22 0,82 22 0,-139-50 0,0-2 0,0 0 0,0-2 0,46-4 0,-3 1 0,-46 1 0,0-2 0,0 0 0,-1-1 0,34-11 0,99-40 0,-117 38 0,1 2 0,0 1 0,1 3 0,74-11 0,240 19 0,-184 6 0,135 8 0,11 0 0,-269-9 0,79 13 0,-125-14 0,72 5 0,0-2 0,77-7 0,-23 1 0,-101 0 0,-1 0 0,35-8 0,-41 6 0,19-1-1365,-23 4-5461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38.087"/>
    </inkml:context>
    <inkml:brush xml:id="br0">
      <inkml:brushProperty name="width" value="0.035" units="cm"/>
      <inkml:brushProperty name="height" value="0.035" units="cm"/>
      <inkml:brushProperty name="color" value="#33CCFF"/>
    </inkml:brush>
  </inkml:definitions>
  <inkml:trace contextRef="#ctx0" brushRef="#br0">1 50 24575,'32'0'0,"2"1"0,-1-2 0,0-1 0,51-10 0,-32 1 0,1 1 0,0 3 0,0 2 0,1 3 0,-1 2 0,1 2 0,-1 2 0,0 3 0,83 22 0,71 48 0,-196-74 0,38 13 0,0-2 0,1-3 0,0-1 0,1-3 0,55 2 0,330-30 0,-121 15 0,-192 7 0,-108 0 0,0 1 0,0 0 0,0 1 0,0 1 0,20 8 0,-20-7 0,0 0 0,0-1 0,1-1 0,-1 0 0,17 0 0,-2-2 0,114-2 0,-125-1 0,1 0 0,-1-1 0,0-1 0,0-1 0,23-9 0,-19 7 0,0 2 0,0 0 0,1 2 0,-1 0 0,1 2 0,-1 1 0,43 4 0,12-1 0,148-3-1365,-205 0-5461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47.294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0 115 24575,'41'0'0,"-1"-1"0,1-3 0,-1 0 0,52-14 0,-39 8 0,2 2 0,-1 3 0,1 2 0,94 8 0,-88-3 0,11 4 0,0 2 0,108 29 0,-168-34 0,58 13 0,-19-3 0,1-2 0,1-2 0,84 3 0,560-13 0,-643-2 0,-1-2 0,57-13 0,24-3 0,-70 13 0,-4 1 0,67 0 0,-119 7 0,3 1 0,-1 0 0,0-1 0,1 0 0,-1-1 0,0 0 0,0-1 0,0 0 0,1 0 0,-2-1 0,1 0 0,0-1 0,-1 0 0,1-1 0,12-8 0,-7 3 0,0 1 0,0 0 0,0 1 0,1 1 0,1 1 0,-1 0 0,1 1 0,0 1 0,19-3 0,-11 4 0,1 2 0,0 1 0,0 1 0,-1 0 0,39 9 0,-16-3 41,-1-3-1,77-3 1,-75-2-537,-1 2 0,71 10 1,-97-6-6331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58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94 24575,'24'-2'0,"0"0"0,-1-1 0,0-1 0,35-12 0,-30 9 0,5 0 0,0 2 0,53-2 0,4 0 0,-14-4 0,-14 1 0,93-2 0,-23 11 0,175 4 0,-261 3 0,1 1 0,58 18 0,31 5 0,-68-20 0,135 3 0,-70-11 0,106-5 0,-81-20 0,-39 2 0,-76 13 0,0 1 0,73-3 0,46 9 0,139 4 0,-201 8 0,36 1 0,-124-12-170,-1 1-1,1 1 0,-1 0 1,0 0-1,0 1 0,0 0 1,14 7-1,-6-2-6655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58.271"/>
    </inkml:context>
    <inkml:brush xml:id="br0">
      <inkml:brushProperty name="width" value="0.035" units="cm"/>
      <inkml:brushProperty name="height" value="0.035" units="cm"/>
      <inkml:brushProperty name="color" value="#FF0066"/>
    </inkml:brush>
  </inkml:definitions>
  <inkml:trace contextRef="#ctx0" brushRef="#br0">1 26 24575,'40'3'0,"0"1"0,1 3 0,-2 1 0,1 2 0,-1 1 0,47 22 0,82 22 0,-139-50 0,0-2 0,0 0 0,0-2 0,46-4 0,-3 1 0,-46 1 0,0-2 0,0 0 0,-1-1 0,34-11 0,99-40 0,-117 38 0,1 2 0,0 1 0,1 3 0,74-11 0,240 19 0,-184 6 0,135 8 0,11 0 0,-269-9 0,79 13 0,-125-14 0,72 5 0,0-2 0,77-7 0,-23 1 0,-101 0 0,-1 0 0,35-8 0,-41 6 0,19-1-1365,-23 4-5461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8:58.273"/>
    </inkml:context>
    <inkml:brush xml:id="br0">
      <inkml:brushProperty name="width" value="0.035" units="cm"/>
      <inkml:brushProperty name="height" value="0.035" units="cm"/>
      <inkml:brushProperty name="color" value="#66CC00"/>
    </inkml:brush>
  </inkml:definitions>
  <inkml:trace contextRef="#ctx0" brushRef="#br0">0 115 24575,'41'0'0,"-1"-1"0,1-3 0,-1 0 0,52-14 0,-39 8 0,2 2 0,-1 3 0,1 2 0,94 8 0,-88-3 0,11 4 0,0 2 0,108 29 0,-168-34 0,58 13 0,-19-3 0,1-2 0,1-2 0,84 3 0,560-13 0,-643-2 0,-1-2 0,57-13 0,24-3 0,-70 13 0,-4 1 0,67 0 0,-119 7 0,3 1 0,-1 0 0,0-1 0,1 0 0,-1-1 0,0 0 0,0-1 0,0 0 0,1 0 0,-2-1 0,1 0 0,0-1 0,-1 0 0,1-1 0,12-8 0,-7 3 0,0 1 0,0 0 0,0 1 0,1 1 0,1 1 0,-1 0 0,1 1 0,0 1 0,19-3 0,-11 4 0,1 2 0,0 1 0,0 1 0,-1 0 0,39 9 0,-16-3 41,-1-3-1,77-3 1,-75-2-537,-1 2 0,71 10 1,-97-6-6331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4:19:21.393"/>
    </inkml:context>
    <inkml:brush xml:id="br0">
      <inkml:brushProperty name="width" value="0.035" units="cm"/>
      <inkml:brushProperty name="height" value="0.035" units="cm"/>
      <inkml:brushProperty name="color" value="#5B2D90"/>
    </inkml:brush>
  </inkml:definitions>
  <inkml:trace contextRef="#ctx0" brushRef="#br0">0 24 24575,'131'1'0,"352"-16"0,-135 6 0,-253 9 0,-70 3 0,-1 1 0,1 1 0,-1 1 0,0 0 0,0 2 0,-1 1 0,24 14 0,4-2 0,-20-7 0,-15-7 0,0 0 0,0-1 0,0-1 0,0 0 0,1-1 0,0-1 0,20 1 0,271-4 0,-130-2 0,-147 0 0,48-8 0,16-1 0,-56 9 0,65 0 0,-93 2 0,-1 1 0,1 0 0,-1 1 0,1 1 0,-1-1 0,0 2 0,13 5 0,11 6 0,1-2 0,-1-1 0,2-2 0,0-2 0,0-1 0,0-1 0,1-2 0,0-2 0,-1-1 0,55-6 0,-72 2 0,0-1 0,-1 0 0,21-8 0,-23 6 0,1 1 0,-1 1 0,1 1 0,28-3 0,-33 6 0,228 2 0,-194 7-1365,-23-4-5461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C61B90-1233-4265-A8E1-4CB85DE126FB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313FD6-7C7B-4426-BFC4-490AC0CFBE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977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8620" y="1138426"/>
            <a:ext cx="10363200" cy="137434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38293" y="4650641"/>
            <a:ext cx="8534400" cy="1374345"/>
          </a:xfrm>
        </p:spPr>
        <p:txBody>
          <a:bodyPr>
            <a:normAutofit/>
          </a:bodyPr>
          <a:lstStyle>
            <a:lvl1pPr marL="0" indent="0" algn="r">
              <a:buNone/>
              <a:defRPr sz="2600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</a:t>
            </a:r>
          </a:p>
          <a:p>
            <a:r>
              <a:rPr lang="en-US" dirty="0"/>
              <a:t>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73EFF-6084-460D-96FA-2FA787A98816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680310"/>
            <a:ext cx="10972800" cy="458115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3918803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F86A1-0F17-41D8-9FFA-9520AF33BFC6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1081" y="527605"/>
            <a:ext cx="9354927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D0005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1082" y="1138425"/>
            <a:ext cx="9354927" cy="4275740"/>
          </a:xfrm>
        </p:spPr>
        <p:txBody>
          <a:bodyPr/>
          <a:lstStyle>
            <a:lvl1pPr>
              <a:defRPr sz="28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>
                <a:solidFill>
                  <a:schemeClr val="tx2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1692F4-087A-4F4C-9829-F340F0646973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E80BFE-E826-4B70-BF6B-3710B05194AF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5182DA-5425-42F9-BDB8-0DBDA15B981E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8620" y="527605"/>
            <a:ext cx="10972800" cy="610820"/>
          </a:xfrm>
        </p:spPr>
        <p:txBody>
          <a:bodyPr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8620" y="1596539"/>
            <a:ext cx="53869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620" y="2226402"/>
            <a:ext cx="5386917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2388" y="1596539"/>
            <a:ext cx="5389033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D0005E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2388" y="2226402"/>
            <a:ext cx="5389033" cy="3035058"/>
          </a:xfrm>
        </p:spPr>
        <p:txBody>
          <a:bodyPr/>
          <a:lstStyle>
            <a:lvl1pPr>
              <a:defRPr sz="2400">
                <a:solidFill>
                  <a:schemeClr val="tx2">
                    <a:lumMod val="50000"/>
                  </a:schemeClr>
                </a:solidFill>
              </a:defRPr>
            </a:lvl1pPr>
            <a:lvl2pPr>
              <a:defRPr sz="2000">
                <a:solidFill>
                  <a:schemeClr val="tx2">
                    <a:lumMod val="50000"/>
                  </a:schemeClr>
                </a:solidFill>
              </a:defRPr>
            </a:lvl2pPr>
            <a:lvl3pPr>
              <a:defRPr sz="1800">
                <a:solidFill>
                  <a:schemeClr val="tx2">
                    <a:lumMod val="50000"/>
                  </a:schemeClr>
                </a:solidFill>
              </a:defRPr>
            </a:lvl3pPr>
            <a:lvl4pPr>
              <a:defRPr sz="1600">
                <a:solidFill>
                  <a:schemeClr val="tx2">
                    <a:lumMod val="50000"/>
                  </a:schemeClr>
                </a:solidFill>
              </a:defRPr>
            </a:lvl4pPr>
            <a:lvl5pPr>
              <a:defRPr sz="1600">
                <a:solidFill>
                  <a:schemeClr val="tx2">
                    <a:lumMod val="50000"/>
                  </a:schemeClr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1B7164-C7F7-495E-9D5F-43BBDEBECF81}" type="datetime1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5AB8-78AA-4DA3-952F-F5057D2DAAA5}" type="datetime1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CCB869-D2D8-4282-A525-D63712C1B900}" type="datetime1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8CF58-29B0-4D31-BE55-D9C1F05848B7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3692F8-B2BD-4E07-9A92-E5080B238DFA}" type="datetime1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88673-6F42-4090-A040-176AF0E6DEAE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15288-B7FB-4510-97B0-C840A6671DDD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6584950" y="1574800"/>
            <a:ext cx="47625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defRPr sz="1900"/>
            </a:lvl1pPr>
            <a:lvl2pPr marL="558800" indent="-279400">
              <a:spcBef>
                <a:spcPts val="2250"/>
              </a:spcBef>
              <a:defRPr sz="1900"/>
            </a:lvl2pPr>
            <a:lvl3pPr marL="838200" indent="-279400">
              <a:spcBef>
                <a:spcPts val="2250"/>
              </a:spcBef>
              <a:defRPr sz="1900"/>
            </a:lvl3pPr>
            <a:lvl4pPr marL="1117600" indent="-279400">
              <a:spcBef>
                <a:spcPts val="2250"/>
              </a:spcBef>
              <a:defRPr sz="1900"/>
            </a:lvl4pPr>
            <a:lvl5pPr marL="1397000" indent="-279400">
              <a:spcBef>
                <a:spcPts val="2250"/>
              </a:spcBef>
              <a:defRPr sz="19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893912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6072081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844550" y="889000"/>
            <a:ext cx="10502900" cy="5080000"/>
          </a:xfrm>
          <a:prstGeom prst="rect">
            <a:avLst/>
          </a:prstGeom>
        </p:spPr>
        <p:txBody>
          <a:bodyPr/>
          <a:lstStyle>
            <a:lvl1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1pPr>
            <a:lvl2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2pPr>
            <a:lvl3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3pPr>
            <a:lvl4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4pPr>
            <a:lvl5pPr>
              <a:defRPr sz="2400">
                <a:latin typeface="Trebuchet MS"/>
                <a:ea typeface="Trebuchet MS"/>
                <a:cs typeface="Trebuchet MS"/>
                <a:sym typeface="Trebuchet MS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394271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7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08395F-151A-4402-98B5-C84E535B9AEF}" type="datetime1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5" r:id="rId13"/>
    <p:sldLayoutId id="2147483666" r:id="rId14"/>
    <p:sldLayoutId id="2147483667" r:id="rId15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6.png"/><Relationship Id="rId18" Type="http://schemas.openxmlformats.org/officeDocument/2006/relationships/customXml" Target="../ink/ink9.xml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12" Type="http://schemas.openxmlformats.org/officeDocument/2006/relationships/customXml" Target="../ink/ink6.xml"/><Relationship Id="rId17" Type="http://schemas.openxmlformats.org/officeDocument/2006/relationships/image" Target="../media/image18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5.png"/><Relationship Id="rId5" Type="http://schemas.openxmlformats.org/officeDocument/2006/relationships/image" Target="../media/image12.png"/><Relationship Id="rId15" Type="http://schemas.openxmlformats.org/officeDocument/2006/relationships/image" Target="../media/image17.png"/><Relationship Id="rId10" Type="http://schemas.openxmlformats.org/officeDocument/2006/relationships/customXml" Target="../ink/ink5.xml"/><Relationship Id="rId19" Type="http://schemas.openxmlformats.org/officeDocument/2006/relationships/image" Target="../media/image19.png"/><Relationship Id="rId4" Type="http://schemas.openxmlformats.org/officeDocument/2006/relationships/customXml" Target="../ink/ink2.xml"/><Relationship Id="rId9" Type="http://schemas.openxmlformats.org/officeDocument/2006/relationships/image" Target="../media/image14.png"/><Relationship Id="rId1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.xml"/><Relationship Id="rId5" Type="http://schemas.openxmlformats.org/officeDocument/2006/relationships/image" Target="../media/image21.png"/><Relationship Id="rId4" Type="http://schemas.openxmlformats.org/officeDocument/2006/relationships/customXml" Target="../ink/ink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2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5.xml"/><Relationship Id="rId5" Type="http://schemas.openxmlformats.org/officeDocument/2006/relationships/image" Target="../media/image21.png"/><Relationship Id="rId4" Type="http://schemas.openxmlformats.org/officeDocument/2006/relationships/customXml" Target="../ink/ink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customXml" Target="../ink/ink16.xm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customXml" Target="../ink/ink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0.xml"/><Relationship Id="rId13" Type="http://schemas.openxmlformats.org/officeDocument/2006/relationships/customXml" Target="../ink/ink23.xml"/><Relationship Id="rId3" Type="http://schemas.openxmlformats.org/officeDocument/2006/relationships/image" Target="../media/image32.png"/><Relationship Id="rId7" Type="http://schemas.openxmlformats.org/officeDocument/2006/relationships/image" Target="../media/image250.png"/><Relationship Id="rId12" Type="http://schemas.openxmlformats.org/officeDocument/2006/relationships/customXml" Target="../ink/ink22.xml"/><Relationship Id="rId2" Type="http://schemas.openxmlformats.org/officeDocument/2006/relationships/image" Target="../media/image31.png"/><Relationship Id="rId16" Type="http://schemas.openxmlformats.org/officeDocument/2006/relationships/image" Target="../media/image2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11" Type="http://schemas.openxmlformats.org/officeDocument/2006/relationships/image" Target="../media/image270.png"/><Relationship Id="rId5" Type="http://schemas.openxmlformats.org/officeDocument/2006/relationships/image" Target="../media/image240.png"/><Relationship Id="rId15" Type="http://schemas.openxmlformats.org/officeDocument/2006/relationships/customXml" Target="../ink/ink25.xml"/><Relationship Id="rId10" Type="http://schemas.openxmlformats.org/officeDocument/2006/relationships/customXml" Target="../ink/ink21.xml"/><Relationship Id="rId4" Type="http://schemas.openxmlformats.org/officeDocument/2006/relationships/customXml" Target="../ink/ink18.xml"/><Relationship Id="rId9" Type="http://schemas.openxmlformats.org/officeDocument/2006/relationships/image" Target="../media/image260.png"/><Relationship Id="rId14" Type="http://schemas.openxmlformats.org/officeDocument/2006/relationships/customXml" Target="../ink/ink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enomescope.org/genomescope2.0/" TargetMode="External"/><Relationship Id="rId2" Type="http://schemas.openxmlformats.org/officeDocument/2006/relationships/hyperlink" Target="http://genomescope.org/genomescope2.0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27074-6C76-4B66-80C9-856F75BD8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0520F-6299-4676-8176-653C51F4D7A4}"/>
              </a:ext>
            </a:extLst>
          </p:cNvPr>
          <p:cNvSpPr txBox="1"/>
          <p:nvPr/>
        </p:nvSpPr>
        <p:spPr>
          <a:xfrm>
            <a:off x="1308659" y="2437886"/>
            <a:ext cx="967702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i="1" dirty="0">
                <a:solidFill>
                  <a:srgbClr val="BE0260"/>
                </a:solidFill>
              </a:rPr>
              <a:t>Week 6</a:t>
            </a:r>
            <a:endParaRPr lang="en-US" sz="3200" b="1" dirty="0">
              <a:solidFill>
                <a:srgbClr val="BE026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C89679F-F038-40F8-96EA-47D38F6DFC66}"/>
              </a:ext>
            </a:extLst>
          </p:cNvPr>
          <p:cNvSpPr txBox="1"/>
          <p:nvPr/>
        </p:nvSpPr>
        <p:spPr>
          <a:xfrm>
            <a:off x="1308659" y="4376878"/>
            <a:ext cx="95746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Alexey V. Zimin</a:t>
            </a:r>
            <a:br>
              <a:rPr lang="en-US" sz="2400" dirty="0"/>
            </a:br>
            <a:r>
              <a:rPr lang="en-US" sz="2400" dirty="0"/>
              <a:t> </a:t>
            </a:r>
          </a:p>
          <a:p>
            <a:pPr algn="just"/>
            <a:r>
              <a:rPr lang="en-US" sz="2400" dirty="0"/>
              <a:t>JHU </a:t>
            </a:r>
            <a:r>
              <a:rPr lang="en-US" sz="2400"/>
              <a:t>BME 580.417/707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52403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26115-0F50-D62F-6736-FB3DAE5B5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898" y="233049"/>
            <a:ext cx="6974997" cy="737569"/>
          </a:xfrm>
        </p:spPr>
        <p:txBody>
          <a:bodyPr>
            <a:normAutofit fontScale="90000"/>
          </a:bodyPr>
          <a:lstStyle/>
          <a:p>
            <a:r>
              <a:rPr lang="en-US" dirty="0"/>
              <a:t>Genome assemblers that use DeBruijn graph or super-reads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9FA874-AAAE-2124-EC2E-057DB25523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5056745" cy="1832460"/>
          </a:xfrm>
        </p:spPr>
        <p:txBody>
          <a:bodyPr>
            <a:normAutofit/>
          </a:bodyPr>
          <a:lstStyle/>
          <a:p>
            <a:r>
              <a:rPr lang="en-US" dirty="0" err="1"/>
              <a:t>Verkko</a:t>
            </a:r>
            <a:r>
              <a:rPr lang="en-US" dirty="0"/>
              <a:t> – can produce T2T assemblies uses PacBio HiFi + Oxford Nanopore (ONT) data, high coverage requirements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3E570-2FE0-33CD-F954-80F2F3A81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37CF50-4F40-7A04-5977-06373F2E7AF9}"/>
              </a:ext>
            </a:extLst>
          </p:cNvPr>
          <p:cNvSpPr txBox="1"/>
          <p:nvPr/>
        </p:nvSpPr>
        <p:spPr>
          <a:xfrm>
            <a:off x="308113" y="498944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7B587E-17DA-0B3F-94D0-150ACD71AE84}"/>
              </a:ext>
            </a:extLst>
          </p:cNvPr>
          <p:cNvSpPr txBox="1"/>
          <p:nvPr/>
        </p:nvSpPr>
        <p:spPr>
          <a:xfrm>
            <a:off x="5979671" y="4015145"/>
            <a:ext cx="5904216" cy="25237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800" dirty="0" err="1"/>
              <a:t>MaSuRCA</a:t>
            </a:r>
            <a:r>
              <a:rPr lang="en-US" sz="2800" dirty="0"/>
              <a:t> -- for hybrid data sets – uses both K-</a:t>
            </a:r>
            <a:r>
              <a:rPr lang="en-US" sz="2800" dirty="0" err="1"/>
              <a:t>mer</a:t>
            </a:r>
            <a:r>
              <a:rPr lang="en-US" sz="2800" dirty="0"/>
              <a:t> graph (super-reads)  and OLC/String graph, requires Illumina reads, supports PacBio and ONT data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9462CC-9E69-39A1-A38F-91A017D30F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012" y="1308813"/>
            <a:ext cx="4099815" cy="25237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B063B5-D5F4-9E40-22EE-A3CC96193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174" y="4092870"/>
            <a:ext cx="6030167" cy="216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348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9EA24-C3A4-A878-2C73-E23642475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9DBC-38FF-8DC1-B604-5200FCA019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8E7E09-2870-EB94-CAD7-37A4FE626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FBDE18-75DD-F1AA-611E-243DEDB72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40920"/>
            <a:ext cx="10239426" cy="247749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Once you are done with contigs, you can </a:t>
            </a:r>
            <a:r>
              <a:rPr lang="en-US" i="1" dirty="0"/>
              <a:t>scaffold</a:t>
            </a:r>
          </a:p>
          <a:p>
            <a:r>
              <a:rPr lang="en-US" i="1" dirty="0"/>
              <a:t>Scaffolding</a:t>
            </a:r>
            <a:r>
              <a:rPr lang="en-US" dirty="0"/>
              <a:t> refers to a process of building </a:t>
            </a:r>
            <a:r>
              <a:rPr lang="en-US" i="1" dirty="0"/>
              <a:t>scaffolds</a:t>
            </a:r>
            <a:r>
              <a:rPr lang="en-US" dirty="0"/>
              <a:t> – ordered and oriented sets of contigs</a:t>
            </a:r>
          </a:p>
          <a:p>
            <a:r>
              <a:rPr lang="en-US" dirty="0"/>
              <a:t>We can use:</a:t>
            </a:r>
          </a:p>
          <a:p>
            <a:pPr lvl="1"/>
            <a:r>
              <a:rPr lang="en-US" dirty="0"/>
              <a:t>Additional long reads</a:t>
            </a:r>
          </a:p>
          <a:p>
            <a:pPr lvl="1"/>
            <a:r>
              <a:rPr lang="en-US" dirty="0"/>
              <a:t>Paired end reads</a:t>
            </a:r>
          </a:p>
          <a:p>
            <a:pPr lvl="1"/>
            <a:r>
              <a:rPr lang="en-US" dirty="0" err="1"/>
              <a:t>HiC</a:t>
            </a:r>
            <a:r>
              <a:rPr lang="en-US" dirty="0"/>
              <a:t> reads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9970EB-D1B0-5286-F130-D0CFBC03C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503" y="4218418"/>
            <a:ext cx="9602540" cy="4477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D65CB1-CB69-A5AB-3BF3-FCBDC598F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0190" y="5210776"/>
            <a:ext cx="8869013" cy="85737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E4F3277-8859-7E2D-298F-1CA94BEFBA68}"/>
              </a:ext>
            </a:extLst>
          </p:cNvPr>
          <p:cNvCxnSpPr/>
          <p:nvPr/>
        </p:nvCxnSpPr>
        <p:spPr>
          <a:xfrm>
            <a:off x="2564535" y="5297717"/>
            <a:ext cx="91623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C9B3BA0-7E3B-EAE8-36C6-1C5FACEFE21A}"/>
              </a:ext>
            </a:extLst>
          </p:cNvPr>
          <p:cNvCxnSpPr/>
          <p:nvPr/>
        </p:nvCxnSpPr>
        <p:spPr>
          <a:xfrm>
            <a:off x="7451095" y="5603127"/>
            <a:ext cx="916230" cy="0"/>
          </a:xfrm>
          <a:prstGeom prst="line">
            <a:avLst/>
          </a:prstGeom>
          <a:ln w="349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9BB2F38-EF51-2026-273D-73EAA0D6419E}"/>
              </a:ext>
            </a:extLst>
          </p:cNvPr>
          <p:cNvSpPr/>
          <p:nvPr/>
        </p:nvSpPr>
        <p:spPr>
          <a:xfrm>
            <a:off x="3002771" y="4747434"/>
            <a:ext cx="5044141" cy="843037"/>
          </a:xfrm>
          <a:custGeom>
            <a:avLst/>
            <a:gdLst>
              <a:gd name="connsiteX0" fmla="*/ 0 w 5044141"/>
              <a:gd name="connsiteY0" fmla="*/ 526284 h 843037"/>
              <a:gd name="connsiteX1" fmla="*/ 2904565 w 5044141"/>
              <a:gd name="connsiteY1" fmla="*/ 6332 h 843037"/>
              <a:gd name="connsiteX2" fmla="*/ 5044141 w 5044141"/>
              <a:gd name="connsiteY2" fmla="*/ 843037 h 84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44141" h="843037">
                <a:moveTo>
                  <a:pt x="0" y="526284"/>
                </a:moveTo>
                <a:cubicBezTo>
                  <a:pt x="1031937" y="239912"/>
                  <a:pt x="2063875" y="-46460"/>
                  <a:pt x="2904565" y="6332"/>
                </a:cubicBezTo>
                <a:cubicBezTo>
                  <a:pt x="3745255" y="59124"/>
                  <a:pt x="4677584" y="664739"/>
                  <a:pt x="5044141" y="843037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E7451B-6732-C20E-F347-E0F797BD66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750" y="6512740"/>
            <a:ext cx="3696216" cy="20005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2FC39A-E83F-DF80-FE94-4371C7DC35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4188" y="6519905"/>
            <a:ext cx="4067743" cy="20005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1BE8FD-2A5B-D07F-5D48-110B69B0C0D5}"/>
              </a:ext>
            </a:extLst>
          </p:cNvPr>
          <p:cNvSpPr txBox="1"/>
          <p:nvPr/>
        </p:nvSpPr>
        <p:spPr>
          <a:xfrm>
            <a:off x="5179809" y="6428100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NNNNNN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FCB522-D028-6792-1FAD-C7C847B53A62}"/>
              </a:ext>
            </a:extLst>
          </p:cNvPr>
          <p:cNvSpPr txBox="1"/>
          <p:nvPr/>
        </p:nvSpPr>
        <p:spPr>
          <a:xfrm>
            <a:off x="5179730" y="6206727"/>
            <a:ext cx="9260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Scaffold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04C040A-A88C-BD04-F132-DFC53818E4C2}"/>
              </a:ext>
            </a:extLst>
          </p:cNvPr>
          <p:cNvCxnSpPr/>
          <p:nvPr/>
        </p:nvCxnSpPr>
        <p:spPr>
          <a:xfrm>
            <a:off x="2884948" y="5557239"/>
            <a:ext cx="91623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BF43D08-C9D2-30BA-23F6-4793224DD5D2}"/>
              </a:ext>
            </a:extLst>
          </p:cNvPr>
          <p:cNvCxnSpPr/>
          <p:nvPr/>
        </p:nvCxnSpPr>
        <p:spPr>
          <a:xfrm>
            <a:off x="7639726" y="5297717"/>
            <a:ext cx="916230" cy="0"/>
          </a:xfrm>
          <a:prstGeom prst="line">
            <a:avLst/>
          </a:prstGeom>
          <a:ln w="34925"/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6BF27FA3-F75B-605B-CABB-A6166E754AC2}"/>
              </a:ext>
            </a:extLst>
          </p:cNvPr>
          <p:cNvSpPr/>
          <p:nvPr/>
        </p:nvSpPr>
        <p:spPr>
          <a:xfrm rot="10800000" flipV="1">
            <a:off x="3397234" y="4694793"/>
            <a:ext cx="4506989" cy="857370"/>
          </a:xfrm>
          <a:custGeom>
            <a:avLst/>
            <a:gdLst>
              <a:gd name="connsiteX0" fmla="*/ 0 w 5044141"/>
              <a:gd name="connsiteY0" fmla="*/ 526284 h 843037"/>
              <a:gd name="connsiteX1" fmla="*/ 2904565 w 5044141"/>
              <a:gd name="connsiteY1" fmla="*/ 6332 h 843037"/>
              <a:gd name="connsiteX2" fmla="*/ 5044141 w 5044141"/>
              <a:gd name="connsiteY2" fmla="*/ 843037 h 843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044141" h="843037">
                <a:moveTo>
                  <a:pt x="0" y="526284"/>
                </a:moveTo>
                <a:cubicBezTo>
                  <a:pt x="1031937" y="239912"/>
                  <a:pt x="2063875" y="-46460"/>
                  <a:pt x="2904565" y="6332"/>
                </a:cubicBezTo>
                <a:cubicBezTo>
                  <a:pt x="3745255" y="59124"/>
                  <a:pt x="4677584" y="664739"/>
                  <a:pt x="5044141" y="843037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575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/>
      <p:bldP spid="13" grpId="0"/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90EB-9966-BE1C-5975-585164554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DF369-7CD2-2EC4-5171-6169D8CA5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5421C-9055-BF20-C31D-E501752B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37F488-B8D0-0670-16BE-54172E0BF6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740920"/>
            <a:ext cx="9921793" cy="300433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Once you are done with contigs, you can </a:t>
            </a:r>
            <a:r>
              <a:rPr lang="en-US" i="1" dirty="0"/>
              <a:t>scaffold</a:t>
            </a:r>
          </a:p>
          <a:p>
            <a:r>
              <a:rPr lang="en-US" i="1" dirty="0"/>
              <a:t>Scaffolding</a:t>
            </a:r>
            <a:r>
              <a:rPr lang="en-US" dirty="0"/>
              <a:t> refers to a process of building </a:t>
            </a:r>
            <a:r>
              <a:rPr lang="en-US" i="1" dirty="0"/>
              <a:t>scaffolds</a:t>
            </a:r>
            <a:r>
              <a:rPr lang="en-US" dirty="0"/>
              <a:t> – ordered and oriented sets of contigs</a:t>
            </a:r>
          </a:p>
          <a:p>
            <a:r>
              <a:rPr lang="en-US" dirty="0"/>
              <a:t>We can use:</a:t>
            </a:r>
          </a:p>
          <a:p>
            <a:pPr lvl="1"/>
            <a:r>
              <a:rPr lang="en-US" dirty="0"/>
              <a:t>Additional long reads</a:t>
            </a:r>
          </a:p>
          <a:p>
            <a:pPr lvl="1"/>
            <a:r>
              <a:rPr lang="en-US" dirty="0"/>
              <a:t>Paired end reads</a:t>
            </a:r>
          </a:p>
          <a:p>
            <a:pPr lvl="1"/>
            <a:r>
              <a:rPr lang="en-US" dirty="0" err="1"/>
              <a:t>HiC</a:t>
            </a:r>
            <a:r>
              <a:rPr lang="en-US" dirty="0"/>
              <a:t> reads</a:t>
            </a:r>
          </a:p>
          <a:p>
            <a:pPr lvl="1"/>
            <a:endParaRPr lang="en-US" dirty="0"/>
          </a:p>
          <a:p>
            <a:r>
              <a:rPr lang="en-US" dirty="0"/>
              <a:t>Scaffolds are typically the </a:t>
            </a:r>
            <a:r>
              <a:rPr lang="en-US" u="sng" dirty="0"/>
              <a:t>final product</a:t>
            </a:r>
            <a:r>
              <a:rPr lang="en-US" dirty="0"/>
              <a:t> of an assembly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5775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58516-68D3-967C-68D1-D0C2A10E5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403D1-A327-51CD-08AD-A6888A85A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2742" y="1769795"/>
            <a:ext cx="10972800" cy="488126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Building scaffolds typically involves building a </a:t>
            </a:r>
            <a:r>
              <a:rPr lang="en-US" i="1" dirty="0"/>
              <a:t>graph</a:t>
            </a:r>
            <a:r>
              <a:rPr lang="en-US" dirty="0"/>
              <a:t> of connected contigs</a:t>
            </a:r>
          </a:p>
          <a:p>
            <a:endParaRPr lang="en-US" dirty="0"/>
          </a:p>
          <a:p>
            <a:r>
              <a:rPr lang="en-US" dirty="0"/>
              <a:t>In a scaffold graph, each node usually denotes a contig, and each edge is a link between contigs</a:t>
            </a:r>
          </a:p>
          <a:p>
            <a:pPr lvl="1"/>
            <a:r>
              <a:rPr lang="en-US" dirty="0"/>
              <a:t>Edge could (or could not) contain mutual orientation between contigs</a:t>
            </a:r>
          </a:p>
          <a:p>
            <a:pPr lvl="1"/>
            <a:r>
              <a:rPr lang="en-US" dirty="0"/>
              <a:t>Edge could (or could not) contain distance between contigs</a:t>
            </a:r>
          </a:p>
          <a:p>
            <a:endParaRPr lang="en-US" dirty="0"/>
          </a:p>
          <a:p>
            <a:r>
              <a:rPr lang="en-US" dirty="0"/>
              <a:t>In constructing a scaffold graph, the most important issues are how to determine whether to add an edge between two contigs, and how to set the edge weights </a:t>
            </a:r>
          </a:p>
          <a:p>
            <a:endParaRPr lang="en-US" dirty="0"/>
          </a:p>
          <a:p>
            <a:r>
              <a:rPr lang="en-US" dirty="0"/>
              <a:t>The weight of an edge reflects the reliability of the edge. For example, one can use the number of linking read pairs as a weight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2E386E-DB70-E7E9-1B27-79E9A10E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302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CE278-0872-6D70-4F19-EF039D625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6DE64-94F1-288C-4AF9-F91B59994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must also remember that a scaffold is a linear structure: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062F8-15CC-0738-C476-74B3BBF62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19DE579-D9BE-A26B-D247-C36830A6301E}"/>
              </a:ext>
            </a:extLst>
          </p:cNvPr>
          <p:cNvCxnSpPr/>
          <p:nvPr/>
        </p:nvCxnSpPr>
        <p:spPr>
          <a:xfrm>
            <a:off x="1520792" y="3907857"/>
            <a:ext cx="12031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DC4860-CC8C-B981-1490-2674E0FB65F8}"/>
              </a:ext>
            </a:extLst>
          </p:cNvPr>
          <p:cNvCxnSpPr>
            <a:cxnSpLocks/>
          </p:cNvCxnSpPr>
          <p:nvPr/>
        </p:nvCxnSpPr>
        <p:spPr>
          <a:xfrm>
            <a:off x="3165107" y="4186990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1DADF39-1D7F-DB3A-C5F5-F5E1C5618402}"/>
              </a:ext>
            </a:extLst>
          </p:cNvPr>
          <p:cNvCxnSpPr>
            <a:cxnSpLocks/>
          </p:cNvCxnSpPr>
          <p:nvPr/>
        </p:nvCxnSpPr>
        <p:spPr>
          <a:xfrm>
            <a:off x="5829700" y="4406766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D828800-22FE-98BF-C43A-8D541E77FD48}"/>
              </a:ext>
            </a:extLst>
          </p:cNvPr>
          <p:cNvCxnSpPr>
            <a:cxnSpLocks/>
          </p:cNvCxnSpPr>
          <p:nvPr/>
        </p:nvCxnSpPr>
        <p:spPr>
          <a:xfrm>
            <a:off x="6193856" y="3895023"/>
            <a:ext cx="11502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4BEB320-7C09-70C7-9D9C-D978D6034BD8}"/>
              </a:ext>
            </a:extLst>
          </p:cNvPr>
          <p:cNvCxnSpPr>
            <a:cxnSpLocks/>
          </p:cNvCxnSpPr>
          <p:nvPr/>
        </p:nvCxnSpPr>
        <p:spPr>
          <a:xfrm>
            <a:off x="2056598" y="3636746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F017064-8DE6-EA4C-022C-E318A2C1D56F}"/>
                  </a:ext>
                </a:extLst>
              </p14:cNvPr>
              <p14:cNvContentPartPr/>
              <p14:nvPr/>
            </p14:nvContentPartPr>
            <p14:xfrm>
              <a:off x="3445579" y="3435006"/>
              <a:ext cx="1257840" cy="76032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F017064-8DE6-EA4C-022C-E318A2C1D56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39459" y="3428886"/>
                <a:ext cx="1270080" cy="77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EF884A0-C835-8F18-1A7A-5A0294B97207}"/>
                  </a:ext>
                </a:extLst>
              </p14:cNvPr>
              <p14:cNvContentPartPr/>
              <p14:nvPr/>
            </p14:nvContentPartPr>
            <p14:xfrm>
              <a:off x="2165059" y="3799326"/>
              <a:ext cx="1983600" cy="39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EF884A0-C835-8F18-1A7A-5A0294B9720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8939" y="3793206"/>
                <a:ext cx="199584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A410DCD-AAC3-4E51-5FBD-64D4030923A0}"/>
                  </a:ext>
                </a:extLst>
              </p14:cNvPr>
              <p14:cNvContentPartPr/>
              <p14:nvPr/>
            </p14:nvContentPartPr>
            <p14:xfrm>
              <a:off x="4898899" y="3415926"/>
              <a:ext cx="2030040" cy="7902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A410DCD-AAC3-4E51-5FBD-64D4030923A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892779" y="3409806"/>
                <a:ext cx="2042280" cy="80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353CE28-9848-193F-25AA-DE0BDDCAC912}"/>
                  </a:ext>
                </a:extLst>
              </p14:cNvPr>
              <p14:cNvContentPartPr/>
              <p14:nvPr/>
            </p14:nvContentPartPr>
            <p14:xfrm>
              <a:off x="4530619" y="4021806"/>
              <a:ext cx="2361240" cy="396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353CE28-9848-193F-25AA-DE0BDDCAC91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24499" y="4015686"/>
                <a:ext cx="23734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68C07575-A0F7-2477-1F9C-E3E8F6B96131}"/>
                  </a:ext>
                </a:extLst>
              </p14:cNvPr>
              <p14:cNvContentPartPr/>
              <p14:nvPr/>
            </p14:nvContentPartPr>
            <p14:xfrm>
              <a:off x="3070099" y="3031086"/>
              <a:ext cx="3562560" cy="846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68C07575-A0F7-2477-1F9C-E3E8F6B9613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63979" y="3024966"/>
                <a:ext cx="3574800" cy="85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6C0D0C79-A318-8752-F8E9-90E2023339DE}"/>
              </a:ext>
            </a:extLst>
          </p:cNvPr>
          <p:cNvGrpSpPr/>
          <p:nvPr/>
        </p:nvGrpSpPr>
        <p:grpSpPr>
          <a:xfrm>
            <a:off x="4157659" y="3329886"/>
            <a:ext cx="1458720" cy="494280"/>
            <a:chOff x="4157659" y="3329886"/>
            <a:chExt cx="145872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B0C7F6F-BC9F-5235-3F4C-3E90CA08FD88}"/>
                    </a:ext>
                  </a:extLst>
                </p14:cNvPr>
                <p14:cNvContentPartPr/>
                <p14:nvPr/>
              </p14:nvContentPartPr>
              <p14:xfrm>
                <a:off x="5168539" y="3561006"/>
                <a:ext cx="447840" cy="1191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B0C7F6F-BC9F-5235-3F4C-3E90CA08FD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162419" y="3554886"/>
                  <a:ext cx="4600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3C08306-6897-B09B-5790-CB98BE82CBA0}"/>
                    </a:ext>
                  </a:extLst>
                </p14:cNvPr>
                <p14:cNvContentPartPr/>
                <p14:nvPr/>
              </p14:nvContentPartPr>
              <p14:xfrm>
                <a:off x="5393179" y="3397566"/>
                <a:ext cx="112320" cy="426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3C08306-6897-B09B-5790-CB98BE82CBA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387059" y="3391446"/>
                  <a:ext cx="12456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FAA58A2-E576-BE74-5E8F-D1F3861D6E6F}"/>
                    </a:ext>
                  </a:extLst>
                </p14:cNvPr>
                <p14:cNvContentPartPr/>
                <p14:nvPr/>
              </p14:nvContentPartPr>
              <p14:xfrm>
                <a:off x="4254139" y="3329886"/>
                <a:ext cx="188280" cy="4190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FAA58A2-E576-BE74-5E8F-D1F3861D6E6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248019" y="3323766"/>
                  <a:ext cx="20052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A7E2F7C-0234-4412-192E-38EDC0F16D39}"/>
                    </a:ext>
                  </a:extLst>
                </p14:cNvPr>
                <p14:cNvContentPartPr/>
                <p14:nvPr/>
              </p14:nvContentPartPr>
              <p14:xfrm>
                <a:off x="4157659" y="3551286"/>
                <a:ext cx="447480" cy="100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A7E2F7C-0234-4412-192E-38EDC0F16D3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51539" y="3545166"/>
                  <a:ext cx="459720" cy="223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" name="Oval 4">
            <a:extLst>
              <a:ext uri="{FF2B5EF4-FFF2-40B4-BE49-F238E27FC236}">
                <a16:creationId xmlns:a16="http://schemas.microsoft.com/office/drawing/2014/main" id="{29BEFB56-428D-458E-B3C9-3A99DA9D3632}"/>
              </a:ext>
            </a:extLst>
          </p:cNvPr>
          <p:cNvSpPr/>
          <p:nvPr/>
        </p:nvSpPr>
        <p:spPr>
          <a:xfrm>
            <a:off x="4363770" y="3907857"/>
            <a:ext cx="869929" cy="509949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82358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DEC97-BD2B-33DB-8C66-971A7D2CA2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C2900-3D04-B625-D9DE-F4A276244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A3513-E6AE-6A3B-0D97-D4FDFE3C2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5124936"/>
          </a:xfrm>
        </p:spPr>
        <p:txBody>
          <a:bodyPr>
            <a:normAutofit/>
          </a:bodyPr>
          <a:lstStyle/>
          <a:p>
            <a:r>
              <a:rPr lang="en-US" dirty="0"/>
              <a:t>One must also remember that a scaffold is a linear structure: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Can use greedy approach: </a:t>
            </a:r>
          </a:p>
          <a:p>
            <a:pPr lvl="1"/>
            <a:r>
              <a:rPr lang="en-US" dirty="0"/>
              <a:t>choose the highest weight edge</a:t>
            </a:r>
          </a:p>
          <a:p>
            <a:pPr lvl="1"/>
            <a:r>
              <a:rPr lang="en-US" dirty="0"/>
              <a:t>keep adding edges unless there is a conflict (e.g. two non-overlapping contigs on top of each other)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690BF-510A-1304-F08F-00750A9D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7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59454D8-C5D9-C645-C22E-79492A0EE231}"/>
              </a:ext>
            </a:extLst>
          </p:cNvPr>
          <p:cNvCxnSpPr/>
          <p:nvPr/>
        </p:nvCxnSpPr>
        <p:spPr>
          <a:xfrm>
            <a:off x="1520792" y="3907857"/>
            <a:ext cx="12031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8FD0FA-E445-E33C-9A83-41969C976CC3}"/>
              </a:ext>
            </a:extLst>
          </p:cNvPr>
          <p:cNvCxnSpPr>
            <a:cxnSpLocks/>
          </p:cNvCxnSpPr>
          <p:nvPr/>
        </p:nvCxnSpPr>
        <p:spPr>
          <a:xfrm>
            <a:off x="3165107" y="4186990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DF8708-623F-6EF2-F304-3922AB726555}"/>
              </a:ext>
            </a:extLst>
          </p:cNvPr>
          <p:cNvCxnSpPr>
            <a:cxnSpLocks/>
          </p:cNvCxnSpPr>
          <p:nvPr/>
        </p:nvCxnSpPr>
        <p:spPr>
          <a:xfrm>
            <a:off x="5829700" y="4406766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D7C7860-5130-0D2E-81C9-2FF60824F916}"/>
              </a:ext>
            </a:extLst>
          </p:cNvPr>
          <p:cNvCxnSpPr>
            <a:cxnSpLocks/>
          </p:cNvCxnSpPr>
          <p:nvPr/>
        </p:nvCxnSpPr>
        <p:spPr>
          <a:xfrm>
            <a:off x="6193856" y="3895023"/>
            <a:ext cx="11502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6CB415D-02D4-54EF-DEAE-0491CA934CD3}"/>
              </a:ext>
            </a:extLst>
          </p:cNvPr>
          <p:cNvCxnSpPr>
            <a:cxnSpLocks/>
          </p:cNvCxnSpPr>
          <p:nvPr/>
        </p:nvCxnSpPr>
        <p:spPr>
          <a:xfrm>
            <a:off x="2056598" y="3636746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8ABEF306-A78B-9FFD-476E-C479A59476F0}"/>
                  </a:ext>
                </a:extLst>
              </p14:cNvPr>
              <p14:cNvContentPartPr/>
              <p14:nvPr/>
            </p14:nvContentPartPr>
            <p14:xfrm>
              <a:off x="2165059" y="3799326"/>
              <a:ext cx="1983600" cy="39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8ABEF306-A78B-9FFD-476E-C479A59476F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58938" y="3793206"/>
                <a:ext cx="1995842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0E7CD5A8-0BF3-AE82-C012-4FEDB9759570}"/>
                  </a:ext>
                </a:extLst>
              </p14:cNvPr>
              <p14:cNvContentPartPr/>
              <p14:nvPr/>
            </p14:nvContentPartPr>
            <p14:xfrm>
              <a:off x="4530619" y="4021806"/>
              <a:ext cx="2361240" cy="396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0E7CD5A8-0BF3-AE82-C012-4FEDB975957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24499" y="4015686"/>
                <a:ext cx="23734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031B33AF-92DD-333C-9EA0-E5AC41C4C1ED}"/>
                  </a:ext>
                </a:extLst>
              </p14:cNvPr>
              <p14:cNvContentPartPr/>
              <p14:nvPr/>
            </p14:nvContentPartPr>
            <p14:xfrm>
              <a:off x="3070099" y="3031086"/>
              <a:ext cx="3562560" cy="846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031B33AF-92DD-333C-9EA0-E5AC41C4C1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063979" y="3024966"/>
                <a:ext cx="3574800" cy="85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32909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16335-17CA-09AE-E823-67E890538B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455B2-69C6-CB18-38D9-EB76E4016F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D9BA9-AC5E-1FBC-9F52-B7440E7C40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 must also remember that a scaffold is a linear structure: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76F85B-A58B-E130-7394-EC7D48A7A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8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53F931-E661-4F7C-3535-A57F73BB51B0}"/>
              </a:ext>
            </a:extLst>
          </p:cNvPr>
          <p:cNvCxnSpPr/>
          <p:nvPr/>
        </p:nvCxnSpPr>
        <p:spPr>
          <a:xfrm>
            <a:off x="130045" y="3741174"/>
            <a:ext cx="12031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7AD007-0DED-EFCE-D278-6CCAF906A996}"/>
              </a:ext>
            </a:extLst>
          </p:cNvPr>
          <p:cNvCxnSpPr>
            <a:cxnSpLocks/>
          </p:cNvCxnSpPr>
          <p:nvPr/>
        </p:nvCxnSpPr>
        <p:spPr>
          <a:xfrm>
            <a:off x="1774360" y="4020307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6B201F3-0851-015A-27C5-D01AE75FA8EA}"/>
              </a:ext>
            </a:extLst>
          </p:cNvPr>
          <p:cNvCxnSpPr>
            <a:cxnSpLocks/>
          </p:cNvCxnSpPr>
          <p:nvPr/>
        </p:nvCxnSpPr>
        <p:spPr>
          <a:xfrm>
            <a:off x="4438953" y="4240083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B2280B4-98CE-F630-103C-7B45D714529A}"/>
              </a:ext>
            </a:extLst>
          </p:cNvPr>
          <p:cNvCxnSpPr>
            <a:cxnSpLocks/>
          </p:cNvCxnSpPr>
          <p:nvPr/>
        </p:nvCxnSpPr>
        <p:spPr>
          <a:xfrm>
            <a:off x="10746605" y="4240083"/>
            <a:ext cx="11502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B74FCEE-3E38-89E2-CAE4-CC5899A8FD85}"/>
              </a:ext>
            </a:extLst>
          </p:cNvPr>
          <p:cNvCxnSpPr>
            <a:cxnSpLocks/>
          </p:cNvCxnSpPr>
          <p:nvPr/>
        </p:nvCxnSpPr>
        <p:spPr>
          <a:xfrm>
            <a:off x="6609347" y="3981806"/>
            <a:ext cx="206141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2477A4A-6961-6D6E-819A-6A2CE60DD5E2}"/>
                  </a:ext>
                </a:extLst>
              </p14:cNvPr>
              <p14:cNvContentPartPr/>
              <p14:nvPr/>
            </p14:nvContentPartPr>
            <p14:xfrm>
              <a:off x="774312" y="3632643"/>
              <a:ext cx="1983600" cy="39744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2477A4A-6961-6D6E-819A-6A2CE60DD5E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8191" y="3626523"/>
                <a:ext cx="1995842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385408A-5B8B-54F1-DF7B-6BCD63BB524A}"/>
                  </a:ext>
                </a:extLst>
              </p14:cNvPr>
              <p14:cNvContentPartPr/>
              <p14:nvPr/>
            </p14:nvContentPartPr>
            <p14:xfrm>
              <a:off x="3139872" y="3855123"/>
              <a:ext cx="2361240" cy="3960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385408A-5B8B-54F1-DF7B-6BCD63BB524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33752" y="3849003"/>
                <a:ext cx="2373480" cy="40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06278CC-7FBA-31C5-FB01-0A2A3681A495}"/>
                  </a:ext>
                </a:extLst>
              </p14:cNvPr>
              <p14:cNvContentPartPr/>
              <p14:nvPr/>
            </p14:nvContentPartPr>
            <p14:xfrm>
              <a:off x="7622848" y="3376146"/>
              <a:ext cx="3562560" cy="846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06278CC-7FBA-31C5-FB01-0A2A3681A49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616728" y="3370026"/>
                <a:ext cx="3574800" cy="858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70266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56500-20DD-5DBB-BD70-30BE33118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FBCCA-663D-7473-6112-1D89D11461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76831"/>
          </a:xfrm>
        </p:spPr>
        <p:txBody>
          <a:bodyPr/>
          <a:lstStyle/>
          <a:p>
            <a:r>
              <a:rPr lang="en-US" dirty="0"/>
              <a:t>Produce file containing five columns:</a:t>
            </a:r>
            <a:br>
              <a:rPr lang="en-US" dirty="0"/>
            </a:br>
            <a:r>
              <a:rPr lang="en-US" dirty="0"/>
              <a:t>scaffold1 scaffold2 weight distance orientation</a:t>
            </a:r>
            <a:br>
              <a:rPr lang="en-US" dirty="0"/>
            </a:br>
            <a:r>
              <a:rPr lang="en-US" dirty="0"/>
              <a:t>…</a:t>
            </a:r>
          </a:p>
          <a:p>
            <a:r>
              <a:rPr lang="en-US" dirty="0"/>
              <a:t>Make sure the “distance” does not place scaffolds on top of each other in any line</a:t>
            </a:r>
          </a:p>
          <a:p>
            <a:r>
              <a:rPr lang="en-US" dirty="0"/>
              <a:t>Sort by weight</a:t>
            </a:r>
          </a:p>
          <a:p>
            <a:r>
              <a:rPr lang="en-US" dirty="0"/>
              <a:t>Use greedy algorithm: choose the line with the highest weight, record the merge</a:t>
            </a:r>
          </a:p>
          <a:p>
            <a:r>
              <a:rPr lang="en-US" dirty="0"/>
              <a:t>Choose the line with the next highest weight and merge</a:t>
            </a:r>
            <a:r>
              <a:rPr lang="en-US"/>
              <a:t>…etc.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9B3750-C657-19AA-2676-7B55D9E52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587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5F26D-637F-7AC5-7877-7214D355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Scaffolding with </a:t>
            </a:r>
            <a:r>
              <a:rPr lang="en-US" dirty="0" err="1"/>
              <a:t>HiC</a:t>
            </a:r>
            <a:r>
              <a:rPr lang="en-US" dirty="0"/>
              <a:t>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2E2B39-2653-0397-7528-49F5DE691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10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C8296EC-CDFC-8ABE-8726-F4A4E8C22295}"/>
                  </a:ext>
                </a:extLst>
              </p14:cNvPr>
              <p14:cNvContentPartPr/>
              <p14:nvPr/>
            </p14:nvContentPartPr>
            <p14:xfrm>
              <a:off x="1533120" y="3068554"/>
              <a:ext cx="7830360" cy="183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C8296EC-CDFC-8ABE-8726-F4A4E8C2229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24480" y="3059554"/>
                <a:ext cx="7848000" cy="20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4DF7E8AC-A130-3150-1A60-FDC345F5C99B}"/>
                  </a:ext>
                </a:extLst>
              </p14:cNvPr>
              <p14:cNvContentPartPr/>
              <p14:nvPr/>
            </p14:nvContentPartPr>
            <p14:xfrm>
              <a:off x="1647375" y="4817070"/>
              <a:ext cx="6689160" cy="2322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4DF7E8AC-A130-3150-1A60-FDC345F5C99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38735" y="4808070"/>
                <a:ext cx="6706800" cy="249840"/>
              </a:xfrm>
              <a:prstGeom prst="rect">
                <a:avLst/>
              </a:prstGeom>
            </p:spPr>
          </p:pic>
        </mc:Fallback>
      </mc:AlternateContent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DE1B588-48AC-2A57-581B-673210CD1131}"/>
              </a:ext>
            </a:extLst>
          </p:cNvPr>
          <p:cNvCxnSpPr/>
          <p:nvPr/>
        </p:nvCxnSpPr>
        <p:spPr>
          <a:xfrm>
            <a:off x="2466975" y="284797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9B6D4DD-A7D3-198B-2199-79FA37B15109}"/>
              </a:ext>
            </a:extLst>
          </p:cNvPr>
          <p:cNvCxnSpPr/>
          <p:nvPr/>
        </p:nvCxnSpPr>
        <p:spPr>
          <a:xfrm>
            <a:off x="6257925" y="3013588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3188086-5D46-D094-28C5-4729B16740CD}"/>
              </a:ext>
            </a:extLst>
          </p:cNvPr>
          <p:cNvCxnSpPr/>
          <p:nvPr/>
        </p:nvCxnSpPr>
        <p:spPr>
          <a:xfrm>
            <a:off x="4238625" y="290004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E5A3213-7D82-0DAD-824D-F06305C284DE}"/>
              </a:ext>
            </a:extLst>
          </p:cNvPr>
          <p:cNvCxnSpPr/>
          <p:nvPr/>
        </p:nvCxnSpPr>
        <p:spPr>
          <a:xfrm>
            <a:off x="5127625" y="29000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310791E-89A2-9F7A-4718-8C068604C5AB}"/>
              </a:ext>
            </a:extLst>
          </p:cNvPr>
          <p:cNvSpPr/>
          <p:nvPr/>
        </p:nvSpPr>
        <p:spPr>
          <a:xfrm>
            <a:off x="4400550" y="209041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3705556-44D8-D0A6-3FFC-778B9C854CE9}"/>
              </a:ext>
            </a:extLst>
          </p:cNvPr>
          <p:cNvCxnSpPr/>
          <p:nvPr/>
        </p:nvCxnSpPr>
        <p:spPr>
          <a:xfrm>
            <a:off x="5791200" y="2909564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9EE24FD-DB73-04ED-DC64-D58AE5C27530}"/>
              </a:ext>
            </a:extLst>
          </p:cNvPr>
          <p:cNvCxnSpPr/>
          <p:nvPr/>
        </p:nvCxnSpPr>
        <p:spPr>
          <a:xfrm>
            <a:off x="6680200" y="2909564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EBE7A47-C638-99E8-3F34-FB340B0A71CE}"/>
              </a:ext>
            </a:extLst>
          </p:cNvPr>
          <p:cNvSpPr/>
          <p:nvPr/>
        </p:nvSpPr>
        <p:spPr>
          <a:xfrm>
            <a:off x="5953125" y="2099937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20DB376-312E-6447-DAE9-09E3D4438030}"/>
              </a:ext>
            </a:extLst>
          </p:cNvPr>
          <p:cNvCxnSpPr/>
          <p:nvPr/>
        </p:nvCxnSpPr>
        <p:spPr>
          <a:xfrm>
            <a:off x="3028950" y="475061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721D3BD-326B-8110-A44F-71E3404621A3}"/>
              </a:ext>
            </a:extLst>
          </p:cNvPr>
          <p:cNvCxnSpPr/>
          <p:nvPr/>
        </p:nvCxnSpPr>
        <p:spPr>
          <a:xfrm>
            <a:off x="3917950" y="475061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71AF64B-34D0-123C-DD07-F7E631000F30}"/>
              </a:ext>
            </a:extLst>
          </p:cNvPr>
          <p:cNvSpPr/>
          <p:nvPr/>
        </p:nvSpPr>
        <p:spPr>
          <a:xfrm>
            <a:off x="3190875" y="394098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1228649-8CEA-E7C5-48C8-D9F1669EF4CD}"/>
              </a:ext>
            </a:extLst>
          </p:cNvPr>
          <p:cNvCxnSpPr/>
          <p:nvPr/>
        </p:nvCxnSpPr>
        <p:spPr>
          <a:xfrm>
            <a:off x="3670300" y="467118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1E982CC-406C-16B0-29EC-E652B5D59287}"/>
              </a:ext>
            </a:extLst>
          </p:cNvPr>
          <p:cNvCxnSpPr/>
          <p:nvPr/>
        </p:nvCxnSpPr>
        <p:spPr>
          <a:xfrm>
            <a:off x="4559300" y="4671180"/>
            <a:ext cx="381000" cy="0"/>
          </a:xfrm>
          <a:prstGeom prst="straightConnector1">
            <a:avLst/>
          </a:prstGeom>
          <a:ln w="317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226AC43-BEE6-5463-187C-49625E652F2E}"/>
              </a:ext>
            </a:extLst>
          </p:cNvPr>
          <p:cNvSpPr/>
          <p:nvPr/>
        </p:nvSpPr>
        <p:spPr>
          <a:xfrm>
            <a:off x="3832225" y="386155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371F950-534F-4C5B-65FF-B17691AC67CB}"/>
              </a:ext>
            </a:extLst>
          </p:cNvPr>
          <p:cNvCxnSpPr>
            <a:cxnSpLocks/>
          </p:cNvCxnSpPr>
          <p:nvPr/>
        </p:nvCxnSpPr>
        <p:spPr>
          <a:xfrm>
            <a:off x="4965700" y="478384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340D12C-C9F5-72C3-4DD1-F1FF54C77862}"/>
              </a:ext>
            </a:extLst>
          </p:cNvPr>
          <p:cNvCxnSpPr>
            <a:cxnSpLocks/>
          </p:cNvCxnSpPr>
          <p:nvPr/>
        </p:nvCxnSpPr>
        <p:spPr>
          <a:xfrm>
            <a:off x="6299200" y="479565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EB97FA8A-176C-E7A8-AC5D-5ECB1D7852FB}"/>
              </a:ext>
            </a:extLst>
          </p:cNvPr>
          <p:cNvSpPr/>
          <p:nvPr/>
        </p:nvSpPr>
        <p:spPr>
          <a:xfrm>
            <a:off x="5127625" y="3974213"/>
            <a:ext cx="132080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7E3447D-C9CA-30DC-425A-606924CD602B}"/>
              </a:ext>
            </a:extLst>
          </p:cNvPr>
          <p:cNvCxnSpPr/>
          <p:nvPr/>
        </p:nvCxnSpPr>
        <p:spPr>
          <a:xfrm>
            <a:off x="4391025" y="30524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5D756661-C434-ECEC-1356-F09AACA9A506}"/>
              </a:ext>
            </a:extLst>
          </p:cNvPr>
          <p:cNvCxnSpPr/>
          <p:nvPr/>
        </p:nvCxnSpPr>
        <p:spPr>
          <a:xfrm>
            <a:off x="5280025" y="30524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431C7A63-9F02-F623-5881-9807C4E113B4}"/>
              </a:ext>
            </a:extLst>
          </p:cNvPr>
          <p:cNvSpPr/>
          <p:nvPr/>
        </p:nvSpPr>
        <p:spPr>
          <a:xfrm>
            <a:off x="4552950" y="224281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53ECE987-50DF-2219-BEC8-947BACE48A0C}"/>
              </a:ext>
            </a:extLst>
          </p:cNvPr>
          <p:cNvCxnSpPr/>
          <p:nvPr/>
        </p:nvCxnSpPr>
        <p:spPr>
          <a:xfrm>
            <a:off x="1733550" y="475061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F59B62A-BCC0-BA89-B26B-FB01DEFC0C5B}"/>
              </a:ext>
            </a:extLst>
          </p:cNvPr>
          <p:cNvCxnSpPr/>
          <p:nvPr/>
        </p:nvCxnSpPr>
        <p:spPr>
          <a:xfrm>
            <a:off x="7385050" y="474824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9BAF0540-B78F-39E0-1289-B3920FF94E75}"/>
              </a:ext>
            </a:extLst>
          </p:cNvPr>
          <p:cNvSpPr/>
          <p:nvPr/>
        </p:nvSpPr>
        <p:spPr>
          <a:xfrm>
            <a:off x="1895475" y="3940983"/>
            <a:ext cx="563880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2E79611-0A2E-7D4A-ADEB-0A3CB6C98270}"/>
              </a:ext>
            </a:extLst>
          </p:cNvPr>
          <p:cNvCxnSpPr/>
          <p:nvPr/>
        </p:nvCxnSpPr>
        <p:spPr>
          <a:xfrm>
            <a:off x="1571625" y="2810379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3DD3A0D-5673-20F5-D2A0-C047DAC91276}"/>
              </a:ext>
            </a:extLst>
          </p:cNvPr>
          <p:cNvCxnSpPr/>
          <p:nvPr/>
        </p:nvCxnSpPr>
        <p:spPr>
          <a:xfrm>
            <a:off x="7531100" y="2810379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1BDC7D7-BB37-DE6C-4382-3F7469354585}"/>
              </a:ext>
            </a:extLst>
          </p:cNvPr>
          <p:cNvSpPr/>
          <p:nvPr/>
        </p:nvSpPr>
        <p:spPr>
          <a:xfrm>
            <a:off x="1733550" y="2000752"/>
            <a:ext cx="59245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1EC61FF8-9FCB-23BF-1010-E4CDDBF84C87}"/>
              </a:ext>
            </a:extLst>
          </p:cNvPr>
          <p:cNvCxnSpPr/>
          <p:nvPr/>
        </p:nvCxnSpPr>
        <p:spPr>
          <a:xfrm>
            <a:off x="5610225" y="462419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A8BF60E4-A8DA-B555-A524-1FBD788A28EF}"/>
              </a:ext>
            </a:extLst>
          </p:cNvPr>
          <p:cNvCxnSpPr/>
          <p:nvPr/>
        </p:nvCxnSpPr>
        <p:spPr>
          <a:xfrm>
            <a:off x="6543675" y="462419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A6669BF-82A8-C194-93EB-0D0460DBDDF7}"/>
              </a:ext>
            </a:extLst>
          </p:cNvPr>
          <p:cNvSpPr/>
          <p:nvPr/>
        </p:nvSpPr>
        <p:spPr>
          <a:xfrm>
            <a:off x="5800725" y="3810129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75E74A5-C79A-DF90-E400-3B7452BFC274}"/>
              </a:ext>
            </a:extLst>
          </p:cNvPr>
          <p:cNvCxnSpPr/>
          <p:nvPr/>
        </p:nvCxnSpPr>
        <p:spPr>
          <a:xfrm>
            <a:off x="3859213" y="2773286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53B1D2AD-5EFB-F917-ADE7-4DDFE29CCBE7}"/>
              </a:ext>
            </a:extLst>
          </p:cNvPr>
          <p:cNvCxnSpPr/>
          <p:nvPr/>
        </p:nvCxnSpPr>
        <p:spPr>
          <a:xfrm>
            <a:off x="4748213" y="2773286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107D02C1-7E0C-2DE5-1D01-604485DA446E}"/>
              </a:ext>
            </a:extLst>
          </p:cNvPr>
          <p:cNvSpPr/>
          <p:nvPr/>
        </p:nvSpPr>
        <p:spPr>
          <a:xfrm>
            <a:off x="4021138" y="1963659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DC5A4616-9830-C39D-6D7E-50D66B003C58}"/>
              </a:ext>
            </a:extLst>
          </p:cNvPr>
          <p:cNvCxnSpPr/>
          <p:nvPr/>
        </p:nvCxnSpPr>
        <p:spPr>
          <a:xfrm>
            <a:off x="5448300" y="273876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638C9453-5050-7181-6709-0E7D0400D7FE}"/>
              </a:ext>
            </a:extLst>
          </p:cNvPr>
          <p:cNvCxnSpPr/>
          <p:nvPr/>
        </p:nvCxnSpPr>
        <p:spPr>
          <a:xfrm>
            <a:off x="6337300" y="273876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B9ABDE01-0756-2D2E-CC85-AFD0843B7C35}"/>
              </a:ext>
            </a:extLst>
          </p:cNvPr>
          <p:cNvSpPr/>
          <p:nvPr/>
        </p:nvSpPr>
        <p:spPr>
          <a:xfrm>
            <a:off x="5610225" y="1929138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DC15646-EA04-55AD-955C-4054D90E7B6D}"/>
              </a:ext>
            </a:extLst>
          </p:cNvPr>
          <p:cNvCxnSpPr/>
          <p:nvPr/>
        </p:nvCxnSpPr>
        <p:spPr>
          <a:xfrm>
            <a:off x="4076700" y="4482579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798D9C3-BC84-6B8C-7543-9E97D7F77448}"/>
              </a:ext>
            </a:extLst>
          </p:cNvPr>
          <p:cNvCxnSpPr/>
          <p:nvPr/>
        </p:nvCxnSpPr>
        <p:spPr>
          <a:xfrm>
            <a:off x="5330825" y="4482579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AA6BA50E-72D3-507E-D5F0-C304D7BFD9E1}"/>
              </a:ext>
            </a:extLst>
          </p:cNvPr>
          <p:cNvSpPr/>
          <p:nvPr/>
        </p:nvSpPr>
        <p:spPr>
          <a:xfrm>
            <a:off x="4238624" y="3672952"/>
            <a:ext cx="1330325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2016503C-3852-6FF6-B0BD-F4522D32EBE9}"/>
              </a:ext>
            </a:extLst>
          </p:cNvPr>
          <p:cNvCxnSpPr/>
          <p:nvPr/>
        </p:nvCxnSpPr>
        <p:spPr>
          <a:xfrm>
            <a:off x="2809875" y="4495299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503E43B-CFDA-5D5D-1F65-2576668E6AD1}"/>
              </a:ext>
            </a:extLst>
          </p:cNvPr>
          <p:cNvCxnSpPr/>
          <p:nvPr/>
        </p:nvCxnSpPr>
        <p:spPr>
          <a:xfrm>
            <a:off x="3009901" y="2756672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Freeform: Shape 54">
            <a:extLst>
              <a:ext uri="{FF2B5EF4-FFF2-40B4-BE49-F238E27FC236}">
                <a16:creationId xmlns:a16="http://schemas.microsoft.com/office/drawing/2014/main" id="{9FB3E86F-6EB3-E3DA-EDF1-90196EBA5F26}"/>
              </a:ext>
            </a:extLst>
          </p:cNvPr>
          <p:cNvSpPr/>
          <p:nvPr/>
        </p:nvSpPr>
        <p:spPr>
          <a:xfrm>
            <a:off x="2282826" y="1947045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0BB22E6-B90E-98D5-4A7A-3C6EA0647084}"/>
              </a:ext>
            </a:extLst>
          </p:cNvPr>
          <p:cNvCxnSpPr/>
          <p:nvPr/>
        </p:nvCxnSpPr>
        <p:spPr>
          <a:xfrm>
            <a:off x="7343775" y="294501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57748CCA-4C1F-1592-A1B1-B0FAA0BBEBFE}"/>
              </a:ext>
            </a:extLst>
          </p:cNvPr>
          <p:cNvCxnSpPr/>
          <p:nvPr/>
        </p:nvCxnSpPr>
        <p:spPr>
          <a:xfrm>
            <a:off x="8232775" y="2945015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Freeform: Shape 57">
            <a:extLst>
              <a:ext uri="{FF2B5EF4-FFF2-40B4-BE49-F238E27FC236}">
                <a16:creationId xmlns:a16="http://schemas.microsoft.com/office/drawing/2014/main" id="{0C5B7386-0BBD-B527-6F10-DB7562807D3D}"/>
              </a:ext>
            </a:extLst>
          </p:cNvPr>
          <p:cNvSpPr/>
          <p:nvPr/>
        </p:nvSpPr>
        <p:spPr>
          <a:xfrm>
            <a:off x="7505700" y="2135388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BC1A2884-EE32-EABF-F5D8-06E84BE89388}"/>
              </a:ext>
            </a:extLst>
          </p:cNvPr>
          <p:cNvCxnSpPr/>
          <p:nvPr/>
        </p:nvCxnSpPr>
        <p:spPr>
          <a:xfrm>
            <a:off x="2441575" y="467118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17440287-E244-C82C-35F0-88628BB7EC96}"/>
              </a:ext>
            </a:extLst>
          </p:cNvPr>
          <p:cNvCxnSpPr/>
          <p:nvPr/>
        </p:nvCxnSpPr>
        <p:spPr>
          <a:xfrm>
            <a:off x="3330575" y="467118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Freeform: Shape 60">
            <a:extLst>
              <a:ext uri="{FF2B5EF4-FFF2-40B4-BE49-F238E27FC236}">
                <a16:creationId xmlns:a16="http://schemas.microsoft.com/office/drawing/2014/main" id="{FE720001-5C9F-0F5F-E803-F6DA69EE5235}"/>
              </a:ext>
            </a:extLst>
          </p:cNvPr>
          <p:cNvSpPr/>
          <p:nvPr/>
        </p:nvSpPr>
        <p:spPr>
          <a:xfrm>
            <a:off x="2603500" y="386155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20C6D6D4-BBBD-0491-5615-EE32B1B8FA2A}"/>
              </a:ext>
            </a:extLst>
          </p:cNvPr>
          <p:cNvCxnSpPr/>
          <p:nvPr/>
        </p:nvCxnSpPr>
        <p:spPr>
          <a:xfrm>
            <a:off x="6877050" y="48300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A861F74E-2024-26A9-82F7-11496BD6159A}"/>
              </a:ext>
            </a:extLst>
          </p:cNvPr>
          <p:cNvCxnSpPr/>
          <p:nvPr/>
        </p:nvCxnSpPr>
        <p:spPr>
          <a:xfrm>
            <a:off x="7766050" y="483004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Freeform: Shape 63">
            <a:extLst>
              <a:ext uri="{FF2B5EF4-FFF2-40B4-BE49-F238E27FC236}">
                <a16:creationId xmlns:a16="http://schemas.microsoft.com/office/drawing/2014/main" id="{5EA00AD2-FDD3-8F85-ED9B-2135F74E40F0}"/>
              </a:ext>
            </a:extLst>
          </p:cNvPr>
          <p:cNvSpPr/>
          <p:nvPr/>
        </p:nvSpPr>
        <p:spPr>
          <a:xfrm>
            <a:off x="7038975" y="4020413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E78907D9-7D69-CC8D-65F5-E0A49D080F6A}"/>
              </a:ext>
            </a:extLst>
          </p:cNvPr>
          <p:cNvCxnSpPr/>
          <p:nvPr/>
        </p:nvCxnSpPr>
        <p:spPr>
          <a:xfrm>
            <a:off x="2857500" y="2945015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B9A48C1-B456-28C2-B863-7C90D310B568}"/>
              </a:ext>
            </a:extLst>
          </p:cNvPr>
          <p:cNvCxnSpPr/>
          <p:nvPr/>
        </p:nvCxnSpPr>
        <p:spPr>
          <a:xfrm>
            <a:off x="3746500" y="2945015"/>
            <a:ext cx="381000" cy="0"/>
          </a:xfrm>
          <a:prstGeom prst="straightConnector1">
            <a:avLst/>
          </a:prstGeom>
          <a:ln w="31750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Freeform: Shape 66">
            <a:extLst>
              <a:ext uri="{FF2B5EF4-FFF2-40B4-BE49-F238E27FC236}">
                <a16:creationId xmlns:a16="http://schemas.microsoft.com/office/drawing/2014/main" id="{7163A55F-AF74-5DAF-D3FD-743A5599BDE4}"/>
              </a:ext>
            </a:extLst>
          </p:cNvPr>
          <p:cNvSpPr/>
          <p:nvPr/>
        </p:nvSpPr>
        <p:spPr>
          <a:xfrm>
            <a:off x="3019425" y="2135388"/>
            <a:ext cx="933450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Freeform: Shape 67">
            <a:extLst>
              <a:ext uri="{FF2B5EF4-FFF2-40B4-BE49-F238E27FC236}">
                <a16:creationId xmlns:a16="http://schemas.microsoft.com/office/drawing/2014/main" id="{169DE915-FFA2-2932-9F6F-86BCBA38D979}"/>
              </a:ext>
            </a:extLst>
          </p:cNvPr>
          <p:cNvSpPr/>
          <p:nvPr/>
        </p:nvSpPr>
        <p:spPr>
          <a:xfrm>
            <a:off x="2962275" y="1798101"/>
            <a:ext cx="3486150" cy="2707224"/>
          </a:xfrm>
          <a:custGeom>
            <a:avLst/>
            <a:gdLst>
              <a:gd name="connsiteX0" fmla="*/ 0 w 3486150"/>
              <a:gd name="connsiteY0" fmla="*/ 2707224 h 2707224"/>
              <a:gd name="connsiteX1" fmla="*/ 2390775 w 3486150"/>
              <a:gd name="connsiteY1" fmla="*/ 30699 h 2707224"/>
              <a:gd name="connsiteX2" fmla="*/ 3486150 w 3486150"/>
              <a:gd name="connsiteY2" fmla="*/ 1221324 h 27072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86150" h="2707224">
                <a:moveTo>
                  <a:pt x="0" y="2707224"/>
                </a:moveTo>
                <a:cubicBezTo>
                  <a:pt x="904875" y="1492786"/>
                  <a:pt x="1809750" y="278349"/>
                  <a:pt x="2390775" y="30699"/>
                </a:cubicBezTo>
                <a:cubicBezTo>
                  <a:pt x="2971800" y="-216951"/>
                  <a:pt x="3330575" y="1111787"/>
                  <a:pt x="3486150" y="1221324"/>
                </a:cubicBezTo>
              </a:path>
            </a:pathLst>
          </a:cu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A61CF65B-4083-CA65-960B-0951C21F0DB1}"/>
              </a:ext>
            </a:extLst>
          </p:cNvPr>
          <p:cNvCxnSpPr/>
          <p:nvPr/>
        </p:nvCxnSpPr>
        <p:spPr>
          <a:xfrm>
            <a:off x="2638425" y="4783840"/>
            <a:ext cx="381000" cy="0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F1F91D81-1220-43E6-425D-13886437BD6F}"/>
              </a:ext>
            </a:extLst>
          </p:cNvPr>
          <p:cNvCxnSpPr/>
          <p:nvPr/>
        </p:nvCxnSpPr>
        <p:spPr>
          <a:xfrm>
            <a:off x="5775100" y="4766460"/>
            <a:ext cx="381000" cy="0"/>
          </a:xfrm>
          <a:prstGeom prst="straightConnector1">
            <a:avLst/>
          </a:prstGeom>
          <a:ln w="317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21A78C2D-2BD8-59BD-CE45-BC90D9F8DADD}"/>
              </a:ext>
            </a:extLst>
          </p:cNvPr>
          <p:cNvSpPr/>
          <p:nvPr/>
        </p:nvSpPr>
        <p:spPr>
          <a:xfrm>
            <a:off x="2857499" y="3959198"/>
            <a:ext cx="3066825" cy="809627"/>
          </a:xfrm>
          <a:custGeom>
            <a:avLst/>
            <a:gdLst>
              <a:gd name="connsiteX0" fmla="*/ 0 w 6305550"/>
              <a:gd name="connsiteY0" fmla="*/ 809627 h 809627"/>
              <a:gd name="connsiteX1" fmla="*/ 3190875 w 6305550"/>
              <a:gd name="connsiteY1" fmla="*/ 2 h 809627"/>
              <a:gd name="connsiteX2" fmla="*/ 6305550 w 6305550"/>
              <a:gd name="connsiteY2" fmla="*/ 800102 h 809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305550" h="809627">
                <a:moveTo>
                  <a:pt x="0" y="809627"/>
                </a:moveTo>
                <a:cubicBezTo>
                  <a:pt x="1069975" y="405608"/>
                  <a:pt x="2139950" y="1589"/>
                  <a:pt x="3190875" y="2"/>
                </a:cubicBezTo>
                <a:cubicBezTo>
                  <a:pt x="4241800" y="-1585"/>
                  <a:pt x="6178550" y="690565"/>
                  <a:pt x="6305550" y="800102"/>
                </a:cubicBezTo>
              </a:path>
            </a:pathLst>
          </a:custGeom>
          <a:noFill/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EBE0451-44CE-978A-CE15-E844C4263E4D}"/>
              </a:ext>
            </a:extLst>
          </p:cNvPr>
          <p:cNvSpPr txBox="1"/>
          <p:nvPr/>
        </p:nvSpPr>
        <p:spPr>
          <a:xfrm>
            <a:off x="933450" y="5543550"/>
            <a:ext cx="946073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Pairs or reads: random orientations, unknown distances</a:t>
            </a:r>
          </a:p>
        </p:txBody>
      </p:sp>
    </p:spTree>
    <p:extLst>
      <p:ext uri="{BB962C8B-B14F-4D97-AF65-F5344CB8AC3E}">
        <p14:creationId xmlns:p14="http://schemas.microsoft.com/office/powerpoint/2010/main" val="475957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311793" y="253798"/>
            <a:ext cx="8603673" cy="738664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dirty="0"/>
              <a:t>Hi-C scaffolding: why it works?</a:t>
            </a:r>
            <a:endParaRPr lang="en-US" i="1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009898-25C4-4402-990A-A393F7094583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2BB783-FBE8-45FF-BD10-50F4D47E4134}"/>
              </a:ext>
            </a:extLst>
          </p:cNvPr>
          <p:cNvSpPr txBox="1"/>
          <p:nvPr/>
        </p:nvSpPr>
        <p:spPr>
          <a:xfrm>
            <a:off x="311793" y="6417864"/>
            <a:ext cx="87476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/>
              <a:t>Image from: https://www.bioconductor.org/packages/release/bioc/vignettes/FitHiC/inst/doc/fithic.html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D2EE49B-CC02-4E4F-8285-CF7E904E8345}"/>
              </a:ext>
            </a:extLst>
          </p:cNvPr>
          <p:cNvSpPr txBox="1"/>
          <p:nvPr/>
        </p:nvSpPr>
        <p:spPr>
          <a:xfrm>
            <a:off x="3447328" y="3259335"/>
            <a:ext cx="386542" cy="37961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B9DBB-D947-4E21-90C1-F117C20BDE2C}"/>
              </a:ext>
            </a:extLst>
          </p:cNvPr>
          <p:cNvSpPr txBox="1"/>
          <p:nvPr/>
        </p:nvSpPr>
        <p:spPr>
          <a:xfrm>
            <a:off x="1514850" y="3734410"/>
            <a:ext cx="19119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8" name="Picture 7" descr="A picture containing shape&#10;&#10;Description automatically generated">
            <a:extLst>
              <a:ext uri="{FF2B5EF4-FFF2-40B4-BE49-F238E27FC236}">
                <a16:creationId xmlns:a16="http://schemas.microsoft.com/office/drawing/2014/main" id="{37377E67-1CB6-4A77-928B-950B11FBBD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62" y="1642026"/>
            <a:ext cx="6413281" cy="4809961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2D17F53-B12D-4C49-AF23-DD699AA578F6}"/>
              </a:ext>
            </a:extLst>
          </p:cNvPr>
          <p:cNvCxnSpPr/>
          <p:nvPr/>
        </p:nvCxnSpPr>
        <p:spPr>
          <a:xfrm>
            <a:off x="7012230" y="3887115"/>
            <a:ext cx="183246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7162EB8-B4F1-4393-BF2E-BE3AE8ED34DF}"/>
              </a:ext>
            </a:extLst>
          </p:cNvPr>
          <p:cNvCxnSpPr/>
          <p:nvPr/>
        </p:nvCxnSpPr>
        <p:spPr>
          <a:xfrm>
            <a:off x="9385486" y="3881755"/>
            <a:ext cx="1832460" cy="0"/>
          </a:xfrm>
          <a:prstGeom prst="line">
            <a:avLst/>
          </a:prstGeom>
          <a:ln w="412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F785F8BD-71B9-4D2F-B23E-EC7D7137BE70}"/>
              </a:ext>
            </a:extLst>
          </p:cNvPr>
          <p:cNvGrpSpPr/>
          <p:nvPr/>
        </p:nvGrpSpPr>
        <p:grpSpPr>
          <a:xfrm>
            <a:off x="8539280" y="3259335"/>
            <a:ext cx="1221640" cy="622420"/>
            <a:chOff x="8539280" y="3259335"/>
            <a:chExt cx="1221640" cy="62242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6BF1084-BE2C-432A-8701-CE80DEBD6245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969A158-CD01-4BFB-995A-231A3A9AC7C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870F5E41-EFC8-43AB-87FF-5A2B00FA70C1}"/>
              </a:ext>
            </a:extLst>
          </p:cNvPr>
          <p:cNvGrpSpPr/>
          <p:nvPr/>
        </p:nvGrpSpPr>
        <p:grpSpPr>
          <a:xfrm>
            <a:off x="8366837" y="3244724"/>
            <a:ext cx="1221640" cy="622420"/>
            <a:chOff x="8539280" y="3259335"/>
            <a:chExt cx="1221640" cy="622420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0BD940DC-4211-483C-9ED4-F366B767B84A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E513302-3BDE-4868-B290-5852BD3EF1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A6CAC75-7AB5-4150-B8E8-EE050319C036}"/>
              </a:ext>
            </a:extLst>
          </p:cNvPr>
          <p:cNvGrpSpPr/>
          <p:nvPr/>
        </p:nvGrpSpPr>
        <p:grpSpPr>
          <a:xfrm>
            <a:off x="8719326" y="3244724"/>
            <a:ext cx="1221640" cy="622420"/>
            <a:chOff x="8539280" y="3259335"/>
            <a:chExt cx="1221640" cy="622420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E8626A1-6040-4D52-B229-BE651D28AD69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8FFA446-67F0-463F-8AB8-D401B061701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82D1ADF-939D-480C-8811-553EAD2DB927}"/>
              </a:ext>
            </a:extLst>
          </p:cNvPr>
          <p:cNvGrpSpPr/>
          <p:nvPr/>
        </p:nvGrpSpPr>
        <p:grpSpPr>
          <a:xfrm>
            <a:off x="8506024" y="3076396"/>
            <a:ext cx="1554086" cy="795373"/>
            <a:chOff x="8539280" y="3259335"/>
            <a:chExt cx="1221640" cy="622420"/>
          </a:xfrm>
        </p:grpSpPr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9CA6352-2B3C-43AB-A24C-1C3AF3E07AF4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3E20AB4-972A-4898-8720-1F24169DB5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BAAA8EC6-F119-4FE6-B11F-54A323133C77}"/>
              </a:ext>
            </a:extLst>
          </p:cNvPr>
          <p:cNvGrpSpPr/>
          <p:nvPr/>
        </p:nvGrpSpPr>
        <p:grpSpPr>
          <a:xfrm>
            <a:off x="8258404" y="3087607"/>
            <a:ext cx="1554086" cy="795373"/>
            <a:chOff x="8539280" y="3259335"/>
            <a:chExt cx="1221640" cy="622420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F733B166-1458-449B-BE18-4789098A4626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4FBEAB9B-72FA-4AE8-8E0D-BFD68CD3713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A9F16FEF-6F3E-416D-A071-7990823796E9}"/>
              </a:ext>
            </a:extLst>
          </p:cNvPr>
          <p:cNvGrpSpPr/>
          <p:nvPr/>
        </p:nvGrpSpPr>
        <p:grpSpPr>
          <a:xfrm>
            <a:off x="8008075" y="2769492"/>
            <a:ext cx="2284050" cy="1116398"/>
            <a:chOff x="8539280" y="3259335"/>
            <a:chExt cx="1221640" cy="622420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2B9FA1F-BB5C-436F-9AA9-8E819EA2652C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B0E5748-AD29-4780-8C6A-76195A9A4D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0CAC719-3A3E-4E70-BE5A-CBB8DF480BDA}"/>
              </a:ext>
            </a:extLst>
          </p:cNvPr>
          <p:cNvGrpSpPr/>
          <p:nvPr/>
        </p:nvGrpSpPr>
        <p:grpSpPr>
          <a:xfrm>
            <a:off x="7435718" y="2070280"/>
            <a:ext cx="3178035" cy="1818060"/>
            <a:chOff x="8539280" y="3259335"/>
            <a:chExt cx="1221640" cy="622420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35B9AFF6-3994-4D0F-81B1-9D9CD451B168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426946F0-8C8E-42F5-881C-A2D087A9273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D738D43D-D296-4754-968C-E615B9CDC50C}"/>
              </a:ext>
            </a:extLst>
          </p:cNvPr>
          <p:cNvGrpSpPr/>
          <p:nvPr/>
        </p:nvGrpSpPr>
        <p:grpSpPr>
          <a:xfrm>
            <a:off x="7111317" y="1509816"/>
            <a:ext cx="4077565" cy="2371939"/>
            <a:chOff x="8539280" y="3259335"/>
            <a:chExt cx="1221640" cy="622420"/>
          </a:xfrm>
        </p:grpSpPr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D6316BB-5440-4030-95BF-0E8AB906D754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48B70D8C-24EB-46A1-9C0E-C37C0EAFD5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538AAC67-5B47-4A87-B8BB-F9D7C266E290}"/>
              </a:ext>
            </a:extLst>
          </p:cNvPr>
          <p:cNvGrpSpPr/>
          <p:nvPr/>
        </p:nvGrpSpPr>
        <p:grpSpPr>
          <a:xfrm>
            <a:off x="7839122" y="2512769"/>
            <a:ext cx="2586945" cy="1352249"/>
            <a:chOff x="8539280" y="3259335"/>
            <a:chExt cx="1221640" cy="622420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2176C3B-2A95-4DA1-88C0-58AE46F204C3}"/>
                </a:ext>
              </a:extLst>
            </p:cNvPr>
            <p:cNvCxnSpPr/>
            <p:nvPr/>
          </p:nvCxnSpPr>
          <p:spPr>
            <a:xfrm flipV="1">
              <a:off x="853928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C09D7FE-3E74-48BD-8FD9-50200B995E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0100" y="3259335"/>
              <a:ext cx="610820" cy="62242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D618F277-4F7D-4111-BD0E-074E6753928C}"/>
              </a:ext>
            </a:extLst>
          </p:cNvPr>
          <p:cNvSpPr txBox="1"/>
          <p:nvPr/>
        </p:nvSpPr>
        <p:spPr>
          <a:xfrm>
            <a:off x="7367238" y="3978862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Contig 1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B808572-E4AF-4C33-B308-A116F2489D83}"/>
              </a:ext>
            </a:extLst>
          </p:cNvPr>
          <p:cNvSpPr txBox="1"/>
          <p:nvPr/>
        </p:nvSpPr>
        <p:spPr>
          <a:xfrm>
            <a:off x="9931037" y="3975898"/>
            <a:ext cx="9584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Contig 2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22E3CA7-5718-4242-93F6-EE75E77E1B80}"/>
              </a:ext>
            </a:extLst>
          </p:cNvPr>
          <p:cNvSpPr txBox="1"/>
          <p:nvPr/>
        </p:nvSpPr>
        <p:spPr>
          <a:xfrm>
            <a:off x="7111317" y="4660300"/>
            <a:ext cx="44298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Many contacts (links) == nearby</a:t>
            </a:r>
          </a:p>
          <a:p>
            <a:r>
              <a:rPr lang="en-US" sz="2400"/>
              <a:t>Few contacts (links) == far away</a:t>
            </a:r>
          </a:p>
        </p:txBody>
      </p:sp>
    </p:spTree>
    <p:extLst>
      <p:ext uri="{BB962C8B-B14F-4D97-AF65-F5344CB8AC3E}">
        <p14:creationId xmlns:p14="http://schemas.microsoft.com/office/powerpoint/2010/main" val="569996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59" grpId="0"/>
      <p:bldP spid="6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C87A7-C029-1172-5C76-CD41D17DB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YaHS</a:t>
            </a:r>
            <a:r>
              <a:rPr lang="en-US" dirty="0"/>
              <a:t> scaffolder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B9ACE-743E-0243-9B57-36834C224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5497380" cy="3918803"/>
          </a:xfrm>
        </p:spPr>
        <p:txBody>
          <a:bodyPr/>
          <a:lstStyle/>
          <a:p>
            <a:r>
              <a:rPr lang="en-US" dirty="0" err="1"/>
              <a:t>YaHS</a:t>
            </a:r>
            <a:r>
              <a:rPr lang="en-US" dirty="0"/>
              <a:t> (Yet another </a:t>
            </a:r>
            <a:r>
              <a:rPr lang="en-US" dirty="0" err="1"/>
              <a:t>HiC</a:t>
            </a:r>
            <a:r>
              <a:rPr lang="en-US" dirty="0"/>
              <a:t> Scaffolder)</a:t>
            </a:r>
          </a:p>
          <a:p>
            <a:pPr lvl="1"/>
            <a:r>
              <a:rPr lang="en-US" dirty="0"/>
              <a:t>Very lightweight and easy to use</a:t>
            </a:r>
          </a:p>
          <a:p>
            <a:pPr lvl="1"/>
            <a:r>
              <a:rPr lang="en-US" dirty="0"/>
              <a:t>Input aligned </a:t>
            </a:r>
            <a:r>
              <a:rPr lang="en-US" dirty="0" err="1"/>
              <a:t>HiC</a:t>
            </a:r>
            <a:r>
              <a:rPr lang="en-US" dirty="0"/>
              <a:t> reads (bam) and assembly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A8A52-957B-4F7F-0FE8-6BFE0E27D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E6D16F-89AB-9D23-98EC-E79E43114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7438" y="1508723"/>
            <a:ext cx="5678526" cy="207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841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423D-4484-3F65-D8B5-8EE04CFF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Errors in genome assemblies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ADD349-F89E-FD69-9964-FBA923DD64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Repeats in the genome and errors in the reads cause errors</a:t>
            </a:r>
          </a:p>
          <a:p>
            <a:endParaRPr lang="en-US" dirty="0"/>
          </a:p>
          <a:p>
            <a:r>
              <a:rPr lang="en-US" dirty="0"/>
              <a:t>Large scale structural errors:</a:t>
            </a:r>
          </a:p>
          <a:p>
            <a:pPr lvl="1"/>
            <a:r>
              <a:rPr lang="en-US" dirty="0"/>
              <a:t>Chimeric contigs, contain two sequences erroneously merged</a:t>
            </a:r>
          </a:p>
          <a:p>
            <a:pPr lvl="1"/>
            <a:r>
              <a:rPr lang="en-US" dirty="0"/>
              <a:t>Insertions or deletions (e.g. wrong number of repeat copies)</a:t>
            </a:r>
          </a:p>
          <a:p>
            <a:endParaRPr lang="en-US" dirty="0"/>
          </a:p>
          <a:p>
            <a:r>
              <a:rPr lang="en-US" dirty="0"/>
              <a:t>Small scale errors</a:t>
            </a:r>
          </a:p>
          <a:p>
            <a:pPr lvl="1"/>
            <a:r>
              <a:rPr lang="en-US" dirty="0"/>
              <a:t>Insertions or deletions of up to 5-10 bases</a:t>
            </a:r>
          </a:p>
          <a:p>
            <a:pPr lvl="1"/>
            <a:r>
              <a:rPr lang="en-US" dirty="0"/>
              <a:t>Substitutions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F51E34-9EF2-88F9-3254-27793F61B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885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CA8F5-D98F-C7A6-AC9A-2363FFDDB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BA23E-562C-1A80-26F5-5CB462C04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post-processing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4602D2-295D-C5AB-5CD7-E6EEA2978F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833136"/>
          </a:xfrm>
        </p:spPr>
        <p:txBody>
          <a:bodyPr>
            <a:normAutofit/>
          </a:bodyPr>
          <a:lstStyle/>
          <a:p>
            <a:r>
              <a:rPr lang="en-US" dirty="0"/>
              <a:t>Detection and correction of structural errors</a:t>
            </a:r>
          </a:p>
          <a:p>
            <a:r>
              <a:rPr lang="en-US" dirty="0"/>
              <a:t>Premise: assembly must be </a:t>
            </a:r>
            <a:r>
              <a:rPr lang="en-US" u="sng" dirty="0"/>
              <a:t>consistent</a:t>
            </a:r>
            <a:r>
              <a:rPr lang="en-US" dirty="0"/>
              <a:t> with the reads</a:t>
            </a:r>
            <a:br>
              <a:rPr lang="en-US" dirty="0"/>
            </a:br>
            <a:endParaRPr lang="en-US" dirty="0"/>
          </a:p>
          <a:p>
            <a:r>
              <a:rPr lang="en-US" dirty="0"/>
              <a:t>Assemblers typically just output contigs, they do not report how these contigs were built from the reads</a:t>
            </a:r>
          </a:p>
          <a:p>
            <a:r>
              <a:rPr lang="en-US" dirty="0"/>
              <a:t>Once way to evaluate for structural errors is to align the </a:t>
            </a:r>
            <a:r>
              <a:rPr lang="en-US" u="sng" dirty="0"/>
              <a:t>original</a:t>
            </a:r>
            <a:r>
              <a:rPr lang="en-US" dirty="0"/>
              <a:t> reads to the assembled contigs and compute the coverage</a:t>
            </a:r>
          </a:p>
          <a:p>
            <a:pPr lvl="1"/>
            <a:r>
              <a:rPr lang="en-US" dirty="0"/>
              <a:t>Use a single alignment for each read (--secondary=no for </a:t>
            </a:r>
            <a:r>
              <a:rPr lang="en-US" dirty="0" err="1"/>
              <a:t>minimap</a:t>
            </a:r>
            <a:r>
              <a:rPr lang="en-US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B10202-F486-7116-F106-D34342514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47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480F83-0DAE-688E-A1C1-D0C596960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662AB-6E7D-43D8-5370-C8DECB02E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Assembly post-processing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4EB0B7-8248-AB83-7796-B4E3F967F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Detection and correction of structural errors</a:t>
            </a:r>
          </a:p>
          <a:p>
            <a:r>
              <a:rPr lang="en-US" dirty="0"/>
              <a:t>1-2x coverage in the middle of a contig is always suspicious</a:t>
            </a:r>
          </a:p>
          <a:p>
            <a:pPr lvl="1"/>
            <a:r>
              <a:rPr lang="en-US" dirty="0"/>
              <a:t>Must confirm with other evidence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4BC04-11A0-4298-B8C9-E25096471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4075CF-09E6-E15C-CF35-10381AF1AD4E}"/>
              </a:ext>
            </a:extLst>
          </p:cNvPr>
          <p:cNvCxnSpPr>
            <a:cxnSpLocks/>
          </p:cNvCxnSpPr>
          <p:nvPr/>
        </p:nvCxnSpPr>
        <p:spPr>
          <a:xfrm>
            <a:off x="2080660" y="5131938"/>
            <a:ext cx="65676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ECC3792-AEAD-94EF-AE87-2A061EF06F3C}"/>
              </a:ext>
            </a:extLst>
          </p:cNvPr>
          <p:cNvCxnSpPr/>
          <p:nvPr/>
        </p:nvCxnSpPr>
        <p:spPr>
          <a:xfrm>
            <a:off x="2080660" y="4584901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3B54556-8388-38C6-CD6E-D831E1E3779C}"/>
              </a:ext>
            </a:extLst>
          </p:cNvPr>
          <p:cNvCxnSpPr/>
          <p:nvPr/>
        </p:nvCxnSpPr>
        <p:spPr>
          <a:xfrm>
            <a:off x="2491338" y="476617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2BDD61-7EEA-712F-7971-0AD12D4E5A5A}"/>
              </a:ext>
            </a:extLst>
          </p:cNvPr>
          <p:cNvCxnSpPr/>
          <p:nvPr/>
        </p:nvCxnSpPr>
        <p:spPr>
          <a:xfrm>
            <a:off x="3128209" y="4592922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0B0CA3D-D0B3-1BDC-D448-0247A78613A9}"/>
              </a:ext>
            </a:extLst>
          </p:cNvPr>
          <p:cNvCxnSpPr/>
          <p:nvPr/>
        </p:nvCxnSpPr>
        <p:spPr>
          <a:xfrm>
            <a:off x="3607868" y="4772593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B801C0-8F5B-7C22-54E7-A834B444302A}"/>
              </a:ext>
            </a:extLst>
          </p:cNvPr>
          <p:cNvCxnSpPr/>
          <p:nvPr/>
        </p:nvCxnSpPr>
        <p:spPr>
          <a:xfrm>
            <a:off x="4126028" y="4592922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6A121D1-A48B-E254-5145-CE137B21C612}"/>
              </a:ext>
            </a:extLst>
          </p:cNvPr>
          <p:cNvCxnSpPr/>
          <p:nvPr/>
        </p:nvCxnSpPr>
        <p:spPr>
          <a:xfrm>
            <a:off x="4018546" y="493782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4BF3DDE-7315-D079-C659-807EC7FC219C}"/>
              </a:ext>
            </a:extLst>
          </p:cNvPr>
          <p:cNvCxnSpPr/>
          <p:nvPr/>
        </p:nvCxnSpPr>
        <p:spPr>
          <a:xfrm>
            <a:off x="4570394" y="4777405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2095166-AE0E-3818-7CA8-42896052F71F}"/>
              </a:ext>
            </a:extLst>
          </p:cNvPr>
          <p:cNvCxnSpPr/>
          <p:nvPr/>
        </p:nvCxnSpPr>
        <p:spPr>
          <a:xfrm>
            <a:off x="2902016" y="493782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99B7285-8380-169B-11A8-A660A5D26B1E}"/>
              </a:ext>
            </a:extLst>
          </p:cNvPr>
          <p:cNvCxnSpPr/>
          <p:nvPr/>
        </p:nvCxnSpPr>
        <p:spPr>
          <a:xfrm>
            <a:off x="5274644" y="4584901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7B58D3-66D5-5D93-3061-E72DC83C02DC}"/>
              </a:ext>
            </a:extLst>
          </p:cNvPr>
          <p:cNvCxnSpPr/>
          <p:nvPr/>
        </p:nvCxnSpPr>
        <p:spPr>
          <a:xfrm>
            <a:off x="5685322" y="476617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FF3334-ED8A-5A0A-C8D2-426296933E87}"/>
              </a:ext>
            </a:extLst>
          </p:cNvPr>
          <p:cNvCxnSpPr/>
          <p:nvPr/>
        </p:nvCxnSpPr>
        <p:spPr>
          <a:xfrm>
            <a:off x="6322193" y="4592922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2AF5831-4962-B877-ED0B-3175F9B81F78}"/>
              </a:ext>
            </a:extLst>
          </p:cNvPr>
          <p:cNvCxnSpPr/>
          <p:nvPr/>
        </p:nvCxnSpPr>
        <p:spPr>
          <a:xfrm>
            <a:off x="6801852" y="4772593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4AFC78-B9FA-7FE8-0524-D36AA64FD55B}"/>
              </a:ext>
            </a:extLst>
          </p:cNvPr>
          <p:cNvCxnSpPr/>
          <p:nvPr/>
        </p:nvCxnSpPr>
        <p:spPr>
          <a:xfrm>
            <a:off x="7320012" y="4592922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5E6AD9C-3811-6D57-C8AD-94ABD73A9293}"/>
              </a:ext>
            </a:extLst>
          </p:cNvPr>
          <p:cNvCxnSpPr/>
          <p:nvPr/>
        </p:nvCxnSpPr>
        <p:spPr>
          <a:xfrm>
            <a:off x="7212530" y="493782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0AAA77-2812-2C24-B9BE-BE2C43E4CF0D}"/>
              </a:ext>
            </a:extLst>
          </p:cNvPr>
          <p:cNvCxnSpPr/>
          <p:nvPr/>
        </p:nvCxnSpPr>
        <p:spPr>
          <a:xfrm>
            <a:off x="7764378" y="4777405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09E2C7C-8FD5-C173-989F-C49F01CB0191}"/>
              </a:ext>
            </a:extLst>
          </p:cNvPr>
          <p:cNvCxnSpPr/>
          <p:nvPr/>
        </p:nvCxnSpPr>
        <p:spPr>
          <a:xfrm>
            <a:off x="6096000" y="4937827"/>
            <a:ext cx="821356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B7954E41-3AAE-EF4A-3E81-14001685D6FC}"/>
              </a:ext>
            </a:extLst>
          </p:cNvPr>
          <p:cNvCxnSpPr/>
          <p:nvPr/>
        </p:nvCxnSpPr>
        <p:spPr>
          <a:xfrm>
            <a:off x="5340130" y="4254433"/>
            <a:ext cx="0" cy="1366788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182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445EC-A04D-BA63-6D05-F3E19902C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K-</a:t>
            </a:r>
            <a:r>
              <a:rPr lang="en-US" dirty="0" err="1"/>
              <a:t>mers</a:t>
            </a:r>
            <a:r>
              <a:rPr lang="en-US" dirty="0"/>
              <a:t> to find errors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848FB-0028-0C0B-869D-8FCE8A55F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0972800" cy="4939014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All K-</a:t>
            </a:r>
            <a:r>
              <a:rPr lang="en-US" dirty="0" err="1"/>
              <a:t>mers</a:t>
            </a:r>
            <a:r>
              <a:rPr lang="en-US" dirty="0"/>
              <a:t> in the assembly should the present in the reads</a:t>
            </a:r>
          </a:p>
          <a:p>
            <a:pPr lvl="1"/>
            <a:r>
              <a:rPr lang="en-US" dirty="0"/>
              <a:t>It is possible in low-coverage regions for a K-</a:t>
            </a:r>
            <a:r>
              <a:rPr lang="en-US" dirty="0" err="1"/>
              <a:t>mers</a:t>
            </a:r>
            <a:r>
              <a:rPr lang="en-US" dirty="0"/>
              <a:t> in assembly to not be found in any of the reads:</a:t>
            </a:r>
          </a:p>
          <a:p>
            <a:pPr marL="457200" lvl="1" indent="0">
              <a:buNone/>
            </a:pPr>
            <a:br>
              <a:rPr lang="en-US" dirty="0"/>
            </a:b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AGATAGA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CATAGACATAGACA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GG</a:t>
            </a:r>
            <a:b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AGATAGACA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ATAGACA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GACA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AGCAG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AGA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AGACATAG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CA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lvl="1"/>
            <a:r>
              <a:rPr lang="en-US" dirty="0"/>
              <a:t>However, such cases are rare and thus they should be examined</a:t>
            </a:r>
          </a:p>
          <a:p>
            <a:endParaRPr lang="en-US" dirty="0"/>
          </a:p>
          <a:p>
            <a:r>
              <a:rPr lang="en-US" dirty="0"/>
              <a:t>K-</a:t>
            </a:r>
            <a:r>
              <a:rPr lang="en-US" dirty="0" err="1"/>
              <a:t>mers</a:t>
            </a:r>
            <a:r>
              <a:rPr lang="en-US" dirty="0"/>
              <a:t> in the reads that are around the mean coverage must be present in the assembly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9DAD7A-8031-AEAA-7BA1-693B6BD1A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25D93B-B22F-A25C-BF3F-E5EC32246F8A}"/>
              </a:ext>
            </a:extLst>
          </p:cNvPr>
          <p:cNvSpPr/>
          <p:nvPr/>
        </p:nvSpPr>
        <p:spPr>
          <a:xfrm>
            <a:off x="2512194" y="3080085"/>
            <a:ext cx="1809549" cy="126091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3318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EB68A-9FF2-1FC1-D65D-F034D1423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count K-</a:t>
            </a:r>
            <a:r>
              <a:rPr lang="en-US" dirty="0" err="1"/>
              <a:t>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61E1B-A810-5104-1A7F-71C8FFA2EA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19" y="1596540"/>
            <a:ext cx="6187191" cy="512493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Jellyfish is a versatile tool</a:t>
            </a:r>
          </a:p>
          <a:p>
            <a:pPr lvl="1"/>
            <a:r>
              <a:rPr lang="en-US" dirty="0"/>
              <a:t>Fast (multi-threaded)</a:t>
            </a:r>
          </a:p>
          <a:p>
            <a:pPr lvl="1"/>
            <a:r>
              <a:rPr lang="en-US" dirty="0"/>
              <a:t>Space-efficient</a:t>
            </a:r>
          </a:p>
          <a:p>
            <a:pPr lvl="1"/>
            <a:r>
              <a:rPr lang="en-US"/>
              <a:t>Based on CAS </a:t>
            </a:r>
            <a:r>
              <a:rPr lang="en-US" dirty="0"/>
              <a:t>(compare and swap) compares the contents of a memory location with the previous value and, only if they are the same, modifies the contents of that memory location to a new given value</a:t>
            </a:r>
          </a:p>
          <a:p>
            <a:r>
              <a:rPr lang="en-US" dirty="0"/>
              <a:t>C++ library</a:t>
            </a:r>
          </a:p>
          <a:p>
            <a:r>
              <a:rPr lang="en-US" dirty="0"/>
              <a:t>Perl, Ruby and Python bindings</a:t>
            </a:r>
          </a:p>
          <a:p>
            <a:pPr lvl="1"/>
            <a:r>
              <a:rPr lang="en-US" dirty="0"/>
              <a:t>Can load and query k-mer counts database from these languages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441EC5-8D34-F11E-C297-F92B5F2C5C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152DD-1DC0-ADDF-938C-5E247E5F0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810" y="1359806"/>
            <a:ext cx="5353797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66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02B0B-CD55-8B1C-F728-63B5E2DCA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Canonical </a:t>
            </a:r>
            <a:r>
              <a:rPr lang="en-US" dirty="0" err="1"/>
              <a:t>kmers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EC7EB-FA25-C174-9C11-C2A9CD309B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AGCATGATGA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TCATCATGCT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E4EA5-8D39-8D85-298A-2A987C18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3360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1E3D6-EED4-5F80-6017-37D45F7AE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Python binding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2ACCF-AE67-D458-AE48-F02528C693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1"/>
            <a:ext cx="10788066" cy="1935932"/>
          </a:xfrm>
        </p:spPr>
        <p:txBody>
          <a:bodyPr/>
          <a:lstStyle/>
          <a:p>
            <a:r>
              <a:rPr lang="en-US" dirty="0"/>
              <a:t>Allows to load, query database</a:t>
            </a:r>
          </a:p>
          <a:p>
            <a:pPr marL="0" indent="0">
              <a:buNone/>
            </a:pPr>
            <a:r>
              <a:rPr lang="en-US" dirty="0"/>
              <a:t>Jellyfish dump                  Jellyfish query                 Jellyfish count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E34404-FB0F-AC2E-7299-233F17391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FD268F0-2E86-E132-F559-2A14603C2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240" y="2675103"/>
            <a:ext cx="3181794" cy="171473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0C0AE5F-852E-6EF8-1FCE-3A8D6DAF3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0414" y="2675103"/>
            <a:ext cx="3324689" cy="19147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90A75F-1500-C598-E11B-E98BDE987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3440" y="2675103"/>
            <a:ext cx="2648320" cy="195289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B203C23-CD81-60D2-498D-664EE42A92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36065" y="4851191"/>
            <a:ext cx="5801535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639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7ABA8-0E19-BAF5-1D8E-578D72417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count histogram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1CFC-A06B-C130-2B19-786084C06B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5150827" cy="4854364"/>
          </a:xfrm>
        </p:spPr>
        <p:txBody>
          <a:bodyPr>
            <a:noAutofit/>
          </a:bodyPr>
          <a:lstStyle/>
          <a:p>
            <a:r>
              <a:rPr lang="en-US" sz="2000" dirty="0"/>
              <a:t>Count occurrences of all K-</a:t>
            </a:r>
            <a:r>
              <a:rPr lang="en-US" sz="2000" dirty="0" err="1"/>
              <a:t>mers</a:t>
            </a:r>
            <a:r>
              <a:rPr lang="en-US" sz="2000" dirty="0"/>
              <a:t> in the reads (jellyfish count)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Bin the counts and plot histogram of how many K-</a:t>
            </a:r>
            <a:r>
              <a:rPr lang="en-US" sz="2000" dirty="0" err="1"/>
              <a:t>mers</a:t>
            </a:r>
            <a:r>
              <a:rPr lang="en-US" sz="2000" dirty="0"/>
              <a:t> have counts that fall into each bin (jellyfish </a:t>
            </a:r>
            <a:r>
              <a:rPr lang="en-US" sz="2000" dirty="0" err="1"/>
              <a:t>histo</a:t>
            </a:r>
            <a:r>
              <a:rPr lang="en-US" sz="2000" dirty="0"/>
              <a:t>)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Choose threshold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K-</a:t>
            </a:r>
            <a:r>
              <a:rPr lang="en-US" sz="2000" dirty="0" err="1"/>
              <a:t>mers</a:t>
            </a:r>
            <a:r>
              <a:rPr lang="en-US" sz="2000" dirty="0"/>
              <a:t> that occur in the reads with counts &gt; threshold must be in the assembly</a:t>
            </a:r>
            <a:br>
              <a:rPr lang="en-US" sz="2000" dirty="0"/>
            </a:br>
            <a:endParaRPr lang="en-US" sz="2000" dirty="0"/>
          </a:p>
          <a:p>
            <a:r>
              <a:rPr lang="en-US" sz="2000" dirty="0"/>
              <a:t>Can use this technique to estimate genome size as </a:t>
            </a:r>
            <a:br>
              <a:rPr lang="en-US" sz="2000" dirty="0"/>
            </a:br>
            <a:r>
              <a:rPr lang="en-US" sz="2000" dirty="0"/>
              <a:t>(# of correct K-</a:t>
            </a:r>
            <a:r>
              <a:rPr lang="en-US" sz="2000" dirty="0" err="1"/>
              <a:t>mers</a:t>
            </a:r>
            <a:r>
              <a:rPr lang="en-US" sz="2000" dirty="0"/>
              <a:t>)/(K-mer coverage)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505741-2D6D-1F4A-47EE-892302F7B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20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EB330C4-885F-A4B9-AD0D-F34F17038B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767" y="1451774"/>
            <a:ext cx="6569233" cy="46954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99BC8DB-34F6-777E-9DE1-3A553C894F5D}"/>
              </a:ext>
            </a:extLst>
          </p:cNvPr>
          <p:cNvCxnSpPr/>
          <p:nvPr/>
        </p:nvCxnSpPr>
        <p:spPr>
          <a:xfrm>
            <a:off x="7825339" y="3118585"/>
            <a:ext cx="0" cy="259882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DB4EAEDF-2C92-7006-5E26-016440AE4800}"/>
              </a:ext>
            </a:extLst>
          </p:cNvPr>
          <p:cNvSpPr txBox="1"/>
          <p:nvPr/>
        </p:nvSpPr>
        <p:spPr>
          <a:xfrm>
            <a:off x="7319950" y="2805236"/>
            <a:ext cx="1650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K-mer coverage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6F9F69-7793-FD31-9557-5C1CA2174D36}"/>
              </a:ext>
            </a:extLst>
          </p:cNvPr>
          <p:cNvCxnSpPr>
            <a:cxnSpLocks/>
          </p:cNvCxnSpPr>
          <p:nvPr/>
        </p:nvCxnSpPr>
        <p:spPr>
          <a:xfrm flipH="1">
            <a:off x="8516219" y="3955983"/>
            <a:ext cx="541154" cy="25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9D24950-3E47-5FC4-4F66-0670A1499C1E}"/>
              </a:ext>
            </a:extLst>
          </p:cNvPr>
          <p:cNvSpPr txBox="1"/>
          <p:nvPr/>
        </p:nvSpPr>
        <p:spPr>
          <a:xfrm>
            <a:off x="8730295" y="3562236"/>
            <a:ext cx="302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Negative binomial distribution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7C95AD-59F6-BA27-B088-68FF2515E1DB}"/>
              </a:ext>
            </a:extLst>
          </p:cNvPr>
          <p:cNvSpPr txBox="1"/>
          <p:nvPr/>
        </p:nvSpPr>
        <p:spPr>
          <a:xfrm>
            <a:off x="7456485" y="2132270"/>
            <a:ext cx="2547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~Exponential distribution</a:t>
            </a:r>
          </a:p>
        </p:txBody>
      </p:sp>
    </p:spTree>
    <p:extLst>
      <p:ext uri="{BB962C8B-B14F-4D97-AF65-F5344CB8AC3E}">
        <p14:creationId xmlns:p14="http://schemas.microsoft.com/office/powerpoint/2010/main" val="792036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D7037-071A-0087-C414-D112FFB2E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52B82-0191-B4BD-A73E-3D2AE5413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count histogram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2395C6-33FF-7825-DBCB-C701F53AF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D4F512-96B3-7F17-8428-DC100265E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2767" y="1451774"/>
            <a:ext cx="6569233" cy="4695496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C8D3C5-F494-93AD-4B3D-5A8E882BB596}"/>
              </a:ext>
            </a:extLst>
          </p:cNvPr>
          <p:cNvCxnSpPr/>
          <p:nvPr/>
        </p:nvCxnSpPr>
        <p:spPr>
          <a:xfrm>
            <a:off x="7825339" y="3118585"/>
            <a:ext cx="0" cy="2598821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C8B4A44-3DFA-81A8-AB02-D49C6C53D8A7}"/>
              </a:ext>
            </a:extLst>
          </p:cNvPr>
          <p:cNvSpPr txBox="1"/>
          <p:nvPr/>
        </p:nvSpPr>
        <p:spPr>
          <a:xfrm>
            <a:off x="7319950" y="2805236"/>
            <a:ext cx="1650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K-mer coverage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7EDFAB8-9A89-D65D-1B42-9D006DF9F9E5}"/>
              </a:ext>
            </a:extLst>
          </p:cNvPr>
          <p:cNvCxnSpPr>
            <a:cxnSpLocks/>
          </p:cNvCxnSpPr>
          <p:nvPr/>
        </p:nvCxnSpPr>
        <p:spPr>
          <a:xfrm flipH="1">
            <a:off x="8516219" y="3955983"/>
            <a:ext cx="541154" cy="2592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D8AF6F04-8FC9-B2CD-57B7-AD824FDD4B69}"/>
              </a:ext>
            </a:extLst>
          </p:cNvPr>
          <p:cNvSpPr txBox="1"/>
          <p:nvPr/>
        </p:nvSpPr>
        <p:spPr>
          <a:xfrm>
            <a:off x="8648207" y="3614856"/>
            <a:ext cx="30235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Negative binomial distribution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0203EE-7C90-14B4-92F9-44CA16A5D19F}"/>
              </a:ext>
            </a:extLst>
          </p:cNvPr>
          <p:cNvSpPr txBox="1"/>
          <p:nvPr/>
        </p:nvSpPr>
        <p:spPr>
          <a:xfrm>
            <a:off x="7456485" y="2132270"/>
            <a:ext cx="25476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~Exponential distribution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EDA0394-DC9C-9847-5280-EF1D980284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584" y="2276524"/>
            <a:ext cx="5172797" cy="10574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E36DE06-1106-8B4B-9317-A497E80E4E9B}"/>
              </a:ext>
            </a:extLst>
          </p:cNvPr>
          <p:cNvSpPr txBox="1"/>
          <p:nvPr/>
        </p:nvSpPr>
        <p:spPr>
          <a:xfrm>
            <a:off x="356357" y="1697036"/>
            <a:ext cx="501371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Negative binomial distribution, 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000" dirty="0"/>
              <a:t>Binomial coefficient: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Mean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CD3E93AA-D5BC-C1AB-2C9F-4709C145D9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4566" y="4864010"/>
            <a:ext cx="1086002" cy="790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543CE28-8BD1-42FB-9019-89CD8B23B8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7762" y="3333947"/>
            <a:ext cx="2152950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98694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A0B9F-7B30-2248-7BDB-AF1E4EB1C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K-mer coverage vs Read coverage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FB9C27-2637-0191-96F3-033AD314857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K-mer coverage refers to how many K-</a:t>
                </a:r>
                <a:r>
                  <a:rPr lang="en-US" dirty="0" err="1"/>
                  <a:t>mers</a:t>
                </a:r>
                <a:r>
                  <a:rPr lang="en-US" dirty="0"/>
                  <a:t> in the genome are covered</a:t>
                </a:r>
              </a:p>
              <a:p>
                <a:r>
                  <a:rPr lang="en-US" dirty="0"/>
                  <a:t>K=1, K-mer coverage == Read coverage</a:t>
                </a:r>
              </a:p>
              <a:p>
                <a:r>
                  <a:rPr lang="en-US" dirty="0"/>
                  <a:t>In general, for reads of length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 </a:t>
                </a:r>
                <a:r>
                  <a:rPr lang="en-US" dirty="0">
                    <a:cs typeface="Times New Roman" panose="02020603050405020304" pitchFamily="18" charset="0"/>
                  </a:rPr>
                  <a:t>and k-mer size </a:t>
                </a:r>
                <a:r>
                  <a:rPr lang="en-US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K</a:t>
                </a:r>
                <a:r>
                  <a:rPr lang="en-US" dirty="0"/>
                  <a:t>:</a:t>
                </a:r>
                <a:br>
                  <a:rPr lang="en-US" dirty="0"/>
                </a:b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𝐾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8FB9C27-2637-0191-96F3-033AD314857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0" t="-15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31C05E-857E-1162-222E-0CF985E94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72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47292-7961-84FF-5F29-F4DC6DAC2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Challenge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C75BA-BC7E-C7CC-D38D-CB4E54BFA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does this histogram tell us: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B595EC-C757-794C-DE87-1989F720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304E5BC-E916-0789-82AC-8CC9A440C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798" y="1723859"/>
            <a:ext cx="5887272" cy="47345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A0105BD-8CB3-C9B9-81ED-4D4C131EB0C6}"/>
              </a:ext>
            </a:extLst>
          </p:cNvPr>
          <p:cNvSpPr txBox="1"/>
          <p:nvPr/>
        </p:nvSpPr>
        <p:spPr>
          <a:xfrm>
            <a:off x="533583" y="4818945"/>
            <a:ext cx="1470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credit: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4453887-DA4F-AD16-CFC6-4AB443A938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5230397"/>
            <a:ext cx="2420073" cy="122804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37FFF8A-54EB-315D-D918-782E8FDCB671}"/>
                  </a:ext>
                </a:extLst>
              </p14:cNvPr>
              <p14:cNvContentPartPr/>
              <p14:nvPr/>
            </p14:nvContentPartPr>
            <p14:xfrm>
              <a:off x="585372" y="3391328"/>
              <a:ext cx="1235880" cy="3492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37FFF8A-54EB-315D-D918-782E8FDCB6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9252" y="3385208"/>
                <a:ext cx="12481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48EDD60C-19D4-D5A5-EF9E-B0636B8D2C98}"/>
                  </a:ext>
                </a:extLst>
              </p14:cNvPr>
              <p14:cNvContentPartPr/>
              <p14:nvPr/>
            </p14:nvContentPartPr>
            <p14:xfrm>
              <a:off x="1812612" y="3407528"/>
              <a:ext cx="1202040" cy="60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48EDD60C-19D4-D5A5-EF9E-B0636B8D2C9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806492" y="3401408"/>
                <a:ext cx="1214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EB953DA8-5D60-D328-78CF-F7DCE9A8876B}"/>
                  </a:ext>
                </a:extLst>
              </p14:cNvPr>
              <p14:cNvContentPartPr/>
              <p14:nvPr/>
            </p14:nvContentPartPr>
            <p14:xfrm>
              <a:off x="3023292" y="3398888"/>
              <a:ext cx="1210320" cy="763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EB953DA8-5D60-D328-78CF-F7DCE9A8876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017172" y="3392768"/>
                <a:ext cx="122256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88CFCB7B-FB70-5410-263A-F64B610C23A1}"/>
                  </a:ext>
                </a:extLst>
              </p14:cNvPr>
              <p14:cNvContentPartPr/>
              <p14:nvPr/>
            </p14:nvContentPartPr>
            <p14:xfrm>
              <a:off x="4234692" y="3425168"/>
              <a:ext cx="1324440" cy="66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88CFCB7B-FB70-5410-263A-F64B610C23A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28572" y="3419048"/>
                <a:ext cx="13366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3CCE49A5-0532-B8A9-38A1-4A6DCCD99D0B}"/>
                  </a:ext>
                </a:extLst>
              </p14:cNvPr>
              <p14:cNvContentPartPr/>
              <p14:nvPr/>
            </p14:nvContentPartPr>
            <p14:xfrm>
              <a:off x="576208" y="3796532"/>
              <a:ext cx="1235880" cy="3492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3CCE49A5-0532-B8A9-38A1-4A6DCCD99D0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70088" y="3790412"/>
                <a:ext cx="1248120" cy="4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95F2526-3D6B-3F8B-516A-A90C87E810A7}"/>
                  </a:ext>
                </a:extLst>
              </p14:cNvPr>
              <p14:cNvContentPartPr/>
              <p14:nvPr/>
            </p14:nvContentPartPr>
            <p14:xfrm>
              <a:off x="1803448" y="3812732"/>
              <a:ext cx="1202040" cy="60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95F2526-3D6B-3F8B-516A-A90C87E810A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797328" y="3806612"/>
                <a:ext cx="12142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F4C0666E-AC76-C3BC-7454-36474BEFDA40}"/>
                  </a:ext>
                </a:extLst>
              </p14:cNvPr>
              <p14:cNvContentPartPr/>
              <p14:nvPr/>
            </p14:nvContentPartPr>
            <p14:xfrm>
              <a:off x="4225528" y="3830372"/>
              <a:ext cx="1324440" cy="666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F4C0666E-AC76-C3BC-7454-36474BEFDA40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219408" y="3824252"/>
                <a:ext cx="1336680" cy="7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5720BD44-F26F-A658-7975-377553813569}"/>
                  </a:ext>
                </a:extLst>
              </p14:cNvPr>
              <p14:cNvContentPartPr/>
              <p14:nvPr/>
            </p14:nvContentPartPr>
            <p14:xfrm>
              <a:off x="2990892" y="3811808"/>
              <a:ext cx="1227960" cy="763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5720BD44-F26F-A658-7975-37755381356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984772" y="3805688"/>
                <a:ext cx="1240200" cy="8856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extBox 21">
            <a:extLst>
              <a:ext uri="{FF2B5EF4-FFF2-40B4-BE49-F238E27FC236}">
                <a16:creationId xmlns:a16="http://schemas.microsoft.com/office/drawing/2014/main" id="{C4AFB7B7-895A-E5F6-F7B8-11CBF13B8A86}"/>
              </a:ext>
            </a:extLst>
          </p:cNvPr>
          <p:cNvSpPr txBox="1"/>
          <p:nvPr/>
        </p:nvSpPr>
        <p:spPr>
          <a:xfrm>
            <a:off x="3369406" y="347520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22x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08079F-06EB-F40E-57EB-3E0C52295F3A}"/>
              </a:ext>
            </a:extLst>
          </p:cNvPr>
          <p:cNvSpPr txBox="1"/>
          <p:nvPr/>
        </p:nvSpPr>
        <p:spPr>
          <a:xfrm>
            <a:off x="1485638" y="3448635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44x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45FFD2-0736-D4DA-AC13-62D3B8E4E480}"/>
              </a:ext>
            </a:extLst>
          </p:cNvPr>
          <p:cNvSpPr txBox="1"/>
          <p:nvPr/>
        </p:nvSpPr>
        <p:spPr>
          <a:xfrm>
            <a:off x="4637866" y="3475208"/>
            <a:ext cx="5180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44x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7B07285-745C-80E1-2407-214E2761B557}"/>
              </a:ext>
            </a:extLst>
          </p:cNvPr>
          <p:cNvSpPr txBox="1"/>
          <p:nvPr/>
        </p:nvSpPr>
        <p:spPr>
          <a:xfrm>
            <a:off x="402970" y="2869630"/>
            <a:ext cx="44744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Pair of chromosomes, one from each parent:</a:t>
            </a:r>
          </a:p>
        </p:txBody>
      </p:sp>
    </p:spTree>
    <p:extLst>
      <p:ext uri="{BB962C8B-B14F-4D97-AF65-F5344CB8AC3E}">
        <p14:creationId xmlns:p14="http://schemas.microsoft.com/office/powerpoint/2010/main" val="2406555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2" grpId="0"/>
      <p:bldP spid="23" grpId="0"/>
      <p:bldP spid="24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81647-DAC0-7080-60EA-CFCB97D4E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GenomeScope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C81F7-D252-D876-23E2-E3E25526F6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620" y="1596540"/>
            <a:ext cx="11249166" cy="4977681"/>
          </a:xfrm>
        </p:spPr>
        <p:txBody>
          <a:bodyPr>
            <a:normAutofit/>
          </a:bodyPr>
          <a:lstStyle/>
          <a:p>
            <a:r>
              <a:rPr lang="en-US" dirty="0" err="1"/>
              <a:t>Genomescope</a:t>
            </a:r>
            <a:r>
              <a:rPr lang="en-US" dirty="0"/>
              <a:t> is a program developed at JHU by T. Rhyker Ranallo-Benavidez, Kamil S. Jaron, and Michael C. Schatz</a:t>
            </a:r>
          </a:p>
          <a:p>
            <a:r>
              <a:rPr lang="en-US" dirty="0"/>
              <a:t>Web-based interface: </a:t>
            </a:r>
            <a:r>
              <a:rPr lang="en-US" dirty="0">
                <a:hlinkClick r:id="rId2"/>
              </a:rPr>
              <a:t>http://genomescope.org/genomescope2.0/</a:t>
            </a:r>
            <a:r>
              <a:rPr lang="en-US" dirty="0"/>
              <a:t> (note: </a:t>
            </a:r>
            <a:r>
              <a:rPr lang="en-US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</a:t>
            </a:r>
            <a:r>
              <a:rPr lang="en-US" dirty="0">
                <a:solidFill>
                  <a:srgbClr val="FF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</a:t>
            </a:r>
            <a:r>
              <a:rPr lang="en-US" dirty="0">
                <a:solidFill>
                  <a:srgbClr val="0000FF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://genomescope.org/genomescope2.0/</a:t>
            </a:r>
            <a:r>
              <a:rPr lang="en-US" dirty="0"/>
              <a:t>  does </a:t>
            </a:r>
            <a:r>
              <a:rPr lang="en-US" dirty="0">
                <a:solidFill>
                  <a:srgbClr val="FF0000"/>
                </a:solidFill>
              </a:rPr>
              <a:t>not</a:t>
            </a:r>
            <a:r>
              <a:rPr lang="en-US" dirty="0"/>
              <a:t> work)</a:t>
            </a:r>
          </a:p>
          <a:p>
            <a:r>
              <a:rPr lang="en-US" dirty="0"/>
              <a:t>Compute k-mer count database with jellyfish</a:t>
            </a:r>
          </a:p>
          <a:p>
            <a:r>
              <a:rPr lang="en-US" dirty="0"/>
              <a:t>Output histogram of counts with “jellyfish </a:t>
            </a:r>
            <a:r>
              <a:rPr lang="en-US" dirty="0" err="1"/>
              <a:t>histo</a:t>
            </a:r>
            <a:r>
              <a:rPr lang="en-US" dirty="0"/>
              <a:t>”, save in a file</a:t>
            </a:r>
          </a:p>
          <a:p>
            <a:r>
              <a:rPr lang="en-US" dirty="0"/>
              <a:t>Upload the histogram to </a:t>
            </a:r>
            <a:r>
              <a:rPr lang="en-US" dirty="0" err="1"/>
              <a:t>GenomeScope</a:t>
            </a:r>
            <a:endParaRPr lang="en-US" dirty="0"/>
          </a:p>
          <a:p>
            <a:endParaRPr lang="en-US" dirty="0"/>
          </a:p>
          <a:p>
            <a:r>
              <a:rPr lang="en-US" dirty="0"/>
              <a:t>DEMO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A440E4-4EC7-34D6-0C21-C59FF9D3A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273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13504</TotalTime>
  <Words>1078</Words>
  <Application>Microsoft Office PowerPoint</Application>
  <PresentationFormat>Widescreen</PresentationFormat>
  <Paragraphs>174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Cambria Math</vt:lpstr>
      <vt:lpstr>Courier New</vt:lpstr>
      <vt:lpstr>Times New Roman</vt:lpstr>
      <vt:lpstr>Trebuchet MS</vt:lpstr>
      <vt:lpstr>Office Theme</vt:lpstr>
      <vt:lpstr>PowerPoint Presentation</vt:lpstr>
      <vt:lpstr>Genome assemblers that use DeBruijn graph or super-reads</vt:lpstr>
      <vt:lpstr>Scaffolding</vt:lpstr>
      <vt:lpstr>Scaffolding</vt:lpstr>
      <vt:lpstr>Scaffolding</vt:lpstr>
      <vt:lpstr>Scaffolding</vt:lpstr>
      <vt:lpstr>Scaffolding</vt:lpstr>
      <vt:lpstr>Scaffolding</vt:lpstr>
      <vt:lpstr>Scaffolding algorithm</vt:lpstr>
      <vt:lpstr>Scaffolding with HiC data</vt:lpstr>
      <vt:lpstr>Hi-C scaffolding: why it works?</vt:lpstr>
      <vt:lpstr>YaHS scaffolder</vt:lpstr>
      <vt:lpstr>Errors in genome assemblies</vt:lpstr>
      <vt:lpstr>Assembly post-processing</vt:lpstr>
      <vt:lpstr>Assembly post-processing</vt:lpstr>
      <vt:lpstr>Using K-mers to find errors</vt:lpstr>
      <vt:lpstr>How to count K-mers</vt:lpstr>
      <vt:lpstr>Canonical kmers</vt:lpstr>
      <vt:lpstr>Python binding</vt:lpstr>
      <vt:lpstr>K-mer count histogram</vt:lpstr>
      <vt:lpstr>K-mer count histogram</vt:lpstr>
      <vt:lpstr>K-mer coverage vs Read coverage</vt:lpstr>
      <vt:lpstr>Challenge</vt:lpstr>
      <vt:lpstr>GenomeScope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Alexey Zimin</cp:lastModifiedBy>
  <cp:revision>55</cp:revision>
  <dcterms:created xsi:type="dcterms:W3CDTF">2013-08-21T19:17:07Z</dcterms:created>
  <dcterms:modified xsi:type="dcterms:W3CDTF">2026-09-30T16:33:26Z</dcterms:modified>
</cp:coreProperties>
</file>