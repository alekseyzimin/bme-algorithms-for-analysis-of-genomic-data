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841" r:id="rId2"/>
    <p:sldId id="851" r:id="rId3"/>
    <p:sldId id="880" r:id="rId4"/>
    <p:sldId id="881" r:id="rId5"/>
    <p:sldId id="854" r:id="rId6"/>
    <p:sldId id="855" r:id="rId7"/>
    <p:sldId id="811" r:id="rId8"/>
    <p:sldId id="857" r:id="rId9"/>
    <p:sldId id="858" r:id="rId10"/>
    <p:sldId id="859" r:id="rId11"/>
    <p:sldId id="860" r:id="rId12"/>
    <p:sldId id="856" r:id="rId13"/>
    <p:sldId id="852" r:id="rId14"/>
    <p:sldId id="866" r:id="rId15"/>
    <p:sldId id="868" r:id="rId16"/>
    <p:sldId id="869" r:id="rId17"/>
    <p:sldId id="853" r:id="rId18"/>
    <p:sldId id="861" r:id="rId19"/>
    <p:sldId id="8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8ACF"/>
    <a:srgbClr val="D68B1C"/>
    <a:srgbClr val="BE0260"/>
    <a:srgbClr val="D0005E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27" autoAdjust="0"/>
    <p:restoredTop sz="93721" autoAdjust="0"/>
  </p:normalViewPr>
  <p:slideViewPr>
    <p:cSldViewPr snapToGrid="0">
      <p:cViewPr varScale="1">
        <p:scale>
          <a:sx n="99" d="100"/>
          <a:sy n="99" d="100"/>
        </p:scale>
        <p:origin x="240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8553A319-8433-4677-8F80-E28D63617D4C}"/>
    <pc:docChg chg="delSld">
      <pc:chgData name="Aleksey Zimin" userId="7f2637d0bc515791" providerId="LiveId" clId="{8553A319-8433-4677-8F80-E28D63617D4C}" dt="2025-11-04T13:31:19.266" v="1" actId="47"/>
      <pc:docMkLst>
        <pc:docMk/>
      </pc:docMkLst>
      <pc:sldChg chg="del">
        <pc:chgData name="Aleksey Zimin" userId="7f2637d0bc515791" providerId="LiveId" clId="{8553A319-8433-4677-8F80-E28D63617D4C}" dt="2025-11-04T13:30:43.909" v="0" actId="47"/>
        <pc:sldMkLst>
          <pc:docMk/>
          <pc:sldMk cId="1052403946" sldId="272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582660925" sldId="557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897960614" sldId="559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016871750" sldId="560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1731479648" sldId="863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80240427" sldId="864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634646025" sldId="865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143161316" sldId="870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3261130923" sldId="871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415209501" sldId="872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3041595195" sldId="873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841664835" sldId="874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749756353" sldId="875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1943159719" sldId="876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131417150" sldId="877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323728444" sldId="878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1697097188" sldId="879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702189588" sldId="882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1452179586" sldId="883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3549718570" sldId="884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941793736" sldId="885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352345771" sldId="886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3197633200" sldId="887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537798046" sldId="888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1574673349" sldId="890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3699968443" sldId="891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752308720" sldId="892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872453536" sldId="893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702561878" sldId="894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1526773716" sldId="895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2253551215" sldId="896"/>
        </pc:sldMkLst>
      </pc:sldChg>
      <pc:sldChg chg="del">
        <pc:chgData name="Aleksey Zimin" userId="7f2637d0bc515791" providerId="LiveId" clId="{8553A319-8433-4677-8F80-E28D63617D4C}" dt="2025-11-04T13:31:19.266" v="1" actId="47"/>
        <pc:sldMkLst>
          <pc:docMk/>
          <pc:sldMk cId="512676943" sldId="897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1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1 971 24575,'4'-2'0,"1"1"0,-1-1 0,0 0 0,1 0 0,-1 0 0,0-1 0,0 1 0,0-1 0,-1 0 0,1 0 0,-1-1 0,4-3 0,1-1 0,191-195 0,23-19 0,-173 180 0,2 2 0,2 3 0,1 2 0,66-32 0,-51 39 0,2 3 0,100-22 0,149-14 0,93 7 0,-183 27 0,121 6 0,-137 14 0,520-3 0,-454 12 0,-187 3 0,0 4 0,116 28 0,-126-21 0,299 65 0,-105-20 0,-22 7 0,-212-55 0,79 33 0,-19-4 0,12 6 0,6 3 0,-83-37 0,-1 1 0,-1 2 0,0 1 0,-1 3 0,-1 0 0,38 33 0,-14-13 0,-41-30 0,0 2 0,0 0 0,-1 0 0,15 18 0,10 13 0,3-1 0,88 67 0,-118-98 0,0 1 0,-1 1 0,18 24 0,5 5 0,73 92 0,-59-71 0,-46-59 0,12 18 0,-16-16 0,-14-8 0,11 0 0,0-1 0,1 1 0,-1-1 0,1 0 0,-1 1 0,1-1 0,-1 0 0,1 0 0,0-1 0,0 1 0,0 0 0,0-1 0,0 1 0,1-1 0,-1 0 0,-1-3 0,-20-56 0,13 29 0,6 20 0,0-1 0,1 0 0,1 0 0,0 0 0,1-21 0,-7-40 0,23 103 0,-9-19 0,0 2 0,-1-1 0,7 19 0,24 132 0,-36-161 0,0 0 0,0 1 0,1-1 0,-1 0 0,0 1 0,0-1 0,0 1 0,0-1 0,0 1 0,0-1 0,1 0 0,-1 1 0,0-1 0,0 1 0,0-1 0,0 1 0,-1-1 0,1 1 0,0-1 0,0 0 0,0 1 0,0-1 0,0 1 0,0-1 0,-1 1 0,1-1 0,0 0 0,0 1 0,-1-1 0,1 0 0,0 1 0,-1-1 0,1 0 0,0 1 0,-1-1 0,1 0 0,-1 1 0,-18-6 0,-27-24 0,40 25 0,-126-79 0,131 83 0,0-1 0,0 1 0,0 0 0,0-1 0,1 1 0,-1-1 0,0 0 0,0 1 0,1-1 0,-1 0 0,0 1 0,1-1 0,-1 0 0,0 0 0,1 1 0,-1-1 0,1 0 0,0 0 0,-1 0 0,1 0 0,0 0 0,-1 0 0,1 1 0,0-1 0,0 0 0,0-2 0,0 3 0,1-1 0,0 0 0,0 0 0,0 1 0,0-1 0,0 1 0,-1-1 0,1 1 0,0-1 0,0 1 0,0-1 0,0 1 0,1 0 0,-1 0 0,0 0 0,0-1 0,0 1 0,2 0 0,4 0 0,0 0 0,0 0 0,0 1 0,-1-1 0,1 2 0,13 3 0,-16-3-151,-1 0-1,0 0 0,1 0 0,-1 0 1,0 1-1,0 0 0,-1 0 1,5 4-1,4 9-6674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18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6951 62 24575,'-48'44'0,"-2"-1"0,-71 46 0,-114 58 0,234-147 0,-217 122 0,174-100 0,-1-3 0,-2-1 0,-49 12 0,-497 132 0,375-97 0,-135 31 0,4-31 0,-362 20 0,519-80 0,-54 6 0,-679 16 0,647-29 0,133-10 0,34 2 0,18 4 0,1-4 0,0-3 0,0-5 0,-118-39 0,131 32 0,23 8 0,-65-31 0,-298-133 0,391 165 0,0 0 0,1-2 0,0 0 0,-41-40 0,41 32 0,-30-39 0,-14-13 0,40 49 0,-16-15 0,1-2 0,2-2 0,-49-72 0,19-3 0,71 124 0,4 11 0,4 15 0,23 41 0,56 100 0,-14-41 0,-65-121 0,-3-8 0,-3-17 0,-6-26 0,1 24 0,-1-1 0,-1 2 0,0-1 0,-2 1 0,-1 0 0,0 1 0,-27-35 0,-19-31 0,53 78 0,1 1 0,0-1 0,0 0 0,0 0 0,0 0 0,1 0 0,-2-13 0,8 22 0,-1 1 0,0 0 0,0 0 0,0 0 0,0 0 0,0 0 0,0 0 0,-1 1 0,3 4 0,22 30 0,3 0 0,1-2 0,1-2 0,3 0 0,44 33 0,-53-43 0,-22-12 0,-22-11 0,11-3-170,1 0-1,-1 0 0,0-1 1,1 0-1,-1 0 0,1-1 1,-9-6-1,2 0-6655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27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82 868 24575,'31'-41'0,"2"1"0,67-63 0,-39 42 0,-17 16 0,1 1 0,96-68 0,-67 61 0,138-88 0,-172 117 0,1 1 0,0 2 0,71-21 0,-23 14 0,0 4 0,173-20 0,101 4 0,47 37 0,-358 4 0,-2 2 0,1 3 0,-1 1 0,0 3 0,-1 2 0,0 3 0,-1 1 0,-1 2 0,62 37 0,-66-29 0,0 2 0,-2 1 0,71 71 0,-55-41 0,83 114 0,-83-90 0,-3 2 0,-4 2 0,-4 3 0,36 100 0,-63-141 0,-3-10 0,11 43 0,-2 9 0,-10-45 0,-3 1 0,8 60 0,-11 49 0,-12 178 0,0-287 0,-2 0 0,-2-1 0,-2 0 0,-2 0 0,-3-1 0,-33 80 0,5-36 0,-4-3 0,-110 159 0,65-127 0,-132 134 0,173-201 0,14-13 0,-1-2 0,-2-1 0,-1-2 0,-75 50 0,53-50 0,-1-3 0,-1-2 0,-77 24 0,95-41 0,-1-1 0,1-2 0,-2-2 0,1-3 0,-79 0 0,35-6 0,51 3 0,0-2 0,-1-2 0,1-2 0,0-1 0,-76-21 0,-199-100 0,182 75 0,73 30 0,-88-45 0,92 36 0,1-2 0,2-2 0,2-3 0,1-1 0,-57-58 0,75 62 0,-190-188 0,197 197 0,2-2 0,0 0 0,-24-40 0,-3-2 0,27 40 0,1 0 0,2-2 0,1 0 0,1-1 0,-23-59 0,35 66 0,-3-4 0,5 33 0,0 21 0,2-11 0,0-1 0,1 1 0,1-1 0,0 1 0,1-1 0,1 1 0,0-1 0,1 0 0,0 0 0,1 0 0,0 0 0,1 0 0,0-1 0,11 17 0,28 65 0,-44-94 0,0 0 0,1 0 0,-1 1 0,0-1 0,0 0 0,0 0 0,0 0 0,0 0 0,0 0 0,0 0 0,0 0 0,0 0 0,1 0 0,-1 0 0,0 0 0,0 1 0,0-1 0,0 0 0,0 0 0,0 0 0,0 0 0,1 0 0,-1 0 0,0 0 0,0 0 0,0 0 0,0 0 0,0 0 0,0 0 0,1 0 0,-1 0 0,0 0 0,0-1 0,0 1 0,0 0 0,0 0 0,0 0 0,1 0 0,-1 0 0,0 0 0,0 0 0,0 0 0,0 0 0,0 0 0,0 0 0,0 0 0,0-1 0,0 1 0,0 0 0,0 0 0,1 0 0,-1 0 0,0 0 0,0 0 0,0-1 0,0 1 0,0 0 0,0 0 0,0 0 0,0 0 0,0 0 0,0-1 0,4-15 0,-1-17 0,-3 8 0,-2 1 0,-6-35 0,-3-37 0,11 90 0,-1 0 0,0 0 0,0 0 0,0 1 0,-1-1 0,1 1 0,-2-1 0,1 1 0,0-1 0,-1 1 0,0 0 0,0 0 0,-8-8 0,34 63 0,-2-19 0,41 47 0,-41-55 0,-2 2 0,33 52 0,-143-211 0,86 128-105,0 0 0,0 1 0,0 0 0,-1 0 0,0 1 0,0 0 0,0 0 0,-1 0 0,1 0 0,-1 1 0,0 0 0,-14-3 0,5 2-6721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36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3809 1271 24575,'0'-14'0,"-2"1"0,1 0 0,-2 0 0,0 0 0,0 0 0,-1 1 0,-10-21 0,-51-84 0,22 44 0,14 13 0,-3 2 0,-3 2 0,-2 1 0,-79-89 0,51 78 0,-132-103 0,166 150 0,0 2 0,-1 0 0,-1 2 0,-40-12 0,9 3 0,-69-27 0,-1 5 0,-3 7 0,-214-33 0,238 59 0,0 4 0,-148 9 0,-219 51 0,450-46 0,-1 1 0,1 1 0,0 2 0,0 0 0,1 2 0,1 2 0,0 0 0,0 2 0,1 1 0,-26 21 0,-3 7 0,1 2 0,2 3 0,3 1 0,2 3 0,2 2 0,2 2 0,-61 107 0,53-70 0,19-38 0,3 2 0,-43 113 0,-25 152 0,72-246 0,16-53 0,2 1 0,1 0 0,1 0 0,0 0 0,0 28 0,4-9 0,-14 514 0,17-513 0,3 0 0,1 0 0,2 0 0,2-1 0,25 72 0,-21-79 0,10 35 0,45 94 0,-33-107 0,2-1 0,3-1 0,78 83 0,-94-112 0,0-2 0,2 0 0,1-2 0,1-1 0,1-2 0,50 30 0,28 4 0,1-4 0,3-6 0,2-4 0,2-5 0,0-5 0,3-5 0,0-6 0,1-4 0,146-1 0,214-17 0,-458 0 0,0-1 0,0 0 0,0-2 0,-1 0 0,24-11 0,-17 7 0,40-16 0,97-52 0,-57 24 0,92-47 0,-169 83 0,-1-2 0,-1-1 0,-1-2 0,35-34 0,-27 23 0,61-45 0,-62 52 0,0-2 0,42-44 0,-45 40 0,-20 22 0,-1 0 0,0-2 0,15-22 0,-25 34 0,1 0 0,-1 0 0,0-1 0,0 1 0,0 0 0,1 0 0,-1 0 0,0-1 0,0 1 0,0 0 0,0 0 0,0 0 0,0-1 0,1 1 0,-1 0 0,0 0 0,0-1 0,0 1 0,0 0 0,0 0 0,0-1 0,0 1 0,0 0 0,0 0 0,0-1 0,0 1 0,0 0 0,0 0 0,-1-1 0,1 1 0,0 0 0,0 0 0,0-1 0,0 1 0,0 0 0,0 0 0,-1-1 0,1 1 0,0 0 0,0 0 0,0 0 0,-1-1 0,-13 2 0,-17 11 0,7 0 0,-1-2 0,1 2 0,1 1 0,0 1 0,-30 24 0,44-30 0,-25 21 0,32-23 0,22-16 0,74-57 0,-71 49 0,0 1 0,1 2 0,0 0 0,32-14 0,-56 29 0,1-1 0,0 1 0,0-1 0,0 1 0,-1-1 0,1 1 0,0 0 0,0 0 0,0-1 0,0 1 0,0 0 0,0 0 0,0 0 0,0 0 0,-1 0 0,1 0 0,0 0 0,0 0 0,0 0 0,0 1 0,0-1 0,0 0 0,0 1 0,-1-1 0,1 0 0,0 1 0,0-1 0,1 2 0,-2-1 0,1 0 0,-1 1 0,1-1 0,-1 1 0,1-1 0,-1 0 0,0 1 0,0-1 0,0 1 0,0-1 0,0 1 0,0-1 0,0 1 0,0-1 0,-1 3 0,-20 53 0,-39 81 0,21-51 0,39-87 0,0 0 0,1 0 0,-1 1 0,0-1 0,0 0 0,0 0 0,0 0 0,0 0 0,0 1 0,0-1 0,0 0 0,0 0 0,0 0 0,0 0 0,0 1 0,0-1 0,0 0 0,0 0 0,0 0 0,-1 0 0,1 1 0,0-1 0,0 0 0,0 0 0,0 0 0,0 0 0,0 0 0,0 1 0,0-1 0,-1 0 0,1 0 0,0 0 0,0 0 0,0 0 0,0 0 0,0 0 0,-1 0 0,1 0 0,0 0 0,0 1 0,0-1 0,0 0 0,0 0 0,-1 0 0,1 0 0,0 0 0,0 0 0,0 0 0,0 0 0,-1 0 0,1 0 0,0 0 0,0-1 0,0 1 0,0 0 0,-1 0 0,1 0 0,0 0 0,0 0 0,0 0 0,0 0 0,0 0 0,-1 0 0,1 0 0,0-1 0,0 1 0,0 0 0,-4-18 0,2-24 0,2 16-227,1 0-1,1 0 1,1 0-1,1 0 1,15-44-1,-14 56-6598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1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1 971 24575,'4'-2'0,"1"1"0,-1-1 0,0 0 0,1 0 0,-1 0 0,0-1 0,0 1 0,0-1 0,-1 0 0,1 0 0,-1-1 0,4-3 0,1-1 0,191-195 0,23-19 0,-173 180 0,2 2 0,2 3 0,1 2 0,66-32 0,-51 39 0,2 3 0,100-22 0,149-14 0,93 7 0,-183 27 0,121 6 0,-137 14 0,520-3 0,-454 12 0,-187 3 0,0 4 0,116 28 0,-126-21 0,299 65 0,-105-20 0,-22 7 0,-212-55 0,79 33 0,-19-4 0,12 6 0,6 3 0,-83-37 0,-1 1 0,-1 2 0,0 1 0,-1 3 0,-1 0 0,38 33 0,-14-13 0,-41-30 0,0 2 0,0 0 0,-1 0 0,15 18 0,10 13 0,3-1 0,88 67 0,-118-98 0,0 1 0,-1 1 0,18 24 0,5 5 0,73 92 0,-59-71 0,-46-59 0,12 18 0,-16-16 0,-14-8 0,11 0 0,0-1 0,1 1 0,-1-1 0,1 0 0,-1 1 0,1-1 0,-1 0 0,1 0 0,0-1 0,0 1 0,0 0 0,0-1 0,0 1 0,1-1 0,-1 0 0,-1-3 0,-20-56 0,13 29 0,6 20 0,0-1 0,1 0 0,1 0 0,0 0 0,1-21 0,-7-40 0,23 103 0,-9-19 0,0 2 0,-1-1 0,7 19 0,24 132 0,-36-161 0,0 0 0,0 1 0,1-1 0,-1 0 0,0 1 0,0-1 0,0 1 0,0-1 0,0 1 0,0-1 0,1 0 0,-1 1 0,0-1 0,0 1 0,0-1 0,0 1 0,-1-1 0,1 1 0,0-1 0,0 0 0,0 1 0,0-1 0,0 1 0,0-1 0,-1 1 0,1-1 0,0 0 0,0 1 0,-1-1 0,1 0 0,0 1 0,-1-1 0,1 0 0,0 1 0,-1-1 0,1 0 0,-1 1 0,-18-6 0,-27-24 0,40 25 0,-126-79 0,131 83 0,0-1 0,0 1 0,0 0 0,0-1 0,1 1 0,-1-1 0,0 0 0,0 1 0,1-1 0,-1 0 0,0 1 0,1-1 0,-1 0 0,0 0 0,1 1 0,-1-1 0,1 0 0,0 0 0,-1 0 0,1 0 0,0 0 0,-1 0 0,1 1 0,0-1 0,0 0 0,0-2 0,0 3 0,1-1 0,0 0 0,0 0 0,0 1 0,0-1 0,0 1 0,-1-1 0,1 1 0,0-1 0,0 1 0,0-1 0,0 1 0,1 0 0,-1 0 0,0 0 0,0-1 0,0 1 0,2 0 0,4 0 0,0 0 0,0 0 0,0 1 0,-1-1 0,1 2 0,13 3 0,-16-3-151,-1 0-1,0 0 0,1 0 0,-1 0 1,0 1-1,0 0 0,-1 0 1,5 4-1,4 9-6674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18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6951 62 24575,'-48'44'0,"-2"-1"0,-71 46 0,-114 58 0,234-147 0,-217 122 0,174-100 0,-1-3 0,-2-1 0,-49 12 0,-497 132 0,375-97 0,-135 31 0,4-31 0,-362 20 0,519-80 0,-54 6 0,-679 16 0,647-29 0,133-10 0,34 2 0,18 4 0,1-4 0,0-3 0,0-5 0,-118-39 0,131 32 0,23 8 0,-65-31 0,-298-133 0,391 165 0,0 0 0,1-2 0,0 0 0,-41-40 0,41 32 0,-30-39 0,-14-13 0,40 49 0,-16-15 0,1-2 0,2-2 0,-49-72 0,19-3 0,71 124 0,4 11 0,4 15 0,23 41 0,56 100 0,-14-41 0,-65-121 0,-3-8 0,-3-17 0,-6-26 0,1 24 0,-1-1 0,-1 2 0,0-1 0,-2 1 0,-1 0 0,0 1 0,-27-35 0,-19-31 0,53 78 0,1 1 0,0-1 0,0 0 0,0 0 0,0 0 0,1 0 0,-2-13 0,8 22 0,-1 1 0,0 0 0,0 0 0,0 0 0,0 0 0,0 0 0,0 0 0,-1 1 0,3 4 0,22 30 0,3 0 0,1-2 0,1-2 0,3 0 0,44 33 0,-53-43 0,-22-12 0,-22-11 0,11-3-170,1 0-1,-1 0 0,0-1 1,1 0-1,-1 0 0,1-1 1,-9-6-1,2 0-6655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27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82 868 24575,'31'-41'0,"2"1"0,67-63 0,-39 42 0,-17 16 0,1 1 0,96-68 0,-67 61 0,138-88 0,-172 117 0,1 1 0,0 2 0,71-21 0,-23 14 0,0 4 0,173-20 0,101 4 0,47 37 0,-358 4 0,-2 2 0,1 3 0,-1 1 0,0 3 0,-1 2 0,0 3 0,-1 1 0,-1 2 0,62 37 0,-66-29 0,0 2 0,-2 1 0,71 71 0,-55-41 0,83 114 0,-83-90 0,-3 2 0,-4 2 0,-4 3 0,36 100 0,-63-141 0,-3-10 0,11 43 0,-2 9 0,-10-45 0,-3 1 0,8 60 0,-11 49 0,-12 178 0,0-287 0,-2 0 0,-2-1 0,-2 0 0,-2 0 0,-3-1 0,-33 80 0,5-36 0,-4-3 0,-110 159 0,65-127 0,-132 134 0,173-201 0,14-13 0,-1-2 0,-2-1 0,-1-2 0,-75 50 0,53-50 0,-1-3 0,-1-2 0,-77 24 0,95-41 0,-1-1 0,1-2 0,-2-2 0,1-3 0,-79 0 0,35-6 0,51 3 0,0-2 0,-1-2 0,1-2 0,0-1 0,-76-21 0,-199-100 0,182 75 0,73 30 0,-88-45 0,92 36 0,1-2 0,2-2 0,2-3 0,1-1 0,-57-58 0,75 62 0,-190-188 0,197 197 0,2-2 0,0 0 0,-24-40 0,-3-2 0,27 40 0,1 0 0,2-2 0,1 0 0,1-1 0,-23-59 0,35 66 0,-3-4 0,5 33 0,0 21 0,2-11 0,0-1 0,1 1 0,1-1 0,0 1 0,1-1 0,1 1 0,0-1 0,1 0 0,0 0 0,1 0 0,0 0 0,1 0 0,0-1 0,11 17 0,28 65 0,-44-94 0,0 0 0,1 0 0,-1 1 0,0-1 0,0 0 0,0 0 0,0 0 0,0 0 0,0 0 0,0 0 0,0 0 0,0 0 0,1 0 0,-1 0 0,0 0 0,0 1 0,0-1 0,0 0 0,0 0 0,0 0 0,0 0 0,1 0 0,-1 0 0,0 0 0,0 0 0,0 0 0,0 0 0,0 0 0,0 0 0,1 0 0,-1 0 0,0 0 0,0-1 0,0 1 0,0 0 0,0 0 0,0 0 0,1 0 0,-1 0 0,0 0 0,0 0 0,0 0 0,0 0 0,0 0 0,0 0 0,0 0 0,0-1 0,0 1 0,0 0 0,0 0 0,1 0 0,-1 0 0,0 0 0,0 0 0,0-1 0,0 1 0,0 0 0,0 0 0,0 0 0,0 0 0,0 0 0,0-1 0,4-15 0,-1-17 0,-3 8 0,-2 1 0,-6-35 0,-3-37 0,11 90 0,-1 0 0,0 0 0,0 0 0,0 1 0,-1-1 0,1 1 0,-2-1 0,1 1 0,0-1 0,-1 1 0,0 0 0,0 0 0,-8-8 0,34 63 0,-2-19 0,41 47 0,-41-55 0,-2 2 0,33 52 0,-143-211 0,86 128-105,0 0 0,0 1 0,0 0 0,-1 0 0,0 1 0,0 0 0,0 0 0,-1 0 0,1 0 0,-1 1 0,0 0 0,-14-3 0,5 2-6721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36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3809 1271 24575,'0'-14'0,"-2"1"0,1 0 0,-2 0 0,0 0 0,0 0 0,-1 1 0,-10-21 0,-51-84 0,22 44 0,14 13 0,-3 2 0,-3 2 0,-2 1 0,-79-89 0,51 78 0,-132-103 0,166 150 0,0 2 0,-1 0 0,-1 2 0,-40-12 0,9 3 0,-69-27 0,-1 5 0,-3 7 0,-214-33 0,238 59 0,0 4 0,-148 9 0,-219 51 0,450-46 0,-1 1 0,1 1 0,0 2 0,0 0 0,1 2 0,1 2 0,0 0 0,0 2 0,1 1 0,-26 21 0,-3 7 0,1 2 0,2 3 0,3 1 0,2 3 0,2 2 0,2 2 0,-61 107 0,53-70 0,19-38 0,3 2 0,-43 113 0,-25 152 0,72-246 0,16-53 0,2 1 0,1 0 0,1 0 0,0 0 0,0 28 0,4-9 0,-14 514 0,17-513 0,3 0 0,1 0 0,2 0 0,2-1 0,25 72 0,-21-79 0,10 35 0,45 94 0,-33-107 0,2-1 0,3-1 0,78 83 0,-94-112 0,0-2 0,2 0 0,1-2 0,1-1 0,1-2 0,50 30 0,28 4 0,1-4 0,3-6 0,2-4 0,2-5 0,0-5 0,3-5 0,0-6 0,1-4 0,146-1 0,214-17 0,-458 0 0,0-1 0,0 0 0,0-2 0,-1 0 0,24-11 0,-17 7 0,40-16 0,97-52 0,-57 24 0,92-47 0,-169 83 0,-1-2 0,-1-1 0,-1-2 0,35-34 0,-27 23 0,61-45 0,-62 52 0,0-2 0,42-44 0,-45 40 0,-20 22 0,-1 0 0,0-2 0,15-22 0,-25 34 0,1 0 0,-1 0 0,0-1 0,0 1 0,0 0 0,1 0 0,-1 0 0,0-1 0,0 1 0,0 0 0,0 0 0,0 0 0,0-1 0,1 1 0,-1 0 0,0 0 0,0-1 0,0 1 0,0 0 0,0 0 0,0-1 0,0 1 0,0 0 0,0 0 0,0-1 0,0 1 0,0 0 0,0 0 0,-1-1 0,1 1 0,0 0 0,0 0 0,0-1 0,0 1 0,0 0 0,0 0 0,-1-1 0,1 1 0,0 0 0,0 0 0,0 0 0,-1-1 0,-13 2 0,-17 11 0,7 0 0,-1-2 0,1 2 0,1 1 0,0 1 0,-30 24 0,44-30 0,-25 21 0,32-23 0,22-16 0,74-57 0,-71 49 0,0 1 0,1 2 0,0 0 0,32-14 0,-56 29 0,1-1 0,0 1 0,0-1 0,0 1 0,-1-1 0,1 1 0,0 0 0,0 0 0,0-1 0,0 1 0,0 0 0,0 0 0,0 0 0,0 0 0,-1 0 0,1 0 0,0 0 0,0 0 0,0 0 0,0 1 0,0-1 0,0 0 0,0 1 0,-1-1 0,1 0 0,0 1 0,0-1 0,1 2 0,-2-1 0,1 0 0,-1 1 0,1-1 0,-1 1 0,1-1 0,-1 0 0,0 1 0,0-1 0,0 1 0,0-1 0,0 1 0,0-1 0,0 1 0,0-1 0,-1 3 0,-20 53 0,-39 81 0,21-51 0,39-87 0,0 0 0,1 0 0,-1 1 0,0-1 0,0 0 0,0 0 0,0 0 0,0 0 0,0 1 0,0-1 0,0 0 0,0 0 0,0 0 0,0 0 0,0 1 0,0-1 0,0 0 0,0 0 0,0 0 0,-1 0 0,1 1 0,0-1 0,0 0 0,0 0 0,0 0 0,0 0 0,0 0 0,0 1 0,0-1 0,-1 0 0,1 0 0,0 0 0,0 0 0,0 0 0,0 0 0,0 0 0,-1 0 0,1 0 0,0 0 0,0 1 0,0-1 0,0 0 0,0 0 0,-1 0 0,1 0 0,0 0 0,0 0 0,0 0 0,0 0 0,-1 0 0,1 0 0,0 0 0,0-1 0,0 1 0,0 0 0,-1 0 0,1 0 0,0 0 0,0 0 0,0 0 0,0 0 0,0 0 0,-1 0 0,1 0 0,0-1 0,0 1 0,0 0 0,-4-18 0,2-24 0,2 16-227,1 0-1,1 0 1,1 0-1,1 0 1,15-44-1,-14 56-6598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1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1 971 24575,'4'-2'0,"1"1"0,-1-1 0,0 0 0,1 0 0,-1 0 0,0-1 0,0 1 0,0-1 0,-1 0 0,1 0 0,-1-1 0,4-3 0,1-1 0,191-195 0,23-19 0,-173 180 0,2 2 0,2 3 0,1 2 0,66-32 0,-51 39 0,2 3 0,100-22 0,149-14 0,93 7 0,-183 27 0,121 6 0,-137 14 0,520-3 0,-454 12 0,-187 3 0,0 4 0,116 28 0,-126-21 0,299 65 0,-105-20 0,-22 7 0,-212-55 0,79 33 0,-19-4 0,12 6 0,6 3 0,-83-37 0,-1 1 0,-1 2 0,0 1 0,-1 3 0,-1 0 0,38 33 0,-14-13 0,-41-30 0,0 2 0,0 0 0,-1 0 0,15 18 0,10 13 0,3-1 0,88 67 0,-118-98 0,0 1 0,-1 1 0,18 24 0,5 5 0,73 92 0,-59-71 0,-46-59 0,12 18 0,-16-16 0,-14-8 0,11 0 0,0-1 0,1 1 0,-1-1 0,1 0 0,-1 1 0,1-1 0,-1 0 0,1 0 0,0-1 0,0 1 0,0 0 0,0-1 0,0 1 0,1-1 0,-1 0 0,-1-3 0,-20-56 0,13 29 0,6 20 0,0-1 0,1 0 0,1 0 0,0 0 0,1-21 0,-7-40 0,23 103 0,-9-19 0,0 2 0,-1-1 0,7 19 0,24 132 0,-36-161 0,0 0 0,0 1 0,1-1 0,-1 0 0,0 1 0,0-1 0,0 1 0,0-1 0,0 1 0,0-1 0,1 0 0,-1 1 0,0-1 0,0 1 0,0-1 0,0 1 0,-1-1 0,1 1 0,0-1 0,0 0 0,0 1 0,0-1 0,0 1 0,0-1 0,-1 1 0,1-1 0,0 0 0,0 1 0,-1-1 0,1 0 0,0 1 0,-1-1 0,1 0 0,0 1 0,-1-1 0,1 0 0,-1 1 0,-18-6 0,-27-24 0,40 25 0,-126-79 0,131 83 0,0-1 0,0 1 0,0 0 0,0-1 0,1 1 0,-1-1 0,0 0 0,0 1 0,1-1 0,-1 0 0,0 1 0,1-1 0,-1 0 0,0 0 0,1 1 0,-1-1 0,1 0 0,0 0 0,-1 0 0,1 0 0,0 0 0,-1 0 0,1 1 0,0-1 0,0 0 0,0-2 0,0 3 0,1-1 0,0 0 0,0 0 0,0 1 0,0-1 0,0 1 0,-1-1 0,1 1 0,0-1 0,0 1 0,0-1 0,0 1 0,1 0 0,-1 0 0,0 0 0,0-1 0,0 1 0,2 0 0,4 0 0,0 0 0,0 0 0,0 1 0,-1-1 0,1 2 0,13 3 0,-16-3-151,-1 0-1,0 0 0,1 0 0,-1 0 1,0 1-1,0 0 0,-1 0 1,5 4-1,4 9-6674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18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6951 62 24575,'-48'44'0,"-2"-1"0,-71 46 0,-114 58 0,234-147 0,-217 122 0,174-100 0,-1-3 0,-2-1 0,-49 12 0,-497 132 0,375-97 0,-135 31 0,4-31 0,-362 20 0,519-80 0,-54 6 0,-679 16 0,647-29 0,133-10 0,34 2 0,18 4 0,1-4 0,0-3 0,0-5 0,-118-39 0,131 32 0,23 8 0,-65-31 0,-298-133 0,391 165 0,0 0 0,1-2 0,0 0 0,-41-40 0,41 32 0,-30-39 0,-14-13 0,40 49 0,-16-15 0,1-2 0,2-2 0,-49-72 0,19-3 0,71 124 0,4 11 0,4 15 0,23 41 0,56 100 0,-14-41 0,-65-121 0,-3-8 0,-3-17 0,-6-26 0,1 24 0,-1-1 0,-1 2 0,0-1 0,-2 1 0,-1 0 0,0 1 0,-27-35 0,-19-31 0,53 78 0,1 1 0,0-1 0,0 0 0,0 0 0,0 0 0,1 0 0,-2-13 0,8 22 0,-1 1 0,0 0 0,0 0 0,0 0 0,0 0 0,0 0 0,0 0 0,-1 1 0,3 4 0,22 30 0,3 0 0,1-2 0,1-2 0,3 0 0,44 33 0,-53-43 0,-22-12 0,-22-11 0,11-3-170,1 0-1,-1 0 0,0-1 1,1 0-1,-1 0 0,1-1 1,-9-6-1,2 0-6655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27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82 868 24575,'31'-41'0,"2"1"0,67-63 0,-39 42 0,-17 16 0,1 1 0,96-68 0,-67 61 0,138-88 0,-172 117 0,1 1 0,0 2 0,71-21 0,-23 14 0,0 4 0,173-20 0,101 4 0,47 37 0,-358 4 0,-2 2 0,1 3 0,-1 1 0,0 3 0,-1 2 0,0 3 0,-1 1 0,-1 2 0,62 37 0,-66-29 0,0 2 0,-2 1 0,71 71 0,-55-41 0,83 114 0,-83-90 0,-3 2 0,-4 2 0,-4 3 0,36 100 0,-63-141 0,-3-10 0,11 43 0,-2 9 0,-10-45 0,-3 1 0,8 60 0,-11 49 0,-12 178 0,0-287 0,-2 0 0,-2-1 0,-2 0 0,-2 0 0,-3-1 0,-33 80 0,5-36 0,-4-3 0,-110 159 0,65-127 0,-132 134 0,173-201 0,14-13 0,-1-2 0,-2-1 0,-1-2 0,-75 50 0,53-50 0,-1-3 0,-1-2 0,-77 24 0,95-41 0,-1-1 0,1-2 0,-2-2 0,1-3 0,-79 0 0,35-6 0,51 3 0,0-2 0,-1-2 0,1-2 0,0-1 0,-76-21 0,-199-100 0,182 75 0,73 30 0,-88-45 0,92 36 0,1-2 0,2-2 0,2-3 0,1-1 0,-57-58 0,75 62 0,-190-188 0,197 197 0,2-2 0,0 0 0,-24-40 0,-3-2 0,27 40 0,1 0 0,2-2 0,1 0 0,1-1 0,-23-59 0,35 66 0,-3-4 0,5 33 0,0 21 0,2-11 0,0-1 0,1 1 0,1-1 0,0 1 0,1-1 0,1 1 0,0-1 0,1 0 0,0 0 0,1 0 0,0 0 0,1 0 0,0-1 0,11 17 0,28 65 0,-44-94 0,0 0 0,1 0 0,-1 1 0,0-1 0,0 0 0,0 0 0,0 0 0,0 0 0,0 0 0,0 0 0,0 0 0,0 0 0,1 0 0,-1 0 0,0 0 0,0 1 0,0-1 0,0 0 0,0 0 0,0 0 0,0 0 0,1 0 0,-1 0 0,0 0 0,0 0 0,0 0 0,0 0 0,0 0 0,0 0 0,1 0 0,-1 0 0,0 0 0,0-1 0,0 1 0,0 0 0,0 0 0,0 0 0,1 0 0,-1 0 0,0 0 0,0 0 0,0 0 0,0 0 0,0 0 0,0 0 0,0 0 0,0-1 0,0 1 0,0 0 0,0 0 0,1 0 0,-1 0 0,0 0 0,0 0 0,0-1 0,0 1 0,0 0 0,0 0 0,0 0 0,0 0 0,0 0 0,0-1 0,4-15 0,-1-17 0,-3 8 0,-2 1 0,-6-35 0,-3-37 0,11 90 0,-1 0 0,0 0 0,0 0 0,0 1 0,-1-1 0,1 1 0,-2-1 0,1 1 0,0-1 0,-1 1 0,0 0 0,0 0 0,-8-8 0,34 63 0,-2-19 0,41 47 0,-41-55 0,-2 2 0,33 52 0,-143-211 0,86 128-105,0 0 0,0 1 0,0 0 0,-1 0 0,0 1 0,0 0 0,0 0 0,-1 0 0,1 0 0,-1 1 0,0 0 0,-14-3 0,5 2-6721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10:36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3809 1271 24575,'0'-14'0,"-2"1"0,1 0 0,-2 0 0,0 0 0,0 0 0,-1 1 0,-10-21 0,-51-84 0,22 44 0,14 13 0,-3 2 0,-3 2 0,-2 1 0,-79-89 0,51 78 0,-132-103 0,166 150 0,0 2 0,-1 0 0,-1 2 0,-40-12 0,9 3 0,-69-27 0,-1 5 0,-3 7 0,-214-33 0,238 59 0,0 4 0,-148 9 0,-219 51 0,450-46 0,-1 1 0,1 1 0,0 2 0,0 0 0,1 2 0,1 2 0,0 0 0,0 2 0,1 1 0,-26 21 0,-3 7 0,1 2 0,2 3 0,3 1 0,2 3 0,2 2 0,2 2 0,-61 107 0,53-70 0,19-38 0,3 2 0,-43 113 0,-25 152 0,72-246 0,16-53 0,2 1 0,1 0 0,1 0 0,0 0 0,0 28 0,4-9 0,-14 514 0,17-513 0,3 0 0,1 0 0,2 0 0,2-1 0,25 72 0,-21-79 0,10 35 0,45 94 0,-33-107 0,2-1 0,3-1 0,78 83 0,-94-112 0,0-2 0,2 0 0,1-2 0,1-1 0,1-2 0,50 30 0,28 4 0,1-4 0,3-6 0,2-4 0,2-5 0,0-5 0,3-5 0,0-6 0,1-4 0,146-1 0,214-17 0,-458 0 0,0-1 0,0 0 0,0-2 0,-1 0 0,24-11 0,-17 7 0,40-16 0,97-52 0,-57 24 0,92-47 0,-169 83 0,-1-2 0,-1-1 0,-1-2 0,35-34 0,-27 23 0,61-45 0,-62 52 0,0-2 0,42-44 0,-45 40 0,-20 22 0,-1 0 0,0-2 0,15-22 0,-25 34 0,1 0 0,-1 0 0,0-1 0,0 1 0,0 0 0,1 0 0,-1 0 0,0-1 0,0 1 0,0 0 0,0 0 0,0 0 0,0-1 0,1 1 0,-1 0 0,0 0 0,0-1 0,0 1 0,0 0 0,0 0 0,0-1 0,0 1 0,0 0 0,0 0 0,0-1 0,0 1 0,0 0 0,0 0 0,-1-1 0,1 1 0,0 0 0,0 0 0,0-1 0,0 1 0,0 0 0,0 0 0,-1-1 0,1 1 0,0 0 0,0 0 0,0 0 0,-1-1 0,-13 2 0,-17 11 0,7 0 0,-1-2 0,1 2 0,1 1 0,0 1 0,-30 24 0,44-30 0,-25 21 0,32-23 0,22-16 0,74-57 0,-71 49 0,0 1 0,1 2 0,0 0 0,32-14 0,-56 29 0,1-1 0,0 1 0,0-1 0,0 1 0,-1-1 0,1 1 0,0 0 0,0 0 0,0-1 0,0 1 0,0 0 0,0 0 0,0 0 0,0 0 0,-1 0 0,1 0 0,0 0 0,0 0 0,0 0 0,0 1 0,0-1 0,0 0 0,0 1 0,-1-1 0,1 0 0,0 1 0,0-1 0,1 2 0,-2-1 0,1 0 0,-1 1 0,1-1 0,-1 1 0,1-1 0,-1 0 0,0 1 0,0-1 0,0 1 0,0-1 0,0 1 0,0-1 0,0 1 0,0-1 0,-1 3 0,-20 53 0,-39 81 0,21-51 0,39-87 0,0 0 0,1 0 0,-1 1 0,0-1 0,0 0 0,0 0 0,0 0 0,0 0 0,0 1 0,0-1 0,0 0 0,0 0 0,0 0 0,0 0 0,0 1 0,0-1 0,0 0 0,0 0 0,0 0 0,-1 0 0,1 1 0,0-1 0,0 0 0,0 0 0,0 0 0,0 0 0,0 0 0,0 1 0,0-1 0,-1 0 0,1 0 0,0 0 0,0 0 0,0 0 0,0 0 0,0 0 0,-1 0 0,1 0 0,0 0 0,0 1 0,0-1 0,0 0 0,0 0 0,-1 0 0,1 0 0,0 0 0,0 0 0,0 0 0,0 0 0,-1 0 0,1 0 0,0 0 0,0-1 0,0 1 0,0 0 0,-1 0 0,1 0 0,0 0 0,0 0 0,0 0 0,0 0 0,0 0 0,-1 0 0,1 0 0,0-1 0,0 1 0,0 0 0,-4-18 0,2-24 0,2 16-227,1 0-1,1 0 1,1 0-1,1 0 1,15-44-1,-14 56-6598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59:53.4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1 971 24575,'4'-2'0,"1"1"0,-1-1 0,0 0 0,1 0 0,-1 0 0,0-1 0,0 1 0,0-1 0,-1 0 0,1 0 0,-1-1 0,4-3 0,1-1 0,191-195 0,23-19 0,-173 180 0,2 2 0,2 3 0,1 2 0,66-32 0,-51 39 0,2 3 0,100-22 0,149-14 0,93 7 0,-183 27 0,121 6 0,-137 14 0,520-3 0,-454 12 0,-187 3 0,0 4 0,116 28 0,-126-21 0,299 65 0,-105-20 0,-22 7 0,-212-55 0,79 33 0,-19-4 0,12 6 0,6 3 0,-83-37 0,-1 1 0,-1 2 0,0 1 0,-1 3 0,-1 0 0,38 33 0,-14-13 0,-41-30 0,0 2 0,0 0 0,-1 0 0,15 18 0,10 13 0,3-1 0,88 67 0,-118-98 0,0 1 0,-1 1 0,18 24 0,5 5 0,73 92 0,-59-71 0,-46-59 0,12 18 0,-16-16 0,-14-8 0,11 0 0,0-1 0,1 1 0,-1-1 0,1 0 0,-1 1 0,1-1 0,-1 0 0,1 0 0,0-1 0,0 1 0,0 0 0,0-1 0,0 1 0,1-1 0,-1 0 0,-1-3 0,-20-56 0,13 29 0,6 20 0,0-1 0,1 0 0,1 0 0,0 0 0,1-21 0,-7-40 0,23 103 0,-9-19 0,0 2 0,-1-1 0,7 19 0,24 132 0,-36-161 0,0 0 0,0 1 0,1-1 0,-1 0 0,0 1 0,0-1 0,0 1 0,0-1 0,0 1 0,0-1 0,1 0 0,-1 1 0,0-1 0,0 1 0,0-1 0,0 1 0,-1-1 0,1 1 0,0-1 0,0 0 0,0 1 0,0-1 0,0 1 0,0-1 0,-1 1 0,1-1 0,0 0 0,0 1 0,-1-1 0,1 0 0,0 1 0,-1-1 0,1 0 0,0 1 0,-1-1 0,1 0 0,-1 1 0,-18-6 0,-27-24 0,40 25 0,-126-79 0,131 83 0,0-1 0,0 1 0,0 0 0,0-1 0,1 1 0,-1-1 0,0 0 0,0 1 0,1-1 0,-1 0 0,0 1 0,1-1 0,-1 0 0,0 0 0,1 1 0,-1-1 0,1 0 0,0 0 0,-1 0 0,1 0 0,0 0 0,-1 0 0,1 1 0,0-1 0,0 0 0,0-2 0,0 3 0,1-1 0,0 0 0,0 0 0,0 1 0,0-1 0,0 1 0,-1-1 0,1 1 0,0-1 0,0 1 0,0-1 0,0 1 0,1 0 0,-1 0 0,0 0 0,0-1 0,0 1 0,2 0 0,4 0 0,0 0 0,0 0 0,0 1 0,-1-1 0,1 2 0,13 3 0,-16-3-151,-1 0-1,0 0 0,1 0 0,-1 0 1,0 1-1,0 0 0,-1 0 1,5 4-1,4 9-6674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59:53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6951 62 24575,'-48'44'0,"-2"-1"0,-71 46 0,-114 58 0,234-147 0,-217 122 0,174-100 0,-1-3 0,-2-1 0,-49 12 0,-497 132 0,375-97 0,-135 31 0,4-31 0,-362 20 0,519-80 0,-54 6 0,-679 16 0,647-29 0,133-10 0,34 2 0,18 4 0,1-4 0,0-3 0,0-5 0,-118-39 0,131 32 0,23 8 0,-65-31 0,-298-133 0,391 165 0,0 0 0,1-2 0,0 0 0,-41-40 0,41 32 0,-30-39 0,-14-13 0,40 49 0,-16-15 0,1-2 0,2-2 0,-49-72 0,19-3 0,71 124 0,4 11 0,4 15 0,23 41 0,56 100 0,-14-41 0,-65-121 0,-3-8 0,-3-17 0,-6-26 0,1 24 0,-1-1 0,-1 2 0,0-1 0,-2 1 0,-1 0 0,0 1 0,-27-35 0,-19-31 0,53 78 0,1 1 0,0-1 0,0 0 0,0 0 0,0 0 0,1 0 0,-2-13 0,8 22 0,-1 1 0,0 0 0,0 0 0,0 0 0,0 0 0,0 0 0,0 0 0,-1 1 0,3 4 0,22 30 0,3 0 0,1-2 0,1-2 0,3 0 0,44 33 0,-53-43 0,-22-12 0,-22-11 0,11-3-170,1 0-1,-1 0 0,0-1 1,1 0-1,-1 0 0,1-1 1,-9-6-1,2 0-6655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59:53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82 868 24575,'31'-41'0,"2"1"0,67-63 0,-39 42 0,-17 16 0,1 1 0,96-68 0,-67 61 0,138-88 0,-172 117 0,1 1 0,0 2 0,71-21 0,-23 14 0,0 4 0,173-20 0,101 4 0,47 37 0,-358 4 0,-2 2 0,1 3 0,-1 1 0,0 3 0,-1 2 0,0 3 0,-1 1 0,-1 2 0,62 37 0,-66-29 0,0 2 0,-2 1 0,71 71 0,-55-41 0,83 114 0,-83-90 0,-3 2 0,-4 2 0,-4 3 0,36 100 0,-63-141 0,-3-10 0,11 43 0,-2 9 0,-10-45 0,-3 1 0,8 60 0,-11 49 0,-12 178 0,0-287 0,-2 0 0,-2-1 0,-2 0 0,-2 0 0,-3-1 0,-33 80 0,5-36 0,-4-3 0,-110 159 0,65-127 0,-132 134 0,173-201 0,14-13 0,-1-2 0,-2-1 0,-1-2 0,-75 50 0,53-50 0,-1-3 0,-1-2 0,-77 24 0,95-41 0,-1-1 0,1-2 0,-2-2 0,1-3 0,-79 0 0,35-6 0,51 3 0,0-2 0,-1-2 0,1-2 0,0-1 0,-76-21 0,-199-100 0,182 75 0,73 30 0,-88-45 0,92 36 0,1-2 0,2-2 0,2-3 0,1-1 0,-57-58 0,75 62 0,-190-188 0,197 197 0,2-2 0,0 0 0,-24-40 0,-3-2 0,27 40 0,1 0 0,2-2 0,1 0 0,1-1 0,-23-59 0,35 66 0,-3-4 0,5 33 0,0 21 0,2-11 0,0-1 0,1 1 0,1-1 0,0 1 0,1-1 0,1 1 0,0-1 0,1 0 0,0 0 0,1 0 0,0 0 0,1 0 0,0-1 0,11 17 0,28 65 0,-44-94 0,0 0 0,1 0 0,-1 1 0,0-1 0,0 0 0,0 0 0,0 0 0,0 0 0,0 0 0,0 0 0,0 0 0,0 0 0,1 0 0,-1 0 0,0 0 0,0 1 0,0-1 0,0 0 0,0 0 0,0 0 0,0 0 0,1 0 0,-1 0 0,0 0 0,0 0 0,0 0 0,0 0 0,0 0 0,0 0 0,1 0 0,-1 0 0,0 0 0,0-1 0,0 1 0,0 0 0,0 0 0,0 0 0,1 0 0,-1 0 0,0 0 0,0 0 0,0 0 0,0 0 0,0 0 0,0 0 0,0 0 0,0-1 0,0 1 0,0 0 0,0 0 0,1 0 0,-1 0 0,0 0 0,0 0 0,0-1 0,0 1 0,0 0 0,0 0 0,0 0 0,0 0 0,0 0 0,0-1 0,4-15 0,-1-17 0,-3 8 0,-2 1 0,-6-35 0,-3-37 0,11 90 0,-1 0 0,0 0 0,0 0 0,0 1 0,-1-1 0,1 1 0,-2-1 0,1 1 0,0-1 0,-1 1 0,0 0 0,0 0 0,-8-8 0,34 63 0,-2-19 0,41 47 0,-41-55 0,-2 2 0,33 52 0,-143-211 0,86 128-105,0 0 0,0 1 0,0 0 0,-1 0 0,0 1 0,0 0 0,0 0 0,-1 0 0,1 0 0,-1 1 0,0 0 0,-14-3 0,5 2-6721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4:59:53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3809 1271 24575,'0'-14'0,"-2"1"0,1 0 0,-2 0 0,0 0 0,0 0 0,-1 1 0,-10-21 0,-51-84 0,22 44 0,14 13 0,-3 2 0,-3 2 0,-2 1 0,-79-89 0,51 78 0,-132-103 0,166 150 0,0 2 0,-1 0 0,-1 2 0,-40-12 0,9 3 0,-69-27 0,-1 5 0,-3 7 0,-214-33 0,238 59 0,0 4 0,-148 9 0,-219 51 0,450-46 0,-1 1 0,1 1 0,0 2 0,0 0 0,1 2 0,1 2 0,0 0 0,0 2 0,1 1 0,-26 21 0,-3 7 0,1 2 0,2 3 0,3 1 0,2 3 0,2 2 0,2 2 0,-61 107 0,53-70 0,19-38 0,3 2 0,-43 113 0,-25 152 0,72-246 0,16-53 0,2 1 0,1 0 0,1 0 0,0 0 0,0 28 0,4-9 0,-14 514 0,17-513 0,3 0 0,1 0 0,2 0 0,2-1 0,25 72 0,-21-79 0,10 35 0,45 94 0,-33-107 0,2-1 0,3-1 0,78 83 0,-94-112 0,0-2 0,2 0 0,1-2 0,1-1 0,1-2 0,50 30 0,28 4 0,1-4 0,3-6 0,2-4 0,2-5 0,0-5 0,3-5 0,0-6 0,1-4 0,146-1 0,214-17 0,-458 0 0,0-1 0,0 0 0,0-2 0,-1 0 0,24-11 0,-17 7 0,40-16 0,97-52 0,-57 24 0,92-47 0,-169 83 0,-1-2 0,-1-1 0,-1-2 0,35-34 0,-27 23 0,61-45 0,-62 52 0,0-2 0,42-44 0,-45 40 0,-20 22 0,-1 0 0,0-2 0,15-22 0,-25 34 0,1 0 0,-1 0 0,0-1 0,0 1 0,0 0 0,1 0 0,-1 0 0,0-1 0,0 1 0,0 0 0,0 0 0,0 0 0,0-1 0,1 1 0,-1 0 0,0 0 0,0-1 0,0 1 0,0 0 0,0 0 0,0-1 0,0 1 0,0 0 0,0 0 0,0-1 0,0 1 0,0 0 0,0 0 0,-1-1 0,1 1 0,0 0 0,0 0 0,0-1 0,0 1 0,0 0 0,0 0 0,-1-1 0,1 1 0,0 0 0,0 0 0,0 0 0,-1-1 0,-13 2 0,-17 11 0,7 0 0,-1-2 0,1 2 0,1 1 0,0 1 0,-30 24 0,44-30 0,-25 21 0,32-23 0,22-16 0,74-57 0,-71 49 0,0 1 0,1 2 0,0 0 0,32-14 0,-56 29 0,1-1 0,0 1 0,0-1 0,0 1 0,-1-1 0,1 1 0,0 0 0,0 0 0,0-1 0,0 1 0,0 0 0,0 0 0,0 0 0,0 0 0,-1 0 0,1 0 0,0 0 0,0 0 0,0 0 0,0 1 0,0-1 0,0 0 0,0 1 0,-1-1 0,1 0 0,0 1 0,0-1 0,1 2 0,-2-1 0,1 0 0,-1 1 0,1-1 0,-1 1 0,1-1 0,-1 0 0,0 1 0,0-1 0,0 1 0,0-1 0,0 1 0,0-1 0,0 1 0,0-1 0,-1 3 0,-20 53 0,-39 81 0,21-51 0,39-87 0,0 0 0,1 0 0,-1 1 0,0-1 0,0 0 0,0 0 0,0 0 0,0 0 0,0 1 0,0-1 0,0 0 0,0 0 0,0 0 0,0 0 0,0 1 0,0-1 0,0 0 0,0 0 0,0 0 0,-1 0 0,1 1 0,0-1 0,0 0 0,0 0 0,0 0 0,0 0 0,0 0 0,0 1 0,0-1 0,-1 0 0,1 0 0,0 0 0,0 0 0,0 0 0,0 0 0,0 0 0,-1 0 0,1 0 0,0 0 0,0 1 0,0-1 0,0 0 0,0 0 0,-1 0 0,1 0 0,0 0 0,0 0 0,0 0 0,0 0 0,-1 0 0,1 0 0,0 0 0,0-1 0,0 1 0,0 0 0,-1 0 0,1 0 0,0 0 0,0 0 0,0 0 0,0 0 0,0 0 0,-1 0 0,1 0 0,0-1 0,0 1 0,0 0 0,-4-18 0,2-24 0,2 16-227,1 0-1,1 0 1,1 0-1,1 0 1,15-44-1,-14 56-6598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33.png"/><Relationship Id="rId4" Type="http://schemas.openxmlformats.org/officeDocument/2006/relationships/customXml" Target="../ink/ink2.xml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8.xml"/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.xml"/><Relationship Id="rId5" Type="http://schemas.openxmlformats.org/officeDocument/2006/relationships/image" Target="../media/image37.png"/><Relationship Id="rId4" Type="http://schemas.openxmlformats.org/officeDocument/2006/relationships/customXml" Target="../ink/ink6.xml"/><Relationship Id="rId9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customXml" Target="../ink/ink15.xml"/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12" Type="http://schemas.openxmlformats.org/officeDocument/2006/relationships/customXml" Target="../ink/ink14.xml"/><Relationship Id="rId2" Type="http://schemas.openxmlformats.org/officeDocument/2006/relationships/customXml" Target="../ink/ink9.xml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40.png"/><Relationship Id="rId5" Type="http://schemas.openxmlformats.org/officeDocument/2006/relationships/image" Target="../media/image37.png"/><Relationship Id="rId15" Type="http://schemas.openxmlformats.org/officeDocument/2006/relationships/customXml" Target="../ink/ink16.xml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39.png"/><Relationship Id="rId1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993AB-6DE7-8285-E0AC-5F1A18195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Ab initio </a:t>
            </a:r>
            <a:r>
              <a:rPr lang="en-US" dirty="0"/>
              <a:t>gene 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6C4B-003F-16DC-7AF5-AFA961D39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92500"/>
          </a:bodyPr>
          <a:lstStyle/>
          <a:p>
            <a:r>
              <a:rPr lang="en-US" dirty="0"/>
              <a:t>Transcriptome sequencing data does not provide comprehensive picture of expression – not all transcripts are expressed in all cells at the same time:  </a:t>
            </a:r>
          </a:p>
          <a:p>
            <a:pPr lvl="1"/>
            <a:r>
              <a:rPr lang="en-US" dirty="0"/>
              <a:t>Sequence many different cells under many conditions (expensive)</a:t>
            </a:r>
          </a:p>
          <a:p>
            <a:pPr lvl="1"/>
            <a:r>
              <a:rPr lang="en-US" dirty="0"/>
              <a:t>Supplement transcriptome sequencing data with an </a:t>
            </a:r>
            <a:r>
              <a:rPr lang="en-US" i="1" dirty="0"/>
              <a:t>ab initio </a:t>
            </a:r>
            <a:r>
              <a:rPr lang="en-US" dirty="0"/>
              <a:t>gene finding algorithm to find transcripts that a not expressed</a:t>
            </a:r>
          </a:p>
          <a:p>
            <a:r>
              <a:rPr lang="en-US" dirty="0"/>
              <a:t>Assembled transcripts have errors: </a:t>
            </a:r>
          </a:p>
          <a:p>
            <a:pPr lvl="1"/>
            <a:r>
              <a:rPr lang="en-US" dirty="0"/>
              <a:t>Use machine learning algorithms to detect errors in assembled transcripts</a:t>
            </a:r>
          </a:p>
          <a:p>
            <a:r>
              <a:rPr lang="en-US" dirty="0"/>
              <a:t>Machine learning:</a:t>
            </a:r>
          </a:p>
          <a:p>
            <a:pPr lvl="1"/>
            <a:r>
              <a:rPr lang="en-US" dirty="0"/>
              <a:t>Positional Weights/Markov chain/Hidden Markov Models</a:t>
            </a:r>
          </a:p>
          <a:p>
            <a:pPr lvl="1"/>
            <a:r>
              <a:rPr lang="en-US" dirty="0"/>
              <a:t>Convolution Neural Networks?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4308B-AFA2-E9DC-AA64-E27C6EAAE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290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5A960-9AED-42DD-A4CE-32DEB70A2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Machine learning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7AFB0-4CD4-49AE-5635-A884EF4A4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18774"/>
          </a:xfrm>
        </p:spPr>
        <p:txBody>
          <a:bodyPr>
            <a:normAutofit/>
          </a:bodyPr>
          <a:lstStyle/>
          <a:p>
            <a:r>
              <a:rPr lang="en-US" dirty="0"/>
              <a:t>Protein coding and non-coding sequences have different patterns of letters</a:t>
            </a:r>
          </a:p>
          <a:p>
            <a:r>
              <a:rPr lang="en-US" dirty="0"/>
              <a:t>Spliceosome does not just cut out introns at GT-AG, it recognizes longer patterns around splice sites</a:t>
            </a:r>
          </a:p>
          <a:p>
            <a:r>
              <a:rPr lang="en-US" dirty="0"/>
              <a:t>We can look for the patterns with </a:t>
            </a:r>
            <a:r>
              <a:rPr lang="en-US" i="1" dirty="0"/>
              <a:t>machine learning </a:t>
            </a:r>
            <a:r>
              <a:rPr lang="en-US" dirty="0"/>
              <a:t>algorithms</a:t>
            </a:r>
          </a:p>
          <a:p>
            <a:r>
              <a:rPr lang="en-US" dirty="0"/>
              <a:t>We can model and test the patterns with:</a:t>
            </a:r>
          </a:p>
          <a:p>
            <a:pPr lvl="1"/>
            <a:r>
              <a:rPr lang="en-US" dirty="0"/>
              <a:t>Positional Probabilities or Positional Weights</a:t>
            </a:r>
          </a:p>
          <a:p>
            <a:pPr lvl="1"/>
            <a:r>
              <a:rPr lang="en-US" dirty="0"/>
              <a:t>Markov chains</a:t>
            </a:r>
          </a:p>
          <a:p>
            <a:pPr lvl="1"/>
            <a:r>
              <a:rPr lang="en-US" dirty="0"/>
              <a:t>Hidden Markov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C02BC-5B68-B2F7-B466-6A9EF3BC4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8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57A19-48C7-CAB5-3B42-7AC453F63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Markov chains and HMMs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79247-BA8E-D544-D04F-7E5DFFA98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We can use Positional Probabilities and Markov chains to test whether the sequence patterns around features (such as splice sites GT-AG) correspond to what is expected, which allows us to:</a:t>
            </a:r>
          </a:p>
          <a:p>
            <a:pPr lvl="1"/>
            <a:r>
              <a:rPr lang="en-US" dirty="0"/>
              <a:t>Look for new features</a:t>
            </a:r>
          </a:p>
          <a:p>
            <a:pPr lvl="1"/>
            <a:r>
              <a:rPr lang="en-US" dirty="0"/>
              <a:t>Test for correctness of existing features obtained from the data </a:t>
            </a:r>
          </a:p>
          <a:p>
            <a:pPr lvl="1"/>
            <a:endParaRPr lang="en-US" dirty="0"/>
          </a:p>
          <a:p>
            <a:r>
              <a:rPr lang="en-US" dirty="0"/>
              <a:t>We will consider application of Positional Probabilities and Markov chains to splice site prediction/validation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We can use HMMs to locate regions of sequence that appear to have different properties (coding vs. non-coding)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BFD11-A455-A3DA-E0EB-606C73127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945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478C-A1A6-A881-3E93-A5E9BCEA9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Positional Probabilities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67138-D3D4-43B0-3585-B216DBAF8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Positional probabilities is the most straightforward approach to detecting and testing sequence patterns</a:t>
            </a:r>
          </a:p>
          <a:p>
            <a:endParaRPr lang="en-US" dirty="0"/>
          </a:p>
          <a:p>
            <a:r>
              <a:rPr lang="en-US" dirty="0"/>
              <a:t>Positional probabilities simply quantify the probabilities of observing A,C,G,T at a certain location in genomic 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320E1-589A-B943-7021-B704A264B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44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41159-66B4-F802-51EF-D98F37AD6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Positional probabilities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E685EC-5ECB-37DE-E37B-36FD6BAC86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620" y="1596540"/>
                <a:ext cx="9561380" cy="444812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We can use known high-confidence splice sites in the annotation to compute Positional Probabilities: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br>
                  <a:rPr lang="en-US" dirty="0"/>
                </a:br>
                <a:r>
                  <a:rPr lang="en-US" dirty="0"/>
                  <a:t>,where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index goes over all letters in the alphabet (A,C,G,T),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index goes over positions within splice site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E685EC-5ECB-37DE-E37B-36FD6BAC86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620" y="1596540"/>
                <a:ext cx="9561380" cy="4448125"/>
              </a:xfrm>
              <a:blipFill>
                <a:blip r:embed="rId2"/>
                <a:stretch>
                  <a:fillRect l="-1147" t="-2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B723E-C021-7BCC-FD79-03C15E55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3FC08-85E5-49C2-8474-E4B32F15F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1546745"/>
            <a:ext cx="1474234" cy="449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60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8A2FC-970A-A62F-0E5E-09E462F1A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4FC8F-985A-EE0E-6C63-52322ABB3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58264"/>
          </a:xfrm>
        </p:spPr>
        <p:txBody>
          <a:bodyPr>
            <a:normAutofit/>
          </a:bodyPr>
          <a:lstStyle/>
          <a:p>
            <a:r>
              <a:rPr lang="en-US" dirty="0"/>
              <a:t>Given DNA sequences:</a:t>
            </a:r>
          </a:p>
          <a:p>
            <a:r>
              <a:rPr lang="en-US" dirty="0"/>
              <a:t>                          The Positional Probability Matrix (PPM) is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               Computing these probabilities from the data is the </a:t>
            </a:r>
            <a:r>
              <a:rPr lang="en-US" i="1" dirty="0"/>
              <a:t>learning</a:t>
            </a:r>
            <a:r>
              <a:rPr lang="en-US" dirty="0"/>
              <a:t> part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8075B-C6EC-878C-343C-93D1AF68D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35879F-E475-3C19-E172-10562D501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84" y="2140220"/>
            <a:ext cx="1474234" cy="4497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94426F-940C-D94F-F74D-3CCFED63F8DE}"/>
                  </a:ext>
                </a:extLst>
              </p:cNvPr>
              <p:cNvSpPr txBox="1"/>
              <p:nvPr/>
            </p:nvSpPr>
            <p:spPr>
              <a:xfrm>
                <a:off x="2653953" y="3334630"/>
                <a:ext cx="1474234" cy="690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360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36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94426F-940C-D94F-F74D-3CCFED63F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953" y="3334630"/>
                <a:ext cx="1474234" cy="6908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14E0D884-29BF-0786-A15C-4F3742D305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624" y="2771608"/>
            <a:ext cx="7212028" cy="1816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015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CA422-EB5B-6C9F-83F4-CCA5AC38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 site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F78B9-9182-E692-99AF-1FA2D9B1C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03D917-D8B8-7316-1BC8-4876A096C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217" y="2006518"/>
            <a:ext cx="8437459" cy="40913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966AE1-796E-6EAE-1517-76D18A951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94" y="2128063"/>
            <a:ext cx="3307736" cy="3901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3AD03D-16BF-6442-AF61-6D82FBBDE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7989" y="760138"/>
            <a:ext cx="3894011" cy="12242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C7C38F-A22A-D105-3E87-477459DC8AFD}"/>
              </a:ext>
            </a:extLst>
          </p:cNvPr>
          <p:cNvSpPr txBox="1"/>
          <p:nvPr/>
        </p:nvSpPr>
        <p:spPr>
          <a:xfrm>
            <a:off x="931164" y="1651700"/>
            <a:ext cx="122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Donor (GT)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9F0EAD-576D-79AD-537E-10C7899ACCEE}"/>
              </a:ext>
            </a:extLst>
          </p:cNvPr>
          <p:cNvSpPr txBox="1"/>
          <p:nvPr/>
        </p:nvSpPr>
        <p:spPr>
          <a:xfrm>
            <a:off x="6178078" y="1626138"/>
            <a:ext cx="1497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Acceptor (AG)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937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460D9-C78E-CB19-C14B-DD84F9C0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PWM to evaluate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2D7D5-8A36-45DC-A910-2A1EEAE73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780" y="1596540"/>
            <a:ext cx="11100640" cy="51249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calculate the probability of a sequence given a PPM, by multiplying the relevant probabilities at each position. For example, the probability of the sequence </a:t>
            </a:r>
            <a:r>
              <a:rPr lang="en-US" i="1" dirty="0"/>
              <a:t>S</a:t>
            </a:r>
            <a:r>
              <a:rPr lang="en-US" dirty="0"/>
              <a:t> = GAGGTAAAC can be calculated: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this to the probability of a random sequence (all probabilities are 0.25) 0.25^9=0.0000038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BE8B4C-7A69-33EE-A22B-3EB95E698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CAEAE9E-A053-D0C9-B138-EB8D3E979FB0}"/>
                  </a:ext>
                </a:extLst>
              </p:cNvPr>
              <p:cNvSpPr txBox="1"/>
              <p:nvPr/>
            </p:nvSpPr>
            <p:spPr>
              <a:xfrm>
                <a:off x="1160131" y="3579687"/>
                <a:ext cx="1474234" cy="7632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360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3600" dirty="0"/>
                  <a:t>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CAEAE9E-A053-D0C9-B138-EB8D3E979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131" y="3579687"/>
                <a:ext cx="1474234" cy="7632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EAF85E8-95BD-654F-24B7-E3638372C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986" y="3057248"/>
            <a:ext cx="7212028" cy="1816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775CB57-5E06-8286-ED2F-D213FA35F718}"/>
                  </a:ext>
                </a:extLst>
              </p:cNvPr>
              <p:cNvSpPr txBox="1"/>
              <p:nvPr/>
            </p:nvSpPr>
            <p:spPr>
              <a:xfrm>
                <a:off x="785109" y="4949291"/>
                <a:ext cx="10599821" cy="6243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)=.1∗</m:t>
                      </m:r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.6∗.7∗1∗1∗.1∗.7∗.2∗.2=0.0007056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775CB57-5E06-8286-ED2F-D213FA35F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09" y="4949291"/>
                <a:ext cx="10599821" cy="6243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951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271B0-2712-EE95-0A7B-7EDE2ECDA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PPM vs PWM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D262FE-8C30-EE82-BA92-B49DAF2A1E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PPM can be transformed int Positional Weight Matrix:</a:t>
                </a:r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is the number of symbols in the alphabet (A,C,G,T), for DNA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0.25</m:t>
                    </m:r>
                  </m:oMath>
                </a14:m>
                <a:r>
                  <a:rPr lang="en-US" dirty="0"/>
                  <a:t>.  For our example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D262FE-8C30-EE82-BA92-B49DAF2A1E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0" t="-1555" r="-1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71BB5-4123-FAB7-C5B7-5B68FED7A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DF6BDB-B240-D97E-DDC4-E15C830694FC}"/>
                  </a:ext>
                </a:extLst>
              </p:cNvPr>
              <p:cNvSpPr txBox="1"/>
              <p:nvPr/>
            </p:nvSpPr>
            <p:spPr>
              <a:xfrm>
                <a:off x="1298093" y="2087771"/>
                <a:ext cx="4797907" cy="1239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DF6BDB-B240-D97E-DDC4-E15C830694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093" y="2087771"/>
                <a:ext cx="4797907" cy="12391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275A70-8BBE-B71F-9E8C-13FD0BF1A837}"/>
                  </a:ext>
                </a:extLst>
              </p:cNvPr>
              <p:cNvSpPr txBox="1"/>
              <p:nvPr/>
            </p:nvSpPr>
            <p:spPr>
              <a:xfrm>
                <a:off x="74596" y="5207927"/>
                <a:ext cx="2601227" cy="690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275A70-8BBE-B71F-9E8C-13FD0BF1A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6" y="5207927"/>
                <a:ext cx="2601227" cy="6908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B93BD07C-4CCB-B5A4-E63E-281E743B1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2933" y="4772215"/>
            <a:ext cx="8830907" cy="156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234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DAF30-71A0-6C7B-822A-B6663A11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Scoring with PWMs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771B00-CD65-4A23-B7A9-D52ECBC4DD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228" y="1596540"/>
                <a:ext cx="12025772" cy="391880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Log of zero is minus infinity.  To deal with that on can add 1e-10 to each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then minus infinity becomes a large negative number</a:t>
                </a:r>
              </a:p>
              <a:p>
                <a:r>
                  <a:rPr lang="en-US" dirty="0"/>
                  <a:t>Since PWM elements are calculated using log likelihoods, the score of a sequence can be calculated by adding (rather than multiplying) the relevant values at each position in the PWM. For example, the score of the sequence </a:t>
                </a:r>
                <a:r>
                  <a:rPr lang="en-US" i="1" dirty="0"/>
                  <a:t>S</a:t>
                </a:r>
                <a:r>
                  <a:rPr lang="en-US" dirty="0"/>
                  <a:t> = GAGGTAAAC can be calculated: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−1.32+1.26+1.49+2+2+1.26+1.49−.32−.32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7.54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771B00-CD65-4A23-B7A9-D52ECBC4DD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228" y="1596540"/>
                <a:ext cx="12025772" cy="3918803"/>
              </a:xfrm>
              <a:blipFill>
                <a:blip r:embed="rId2"/>
                <a:stretch>
                  <a:fillRect l="-912" t="-1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52DB0-4B64-B989-C4F7-5AF836F80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2EA02DB-91A1-5DD1-CA58-5411B37B6D37}"/>
                  </a:ext>
                </a:extLst>
              </p:cNvPr>
              <p:cNvSpPr txBox="1"/>
              <p:nvPr/>
            </p:nvSpPr>
            <p:spPr>
              <a:xfrm>
                <a:off x="166228" y="5665456"/>
                <a:ext cx="2601227" cy="690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2EA02DB-91A1-5DD1-CA58-5411B37B6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28" y="5665456"/>
                <a:ext cx="2601227" cy="6908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4E81110-8A80-C523-87BE-AC44E2502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5063" y="5192299"/>
            <a:ext cx="8830907" cy="156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772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0AA63-EDD4-D4F9-4059-40F3AF782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PWM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4FEAC-25B3-ADFF-A8CA-95514D172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0266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sequence score gives an indication of how different the sequence is from a random sequence (all weights are the same). </a:t>
            </a:r>
          </a:p>
          <a:p>
            <a:endParaRPr lang="en-US" dirty="0"/>
          </a:p>
          <a:p>
            <a:r>
              <a:rPr lang="en-US" dirty="0"/>
              <a:t>The score is 0 if the sequence has the same probability of being a valid pattern (splice site) and of being a random site. </a:t>
            </a:r>
          </a:p>
          <a:p>
            <a:endParaRPr lang="en-US" dirty="0"/>
          </a:p>
          <a:p>
            <a:r>
              <a:rPr lang="en-US" dirty="0"/>
              <a:t>The score is greater than 0 if it is more likely to be a valid splice site than a random site, and less than 0 if it is more likely to be a random site than a valid splice site.</a:t>
            </a:r>
          </a:p>
          <a:p>
            <a:endParaRPr lang="en-US" dirty="0"/>
          </a:p>
          <a:p>
            <a:r>
              <a:rPr lang="en-US" dirty="0"/>
              <a:t>This can be generalized to look or test any feature (donor splice site, acceptor splice site, coding start, </a:t>
            </a:r>
            <a:r>
              <a:rPr lang="en-US"/>
              <a:t>coding stop)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2FE3ED-74F8-15DE-3F65-5ADBE2843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687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FE74E-4BE7-DCDD-CA7B-AC2E50DA2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Drawback of PWMs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FADB7-8BC4-DA62-552C-EE4B427BA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PWMs assume statistical independence between positions in the pattern, as the probabilities for each position are calculated independently of other positions.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assumption does not match reality for splice site patterns</a:t>
            </a:r>
          </a:p>
          <a:p>
            <a:endParaRPr lang="en-US" dirty="0"/>
          </a:p>
          <a:p>
            <a:r>
              <a:rPr lang="en-US" dirty="0"/>
              <a:t>Longer correlations are present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A60F6-2593-7D0F-9015-9212932B6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246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B62A6-6CF6-33A1-9035-3D601E82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Markov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6B95C-02A4-9151-191B-9D8BCD6D1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7948614" cy="501601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Markov chains allow one to quantify correlations in patterns </a:t>
            </a:r>
          </a:p>
          <a:p>
            <a:r>
              <a:rPr lang="en-US" dirty="0"/>
              <a:t>Markov chain or Markov process is a stochastic process describing a sequence of possible events in which the probability of each event depends only on the state attained in the previous event. </a:t>
            </a:r>
          </a:p>
          <a:p>
            <a:r>
              <a:rPr lang="en-US" dirty="0"/>
              <a:t>Informally, this may be thought of as, "What happens next depends only on the state of affairs now." </a:t>
            </a:r>
          </a:p>
          <a:p>
            <a:r>
              <a:rPr lang="en-US" dirty="0"/>
              <a:t>Markov processes are named in honor of the Russian mathematician Andrey Markov.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2BC07-EBC6-D9FC-A9BA-EFB43DB0C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806DA-61BA-845C-E315-7F828AE89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44" y="1252578"/>
            <a:ext cx="3362794" cy="492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52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0BA50-468B-9A7B-2055-9462DED1B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Markov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F569B-E796-AF0A-70C8-DD40FA3BB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B03D258-65BC-1899-A9DE-78941C62335D}"/>
              </a:ext>
            </a:extLst>
          </p:cNvPr>
          <p:cNvSpPr/>
          <p:nvPr/>
        </p:nvSpPr>
        <p:spPr>
          <a:xfrm>
            <a:off x="5929084" y="4470400"/>
            <a:ext cx="899886" cy="8998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F43DE0B-A74A-1BFE-4832-6070FE0945FB}"/>
              </a:ext>
            </a:extLst>
          </p:cNvPr>
          <p:cNvSpPr/>
          <p:nvPr/>
        </p:nvSpPr>
        <p:spPr>
          <a:xfrm>
            <a:off x="8889999" y="4470400"/>
            <a:ext cx="899886" cy="899886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A3DAD338-3529-0BA9-BF9D-04D50CC07251}"/>
                  </a:ext>
                </a:extLst>
              </p14:cNvPr>
              <p14:cNvContentPartPr/>
              <p14:nvPr/>
            </p14:nvContentPartPr>
            <p14:xfrm>
              <a:off x="6625662" y="4193440"/>
              <a:ext cx="2343600" cy="4726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A3DAD338-3529-0BA9-BF9D-04D50CC0725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19542" y="4187320"/>
                <a:ext cx="2355840" cy="48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286670F-611A-8C09-FC4B-6073AD8420D3}"/>
                  </a:ext>
                </a:extLst>
              </p14:cNvPr>
              <p14:cNvContentPartPr/>
              <p14:nvPr/>
            </p14:nvContentPartPr>
            <p14:xfrm>
              <a:off x="6627102" y="5311960"/>
              <a:ext cx="2502720" cy="400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286670F-611A-8C09-FC4B-6073AD8420D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0982" y="5305840"/>
                <a:ext cx="25149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88A6678-029B-DE86-4569-5EB1C2527D45}"/>
                  </a:ext>
                </a:extLst>
              </p14:cNvPr>
              <p14:cNvContentPartPr/>
              <p14:nvPr/>
            </p14:nvContentPartPr>
            <p14:xfrm>
              <a:off x="9687822" y="4339600"/>
              <a:ext cx="1329840" cy="1373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88A6678-029B-DE86-4569-5EB1C2527D4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81702" y="4333480"/>
                <a:ext cx="1342080" cy="138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318501D-3BFA-1759-BAC7-3D2CCD418F07}"/>
                  </a:ext>
                </a:extLst>
              </p14:cNvPr>
              <p14:cNvContentPartPr/>
              <p14:nvPr/>
            </p14:nvContentPartPr>
            <p14:xfrm>
              <a:off x="4695342" y="4150960"/>
              <a:ext cx="1371600" cy="13438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318501D-3BFA-1759-BAC7-3D2CCD418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89222" y="4144840"/>
                <a:ext cx="1383840" cy="1356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7BD87FAF-6FC2-ED8F-985E-B67DB59F1172}"/>
              </a:ext>
            </a:extLst>
          </p:cNvPr>
          <p:cNvSpPr txBox="1"/>
          <p:nvPr/>
        </p:nvSpPr>
        <p:spPr>
          <a:xfrm>
            <a:off x="7402050" y="381048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78BEF8-AF42-0D49-94F4-10DEF6780D95}"/>
              </a:ext>
            </a:extLst>
          </p:cNvPr>
          <p:cNvSpPr txBox="1"/>
          <p:nvPr/>
        </p:nvSpPr>
        <p:spPr>
          <a:xfrm>
            <a:off x="7402050" y="586892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B9C477-3A97-9117-F829-B7BEBAA1ED59}"/>
              </a:ext>
            </a:extLst>
          </p:cNvPr>
          <p:cNvSpPr txBox="1"/>
          <p:nvPr/>
        </p:nvSpPr>
        <p:spPr>
          <a:xfrm>
            <a:off x="11017662" y="4822900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89685-645B-1507-7902-1342429B1033}"/>
              </a:ext>
            </a:extLst>
          </p:cNvPr>
          <p:cNvSpPr txBox="1"/>
          <p:nvPr/>
        </p:nvSpPr>
        <p:spPr>
          <a:xfrm>
            <a:off x="5142936" y="3781628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EE1BCD-2B6A-0177-D5DE-D8080229269E}"/>
              </a:ext>
            </a:extLst>
          </p:cNvPr>
          <p:cNvSpPr txBox="1"/>
          <p:nvPr/>
        </p:nvSpPr>
        <p:spPr>
          <a:xfrm>
            <a:off x="5963771" y="2984203"/>
            <a:ext cx="3829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Outgoing probabilities must sum to 1 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50C94E-B231-39D3-72F0-7360E8C5C211}"/>
              </a:ext>
            </a:extLst>
          </p:cNvPr>
          <p:cNvSpPr txBox="1"/>
          <p:nvPr/>
        </p:nvSpPr>
        <p:spPr>
          <a:xfrm>
            <a:off x="586283" y="1654283"/>
            <a:ext cx="4157741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Markov model has:</a:t>
            </a:r>
          </a:p>
          <a:p>
            <a:pPr marL="342900" indent="-342900">
              <a:buAutoNum type="arabicPeriod"/>
            </a:pPr>
            <a:r>
              <a:rPr lang="en-US" dirty="0"/>
              <a:t>A set of states</a:t>
            </a:r>
          </a:p>
          <a:p>
            <a:pPr marL="342900" indent="-342900">
              <a:buAutoNum type="arabicPeriod"/>
            </a:pPr>
            <a:r>
              <a:rPr lang="en-US" dirty="0"/>
              <a:t>Transition probabilities between states</a:t>
            </a:r>
          </a:p>
          <a:p>
            <a:pPr marL="342900" indent="-342900">
              <a:buAutoNum type="arabicPeriod"/>
            </a:pPr>
            <a:r>
              <a:rPr lang="en-US" dirty="0"/>
              <a:t>Probabilities of the starting states</a:t>
            </a:r>
          </a:p>
          <a:p>
            <a:endParaRPr lang="en-US" dirty="0"/>
          </a:p>
          <a:p>
            <a:r>
              <a:rPr lang="en-US" dirty="0"/>
              <a:t>Transition probability matrix: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To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B    G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B  0.2  0.8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G  0.5  0.5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Starting probabilities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 = 0.6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(G) = 0.4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Markov walk: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BGGBGBGGGBBGBGGGBGGGGB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0467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03951-AC80-E0AF-7E71-92F513EA5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F4F25-810E-77F3-6390-D68CB56F8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Markov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51542-F298-E800-5A7F-583812C68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90B7F7D-E6D1-CDC0-7573-3011B9EFF025}"/>
              </a:ext>
            </a:extLst>
          </p:cNvPr>
          <p:cNvSpPr/>
          <p:nvPr/>
        </p:nvSpPr>
        <p:spPr>
          <a:xfrm>
            <a:off x="5929084" y="4470400"/>
            <a:ext cx="899886" cy="8998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546F05-01AA-5B5D-4865-8108599C1BE2}"/>
              </a:ext>
            </a:extLst>
          </p:cNvPr>
          <p:cNvSpPr/>
          <p:nvPr/>
        </p:nvSpPr>
        <p:spPr>
          <a:xfrm>
            <a:off x="8889999" y="4470400"/>
            <a:ext cx="899886" cy="899886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C3B430CC-7913-8DB9-558C-B915C5076B41}"/>
                  </a:ext>
                </a:extLst>
              </p14:cNvPr>
              <p14:cNvContentPartPr/>
              <p14:nvPr/>
            </p14:nvContentPartPr>
            <p14:xfrm>
              <a:off x="6625662" y="4193440"/>
              <a:ext cx="2343600" cy="4726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C3B430CC-7913-8DB9-558C-B915C5076B4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19541" y="4187320"/>
                <a:ext cx="2355842" cy="48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5DF799E-9A78-C13D-0FAE-3923EBFB3ACD}"/>
                  </a:ext>
                </a:extLst>
              </p14:cNvPr>
              <p14:cNvContentPartPr/>
              <p14:nvPr/>
            </p14:nvContentPartPr>
            <p14:xfrm>
              <a:off x="6627102" y="5311960"/>
              <a:ext cx="2502720" cy="400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5DF799E-9A78-C13D-0FAE-3923EBFB3A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0982" y="5305840"/>
                <a:ext cx="25149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8F5AAF6-B8A3-793B-DE8E-A6183F15A5AB}"/>
                  </a:ext>
                </a:extLst>
              </p14:cNvPr>
              <p14:cNvContentPartPr/>
              <p14:nvPr/>
            </p14:nvContentPartPr>
            <p14:xfrm>
              <a:off x="9687822" y="4339600"/>
              <a:ext cx="1329840" cy="1373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8F5AAF6-B8A3-793B-DE8E-A6183F15A5A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81702" y="4333480"/>
                <a:ext cx="1342080" cy="138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D4EF1FF-E8E6-1E6A-664C-820698237A8A}"/>
                  </a:ext>
                </a:extLst>
              </p14:cNvPr>
              <p14:cNvContentPartPr/>
              <p14:nvPr/>
            </p14:nvContentPartPr>
            <p14:xfrm>
              <a:off x="4695342" y="4150960"/>
              <a:ext cx="1371600" cy="13438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D4EF1FF-E8E6-1E6A-664C-820698237A8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89222" y="4144840"/>
                <a:ext cx="1383840" cy="1356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317E113-FCA7-ECBF-6138-7A52B1DE4079}"/>
              </a:ext>
            </a:extLst>
          </p:cNvPr>
          <p:cNvSpPr txBox="1"/>
          <p:nvPr/>
        </p:nvSpPr>
        <p:spPr>
          <a:xfrm>
            <a:off x="7402050" y="381048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FA37D2-51DA-8187-9EE3-88D52DCC9B06}"/>
              </a:ext>
            </a:extLst>
          </p:cNvPr>
          <p:cNvSpPr txBox="1"/>
          <p:nvPr/>
        </p:nvSpPr>
        <p:spPr>
          <a:xfrm>
            <a:off x="7402050" y="586892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7AE215-EF32-3CE4-F086-4B0768385BE0}"/>
              </a:ext>
            </a:extLst>
          </p:cNvPr>
          <p:cNvSpPr txBox="1"/>
          <p:nvPr/>
        </p:nvSpPr>
        <p:spPr>
          <a:xfrm>
            <a:off x="11017662" y="4822900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C62830-B416-A51B-C17A-CEB45657B88F}"/>
              </a:ext>
            </a:extLst>
          </p:cNvPr>
          <p:cNvSpPr txBox="1"/>
          <p:nvPr/>
        </p:nvSpPr>
        <p:spPr>
          <a:xfrm>
            <a:off x="5142936" y="3781628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EB80CD-B586-BD85-55F4-B87AF6C1ED9C}"/>
              </a:ext>
            </a:extLst>
          </p:cNvPr>
          <p:cNvSpPr txBox="1"/>
          <p:nvPr/>
        </p:nvSpPr>
        <p:spPr>
          <a:xfrm>
            <a:off x="586283" y="1654283"/>
            <a:ext cx="8465972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any observed walk we can compute probability that this process generated the walk: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(BGGB)=0.6*0.8*0.5*0.5=0.072</a:t>
            </a:r>
          </a:p>
          <a:p>
            <a:r>
              <a:rPr lang="en-US" b="1" dirty="0">
                <a:cs typeface="Courier New" panose="02070309020205020404" pitchFamily="49" charset="0"/>
              </a:rPr>
              <a:t>How is this probability useful?</a:t>
            </a:r>
            <a:br>
              <a:rPr lang="en-US" b="1" dirty="0">
                <a:cs typeface="Courier New" panose="02070309020205020404" pitchFamily="49" charset="0"/>
              </a:rPr>
            </a:br>
            <a:r>
              <a:rPr lang="en-US" b="1" dirty="0">
                <a:cs typeface="Courier New" panose="02070309020205020404" pitchFamily="49" charset="0"/>
              </a:rPr>
              <a:t>We can use it to distinguish between two Markov Processes!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Transition probability matrix: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To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B    G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B  0.2  0.8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G  0.5  0.5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Starting probabilities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 = 0.6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(G) = 0.4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49512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DB58-5975-353D-CB08-0FC3DD95E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F0F31-EBCD-DC70-4601-DDF90F2EC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Markov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A7543-0014-71FC-3CDF-C721ED84E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113835-B715-C26D-59BD-226355604F30}"/>
              </a:ext>
            </a:extLst>
          </p:cNvPr>
          <p:cNvSpPr/>
          <p:nvPr/>
        </p:nvSpPr>
        <p:spPr>
          <a:xfrm>
            <a:off x="6627010" y="3730865"/>
            <a:ext cx="899886" cy="8998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0C92F4-0F58-11B9-09E6-9D718E0BB8A3}"/>
              </a:ext>
            </a:extLst>
          </p:cNvPr>
          <p:cNvSpPr/>
          <p:nvPr/>
        </p:nvSpPr>
        <p:spPr>
          <a:xfrm>
            <a:off x="9587925" y="3730865"/>
            <a:ext cx="899886" cy="899886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C9329504-1DD8-B0FE-2E48-0624DA49FD91}"/>
                  </a:ext>
                </a:extLst>
              </p14:cNvPr>
              <p14:cNvContentPartPr/>
              <p14:nvPr/>
            </p14:nvContentPartPr>
            <p14:xfrm>
              <a:off x="7323588" y="3453905"/>
              <a:ext cx="2343600" cy="4726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C9329504-1DD8-B0FE-2E48-0624DA49FD9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17467" y="3447785"/>
                <a:ext cx="2355842" cy="48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951C65E-4C4F-A642-FD4F-C6D5BAF44BC0}"/>
                  </a:ext>
                </a:extLst>
              </p14:cNvPr>
              <p14:cNvContentPartPr/>
              <p14:nvPr/>
            </p14:nvContentPartPr>
            <p14:xfrm>
              <a:off x="7325028" y="4572425"/>
              <a:ext cx="2502720" cy="400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951C65E-4C4F-A642-FD4F-C6D5BAF44BC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8908" y="4566305"/>
                <a:ext cx="25149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6005D0E-8097-AB66-8EEA-D8268287C0D2}"/>
                  </a:ext>
                </a:extLst>
              </p14:cNvPr>
              <p14:cNvContentPartPr/>
              <p14:nvPr/>
            </p14:nvContentPartPr>
            <p14:xfrm>
              <a:off x="10385748" y="3600065"/>
              <a:ext cx="1329840" cy="1373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6005D0E-8097-AB66-8EEA-D8268287C0D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379628" y="3593945"/>
                <a:ext cx="1342080" cy="138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55B48FB-5374-575D-AF20-9027723CA999}"/>
                  </a:ext>
                </a:extLst>
              </p14:cNvPr>
              <p14:cNvContentPartPr/>
              <p14:nvPr/>
            </p14:nvContentPartPr>
            <p14:xfrm>
              <a:off x="5393268" y="3411425"/>
              <a:ext cx="1371600" cy="13438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55B48FB-5374-575D-AF20-9027723CA99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87148" y="3405305"/>
                <a:ext cx="1383840" cy="1356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B1A913AE-D55F-950A-FACB-994181B8AF4A}"/>
              </a:ext>
            </a:extLst>
          </p:cNvPr>
          <p:cNvSpPr txBox="1"/>
          <p:nvPr/>
        </p:nvSpPr>
        <p:spPr>
          <a:xfrm>
            <a:off x="8099976" y="3070950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D6A795-49A8-5F69-E841-445E6BCEA305}"/>
              </a:ext>
            </a:extLst>
          </p:cNvPr>
          <p:cNvSpPr txBox="1"/>
          <p:nvPr/>
        </p:nvSpPr>
        <p:spPr>
          <a:xfrm>
            <a:off x="8099976" y="5129390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2EA50E-9CC2-7B9E-3024-49DD7B9CD199}"/>
              </a:ext>
            </a:extLst>
          </p:cNvPr>
          <p:cNvSpPr txBox="1"/>
          <p:nvPr/>
        </p:nvSpPr>
        <p:spPr>
          <a:xfrm>
            <a:off x="11715588" y="408336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15ED56-5F6A-053C-CAC6-C35D01BEEF9F}"/>
              </a:ext>
            </a:extLst>
          </p:cNvPr>
          <p:cNvSpPr txBox="1"/>
          <p:nvPr/>
        </p:nvSpPr>
        <p:spPr>
          <a:xfrm>
            <a:off x="5840862" y="3042093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94BA7D-F776-4BF8-E677-A0F6BD73892D}"/>
              </a:ext>
            </a:extLst>
          </p:cNvPr>
          <p:cNvSpPr txBox="1"/>
          <p:nvPr/>
        </p:nvSpPr>
        <p:spPr>
          <a:xfrm>
            <a:off x="586283" y="1654283"/>
            <a:ext cx="548368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Process 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(BGGB)=0.6*0.8*0.5*0.5=0.072</a:t>
            </a:r>
          </a:p>
          <a:p>
            <a:r>
              <a:rPr lang="en-US" dirty="0">
                <a:cs typeface="Courier New" panose="02070309020205020404" pitchFamily="49" charset="0"/>
              </a:rPr>
              <a:t>Process 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(BGGB)=0.5*0.5*0.5*0.5=0.0625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Process A is more likely!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86C4D9-A4BF-3ACC-9AD4-5FAFF3380081}"/>
              </a:ext>
            </a:extLst>
          </p:cNvPr>
          <p:cNvSpPr/>
          <p:nvPr/>
        </p:nvSpPr>
        <p:spPr>
          <a:xfrm>
            <a:off x="1477281" y="5129390"/>
            <a:ext cx="899886" cy="8998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246441C-F392-A1D1-463F-BCE3C903679F}"/>
              </a:ext>
            </a:extLst>
          </p:cNvPr>
          <p:cNvSpPr/>
          <p:nvPr/>
        </p:nvSpPr>
        <p:spPr>
          <a:xfrm>
            <a:off x="4438196" y="5129390"/>
            <a:ext cx="899886" cy="899886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3927AD2-475D-60EA-9294-9FD2D429DD6D}"/>
                  </a:ext>
                </a:extLst>
              </p14:cNvPr>
              <p14:cNvContentPartPr/>
              <p14:nvPr/>
            </p14:nvContentPartPr>
            <p14:xfrm>
              <a:off x="2173859" y="4852430"/>
              <a:ext cx="2343600" cy="472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3927AD2-475D-60EA-9294-9FD2D429DD6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67738" y="4846310"/>
                <a:ext cx="2355842" cy="48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2C0C83D-57FC-39B6-FF1B-31AB71CBDD14}"/>
                  </a:ext>
                </a:extLst>
              </p14:cNvPr>
              <p14:cNvContentPartPr/>
              <p14:nvPr/>
            </p14:nvContentPartPr>
            <p14:xfrm>
              <a:off x="2175299" y="5970950"/>
              <a:ext cx="2502720" cy="4003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2C0C83D-57FC-39B6-FF1B-31AB71CBDD1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69179" y="5964830"/>
                <a:ext cx="25149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C9F6E6C-13D4-0E79-7A93-FEA024F8D1F2}"/>
                  </a:ext>
                </a:extLst>
              </p14:cNvPr>
              <p14:cNvContentPartPr/>
              <p14:nvPr/>
            </p14:nvContentPartPr>
            <p14:xfrm>
              <a:off x="5236019" y="4998590"/>
              <a:ext cx="1329840" cy="13730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C9F6E6C-13D4-0E79-7A93-FEA024F8D1F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229899" y="4992470"/>
                <a:ext cx="1342080" cy="138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C85D91A-D6E9-1E84-0338-6645A2494CD2}"/>
                  </a:ext>
                </a:extLst>
              </p14:cNvPr>
              <p14:cNvContentPartPr/>
              <p14:nvPr/>
            </p14:nvContentPartPr>
            <p14:xfrm>
              <a:off x="243539" y="4809950"/>
              <a:ext cx="1371600" cy="1343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C85D91A-D6E9-1E84-0338-6645A2494CD2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37419" y="4803830"/>
                <a:ext cx="1383840" cy="135612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B661DD2A-651A-E504-B6B9-053C3968D40C}"/>
              </a:ext>
            </a:extLst>
          </p:cNvPr>
          <p:cNvSpPr txBox="1"/>
          <p:nvPr/>
        </p:nvSpPr>
        <p:spPr>
          <a:xfrm>
            <a:off x="2950247" y="446947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8E3D20-DE82-E221-FC04-FFF6D9126165}"/>
              </a:ext>
            </a:extLst>
          </p:cNvPr>
          <p:cNvSpPr txBox="1"/>
          <p:nvPr/>
        </p:nvSpPr>
        <p:spPr>
          <a:xfrm>
            <a:off x="2950247" y="652791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701581-6B4A-D1BC-1234-12A7EE2E6F44}"/>
              </a:ext>
            </a:extLst>
          </p:cNvPr>
          <p:cNvSpPr txBox="1"/>
          <p:nvPr/>
        </p:nvSpPr>
        <p:spPr>
          <a:xfrm>
            <a:off x="6565859" y="5481890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B85F7D-5A78-6D05-4A5E-C13E3A42E381}"/>
              </a:ext>
            </a:extLst>
          </p:cNvPr>
          <p:cNvSpPr txBox="1"/>
          <p:nvPr/>
        </p:nvSpPr>
        <p:spPr>
          <a:xfrm>
            <a:off x="691133" y="4440618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668653-37D0-3DD2-1788-64D10F0F1F04}"/>
              </a:ext>
            </a:extLst>
          </p:cNvPr>
          <p:cNvSpPr txBox="1"/>
          <p:nvPr/>
        </p:nvSpPr>
        <p:spPr>
          <a:xfrm>
            <a:off x="6317274" y="2738760"/>
            <a:ext cx="5076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 A: Starting probabilities </a:t>
            </a:r>
            <a:r>
              <a:rPr lang="en-US" dirty="0" err="1"/>
              <a:t>Pr</a:t>
            </a:r>
            <a:r>
              <a:rPr lang="en-US" dirty="0"/>
              <a:t>(B)=0.6, </a:t>
            </a:r>
            <a:r>
              <a:rPr lang="en-US" dirty="0" err="1"/>
              <a:t>Pr</a:t>
            </a:r>
            <a:r>
              <a:rPr lang="en-US" dirty="0"/>
              <a:t>(G)=0.4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B7DEF5-589C-BED9-D558-419B038A9C43}"/>
              </a:ext>
            </a:extLst>
          </p:cNvPr>
          <p:cNvSpPr txBox="1"/>
          <p:nvPr/>
        </p:nvSpPr>
        <p:spPr>
          <a:xfrm>
            <a:off x="347037" y="4176790"/>
            <a:ext cx="5076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 B: Starting probabilities </a:t>
            </a:r>
            <a:r>
              <a:rPr lang="en-US" dirty="0" err="1"/>
              <a:t>Pr</a:t>
            </a:r>
            <a:r>
              <a:rPr lang="en-US" dirty="0"/>
              <a:t>(B)=0.5, </a:t>
            </a:r>
            <a:r>
              <a:rPr lang="en-US" dirty="0" err="1"/>
              <a:t>Pr</a:t>
            </a:r>
            <a:r>
              <a:rPr lang="en-US" dirty="0"/>
              <a:t>(G)=0.5</a:t>
            </a:r>
          </a:p>
        </p:txBody>
      </p:sp>
    </p:spTree>
    <p:extLst>
      <p:ext uri="{BB962C8B-B14F-4D97-AF65-F5344CB8AC3E}">
        <p14:creationId xmlns:p14="http://schemas.microsoft.com/office/powerpoint/2010/main" val="1007581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1F76-B980-0774-3059-8D2F97F54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Markov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1362D-6289-93C2-9175-08BB8693B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will consider Discrete-time Markov Chains</a:t>
            </a:r>
          </a:p>
          <a:p>
            <a:r>
              <a:rPr lang="en-US" dirty="0"/>
              <a:t>A discrete-time Markov chain is a sequence of random variables </a:t>
            </a:r>
            <a:r>
              <a:rPr lang="en-US" i="1" dirty="0"/>
              <a:t>X</a:t>
            </a:r>
            <a:r>
              <a:rPr lang="en-US" i="1" baseline="-25000" dirty="0"/>
              <a:t>1</a:t>
            </a:r>
            <a:r>
              <a:rPr lang="en-US" i="1" dirty="0"/>
              <a:t>, X</a:t>
            </a:r>
            <a:r>
              <a:rPr lang="en-US" i="1" baseline="-25000" dirty="0"/>
              <a:t>2</a:t>
            </a:r>
            <a:r>
              <a:rPr lang="en-US" i="1" dirty="0"/>
              <a:t>, X</a:t>
            </a:r>
            <a:r>
              <a:rPr lang="en-US" i="1" baseline="-25000" dirty="0"/>
              <a:t>3</a:t>
            </a:r>
            <a:r>
              <a:rPr lang="en-US" i="1" dirty="0"/>
              <a:t>, ... </a:t>
            </a:r>
            <a:r>
              <a:rPr lang="en-US" dirty="0"/>
              <a:t>with the Markov property, namely that the probability of moving to the next state depends only on the present state and not on the previous states:</a:t>
            </a:r>
          </a:p>
          <a:p>
            <a:endParaRPr lang="en-US" dirty="0"/>
          </a:p>
          <a:p>
            <a:r>
              <a:rPr lang="en-US" i="1" dirty="0"/>
              <a:t>Order</a:t>
            </a:r>
            <a:r>
              <a:rPr lang="en-US" dirty="0"/>
              <a:t> of the Markov chain is equal to the dimension of the previous state</a:t>
            </a:r>
          </a:p>
          <a:p>
            <a:r>
              <a:rPr lang="en-US" dirty="0"/>
              <a:t>PPM/PWM is zero-order Markov chain (current state does not depend on previous state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24010-2C37-2FB8-95A9-C81A412BC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420FFC-EA14-08C2-EC8D-168F81626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80" y="3643925"/>
            <a:ext cx="10637587" cy="515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161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437D8-7DD7-C7AD-D3ED-0A62003EA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136524"/>
            <a:ext cx="6658828" cy="1001901"/>
          </a:xfrm>
        </p:spPr>
        <p:txBody>
          <a:bodyPr>
            <a:normAutofit/>
          </a:bodyPr>
          <a:lstStyle/>
          <a:p>
            <a:r>
              <a:rPr lang="en-US" dirty="0"/>
              <a:t>Training Markov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E0587-976A-8645-BAF8-D412EA4D0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126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Training Markov chain involves estimating transition probability matrix from the data</a:t>
            </a:r>
          </a:p>
          <a:p>
            <a:endParaRPr lang="en-US" dirty="0"/>
          </a:p>
          <a:p>
            <a:r>
              <a:rPr lang="en-US" dirty="0"/>
              <a:t>Consider 1</a:t>
            </a:r>
            <a:r>
              <a:rPr lang="en-US" baseline="30000" dirty="0"/>
              <a:t>st</a:t>
            </a:r>
            <a:r>
              <a:rPr lang="en-US" dirty="0"/>
              <a:t> order Markov chain for a splice site pattern.  The probability of the next letter depends only on the previous letter in the pattern</a:t>
            </a:r>
          </a:p>
          <a:p>
            <a:endParaRPr lang="en-US" dirty="0"/>
          </a:p>
          <a:p>
            <a:r>
              <a:rPr lang="en-US" dirty="0"/>
              <a:t>Computation of probabilities is the same as for the PPM, except the alphabet is tuples (“AA”,”AC”,”AG”,”AT”,”CA”,....,”TT”), size=16</a:t>
            </a:r>
          </a:p>
          <a:p>
            <a:endParaRPr lang="en-US" dirty="0"/>
          </a:p>
          <a:p>
            <a:r>
              <a:rPr lang="en-US" dirty="0"/>
              <a:t>Let each tuple be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Compute probabilities for every pair of consecutive letters, for a pattern of length </a:t>
            </a:r>
            <a:r>
              <a:rPr lang="en-US" i="1" dirty="0"/>
              <a:t>n</a:t>
            </a:r>
            <a:r>
              <a:rPr lang="en-US" dirty="0"/>
              <a:t>, the              matrix will have dimensions </a:t>
            </a:r>
            <a:r>
              <a:rPr lang="en-US" i="1" dirty="0"/>
              <a:t>16 </a:t>
            </a:r>
            <a:r>
              <a:rPr lang="en-US" dirty="0"/>
              <a:t>by </a:t>
            </a:r>
            <a:r>
              <a:rPr lang="en-US" i="1" dirty="0"/>
              <a:t>(n-1)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53488-16C5-7D26-0C1B-1EC0AA7C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F8DDE3-56D6-EF6B-9117-DDB8731FFFEF}"/>
                  </a:ext>
                </a:extLst>
              </p:cNvPr>
              <p:cNvSpPr txBox="1"/>
              <p:nvPr/>
            </p:nvSpPr>
            <p:spPr>
              <a:xfrm>
                <a:off x="2453800" y="5931470"/>
                <a:ext cx="1474234" cy="7394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F8DDE3-56D6-EF6B-9117-DDB8731FF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800" y="5931470"/>
                <a:ext cx="1474234" cy="7394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95C70B-BFD2-B94D-1FD5-8C83078724A2}"/>
                  </a:ext>
                </a:extLst>
              </p:cNvPr>
              <p:cNvSpPr txBox="1"/>
              <p:nvPr/>
            </p:nvSpPr>
            <p:spPr>
              <a:xfrm>
                <a:off x="3017807" y="4823043"/>
                <a:ext cx="147423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95C70B-BFD2-B94D-1FD5-8C83078724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7807" y="4823043"/>
                <a:ext cx="1474234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305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A2E4A-9C03-C24C-7D44-6DDB30C62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8DCA8-073B-2BCE-940F-3DFA29F35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136524"/>
            <a:ext cx="6658828" cy="1001901"/>
          </a:xfrm>
        </p:spPr>
        <p:txBody>
          <a:bodyPr>
            <a:normAutofit fontScale="90000"/>
          </a:bodyPr>
          <a:lstStyle/>
          <a:p>
            <a:r>
              <a:rPr lang="en-US" dirty="0"/>
              <a:t>Computing Markov chain probability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53E0F9-6B84-78E0-8AA7-8A09E45285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620" y="1596540"/>
                <a:ext cx="10972800" cy="497751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Convert PPM to PWM by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, </a:t>
                </a:r>
                <a:r>
                  <a:rPr lang="en-US" i="1" dirty="0"/>
                  <a:t>k=16</a:t>
                </a:r>
                <a:br>
                  <a:rPr lang="en-US" i="1" dirty="0"/>
                </a:br>
                <a:br>
                  <a:rPr lang="en-US" i="1" dirty="0"/>
                </a:br>
                <a:endParaRPr lang="en-US" i="1" dirty="0"/>
              </a:p>
              <a:p>
                <a:endParaRPr lang="en-US" i="1" dirty="0"/>
              </a:p>
              <a:p>
                <a:r>
                  <a:rPr lang="en-US" dirty="0"/>
                  <a:t>Markov chain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dirty="0"/>
                  <a:t>, where </a:t>
                </a:r>
                <a:br>
                  <a:rPr lang="en-US" dirty="0"/>
                </a:br>
                <a:r>
                  <a:rPr lang="en-US" i="1" dirty="0"/>
                  <a:t>S</a:t>
                </a:r>
                <a:r>
                  <a:rPr lang="en-US" dirty="0"/>
                  <a:t> is the string being scored,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r>
                  <a:rPr lang="en-US" dirty="0"/>
                  <a:t> is the positional weight of the first letter (starting probability)</a:t>
                </a: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en-US" dirty="0"/>
                  <a:t> is the positional score of tuple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starting at position </a:t>
                </a:r>
                <a:r>
                  <a:rPr lang="en-US" i="1" dirty="0"/>
                  <a:t>j (j=0,...,n-1) </a:t>
                </a:r>
                <a:r>
                  <a:rPr lang="en-US" dirty="0"/>
                  <a:t>The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dirty="0"/>
                  <a:t> is of the positional weights for all tuples of letters in the pattern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53E0F9-6B84-78E0-8AA7-8A09E45285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620" y="1596540"/>
                <a:ext cx="10972800" cy="4977515"/>
              </a:xfrm>
              <a:blipFill>
                <a:blip r:embed="rId2"/>
                <a:stretch>
                  <a:fillRect l="-1000" t="-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B5A9E-0BFF-C3E2-CC3D-5D1A2C40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DD4042-8A43-3B28-FB99-A424D208671D}"/>
                  </a:ext>
                </a:extLst>
              </p:cNvPr>
              <p:cNvSpPr txBox="1"/>
              <p:nvPr/>
            </p:nvSpPr>
            <p:spPr>
              <a:xfrm>
                <a:off x="1951256" y="2236276"/>
                <a:ext cx="4797907" cy="1350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en-US" sz="3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DD4042-8A43-3B28-FB99-A424D2086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1256" y="2236276"/>
                <a:ext cx="4797907" cy="13509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782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15083</TotalTime>
  <Words>1351</Words>
  <Application>Microsoft Office PowerPoint</Application>
  <PresentationFormat>Widescreen</PresentationFormat>
  <Paragraphs>186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 Math</vt:lpstr>
      <vt:lpstr>Courier New</vt:lpstr>
      <vt:lpstr>Trebuchet MS</vt:lpstr>
      <vt:lpstr>Office Theme</vt:lpstr>
      <vt:lpstr>Ab initio gene finding</vt:lpstr>
      <vt:lpstr>Machine learning algorithms</vt:lpstr>
      <vt:lpstr>Markov chains and HMMs</vt:lpstr>
      <vt:lpstr>Positional Probabilities</vt:lpstr>
      <vt:lpstr>Positional probabilities</vt:lpstr>
      <vt:lpstr>Example</vt:lpstr>
      <vt:lpstr>Splice site patterns</vt:lpstr>
      <vt:lpstr>Using PWM to evaluate pattern</vt:lpstr>
      <vt:lpstr>PPM vs PWM</vt:lpstr>
      <vt:lpstr>Scoring with PWMs</vt:lpstr>
      <vt:lpstr>PWM score</vt:lpstr>
      <vt:lpstr>Drawback of PWMs</vt:lpstr>
      <vt:lpstr>Markov chain</vt:lpstr>
      <vt:lpstr>Markov model</vt:lpstr>
      <vt:lpstr>Markov model</vt:lpstr>
      <vt:lpstr>Markov model</vt:lpstr>
      <vt:lpstr>Markov chain</vt:lpstr>
      <vt:lpstr>Training Markov chain</vt:lpstr>
      <vt:lpstr>Computing Markov chain probability matrix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Aleksey Zimin</cp:lastModifiedBy>
  <cp:revision>84</cp:revision>
  <dcterms:created xsi:type="dcterms:W3CDTF">2013-08-21T19:17:07Z</dcterms:created>
  <dcterms:modified xsi:type="dcterms:W3CDTF">2025-11-04T13:31:29Z</dcterms:modified>
</cp:coreProperties>
</file>