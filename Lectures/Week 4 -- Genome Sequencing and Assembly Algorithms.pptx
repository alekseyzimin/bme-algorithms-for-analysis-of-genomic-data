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72" r:id="rId2"/>
    <p:sldId id="257" r:id="rId3"/>
    <p:sldId id="457" r:id="rId4"/>
    <p:sldId id="489" r:id="rId5"/>
    <p:sldId id="461" r:id="rId6"/>
    <p:sldId id="488" r:id="rId7"/>
    <p:sldId id="459" r:id="rId8"/>
    <p:sldId id="487" r:id="rId9"/>
    <p:sldId id="490" r:id="rId10"/>
    <p:sldId id="460" r:id="rId11"/>
    <p:sldId id="463" r:id="rId12"/>
    <p:sldId id="491" r:id="rId13"/>
    <p:sldId id="480" r:id="rId14"/>
    <p:sldId id="481" r:id="rId15"/>
    <p:sldId id="482" r:id="rId16"/>
    <p:sldId id="483" r:id="rId17"/>
    <p:sldId id="484" r:id="rId18"/>
    <p:sldId id="485" r:id="rId19"/>
    <p:sldId id="486" r:id="rId20"/>
    <p:sldId id="464" r:id="rId21"/>
    <p:sldId id="462" r:id="rId22"/>
    <p:sldId id="465" r:id="rId23"/>
    <p:sldId id="466" r:id="rId24"/>
    <p:sldId id="406" r:id="rId25"/>
    <p:sldId id="450" r:id="rId26"/>
    <p:sldId id="449" r:id="rId27"/>
    <p:sldId id="409" r:id="rId28"/>
    <p:sldId id="509" r:id="rId29"/>
    <p:sldId id="510" r:id="rId30"/>
    <p:sldId id="511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8B1C"/>
    <a:srgbClr val="BE0260"/>
    <a:srgbClr val="D0005E"/>
    <a:srgbClr val="018ACF"/>
    <a:srgbClr val="D09622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7F04CB-74A4-492C-91E2-04C3DC540E97}" v="458" dt="2025-09-19T10:19:10.0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63" autoAdjust="0"/>
    <p:restoredTop sz="93721" autoAdjust="0"/>
  </p:normalViewPr>
  <p:slideViewPr>
    <p:cSldViewPr snapToGrid="0">
      <p:cViewPr varScale="1">
        <p:scale>
          <a:sx n="121" d="100"/>
          <a:sy n="121" d="100"/>
        </p:scale>
        <p:origin x="1350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52705" cy="1527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ksey Zimin" userId="7f2637d0bc515791" providerId="LiveId" clId="{1C363C82-C939-44FC-A8A5-AEBBD531DAF7}"/>
    <pc:docChg chg="undo redo custSel addSld delSld modSld sldOrd">
      <pc:chgData name="Aleksey Zimin" userId="7f2637d0bc515791" providerId="LiveId" clId="{1C363C82-C939-44FC-A8A5-AEBBD531DAF7}" dt="2025-09-21T23:25:26.640" v="4322" actId="47"/>
      <pc:docMkLst>
        <pc:docMk/>
      </pc:docMkLst>
      <pc:sldChg chg="del">
        <pc:chgData name="Aleksey Zimin" userId="7f2637d0bc515791" providerId="LiveId" clId="{1C363C82-C939-44FC-A8A5-AEBBD531DAF7}" dt="2025-09-11T19:35:05.158" v="657" actId="47"/>
        <pc:sldMkLst>
          <pc:docMk/>
          <pc:sldMk cId="496989918" sldId="268"/>
        </pc:sldMkLst>
      </pc:sldChg>
      <pc:sldChg chg="modSp mod">
        <pc:chgData name="Aleksey Zimin" userId="7f2637d0bc515791" providerId="LiveId" clId="{1C363C82-C939-44FC-A8A5-AEBBD531DAF7}" dt="2025-09-11T13:39:18.059" v="654" actId="20577"/>
        <pc:sldMkLst>
          <pc:docMk/>
          <pc:sldMk cId="1052403946" sldId="272"/>
        </pc:sldMkLst>
        <pc:spChg chg="mod">
          <ac:chgData name="Aleksey Zimin" userId="7f2637d0bc515791" providerId="LiveId" clId="{1C363C82-C939-44FC-A8A5-AEBBD531DAF7}" dt="2025-09-11T13:39:18.059" v="654" actId="20577"/>
          <ac:spMkLst>
            <pc:docMk/>
            <pc:sldMk cId="1052403946" sldId="272"/>
            <ac:spMk id="6" creationId="{3DF0520F-6299-4676-8176-653C51F4D7A4}"/>
          </ac:spMkLst>
        </pc:spChg>
      </pc:sldChg>
      <pc:sldChg chg="del">
        <pc:chgData name="Aleksey Zimin" userId="7f2637d0bc515791" providerId="LiveId" clId="{1C363C82-C939-44FC-A8A5-AEBBD531DAF7}" dt="2025-09-11T19:35:06.026" v="658" actId="47"/>
        <pc:sldMkLst>
          <pc:docMk/>
          <pc:sldMk cId="580217187" sldId="397"/>
        </pc:sldMkLst>
      </pc:sldChg>
      <pc:sldChg chg="modSp add">
        <pc:chgData name="Aleksey Zimin" userId="7f2637d0bc515791" providerId="LiveId" clId="{1C363C82-C939-44FC-A8A5-AEBBD531DAF7}" dt="2025-09-11T13:38:51" v="653" actId="20577"/>
        <pc:sldMkLst>
          <pc:docMk/>
          <pc:sldMk cId="592540094" sldId="406"/>
        </pc:sldMkLst>
        <pc:spChg chg="mod">
          <ac:chgData name="Aleksey Zimin" userId="7f2637d0bc515791" providerId="LiveId" clId="{1C363C82-C939-44FC-A8A5-AEBBD531DAF7}" dt="2025-09-11T13:38:51" v="653" actId="20577"/>
          <ac:spMkLst>
            <pc:docMk/>
            <pc:sldMk cId="592540094" sldId="406"/>
            <ac:spMk id="3" creationId="{F5550D82-A995-BF41-1C15-0A803F5DE1B0}"/>
          </ac:spMkLst>
        </pc:spChg>
      </pc:sldChg>
      <pc:sldChg chg="del">
        <pc:chgData name="Aleksey Zimin" userId="7f2637d0bc515791" providerId="LiveId" clId="{1C363C82-C939-44FC-A8A5-AEBBD531DAF7}" dt="2025-09-21T23:25:26.640" v="4322" actId="47"/>
        <pc:sldMkLst>
          <pc:docMk/>
          <pc:sldMk cId="807348765" sldId="407"/>
        </pc:sldMkLst>
      </pc:sldChg>
      <pc:sldChg chg="modSp mod">
        <pc:chgData name="Aleksey Zimin" userId="7f2637d0bc515791" providerId="LiveId" clId="{1C363C82-C939-44FC-A8A5-AEBBD531DAF7}" dt="2025-09-11T19:36:09.945" v="684" actId="1076"/>
        <pc:sldMkLst>
          <pc:docMk/>
          <pc:sldMk cId="4233309679" sldId="409"/>
        </pc:sldMkLst>
        <pc:spChg chg="mod">
          <ac:chgData name="Aleksey Zimin" userId="7f2637d0bc515791" providerId="LiveId" clId="{1C363C82-C939-44FC-A8A5-AEBBD531DAF7}" dt="2025-09-11T19:36:09.945" v="684" actId="1076"/>
          <ac:spMkLst>
            <pc:docMk/>
            <pc:sldMk cId="4233309679" sldId="409"/>
            <ac:spMk id="3" creationId="{CF45A9EB-82AE-BB09-E9ED-90F86F12A45E}"/>
          </ac:spMkLst>
        </pc:spChg>
      </pc:sldChg>
      <pc:sldChg chg="del">
        <pc:chgData name="Aleksey Zimin" userId="7f2637d0bc515791" providerId="LiveId" clId="{1C363C82-C939-44FC-A8A5-AEBBD531DAF7}" dt="2025-09-21T23:25:26.640" v="4322" actId="47"/>
        <pc:sldMkLst>
          <pc:docMk/>
          <pc:sldMk cId="3009805394" sldId="410"/>
        </pc:sldMkLst>
      </pc:sldChg>
      <pc:sldChg chg="del">
        <pc:chgData name="Aleksey Zimin" userId="7f2637d0bc515791" providerId="LiveId" clId="{1C363C82-C939-44FC-A8A5-AEBBD531DAF7}" dt="2025-09-21T23:25:26.640" v="4322" actId="47"/>
        <pc:sldMkLst>
          <pc:docMk/>
          <pc:sldMk cId="3540739500" sldId="411"/>
        </pc:sldMkLst>
      </pc:sldChg>
      <pc:sldChg chg="del">
        <pc:chgData name="Aleksey Zimin" userId="7f2637d0bc515791" providerId="LiveId" clId="{1C363C82-C939-44FC-A8A5-AEBBD531DAF7}" dt="2025-09-21T23:25:26.640" v="4322" actId="47"/>
        <pc:sldMkLst>
          <pc:docMk/>
          <pc:sldMk cId="3995109930" sldId="412"/>
        </pc:sldMkLst>
      </pc:sldChg>
      <pc:sldChg chg="del">
        <pc:chgData name="Aleksey Zimin" userId="7f2637d0bc515791" providerId="LiveId" clId="{1C363C82-C939-44FC-A8A5-AEBBD531DAF7}" dt="2025-09-21T23:25:26.640" v="4322" actId="47"/>
        <pc:sldMkLst>
          <pc:docMk/>
          <pc:sldMk cId="1345575573" sldId="413"/>
        </pc:sldMkLst>
      </pc:sldChg>
      <pc:sldChg chg="del">
        <pc:chgData name="Aleksey Zimin" userId="7f2637d0bc515791" providerId="LiveId" clId="{1C363C82-C939-44FC-A8A5-AEBBD531DAF7}" dt="2025-09-11T19:46:19.377" v="720" actId="47"/>
        <pc:sldMkLst>
          <pc:docMk/>
          <pc:sldMk cId="2118070247" sldId="420"/>
        </pc:sldMkLst>
      </pc:sldChg>
      <pc:sldChg chg="del">
        <pc:chgData name="Aleksey Zimin" userId="7f2637d0bc515791" providerId="LiveId" clId="{1C363C82-C939-44FC-A8A5-AEBBD531DAF7}" dt="2025-09-21T23:25:26.640" v="4322" actId="47"/>
        <pc:sldMkLst>
          <pc:docMk/>
          <pc:sldMk cId="1902230169" sldId="421"/>
        </pc:sldMkLst>
      </pc:sldChg>
      <pc:sldChg chg="del">
        <pc:chgData name="Aleksey Zimin" userId="7f2637d0bc515791" providerId="LiveId" clId="{1C363C82-C939-44FC-A8A5-AEBBD531DAF7}" dt="2025-09-21T23:25:26.640" v="4322" actId="47"/>
        <pc:sldMkLst>
          <pc:docMk/>
          <pc:sldMk cId="3130437174" sldId="423"/>
        </pc:sldMkLst>
      </pc:sldChg>
      <pc:sldChg chg="del">
        <pc:chgData name="Aleksey Zimin" userId="7f2637d0bc515791" providerId="LiveId" clId="{1C363C82-C939-44FC-A8A5-AEBBD531DAF7}" dt="2025-09-11T19:46:18.620" v="719" actId="47"/>
        <pc:sldMkLst>
          <pc:docMk/>
          <pc:sldMk cId="1381858232" sldId="424"/>
        </pc:sldMkLst>
      </pc:sldChg>
      <pc:sldChg chg="del">
        <pc:chgData name="Aleksey Zimin" userId="7f2637d0bc515791" providerId="LiveId" clId="{1C363C82-C939-44FC-A8A5-AEBBD531DAF7}" dt="2025-09-21T23:25:26.640" v="4322" actId="47"/>
        <pc:sldMkLst>
          <pc:docMk/>
          <pc:sldMk cId="2194738520" sldId="425"/>
        </pc:sldMkLst>
      </pc:sldChg>
      <pc:sldChg chg="del">
        <pc:chgData name="Aleksey Zimin" userId="7f2637d0bc515791" providerId="LiveId" clId="{1C363C82-C939-44FC-A8A5-AEBBD531DAF7}" dt="2025-09-21T23:25:26.640" v="4322" actId="47"/>
        <pc:sldMkLst>
          <pc:docMk/>
          <pc:sldMk cId="809032690" sldId="426"/>
        </pc:sldMkLst>
      </pc:sldChg>
      <pc:sldChg chg="del">
        <pc:chgData name="Aleksey Zimin" userId="7f2637d0bc515791" providerId="LiveId" clId="{1C363C82-C939-44FC-A8A5-AEBBD531DAF7}" dt="2025-09-21T23:25:26.640" v="4322" actId="47"/>
        <pc:sldMkLst>
          <pc:docMk/>
          <pc:sldMk cId="1762822495" sldId="427"/>
        </pc:sldMkLst>
      </pc:sldChg>
      <pc:sldChg chg="del">
        <pc:chgData name="Aleksey Zimin" userId="7f2637d0bc515791" providerId="LiveId" clId="{1C363C82-C939-44FC-A8A5-AEBBD531DAF7}" dt="2025-09-21T23:25:26.640" v="4322" actId="47"/>
        <pc:sldMkLst>
          <pc:docMk/>
          <pc:sldMk cId="2968288127" sldId="428"/>
        </pc:sldMkLst>
      </pc:sldChg>
      <pc:sldChg chg="del">
        <pc:chgData name="Aleksey Zimin" userId="7f2637d0bc515791" providerId="LiveId" clId="{1C363C82-C939-44FC-A8A5-AEBBD531DAF7}" dt="2025-09-21T23:25:26.640" v="4322" actId="47"/>
        <pc:sldMkLst>
          <pc:docMk/>
          <pc:sldMk cId="708600537" sldId="429"/>
        </pc:sldMkLst>
      </pc:sldChg>
      <pc:sldChg chg="del">
        <pc:chgData name="Aleksey Zimin" userId="7f2637d0bc515791" providerId="LiveId" clId="{1C363C82-C939-44FC-A8A5-AEBBD531DAF7}" dt="2025-09-21T23:25:26.640" v="4322" actId="47"/>
        <pc:sldMkLst>
          <pc:docMk/>
          <pc:sldMk cId="3229156974" sldId="430"/>
        </pc:sldMkLst>
      </pc:sldChg>
      <pc:sldChg chg="del">
        <pc:chgData name="Aleksey Zimin" userId="7f2637d0bc515791" providerId="LiveId" clId="{1C363C82-C939-44FC-A8A5-AEBBD531DAF7}" dt="2025-09-21T23:25:26.640" v="4322" actId="47"/>
        <pc:sldMkLst>
          <pc:docMk/>
          <pc:sldMk cId="1201566736" sldId="431"/>
        </pc:sldMkLst>
      </pc:sldChg>
      <pc:sldChg chg="del">
        <pc:chgData name="Aleksey Zimin" userId="7f2637d0bc515791" providerId="LiveId" clId="{1C363C82-C939-44FC-A8A5-AEBBD531DAF7}" dt="2025-09-21T23:25:26.640" v="4322" actId="47"/>
        <pc:sldMkLst>
          <pc:docMk/>
          <pc:sldMk cId="224006590" sldId="432"/>
        </pc:sldMkLst>
      </pc:sldChg>
      <pc:sldChg chg="del">
        <pc:chgData name="Aleksey Zimin" userId="7f2637d0bc515791" providerId="LiveId" clId="{1C363C82-C939-44FC-A8A5-AEBBD531DAF7}" dt="2025-09-21T23:25:26.640" v="4322" actId="47"/>
        <pc:sldMkLst>
          <pc:docMk/>
          <pc:sldMk cId="2261212866" sldId="433"/>
        </pc:sldMkLst>
      </pc:sldChg>
      <pc:sldChg chg="del">
        <pc:chgData name="Aleksey Zimin" userId="7f2637d0bc515791" providerId="LiveId" clId="{1C363C82-C939-44FC-A8A5-AEBBD531DAF7}" dt="2025-09-21T23:25:26.640" v="4322" actId="47"/>
        <pc:sldMkLst>
          <pc:docMk/>
          <pc:sldMk cId="2841383390" sldId="434"/>
        </pc:sldMkLst>
      </pc:sldChg>
      <pc:sldChg chg="del">
        <pc:chgData name="Aleksey Zimin" userId="7f2637d0bc515791" providerId="LiveId" clId="{1C363C82-C939-44FC-A8A5-AEBBD531DAF7}" dt="2025-09-21T23:25:26.640" v="4322" actId="47"/>
        <pc:sldMkLst>
          <pc:docMk/>
          <pc:sldMk cId="2387758340" sldId="435"/>
        </pc:sldMkLst>
      </pc:sldChg>
      <pc:sldChg chg="del">
        <pc:chgData name="Aleksey Zimin" userId="7f2637d0bc515791" providerId="LiveId" clId="{1C363C82-C939-44FC-A8A5-AEBBD531DAF7}" dt="2025-09-21T23:25:26.640" v="4322" actId="47"/>
        <pc:sldMkLst>
          <pc:docMk/>
          <pc:sldMk cId="737597283" sldId="436"/>
        </pc:sldMkLst>
      </pc:sldChg>
      <pc:sldChg chg="del">
        <pc:chgData name="Aleksey Zimin" userId="7f2637d0bc515791" providerId="LiveId" clId="{1C363C82-C939-44FC-A8A5-AEBBD531DAF7}" dt="2025-09-21T23:25:26.640" v="4322" actId="47"/>
        <pc:sldMkLst>
          <pc:docMk/>
          <pc:sldMk cId="1402074185" sldId="440"/>
        </pc:sldMkLst>
      </pc:sldChg>
      <pc:sldChg chg="del">
        <pc:chgData name="Aleksey Zimin" userId="7f2637d0bc515791" providerId="LiveId" clId="{1C363C82-C939-44FC-A8A5-AEBBD531DAF7}" dt="2025-09-21T23:25:26.640" v="4322" actId="47"/>
        <pc:sldMkLst>
          <pc:docMk/>
          <pc:sldMk cId="4268804242" sldId="441"/>
        </pc:sldMkLst>
      </pc:sldChg>
      <pc:sldChg chg="del">
        <pc:chgData name="Aleksey Zimin" userId="7f2637d0bc515791" providerId="LiveId" clId="{1C363C82-C939-44FC-A8A5-AEBBD531DAF7}" dt="2025-09-21T23:25:26.640" v="4322" actId="47"/>
        <pc:sldMkLst>
          <pc:docMk/>
          <pc:sldMk cId="3290336111" sldId="442"/>
        </pc:sldMkLst>
      </pc:sldChg>
      <pc:sldChg chg="del">
        <pc:chgData name="Aleksey Zimin" userId="7f2637d0bc515791" providerId="LiveId" clId="{1C363C82-C939-44FC-A8A5-AEBBD531DAF7}" dt="2025-09-21T23:25:26.640" v="4322" actId="47"/>
        <pc:sldMkLst>
          <pc:docMk/>
          <pc:sldMk cId="1196692292" sldId="443"/>
        </pc:sldMkLst>
      </pc:sldChg>
      <pc:sldChg chg="del">
        <pc:chgData name="Aleksey Zimin" userId="7f2637d0bc515791" providerId="LiveId" clId="{1C363C82-C939-44FC-A8A5-AEBBD531DAF7}" dt="2025-09-21T23:25:26.640" v="4322" actId="47"/>
        <pc:sldMkLst>
          <pc:docMk/>
          <pc:sldMk cId="2006090250" sldId="445"/>
        </pc:sldMkLst>
      </pc:sldChg>
      <pc:sldChg chg="del">
        <pc:chgData name="Aleksey Zimin" userId="7f2637d0bc515791" providerId="LiveId" clId="{1C363C82-C939-44FC-A8A5-AEBBD531DAF7}" dt="2025-09-21T23:25:26.640" v="4322" actId="47"/>
        <pc:sldMkLst>
          <pc:docMk/>
          <pc:sldMk cId="1978762931" sldId="446"/>
        </pc:sldMkLst>
      </pc:sldChg>
      <pc:sldChg chg="del">
        <pc:chgData name="Aleksey Zimin" userId="7f2637d0bc515791" providerId="LiveId" clId="{1C363C82-C939-44FC-A8A5-AEBBD531DAF7}" dt="2025-09-21T23:25:26.640" v="4322" actId="47"/>
        <pc:sldMkLst>
          <pc:docMk/>
          <pc:sldMk cId="1290344996" sldId="447"/>
        </pc:sldMkLst>
      </pc:sldChg>
      <pc:sldChg chg="del">
        <pc:chgData name="Aleksey Zimin" userId="7f2637d0bc515791" providerId="LiveId" clId="{1C363C82-C939-44FC-A8A5-AEBBD531DAF7}" dt="2025-09-21T23:25:26.640" v="4322" actId="47"/>
        <pc:sldMkLst>
          <pc:docMk/>
          <pc:sldMk cId="1210766213" sldId="448"/>
        </pc:sldMkLst>
      </pc:sldChg>
      <pc:sldChg chg="ord">
        <pc:chgData name="Aleksey Zimin" userId="7f2637d0bc515791" providerId="LiveId" clId="{1C363C82-C939-44FC-A8A5-AEBBD531DAF7}" dt="2025-09-11T19:34:50.992" v="656"/>
        <pc:sldMkLst>
          <pc:docMk/>
          <pc:sldMk cId="1730381858" sldId="449"/>
        </pc:sldMkLst>
      </pc:sldChg>
      <pc:sldChg chg="modSp del mod modAnim">
        <pc:chgData name="Aleksey Zimin" userId="7f2637d0bc515791" providerId="LiveId" clId="{1C363C82-C939-44FC-A8A5-AEBBD531DAF7}" dt="2025-09-21T23:25:26.640" v="4322" actId="47"/>
        <pc:sldMkLst>
          <pc:docMk/>
          <pc:sldMk cId="925885175" sldId="451"/>
        </pc:sldMkLst>
      </pc:sldChg>
      <pc:sldChg chg="del ord">
        <pc:chgData name="Aleksey Zimin" userId="7f2637d0bc515791" providerId="LiveId" clId="{1C363C82-C939-44FC-A8A5-AEBBD531DAF7}" dt="2025-09-11T19:36:12.346" v="685" actId="47"/>
        <pc:sldMkLst>
          <pc:docMk/>
          <pc:sldMk cId="2844095108" sldId="452"/>
        </pc:sldMkLst>
      </pc:sldChg>
      <pc:sldChg chg="addSp modSp del mod modAnim">
        <pc:chgData name="Aleksey Zimin" userId="7f2637d0bc515791" providerId="LiveId" clId="{1C363C82-C939-44FC-A8A5-AEBBD531DAF7}" dt="2025-09-21T23:25:26.640" v="4322" actId="47"/>
        <pc:sldMkLst>
          <pc:docMk/>
          <pc:sldMk cId="1331428061" sldId="453"/>
        </pc:sldMkLst>
      </pc:sldChg>
      <pc:sldChg chg="modSp del mod ord modAnim">
        <pc:chgData name="Aleksey Zimin" userId="7f2637d0bc515791" providerId="LiveId" clId="{1C363C82-C939-44FC-A8A5-AEBBD531DAF7}" dt="2025-09-18T20:18:12.486" v="2629" actId="47"/>
        <pc:sldMkLst>
          <pc:docMk/>
          <pc:sldMk cId="4252236644" sldId="454"/>
        </pc:sldMkLst>
      </pc:sldChg>
      <pc:sldChg chg="modSp del mod">
        <pc:chgData name="Aleksey Zimin" userId="7f2637d0bc515791" providerId="LiveId" clId="{1C363C82-C939-44FC-A8A5-AEBBD531DAF7}" dt="2025-09-21T23:25:26.640" v="4322" actId="47"/>
        <pc:sldMkLst>
          <pc:docMk/>
          <pc:sldMk cId="206178580" sldId="455"/>
        </pc:sldMkLst>
      </pc:sldChg>
      <pc:sldChg chg="modSp del mod ord">
        <pc:chgData name="Aleksey Zimin" userId="7f2637d0bc515791" providerId="LiveId" clId="{1C363C82-C939-44FC-A8A5-AEBBD531DAF7}" dt="2025-09-21T23:25:26.640" v="4322" actId="47"/>
        <pc:sldMkLst>
          <pc:docMk/>
          <pc:sldMk cId="3536544664" sldId="456"/>
        </pc:sldMkLst>
      </pc:sldChg>
      <pc:sldChg chg="addSp delSp modSp mod">
        <pc:chgData name="Aleksey Zimin" userId="7f2637d0bc515791" providerId="LiveId" clId="{1C363C82-C939-44FC-A8A5-AEBBD531DAF7}" dt="2025-09-11T12:56:50.599" v="47" actId="20577"/>
        <pc:sldMkLst>
          <pc:docMk/>
          <pc:sldMk cId="3138998660" sldId="457"/>
        </pc:sldMkLst>
        <pc:spChg chg="add mod">
          <ac:chgData name="Aleksey Zimin" userId="7f2637d0bc515791" providerId="LiveId" clId="{1C363C82-C939-44FC-A8A5-AEBBD531DAF7}" dt="2025-09-11T12:55:44.252" v="23" actId="1076"/>
          <ac:spMkLst>
            <pc:docMk/>
            <pc:sldMk cId="3138998660" sldId="457"/>
            <ac:spMk id="14" creationId="{8444DE66-8199-51DB-624E-32D3824741E5}"/>
          </ac:spMkLst>
        </pc:spChg>
        <pc:spChg chg="add mod">
          <ac:chgData name="Aleksey Zimin" userId="7f2637d0bc515791" providerId="LiveId" clId="{1C363C82-C939-44FC-A8A5-AEBBD531DAF7}" dt="2025-09-11T12:56:50.599" v="47" actId="20577"/>
          <ac:spMkLst>
            <pc:docMk/>
            <pc:sldMk cId="3138998660" sldId="457"/>
            <ac:spMk id="15" creationId="{7BF44020-C76E-A795-19C0-F96D9A1CA532}"/>
          </ac:spMkLst>
        </pc:spChg>
        <pc:picChg chg="add mod">
          <ac:chgData name="Aleksey Zimin" userId="7f2637d0bc515791" providerId="LiveId" clId="{1C363C82-C939-44FC-A8A5-AEBBD531DAF7}" dt="2025-09-11T12:52:18.351" v="21" actId="14100"/>
          <ac:picMkLst>
            <pc:docMk/>
            <pc:sldMk cId="3138998660" sldId="457"/>
            <ac:picMk id="12" creationId="{6CB483AD-F38D-F365-3520-8FD6AFBAB0D7}"/>
          </ac:picMkLst>
        </pc:picChg>
      </pc:sldChg>
      <pc:sldChg chg="add del">
        <pc:chgData name="Aleksey Zimin" userId="7f2637d0bc515791" providerId="LiveId" clId="{1C363C82-C939-44FC-A8A5-AEBBD531DAF7}" dt="2025-09-11T19:35:19.046" v="661" actId="47"/>
        <pc:sldMkLst>
          <pc:docMk/>
          <pc:sldMk cId="4042812639" sldId="458"/>
        </pc:sldMkLst>
      </pc:sldChg>
      <pc:sldChg chg="addSp delSp modSp new mod">
        <pc:chgData name="Aleksey Zimin" userId="7f2637d0bc515791" providerId="LiveId" clId="{1C363C82-C939-44FC-A8A5-AEBBD531DAF7}" dt="2025-09-16T23:50:37.342" v="724" actId="1076"/>
        <pc:sldMkLst>
          <pc:docMk/>
          <pc:sldMk cId="69819771" sldId="459"/>
        </pc:sldMkLst>
        <pc:spChg chg="mod">
          <ac:chgData name="Aleksey Zimin" userId="7f2637d0bc515791" providerId="LiveId" clId="{1C363C82-C939-44FC-A8A5-AEBBD531DAF7}" dt="2025-09-11T13:03:03.108" v="99" actId="20577"/>
          <ac:spMkLst>
            <pc:docMk/>
            <pc:sldMk cId="69819771" sldId="459"/>
            <ac:spMk id="2" creationId="{D42A8379-5856-BF17-9860-7D65506DF128}"/>
          </ac:spMkLst>
        </pc:spChg>
        <pc:spChg chg="add mod">
          <ac:chgData name="Aleksey Zimin" userId="7f2637d0bc515791" providerId="LiveId" clId="{1C363C82-C939-44FC-A8A5-AEBBD531DAF7}" dt="2025-09-11T13:03:50.044" v="156" actId="20577"/>
          <ac:spMkLst>
            <pc:docMk/>
            <pc:sldMk cId="69819771" sldId="459"/>
            <ac:spMk id="9" creationId="{88BE389E-428B-0F8F-D783-81756674E53E}"/>
          </ac:spMkLst>
        </pc:spChg>
        <pc:spChg chg="add mod">
          <ac:chgData name="Aleksey Zimin" userId="7f2637d0bc515791" providerId="LiveId" clId="{1C363C82-C939-44FC-A8A5-AEBBD531DAF7}" dt="2025-09-11T13:15:44.642" v="304" actId="1076"/>
          <ac:spMkLst>
            <pc:docMk/>
            <pc:sldMk cId="69819771" sldId="459"/>
            <ac:spMk id="11" creationId="{9F4DCC05-6D36-0177-4E40-FE4066700F24}"/>
          </ac:spMkLst>
        </pc:spChg>
        <pc:picChg chg="add mod">
          <ac:chgData name="Aleksey Zimin" userId="7f2637d0bc515791" providerId="LiveId" clId="{1C363C82-C939-44FC-A8A5-AEBBD531DAF7}" dt="2025-09-16T23:50:37.342" v="724" actId="1076"/>
          <ac:picMkLst>
            <pc:docMk/>
            <pc:sldMk cId="69819771" sldId="459"/>
            <ac:picMk id="5" creationId="{1446093C-E40C-9D70-97DE-AE86AE5BCD2F}"/>
          </ac:picMkLst>
        </pc:picChg>
      </pc:sldChg>
      <pc:sldChg chg="addSp delSp modSp new mod">
        <pc:chgData name="Aleksey Zimin" userId="7f2637d0bc515791" providerId="LiveId" clId="{1C363C82-C939-44FC-A8A5-AEBBD531DAF7}" dt="2025-09-17T00:00:02.966" v="766" actId="1076"/>
        <pc:sldMkLst>
          <pc:docMk/>
          <pc:sldMk cId="62980489" sldId="460"/>
        </pc:sldMkLst>
        <pc:spChg chg="mod">
          <ac:chgData name="Aleksey Zimin" userId="7f2637d0bc515791" providerId="LiveId" clId="{1C363C82-C939-44FC-A8A5-AEBBD531DAF7}" dt="2025-09-11T13:03:32.924" v="141" actId="20577"/>
          <ac:spMkLst>
            <pc:docMk/>
            <pc:sldMk cId="62980489" sldId="460"/>
            <ac:spMk id="2" creationId="{657D7EFB-41EB-7923-070D-1FD5F9B08638}"/>
          </ac:spMkLst>
        </pc:spChg>
        <pc:spChg chg="add mod">
          <ac:chgData name="Aleksey Zimin" userId="7f2637d0bc515791" providerId="LiveId" clId="{1C363C82-C939-44FC-A8A5-AEBBD531DAF7}" dt="2025-09-16T23:59:58.868" v="765" actId="20577"/>
          <ac:spMkLst>
            <pc:docMk/>
            <pc:sldMk cId="62980489" sldId="460"/>
            <ac:spMk id="7" creationId="{C09C25DF-22F8-254C-B6A2-C73BC208BA3C}"/>
          </ac:spMkLst>
        </pc:spChg>
        <pc:spChg chg="add mod">
          <ac:chgData name="Aleksey Zimin" userId="7f2637d0bc515791" providerId="LiveId" clId="{1C363C82-C939-44FC-A8A5-AEBBD531DAF7}" dt="2025-09-11T13:14:19.369" v="300" actId="1076"/>
          <ac:spMkLst>
            <pc:docMk/>
            <pc:sldMk cId="62980489" sldId="460"/>
            <ac:spMk id="10" creationId="{6E3BB2F1-01EC-4E7C-7C64-8EC04D1B5D16}"/>
          </ac:spMkLst>
        </pc:spChg>
        <pc:picChg chg="add mod">
          <ac:chgData name="Aleksey Zimin" userId="7f2637d0bc515791" providerId="LiveId" clId="{1C363C82-C939-44FC-A8A5-AEBBD531DAF7}" dt="2025-09-17T00:00:02.966" v="766" actId="1076"/>
          <ac:picMkLst>
            <pc:docMk/>
            <pc:sldMk cId="62980489" sldId="460"/>
            <ac:picMk id="9" creationId="{E05133BC-4D57-F22D-9E9F-735C94A4D84C}"/>
          </ac:picMkLst>
        </pc:picChg>
      </pc:sldChg>
      <pc:sldChg chg="addSp modSp new mod ord">
        <pc:chgData name="Aleksey Zimin" userId="7f2637d0bc515791" providerId="LiveId" clId="{1C363C82-C939-44FC-A8A5-AEBBD531DAF7}" dt="2025-09-17T09:40:49.180" v="2388" actId="20577"/>
        <pc:sldMkLst>
          <pc:docMk/>
          <pc:sldMk cId="249744415" sldId="461"/>
        </pc:sldMkLst>
        <pc:spChg chg="mod">
          <ac:chgData name="Aleksey Zimin" userId="7f2637d0bc515791" providerId="LiveId" clId="{1C363C82-C939-44FC-A8A5-AEBBD531DAF7}" dt="2025-09-17T09:40:49.180" v="2388" actId="20577"/>
          <ac:spMkLst>
            <pc:docMk/>
            <pc:sldMk cId="249744415" sldId="461"/>
            <ac:spMk id="2" creationId="{D0236A2A-3704-A4F6-3BF9-B09DE89D65F2}"/>
          </ac:spMkLst>
        </pc:spChg>
        <pc:spChg chg="mod">
          <ac:chgData name="Aleksey Zimin" userId="7f2637d0bc515791" providerId="LiveId" clId="{1C363C82-C939-44FC-A8A5-AEBBD531DAF7}" dt="2025-09-17T09:40:23.251" v="2379" actId="20577"/>
          <ac:spMkLst>
            <pc:docMk/>
            <pc:sldMk cId="249744415" sldId="461"/>
            <ac:spMk id="3" creationId="{6E53B81C-1433-AEF2-82C5-5248871D32EC}"/>
          </ac:spMkLst>
        </pc:spChg>
        <pc:picChg chg="add mod">
          <ac:chgData name="Aleksey Zimin" userId="7f2637d0bc515791" providerId="LiveId" clId="{1C363C82-C939-44FC-A8A5-AEBBD531DAF7}" dt="2025-09-11T13:18:15.205" v="389" actId="1076"/>
          <ac:picMkLst>
            <pc:docMk/>
            <pc:sldMk cId="249744415" sldId="461"/>
            <ac:picMk id="6" creationId="{1F2415EA-ED7A-214E-C479-0369D3B8D9C7}"/>
          </ac:picMkLst>
        </pc:picChg>
        <pc:picChg chg="add mod">
          <ac:chgData name="Aleksey Zimin" userId="7f2637d0bc515791" providerId="LiveId" clId="{1C363C82-C939-44FC-A8A5-AEBBD531DAF7}" dt="2025-09-11T13:19:36.574" v="392" actId="14100"/>
          <ac:picMkLst>
            <pc:docMk/>
            <pc:sldMk cId="249744415" sldId="461"/>
            <ac:picMk id="8" creationId="{1E9E94CE-B773-1C7A-3792-1C0B0EF953C9}"/>
          </ac:picMkLst>
        </pc:picChg>
        <pc:picChg chg="add mod">
          <ac:chgData name="Aleksey Zimin" userId="7f2637d0bc515791" providerId="LiveId" clId="{1C363C82-C939-44FC-A8A5-AEBBD531DAF7}" dt="2025-09-11T13:20:07.355" v="396" actId="1076"/>
          <ac:picMkLst>
            <pc:docMk/>
            <pc:sldMk cId="249744415" sldId="461"/>
            <ac:picMk id="10" creationId="{230D1ECE-1B24-E17D-98F1-F0E3BBC96037}"/>
          </ac:picMkLst>
        </pc:picChg>
        <pc:picChg chg="add mod">
          <ac:chgData name="Aleksey Zimin" userId="7f2637d0bc515791" providerId="LiveId" clId="{1C363C82-C939-44FC-A8A5-AEBBD531DAF7}" dt="2025-09-11T13:23:30.344" v="398" actId="1076"/>
          <ac:picMkLst>
            <pc:docMk/>
            <pc:sldMk cId="249744415" sldId="461"/>
            <ac:picMk id="12" creationId="{938295B7-318B-7FE3-64A4-BAB3309EB661}"/>
          </ac:picMkLst>
        </pc:picChg>
        <pc:picChg chg="add mod">
          <ac:chgData name="Aleksey Zimin" userId="7f2637d0bc515791" providerId="LiveId" clId="{1C363C82-C939-44FC-A8A5-AEBBD531DAF7}" dt="2025-09-11T13:23:45.708" v="401" actId="14100"/>
          <ac:picMkLst>
            <pc:docMk/>
            <pc:sldMk cId="249744415" sldId="461"/>
            <ac:picMk id="14" creationId="{BE2C6865-C362-C03D-15D6-835380AF0C87}"/>
          </ac:picMkLst>
        </pc:picChg>
      </pc:sldChg>
      <pc:sldChg chg="addSp modSp new mod">
        <pc:chgData name="Aleksey Zimin" userId="7f2637d0bc515791" providerId="LiveId" clId="{1C363C82-C939-44FC-A8A5-AEBBD531DAF7}" dt="2025-09-11T13:28:04.497" v="447" actId="14100"/>
        <pc:sldMkLst>
          <pc:docMk/>
          <pc:sldMk cId="3771281687" sldId="462"/>
        </pc:sldMkLst>
        <pc:spChg chg="mod">
          <ac:chgData name="Aleksey Zimin" userId="7f2637d0bc515791" providerId="LiveId" clId="{1C363C82-C939-44FC-A8A5-AEBBD531DAF7}" dt="2025-09-11T13:24:24.028" v="434" actId="20577"/>
          <ac:spMkLst>
            <pc:docMk/>
            <pc:sldMk cId="3771281687" sldId="462"/>
            <ac:spMk id="2" creationId="{EC194351-1D84-8FA0-C679-419D9BF63534}"/>
          </ac:spMkLst>
        </pc:spChg>
        <pc:spChg chg="mod">
          <ac:chgData name="Aleksey Zimin" userId="7f2637d0bc515791" providerId="LiveId" clId="{1C363C82-C939-44FC-A8A5-AEBBD531DAF7}" dt="2025-09-11T13:24:31.060" v="442" actId="20577"/>
          <ac:spMkLst>
            <pc:docMk/>
            <pc:sldMk cId="3771281687" sldId="462"/>
            <ac:spMk id="3" creationId="{51423E49-D3AF-F20C-223B-366A79C1A4A4}"/>
          </ac:spMkLst>
        </pc:spChg>
        <pc:picChg chg="add mod">
          <ac:chgData name="Aleksey Zimin" userId="7f2637d0bc515791" providerId="LiveId" clId="{1C363C82-C939-44FC-A8A5-AEBBD531DAF7}" dt="2025-09-11T13:27:04.026" v="444" actId="1076"/>
          <ac:picMkLst>
            <pc:docMk/>
            <pc:sldMk cId="3771281687" sldId="462"/>
            <ac:picMk id="6" creationId="{9BB12B16-FAF4-3296-AE5B-D7B1610DE3C5}"/>
          </ac:picMkLst>
        </pc:picChg>
        <pc:picChg chg="add mod">
          <ac:chgData name="Aleksey Zimin" userId="7f2637d0bc515791" providerId="LiveId" clId="{1C363C82-C939-44FC-A8A5-AEBBD531DAF7}" dt="2025-09-11T13:28:04.497" v="447" actId="14100"/>
          <ac:picMkLst>
            <pc:docMk/>
            <pc:sldMk cId="3771281687" sldId="462"/>
            <ac:picMk id="8" creationId="{58EFE816-D97E-B7E7-BB46-3E2307D3D922}"/>
          </ac:picMkLst>
        </pc:picChg>
      </pc:sldChg>
      <pc:sldChg chg="addSp delSp modSp add mod ord">
        <pc:chgData name="Aleksey Zimin" userId="7f2637d0bc515791" providerId="LiveId" clId="{1C363C82-C939-44FC-A8A5-AEBBD531DAF7}" dt="2025-09-17T09:29:40.073" v="1996" actId="1076"/>
        <pc:sldMkLst>
          <pc:docMk/>
          <pc:sldMk cId="1306819728" sldId="463"/>
        </pc:sldMkLst>
        <pc:spChg chg="mod">
          <ac:chgData name="Aleksey Zimin" userId="7f2637d0bc515791" providerId="LiveId" clId="{1C363C82-C939-44FC-A8A5-AEBBD531DAF7}" dt="2025-09-17T09:20:59.261" v="1612"/>
          <ac:spMkLst>
            <pc:docMk/>
            <pc:sldMk cId="1306819728" sldId="463"/>
            <ac:spMk id="2" creationId="{EE8A4558-6944-D22B-B2FA-CB33750E1989}"/>
          </ac:spMkLst>
        </pc:spChg>
        <pc:spChg chg="mod">
          <ac:chgData name="Aleksey Zimin" userId="7f2637d0bc515791" providerId="LiveId" clId="{1C363C82-C939-44FC-A8A5-AEBBD531DAF7}" dt="2025-09-17T09:26:19.133" v="1915" actId="27636"/>
          <ac:spMkLst>
            <pc:docMk/>
            <pc:sldMk cId="1306819728" sldId="463"/>
            <ac:spMk id="3" creationId="{08F5931F-638F-2170-53A8-9801A7F7C012}"/>
          </ac:spMkLst>
        </pc:spChg>
        <pc:picChg chg="add mod">
          <ac:chgData name="Aleksey Zimin" userId="7f2637d0bc515791" providerId="LiveId" clId="{1C363C82-C939-44FC-A8A5-AEBBD531DAF7}" dt="2025-09-17T09:23:05.843" v="1705" actId="1076"/>
          <ac:picMkLst>
            <pc:docMk/>
            <pc:sldMk cId="1306819728" sldId="463"/>
            <ac:picMk id="7" creationId="{869A6F3C-E36A-C5DE-9ADD-530F68874F6B}"/>
          </ac:picMkLst>
        </pc:picChg>
        <pc:picChg chg="add mod">
          <ac:chgData name="Aleksey Zimin" userId="7f2637d0bc515791" providerId="LiveId" clId="{1C363C82-C939-44FC-A8A5-AEBBD531DAF7}" dt="2025-09-17T09:29:40.073" v="1996" actId="1076"/>
          <ac:picMkLst>
            <pc:docMk/>
            <pc:sldMk cId="1306819728" sldId="463"/>
            <ac:picMk id="8" creationId="{332F39A9-189B-F129-AB07-B9B3584ACAF4}"/>
          </ac:picMkLst>
        </pc:picChg>
      </pc:sldChg>
      <pc:sldChg chg="add">
        <pc:chgData name="Aleksey Zimin" userId="7f2637d0bc515791" providerId="LiveId" clId="{1C363C82-C939-44FC-A8A5-AEBBD531DAF7}" dt="2025-09-11T13:36:46.749" v="634"/>
        <pc:sldMkLst>
          <pc:docMk/>
          <pc:sldMk cId="569996796" sldId="464"/>
        </pc:sldMkLst>
      </pc:sldChg>
      <pc:sldChg chg="add">
        <pc:chgData name="Aleksey Zimin" userId="7f2637d0bc515791" providerId="LiveId" clId="{1C363C82-C939-44FC-A8A5-AEBBD531DAF7}" dt="2025-09-11T13:38:22.215" v="635"/>
        <pc:sldMkLst>
          <pc:docMk/>
          <pc:sldMk cId="3890613836" sldId="465"/>
        </pc:sldMkLst>
      </pc:sldChg>
      <pc:sldChg chg="add">
        <pc:chgData name="Aleksey Zimin" userId="7f2637d0bc515791" providerId="LiveId" clId="{1C363C82-C939-44FC-A8A5-AEBBD531DAF7}" dt="2025-09-11T13:38:22.215" v="635"/>
        <pc:sldMkLst>
          <pc:docMk/>
          <pc:sldMk cId="9451513" sldId="466"/>
        </pc:sldMkLst>
      </pc:sldChg>
      <pc:sldChg chg="del">
        <pc:chgData name="Aleksey Zimin" userId="7f2637d0bc515791" providerId="LiveId" clId="{1C363C82-C939-44FC-A8A5-AEBBD531DAF7}" dt="2025-09-21T23:25:26.640" v="4322" actId="47"/>
        <pc:sldMkLst>
          <pc:docMk/>
          <pc:sldMk cId="997387992" sldId="467"/>
        </pc:sldMkLst>
      </pc:sldChg>
      <pc:sldChg chg="del">
        <pc:chgData name="Aleksey Zimin" userId="7f2637d0bc515791" providerId="LiveId" clId="{1C363C82-C939-44FC-A8A5-AEBBD531DAF7}" dt="2025-09-21T23:25:26.640" v="4322" actId="47"/>
        <pc:sldMkLst>
          <pc:docMk/>
          <pc:sldMk cId="4128588245" sldId="468"/>
        </pc:sldMkLst>
      </pc:sldChg>
      <pc:sldChg chg="del">
        <pc:chgData name="Aleksey Zimin" userId="7f2637d0bc515791" providerId="LiveId" clId="{1C363C82-C939-44FC-A8A5-AEBBD531DAF7}" dt="2025-09-21T23:25:26.640" v="4322" actId="47"/>
        <pc:sldMkLst>
          <pc:docMk/>
          <pc:sldMk cId="3458580164" sldId="469"/>
        </pc:sldMkLst>
      </pc:sldChg>
      <pc:sldChg chg="del">
        <pc:chgData name="Aleksey Zimin" userId="7f2637d0bc515791" providerId="LiveId" clId="{1C363C82-C939-44FC-A8A5-AEBBD531DAF7}" dt="2025-09-21T23:25:26.640" v="4322" actId="47"/>
        <pc:sldMkLst>
          <pc:docMk/>
          <pc:sldMk cId="1342632659" sldId="470"/>
        </pc:sldMkLst>
      </pc:sldChg>
      <pc:sldChg chg="del">
        <pc:chgData name="Aleksey Zimin" userId="7f2637d0bc515791" providerId="LiveId" clId="{1C363C82-C939-44FC-A8A5-AEBBD531DAF7}" dt="2025-09-21T23:25:26.640" v="4322" actId="47"/>
        <pc:sldMkLst>
          <pc:docMk/>
          <pc:sldMk cId="1222427046" sldId="471"/>
        </pc:sldMkLst>
      </pc:sldChg>
      <pc:sldChg chg="del">
        <pc:chgData name="Aleksey Zimin" userId="7f2637d0bc515791" providerId="LiveId" clId="{1C363C82-C939-44FC-A8A5-AEBBD531DAF7}" dt="2025-09-21T23:25:26.640" v="4322" actId="47"/>
        <pc:sldMkLst>
          <pc:docMk/>
          <pc:sldMk cId="1737656846" sldId="472"/>
        </pc:sldMkLst>
      </pc:sldChg>
      <pc:sldChg chg="del">
        <pc:chgData name="Aleksey Zimin" userId="7f2637d0bc515791" providerId="LiveId" clId="{1C363C82-C939-44FC-A8A5-AEBBD531DAF7}" dt="2025-09-21T23:25:26.640" v="4322" actId="47"/>
        <pc:sldMkLst>
          <pc:docMk/>
          <pc:sldMk cId="4186855173" sldId="473"/>
        </pc:sldMkLst>
      </pc:sldChg>
      <pc:sldChg chg="del">
        <pc:chgData name="Aleksey Zimin" userId="7f2637d0bc515791" providerId="LiveId" clId="{1C363C82-C939-44FC-A8A5-AEBBD531DAF7}" dt="2025-09-21T23:25:26.640" v="4322" actId="47"/>
        <pc:sldMkLst>
          <pc:docMk/>
          <pc:sldMk cId="1412217603" sldId="474"/>
        </pc:sldMkLst>
      </pc:sldChg>
      <pc:sldChg chg="del">
        <pc:chgData name="Aleksey Zimin" userId="7f2637d0bc515791" providerId="LiveId" clId="{1C363C82-C939-44FC-A8A5-AEBBD531DAF7}" dt="2025-09-21T23:25:26.640" v="4322" actId="47"/>
        <pc:sldMkLst>
          <pc:docMk/>
          <pc:sldMk cId="2687775889" sldId="475"/>
        </pc:sldMkLst>
      </pc:sldChg>
      <pc:sldChg chg="del">
        <pc:chgData name="Aleksey Zimin" userId="7f2637d0bc515791" providerId="LiveId" clId="{1C363C82-C939-44FC-A8A5-AEBBD531DAF7}" dt="2025-09-21T23:25:26.640" v="4322" actId="47"/>
        <pc:sldMkLst>
          <pc:docMk/>
          <pc:sldMk cId="2154467816" sldId="476"/>
        </pc:sldMkLst>
      </pc:sldChg>
      <pc:sldChg chg="del">
        <pc:chgData name="Aleksey Zimin" userId="7f2637d0bc515791" providerId="LiveId" clId="{1C363C82-C939-44FC-A8A5-AEBBD531DAF7}" dt="2025-09-21T23:25:26.640" v="4322" actId="47"/>
        <pc:sldMkLst>
          <pc:docMk/>
          <pc:sldMk cId="1808475080" sldId="477"/>
        </pc:sldMkLst>
      </pc:sldChg>
      <pc:sldChg chg="del">
        <pc:chgData name="Aleksey Zimin" userId="7f2637d0bc515791" providerId="LiveId" clId="{1C363C82-C939-44FC-A8A5-AEBBD531DAF7}" dt="2025-09-21T23:25:26.640" v="4322" actId="47"/>
        <pc:sldMkLst>
          <pc:docMk/>
          <pc:sldMk cId="4266177015" sldId="478"/>
        </pc:sldMkLst>
      </pc:sldChg>
      <pc:sldChg chg="del">
        <pc:chgData name="Aleksey Zimin" userId="7f2637d0bc515791" providerId="LiveId" clId="{1C363C82-C939-44FC-A8A5-AEBBD531DAF7}" dt="2025-09-21T23:25:26.640" v="4322" actId="47"/>
        <pc:sldMkLst>
          <pc:docMk/>
          <pc:sldMk cId="142761125" sldId="479"/>
        </pc:sldMkLst>
      </pc:sldChg>
      <pc:sldChg chg="modSp add mod">
        <pc:chgData name="Aleksey Zimin" userId="7f2637d0bc515791" providerId="LiveId" clId="{1C363C82-C939-44FC-A8A5-AEBBD531DAF7}" dt="2025-09-17T09:18:50.958" v="1490" actId="14100"/>
        <pc:sldMkLst>
          <pc:docMk/>
          <pc:sldMk cId="2985806091" sldId="487"/>
        </pc:sldMkLst>
        <pc:picChg chg="mod">
          <ac:chgData name="Aleksey Zimin" userId="7f2637d0bc515791" providerId="LiveId" clId="{1C363C82-C939-44FC-A8A5-AEBBD531DAF7}" dt="2025-09-17T09:18:50.958" v="1490" actId="14100"/>
          <ac:picMkLst>
            <pc:docMk/>
            <pc:sldMk cId="2985806091" sldId="487"/>
            <ac:picMk id="8" creationId="{60254C07-F910-FC61-E466-670650D764F6}"/>
          </ac:picMkLst>
        </pc:picChg>
      </pc:sldChg>
      <pc:sldChg chg="modSp add mod">
        <pc:chgData name="Aleksey Zimin" userId="7f2637d0bc515791" providerId="LiveId" clId="{1C363C82-C939-44FC-A8A5-AEBBD531DAF7}" dt="2025-09-16T23:55:02.397" v="726" actId="732"/>
        <pc:sldMkLst>
          <pc:docMk/>
          <pc:sldMk cId="2995777133" sldId="488"/>
        </pc:sldMkLst>
        <pc:picChg chg="mod modCrop">
          <ac:chgData name="Aleksey Zimin" userId="7f2637d0bc515791" providerId="LiveId" clId="{1C363C82-C939-44FC-A8A5-AEBBD531DAF7}" dt="2025-09-16T23:55:02.397" v="726" actId="732"/>
          <ac:picMkLst>
            <pc:docMk/>
            <pc:sldMk cId="2995777133" sldId="488"/>
            <ac:picMk id="8" creationId="{31C79974-262B-EDA5-6123-054ACC3411CE}"/>
          </ac:picMkLst>
        </pc:picChg>
      </pc:sldChg>
      <pc:sldChg chg="addSp modSp add mod">
        <pc:chgData name="Aleksey Zimin" userId="7f2637d0bc515791" providerId="LiveId" clId="{1C363C82-C939-44FC-A8A5-AEBBD531DAF7}" dt="2025-09-17T09:44:17.995" v="2469" actId="1076"/>
        <pc:sldMkLst>
          <pc:docMk/>
          <pc:sldMk cId="2889233369" sldId="489"/>
        </pc:sldMkLst>
        <pc:spChg chg="add mod">
          <ac:chgData name="Aleksey Zimin" userId="7f2637d0bc515791" providerId="LiveId" clId="{1C363C82-C939-44FC-A8A5-AEBBD531DAF7}" dt="2025-09-17T09:44:17.995" v="2469" actId="1076"/>
          <ac:spMkLst>
            <pc:docMk/>
            <pc:sldMk cId="2889233369" sldId="489"/>
            <ac:spMk id="3" creationId="{8E026558-B08D-BBAD-90D8-7AAE44FDB0AC}"/>
          </ac:spMkLst>
        </pc:spChg>
        <pc:spChg chg="mod">
          <ac:chgData name="Aleksey Zimin" userId="7f2637d0bc515791" providerId="LiveId" clId="{1C363C82-C939-44FC-A8A5-AEBBD531DAF7}" dt="2025-09-17T09:43:58.554" v="2466" actId="1076"/>
          <ac:spMkLst>
            <pc:docMk/>
            <pc:sldMk cId="2889233369" sldId="489"/>
            <ac:spMk id="14" creationId="{96FE2667-E4DC-760F-C877-5B3810FDCCAB}"/>
          </ac:spMkLst>
        </pc:spChg>
      </pc:sldChg>
      <pc:sldChg chg="addSp modSp add mod">
        <pc:chgData name="Aleksey Zimin" userId="7f2637d0bc515791" providerId="LiveId" clId="{1C363C82-C939-44FC-A8A5-AEBBD531DAF7}" dt="2025-09-17T09:44:41.305" v="2471" actId="255"/>
        <pc:sldMkLst>
          <pc:docMk/>
          <pc:sldMk cId="3365098991" sldId="490"/>
        </pc:sldMkLst>
        <pc:spChg chg="add mod">
          <ac:chgData name="Aleksey Zimin" userId="7f2637d0bc515791" providerId="LiveId" clId="{1C363C82-C939-44FC-A8A5-AEBBD531DAF7}" dt="2025-09-17T09:44:41.305" v="2471" actId="255"/>
          <ac:spMkLst>
            <pc:docMk/>
            <pc:sldMk cId="3365098991" sldId="490"/>
            <ac:spMk id="3" creationId="{C01E432B-BA13-CBBA-92F7-031B465BA3FB}"/>
          </ac:spMkLst>
        </pc:spChg>
        <pc:picChg chg="mod modCrop">
          <ac:chgData name="Aleksey Zimin" userId="7f2637d0bc515791" providerId="LiveId" clId="{1C363C82-C939-44FC-A8A5-AEBBD531DAF7}" dt="2025-09-17T09:19:10.467" v="1493" actId="1076"/>
          <ac:picMkLst>
            <pc:docMk/>
            <pc:sldMk cId="3365098991" sldId="490"/>
            <ac:picMk id="8" creationId="{23F64130-9B2A-9123-1A4A-ED673B007187}"/>
          </ac:picMkLst>
        </pc:picChg>
      </pc:sldChg>
      <pc:sldChg chg="modSp new mod">
        <pc:chgData name="Aleksey Zimin" userId="7f2637d0bc515791" providerId="LiveId" clId="{1C363C82-C939-44FC-A8A5-AEBBD531DAF7}" dt="2025-09-17T09:38:20.291" v="2376" actId="20577"/>
        <pc:sldMkLst>
          <pc:docMk/>
          <pc:sldMk cId="585261617" sldId="491"/>
        </pc:sldMkLst>
        <pc:spChg chg="mod">
          <ac:chgData name="Aleksey Zimin" userId="7f2637d0bc515791" providerId="LiveId" clId="{1C363C82-C939-44FC-A8A5-AEBBD531DAF7}" dt="2025-09-17T09:35:37.506" v="2049" actId="20577"/>
          <ac:spMkLst>
            <pc:docMk/>
            <pc:sldMk cId="585261617" sldId="491"/>
            <ac:spMk id="2" creationId="{FA08A007-9288-3BD3-A1F9-561D7C8D767A}"/>
          </ac:spMkLst>
        </pc:spChg>
        <pc:spChg chg="mod">
          <ac:chgData name="Aleksey Zimin" userId="7f2637d0bc515791" providerId="LiveId" clId="{1C363C82-C939-44FC-A8A5-AEBBD531DAF7}" dt="2025-09-17T09:38:20.291" v="2376" actId="20577"/>
          <ac:spMkLst>
            <pc:docMk/>
            <pc:sldMk cId="585261617" sldId="491"/>
            <ac:spMk id="3" creationId="{A3C1D6A9-E123-4492-9ABE-FD2F55340AFF}"/>
          </ac:spMkLst>
        </pc:spChg>
      </pc:sldChg>
      <pc:sldChg chg="new del">
        <pc:chgData name="Aleksey Zimin" userId="7f2637d0bc515791" providerId="LiveId" clId="{1C363C82-C939-44FC-A8A5-AEBBD531DAF7}" dt="2025-09-18T20:07:43.612" v="2477" actId="47"/>
        <pc:sldMkLst>
          <pc:docMk/>
          <pc:sldMk cId="3001095171" sldId="492"/>
        </pc:sldMkLst>
      </pc:sldChg>
      <pc:sldChg chg="add del">
        <pc:chgData name="Aleksey Zimin" userId="7f2637d0bc515791" providerId="LiveId" clId="{1C363C82-C939-44FC-A8A5-AEBBD531DAF7}" dt="2025-09-18T21:09:47.395" v="3380" actId="47"/>
        <pc:sldMkLst>
          <pc:docMk/>
          <pc:sldMk cId="3296577312" sldId="492"/>
        </pc:sldMkLst>
      </pc:sldChg>
      <pc:sldChg chg="modSp add del mod ord modAnim">
        <pc:chgData name="Aleksey Zimin" userId="7f2637d0bc515791" providerId="LiveId" clId="{1C363C82-C939-44FC-A8A5-AEBBD531DAF7}" dt="2025-09-21T23:25:26.640" v="4322" actId="47"/>
        <pc:sldMkLst>
          <pc:docMk/>
          <pc:sldMk cId="1805410592" sldId="493"/>
        </pc:sldMkLst>
      </pc:sldChg>
      <pc:sldChg chg="modSp add del mod modAnim">
        <pc:chgData name="Aleksey Zimin" userId="7f2637d0bc515791" providerId="LiveId" clId="{1C363C82-C939-44FC-A8A5-AEBBD531DAF7}" dt="2025-09-21T23:25:26.640" v="4322" actId="47"/>
        <pc:sldMkLst>
          <pc:docMk/>
          <pc:sldMk cId="3999280030" sldId="494"/>
        </pc:sldMkLst>
      </pc:sldChg>
      <pc:sldChg chg="modSp add del mod">
        <pc:chgData name="Aleksey Zimin" userId="7f2637d0bc515791" providerId="LiveId" clId="{1C363C82-C939-44FC-A8A5-AEBBD531DAF7}" dt="2025-09-21T23:25:26.640" v="4322" actId="47"/>
        <pc:sldMkLst>
          <pc:docMk/>
          <pc:sldMk cId="2813211708" sldId="495"/>
        </pc:sldMkLst>
      </pc:sldChg>
      <pc:sldChg chg="addSp delSp modSp add del mod">
        <pc:chgData name="Aleksey Zimin" userId="7f2637d0bc515791" providerId="LiveId" clId="{1C363C82-C939-44FC-A8A5-AEBBD531DAF7}" dt="2025-09-21T23:25:26.640" v="4322" actId="47"/>
        <pc:sldMkLst>
          <pc:docMk/>
          <pc:sldMk cId="3779215969" sldId="496"/>
        </pc:sldMkLst>
      </pc:sldChg>
      <pc:sldChg chg="add del">
        <pc:chgData name="Aleksey Zimin" userId="7f2637d0bc515791" providerId="LiveId" clId="{1C363C82-C939-44FC-A8A5-AEBBD531DAF7}" dt="2025-09-18T20:24:45.340" v="2705" actId="47"/>
        <pc:sldMkLst>
          <pc:docMk/>
          <pc:sldMk cId="1826069654" sldId="497"/>
        </pc:sldMkLst>
      </pc:sldChg>
      <pc:sldChg chg="modSp add del mod">
        <pc:chgData name="Aleksey Zimin" userId="7f2637d0bc515791" providerId="LiveId" clId="{1C363C82-C939-44FC-A8A5-AEBBD531DAF7}" dt="2025-09-21T23:25:26.640" v="4322" actId="47"/>
        <pc:sldMkLst>
          <pc:docMk/>
          <pc:sldMk cId="3691758041" sldId="497"/>
        </pc:sldMkLst>
      </pc:sldChg>
      <pc:sldChg chg="modSp add del mod">
        <pc:chgData name="Aleksey Zimin" userId="7f2637d0bc515791" providerId="LiveId" clId="{1C363C82-C939-44FC-A8A5-AEBBD531DAF7}" dt="2025-09-18T20:34:42.681" v="2898" actId="47"/>
        <pc:sldMkLst>
          <pc:docMk/>
          <pc:sldMk cId="2056935480" sldId="498"/>
        </pc:sldMkLst>
      </pc:sldChg>
      <pc:sldChg chg="modSp add del mod">
        <pc:chgData name="Aleksey Zimin" userId="7f2637d0bc515791" providerId="LiveId" clId="{1C363C82-C939-44FC-A8A5-AEBBD531DAF7}" dt="2025-09-18T20:34:44.657" v="2899" actId="47"/>
        <pc:sldMkLst>
          <pc:docMk/>
          <pc:sldMk cId="3763828007" sldId="499"/>
        </pc:sldMkLst>
      </pc:sldChg>
      <pc:sldChg chg="modSp add del mod">
        <pc:chgData name="Aleksey Zimin" userId="7f2637d0bc515791" providerId="LiveId" clId="{1C363C82-C939-44FC-A8A5-AEBBD531DAF7}" dt="2025-09-21T23:25:26.640" v="4322" actId="47"/>
        <pc:sldMkLst>
          <pc:docMk/>
          <pc:sldMk cId="4107199609" sldId="500"/>
        </pc:sldMkLst>
      </pc:sldChg>
      <pc:sldChg chg="modSp add del mod">
        <pc:chgData name="Aleksey Zimin" userId="7f2637d0bc515791" providerId="LiveId" clId="{1C363C82-C939-44FC-A8A5-AEBBD531DAF7}" dt="2025-09-21T23:25:26.640" v="4322" actId="47"/>
        <pc:sldMkLst>
          <pc:docMk/>
          <pc:sldMk cId="3357739975" sldId="501"/>
        </pc:sldMkLst>
      </pc:sldChg>
      <pc:sldChg chg="new del">
        <pc:chgData name="Aleksey Zimin" userId="7f2637d0bc515791" providerId="LiveId" clId="{1C363C82-C939-44FC-A8A5-AEBBD531DAF7}" dt="2025-09-18T20:34:51.710" v="2901" actId="47"/>
        <pc:sldMkLst>
          <pc:docMk/>
          <pc:sldMk cId="575378171" sldId="502"/>
        </pc:sldMkLst>
      </pc:sldChg>
      <pc:sldChg chg="modSp add del mod">
        <pc:chgData name="Aleksey Zimin" userId="7f2637d0bc515791" providerId="LiveId" clId="{1C363C82-C939-44FC-A8A5-AEBBD531DAF7}" dt="2025-09-21T23:25:26.640" v="4322" actId="47"/>
        <pc:sldMkLst>
          <pc:docMk/>
          <pc:sldMk cId="2445153675" sldId="502"/>
        </pc:sldMkLst>
      </pc:sldChg>
      <pc:sldChg chg="modSp add del mod">
        <pc:chgData name="Aleksey Zimin" userId="7f2637d0bc515791" providerId="LiveId" clId="{1C363C82-C939-44FC-A8A5-AEBBD531DAF7}" dt="2025-09-21T23:25:26.640" v="4322" actId="47"/>
        <pc:sldMkLst>
          <pc:docMk/>
          <pc:sldMk cId="2253230012" sldId="503"/>
        </pc:sldMkLst>
      </pc:sldChg>
      <pc:sldChg chg="addSp modSp add del mod">
        <pc:chgData name="Aleksey Zimin" userId="7f2637d0bc515791" providerId="LiveId" clId="{1C363C82-C939-44FC-A8A5-AEBBD531DAF7}" dt="2025-09-21T23:25:26.640" v="4322" actId="47"/>
        <pc:sldMkLst>
          <pc:docMk/>
          <pc:sldMk cId="3787266202" sldId="504"/>
        </pc:sldMkLst>
      </pc:sldChg>
      <pc:sldChg chg="modSp add del mod modAnim">
        <pc:chgData name="Aleksey Zimin" userId="7f2637d0bc515791" providerId="LiveId" clId="{1C363C82-C939-44FC-A8A5-AEBBD531DAF7}" dt="2025-09-21T23:25:26.640" v="4322" actId="47"/>
        <pc:sldMkLst>
          <pc:docMk/>
          <pc:sldMk cId="3080907437" sldId="505"/>
        </pc:sldMkLst>
      </pc:sldChg>
      <pc:sldChg chg="modSp add del mod">
        <pc:chgData name="Aleksey Zimin" userId="7f2637d0bc515791" providerId="LiveId" clId="{1C363C82-C939-44FC-A8A5-AEBBD531DAF7}" dt="2025-09-21T23:25:26.640" v="4322" actId="47"/>
        <pc:sldMkLst>
          <pc:docMk/>
          <pc:sldMk cId="3340996165" sldId="506"/>
        </pc:sldMkLst>
      </pc:sldChg>
      <pc:sldChg chg="modSp add del mod">
        <pc:chgData name="Aleksey Zimin" userId="7f2637d0bc515791" providerId="LiveId" clId="{1C363C82-C939-44FC-A8A5-AEBBD531DAF7}" dt="2025-09-21T23:25:26.640" v="4322" actId="47"/>
        <pc:sldMkLst>
          <pc:docMk/>
          <pc:sldMk cId="2762099099" sldId="507"/>
        </pc:sldMkLst>
      </pc:sldChg>
      <pc:sldChg chg="modSp add del mod ord">
        <pc:chgData name="Aleksey Zimin" userId="7f2637d0bc515791" providerId="LiveId" clId="{1C363C82-C939-44FC-A8A5-AEBBD531DAF7}" dt="2025-09-21T23:25:26.640" v="4322" actId="47"/>
        <pc:sldMkLst>
          <pc:docMk/>
          <pc:sldMk cId="313719381" sldId="508"/>
        </pc:sldMkLst>
      </pc:sldChg>
      <pc:sldChg chg="addSp delSp modSp new mod">
        <pc:chgData name="Aleksey Zimin" userId="7f2637d0bc515791" providerId="LiveId" clId="{1C363C82-C939-44FC-A8A5-AEBBD531DAF7}" dt="2025-09-19T10:02:50.486" v="3664" actId="14100"/>
        <pc:sldMkLst>
          <pc:docMk/>
          <pc:sldMk cId="591985588" sldId="509"/>
        </pc:sldMkLst>
        <pc:spChg chg="mod">
          <ac:chgData name="Aleksey Zimin" userId="7f2637d0bc515791" providerId="LiveId" clId="{1C363C82-C939-44FC-A8A5-AEBBD531DAF7}" dt="2025-09-19T09:59:50.328" v="3548" actId="20577"/>
          <ac:spMkLst>
            <pc:docMk/>
            <pc:sldMk cId="591985588" sldId="509"/>
            <ac:spMk id="2" creationId="{5CF63191-A07C-EC5B-F575-CC060CA57884}"/>
          </ac:spMkLst>
        </pc:spChg>
        <pc:spChg chg="mod">
          <ac:chgData name="Aleksey Zimin" userId="7f2637d0bc515791" providerId="LiveId" clId="{1C363C82-C939-44FC-A8A5-AEBBD531DAF7}" dt="2025-09-19T10:01:52.354" v="3650" actId="20577"/>
          <ac:spMkLst>
            <pc:docMk/>
            <pc:sldMk cId="591985588" sldId="509"/>
            <ac:spMk id="3" creationId="{188CD492-2FE1-A6AC-961C-BCBC64609890}"/>
          </ac:spMkLst>
        </pc:spChg>
        <pc:cxnChg chg="add mod">
          <ac:chgData name="Aleksey Zimin" userId="7f2637d0bc515791" providerId="LiveId" clId="{1C363C82-C939-44FC-A8A5-AEBBD531DAF7}" dt="2025-09-19T10:02:03.717" v="3651" actId="1076"/>
          <ac:cxnSpMkLst>
            <pc:docMk/>
            <pc:sldMk cId="591985588" sldId="509"/>
            <ac:cxnSpMk id="6" creationId="{1D7017AB-5EC6-1E4F-1A8D-9C2FA57012F4}"/>
          </ac:cxnSpMkLst>
        </pc:cxnChg>
        <pc:cxnChg chg="add mod">
          <ac:chgData name="Aleksey Zimin" userId="7f2637d0bc515791" providerId="LiveId" clId="{1C363C82-C939-44FC-A8A5-AEBBD531DAF7}" dt="2025-09-19T10:02:03.717" v="3651" actId="1076"/>
          <ac:cxnSpMkLst>
            <pc:docMk/>
            <pc:sldMk cId="591985588" sldId="509"/>
            <ac:cxnSpMk id="11" creationId="{84BD1851-8193-CECF-02AA-EDAB445A061F}"/>
          </ac:cxnSpMkLst>
        </pc:cxnChg>
        <pc:cxnChg chg="add mod">
          <ac:chgData name="Aleksey Zimin" userId="7f2637d0bc515791" providerId="LiveId" clId="{1C363C82-C939-44FC-A8A5-AEBBD531DAF7}" dt="2025-09-19T10:01:41.675" v="3642" actId="1076"/>
          <ac:cxnSpMkLst>
            <pc:docMk/>
            <pc:sldMk cId="591985588" sldId="509"/>
            <ac:cxnSpMk id="13" creationId="{85B20BA8-89DC-2FA9-DD96-73C94D3E7111}"/>
          </ac:cxnSpMkLst>
        </pc:cxnChg>
        <pc:cxnChg chg="add mod">
          <ac:chgData name="Aleksey Zimin" userId="7f2637d0bc515791" providerId="LiveId" clId="{1C363C82-C939-44FC-A8A5-AEBBD531DAF7}" dt="2025-09-19T10:01:46.866" v="3643" actId="1076"/>
          <ac:cxnSpMkLst>
            <pc:docMk/>
            <pc:sldMk cId="591985588" sldId="509"/>
            <ac:cxnSpMk id="14" creationId="{C92EC32D-4522-04C2-C308-586B517FF026}"/>
          </ac:cxnSpMkLst>
        </pc:cxnChg>
        <pc:cxnChg chg="add mod">
          <ac:chgData name="Aleksey Zimin" userId="7f2637d0bc515791" providerId="LiveId" clId="{1C363C82-C939-44FC-A8A5-AEBBD531DAF7}" dt="2025-09-19T10:02:22.086" v="3655" actId="1076"/>
          <ac:cxnSpMkLst>
            <pc:docMk/>
            <pc:sldMk cId="591985588" sldId="509"/>
            <ac:cxnSpMk id="17" creationId="{BF6031B4-C203-FA5B-66A8-22F123A6F5CD}"/>
          </ac:cxnSpMkLst>
        </pc:cxnChg>
        <pc:cxnChg chg="add mod">
          <ac:chgData name="Aleksey Zimin" userId="7f2637d0bc515791" providerId="LiveId" clId="{1C363C82-C939-44FC-A8A5-AEBBD531DAF7}" dt="2025-09-19T10:02:22.086" v="3655" actId="1076"/>
          <ac:cxnSpMkLst>
            <pc:docMk/>
            <pc:sldMk cId="591985588" sldId="509"/>
            <ac:cxnSpMk id="18" creationId="{865E5FC3-CE84-E716-9309-86B9F0CF7B93}"/>
          </ac:cxnSpMkLst>
        </pc:cxnChg>
        <pc:cxnChg chg="add mod">
          <ac:chgData name="Aleksey Zimin" userId="7f2637d0bc515791" providerId="LiveId" clId="{1C363C82-C939-44FC-A8A5-AEBBD531DAF7}" dt="2025-09-19T10:02:30.266" v="3658" actId="14100"/>
          <ac:cxnSpMkLst>
            <pc:docMk/>
            <pc:sldMk cId="591985588" sldId="509"/>
            <ac:cxnSpMk id="19" creationId="{7B4314DC-4970-22B2-A093-84B6AC5E0EC7}"/>
          </ac:cxnSpMkLst>
        </pc:cxnChg>
        <pc:cxnChg chg="add mod">
          <ac:chgData name="Aleksey Zimin" userId="7f2637d0bc515791" providerId="LiveId" clId="{1C363C82-C939-44FC-A8A5-AEBBD531DAF7}" dt="2025-09-19T10:02:30.266" v="3658" actId="14100"/>
          <ac:cxnSpMkLst>
            <pc:docMk/>
            <pc:sldMk cId="591985588" sldId="509"/>
            <ac:cxnSpMk id="20" creationId="{073E55E4-5C78-5204-9D40-3C621F55581D}"/>
          </ac:cxnSpMkLst>
        </pc:cxnChg>
        <pc:cxnChg chg="add mod">
          <ac:chgData name="Aleksey Zimin" userId="7f2637d0bc515791" providerId="LiveId" clId="{1C363C82-C939-44FC-A8A5-AEBBD531DAF7}" dt="2025-09-19T10:02:42.176" v="3661" actId="14100"/>
          <ac:cxnSpMkLst>
            <pc:docMk/>
            <pc:sldMk cId="591985588" sldId="509"/>
            <ac:cxnSpMk id="23" creationId="{856468BC-ECFC-E53C-59CF-1F58AF9A525B}"/>
          </ac:cxnSpMkLst>
        </pc:cxnChg>
        <pc:cxnChg chg="add mod">
          <ac:chgData name="Aleksey Zimin" userId="7f2637d0bc515791" providerId="LiveId" clId="{1C363C82-C939-44FC-A8A5-AEBBD531DAF7}" dt="2025-09-19T10:02:42.176" v="3661" actId="14100"/>
          <ac:cxnSpMkLst>
            <pc:docMk/>
            <pc:sldMk cId="591985588" sldId="509"/>
            <ac:cxnSpMk id="24" creationId="{B993E0C2-E495-D153-9E95-8139BAF3072A}"/>
          </ac:cxnSpMkLst>
        </pc:cxnChg>
        <pc:cxnChg chg="add mod">
          <ac:chgData name="Aleksey Zimin" userId="7f2637d0bc515791" providerId="LiveId" clId="{1C363C82-C939-44FC-A8A5-AEBBD531DAF7}" dt="2025-09-19T10:02:50.486" v="3664" actId="14100"/>
          <ac:cxnSpMkLst>
            <pc:docMk/>
            <pc:sldMk cId="591985588" sldId="509"/>
            <ac:cxnSpMk id="27" creationId="{0D22675B-1F0B-B331-7B00-D8610ED78BA7}"/>
          </ac:cxnSpMkLst>
        </pc:cxnChg>
        <pc:cxnChg chg="add mod">
          <ac:chgData name="Aleksey Zimin" userId="7f2637d0bc515791" providerId="LiveId" clId="{1C363C82-C939-44FC-A8A5-AEBBD531DAF7}" dt="2025-09-19T10:02:50.486" v="3664" actId="14100"/>
          <ac:cxnSpMkLst>
            <pc:docMk/>
            <pc:sldMk cId="591985588" sldId="509"/>
            <ac:cxnSpMk id="28" creationId="{E57D687A-A8FC-01A6-C7AD-FCD0E5728CE6}"/>
          </ac:cxnSpMkLst>
        </pc:cxnChg>
      </pc:sldChg>
      <pc:sldChg chg="addSp delSp modSp add mod">
        <pc:chgData name="Aleksey Zimin" userId="7f2637d0bc515791" providerId="LiveId" clId="{1C363C82-C939-44FC-A8A5-AEBBD531DAF7}" dt="2025-09-19T10:13:16.041" v="4095" actId="20577"/>
        <pc:sldMkLst>
          <pc:docMk/>
          <pc:sldMk cId="1571147949" sldId="510"/>
        </pc:sldMkLst>
        <pc:spChg chg="mod">
          <ac:chgData name="Aleksey Zimin" userId="7f2637d0bc515791" providerId="LiveId" clId="{1C363C82-C939-44FC-A8A5-AEBBD531DAF7}" dt="2025-09-19T10:11:03.598" v="4060" actId="6549"/>
          <ac:spMkLst>
            <pc:docMk/>
            <pc:sldMk cId="1571147949" sldId="510"/>
            <ac:spMk id="2" creationId="{9930D301-9933-1BFC-2F12-01360FC14709}"/>
          </ac:spMkLst>
        </pc:spChg>
        <pc:spChg chg="mod">
          <ac:chgData name="Aleksey Zimin" userId="7f2637d0bc515791" providerId="LiveId" clId="{1C363C82-C939-44FC-A8A5-AEBBD531DAF7}" dt="2025-09-19T10:11:14.597" v="4063" actId="115"/>
          <ac:spMkLst>
            <pc:docMk/>
            <pc:sldMk cId="1571147949" sldId="510"/>
            <ac:spMk id="3" creationId="{EA077178-2F3B-D5F4-6B76-9838F78AB506}"/>
          </ac:spMkLst>
        </pc:spChg>
        <pc:spChg chg="add mod">
          <ac:chgData name="Aleksey Zimin" userId="7f2637d0bc515791" providerId="LiveId" clId="{1C363C82-C939-44FC-A8A5-AEBBD531DAF7}" dt="2025-09-19T10:09:15.592" v="3969" actId="1076"/>
          <ac:spMkLst>
            <pc:docMk/>
            <pc:sldMk cId="1571147949" sldId="510"/>
            <ac:spMk id="5" creationId="{795DB698-3479-DFFD-D99D-47A81260FEF3}"/>
          </ac:spMkLst>
        </pc:spChg>
        <pc:spChg chg="add mod">
          <ac:chgData name="Aleksey Zimin" userId="7f2637d0bc515791" providerId="LiveId" clId="{1C363C82-C939-44FC-A8A5-AEBBD531DAF7}" dt="2025-09-19T10:11:22.744" v="4064" actId="1076"/>
          <ac:spMkLst>
            <pc:docMk/>
            <pc:sldMk cId="1571147949" sldId="510"/>
            <ac:spMk id="7" creationId="{265E85D0-DEC2-786D-FA75-D5F821F31C93}"/>
          </ac:spMkLst>
        </pc:spChg>
        <pc:spChg chg="add mod">
          <ac:chgData name="Aleksey Zimin" userId="7f2637d0bc515791" providerId="LiveId" clId="{1C363C82-C939-44FC-A8A5-AEBBD531DAF7}" dt="2025-09-19T10:11:22.744" v="4064" actId="1076"/>
          <ac:spMkLst>
            <pc:docMk/>
            <pc:sldMk cId="1571147949" sldId="510"/>
            <ac:spMk id="8" creationId="{26F36052-A551-7EF7-84A8-2EDADC965467}"/>
          </ac:spMkLst>
        </pc:spChg>
        <pc:spChg chg="add mod">
          <ac:chgData name="Aleksey Zimin" userId="7f2637d0bc515791" providerId="LiveId" clId="{1C363C82-C939-44FC-A8A5-AEBBD531DAF7}" dt="2025-09-19T10:11:22.744" v="4064" actId="1076"/>
          <ac:spMkLst>
            <pc:docMk/>
            <pc:sldMk cId="1571147949" sldId="510"/>
            <ac:spMk id="9" creationId="{375D4321-B0F3-F90E-945D-400709536CE9}"/>
          </ac:spMkLst>
        </pc:spChg>
        <pc:spChg chg="add mod">
          <ac:chgData name="Aleksey Zimin" userId="7f2637d0bc515791" providerId="LiveId" clId="{1C363C82-C939-44FC-A8A5-AEBBD531DAF7}" dt="2025-09-19T10:11:22.744" v="4064" actId="1076"/>
          <ac:spMkLst>
            <pc:docMk/>
            <pc:sldMk cId="1571147949" sldId="510"/>
            <ac:spMk id="15" creationId="{781BEAAC-98B5-D6E1-E6EF-5B361C493C36}"/>
          </ac:spMkLst>
        </pc:spChg>
        <pc:spChg chg="add mod">
          <ac:chgData name="Aleksey Zimin" userId="7f2637d0bc515791" providerId="LiveId" clId="{1C363C82-C939-44FC-A8A5-AEBBD531DAF7}" dt="2025-09-19T10:11:37.666" v="4065" actId="1076"/>
          <ac:spMkLst>
            <pc:docMk/>
            <pc:sldMk cId="1571147949" sldId="510"/>
            <ac:spMk id="16" creationId="{E359F35C-C5E5-1A62-F1C9-DF13B5514B43}"/>
          </ac:spMkLst>
        </pc:spChg>
        <pc:spChg chg="add mod">
          <ac:chgData name="Aleksey Zimin" userId="7f2637d0bc515791" providerId="LiveId" clId="{1C363C82-C939-44FC-A8A5-AEBBD531DAF7}" dt="2025-09-19T10:11:22.744" v="4064" actId="1076"/>
          <ac:spMkLst>
            <pc:docMk/>
            <pc:sldMk cId="1571147949" sldId="510"/>
            <ac:spMk id="21" creationId="{308B5B8F-364D-CC32-9CB5-FA9246DB45AD}"/>
          </ac:spMkLst>
        </pc:spChg>
        <pc:spChg chg="add mod">
          <ac:chgData name="Aleksey Zimin" userId="7f2637d0bc515791" providerId="LiveId" clId="{1C363C82-C939-44FC-A8A5-AEBBD531DAF7}" dt="2025-09-19T10:11:22.744" v="4064" actId="1076"/>
          <ac:spMkLst>
            <pc:docMk/>
            <pc:sldMk cId="1571147949" sldId="510"/>
            <ac:spMk id="22" creationId="{C5694879-675F-CAC9-B846-7FEE66F53A2F}"/>
          </ac:spMkLst>
        </pc:spChg>
        <pc:spChg chg="add mod">
          <ac:chgData name="Aleksey Zimin" userId="7f2637d0bc515791" providerId="LiveId" clId="{1C363C82-C939-44FC-A8A5-AEBBD531DAF7}" dt="2025-09-19T10:11:22.744" v="4064" actId="1076"/>
          <ac:spMkLst>
            <pc:docMk/>
            <pc:sldMk cId="1571147949" sldId="510"/>
            <ac:spMk id="29" creationId="{341017AA-2D89-A69A-B1A8-6947562B11E5}"/>
          </ac:spMkLst>
        </pc:spChg>
        <pc:spChg chg="add mod">
          <ac:chgData name="Aleksey Zimin" userId="7f2637d0bc515791" providerId="LiveId" clId="{1C363C82-C939-44FC-A8A5-AEBBD531DAF7}" dt="2025-09-19T10:11:22.744" v="4064" actId="1076"/>
          <ac:spMkLst>
            <pc:docMk/>
            <pc:sldMk cId="1571147949" sldId="510"/>
            <ac:spMk id="31" creationId="{8F21EA76-D682-65FE-61F1-ECC0A95D1D62}"/>
          </ac:spMkLst>
        </pc:spChg>
        <pc:spChg chg="add mod">
          <ac:chgData name="Aleksey Zimin" userId="7f2637d0bc515791" providerId="LiveId" clId="{1C363C82-C939-44FC-A8A5-AEBBD531DAF7}" dt="2025-09-19T10:11:22.744" v="4064" actId="1076"/>
          <ac:spMkLst>
            <pc:docMk/>
            <pc:sldMk cId="1571147949" sldId="510"/>
            <ac:spMk id="32" creationId="{19CE81BC-2865-95EC-508A-F5F36E5C4114}"/>
          </ac:spMkLst>
        </pc:spChg>
        <pc:spChg chg="add mod">
          <ac:chgData name="Aleksey Zimin" userId="7f2637d0bc515791" providerId="LiveId" clId="{1C363C82-C939-44FC-A8A5-AEBBD531DAF7}" dt="2025-09-19T10:12:41.308" v="4072" actId="14100"/>
          <ac:spMkLst>
            <pc:docMk/>
            <pc:sldMk cId="1571147949" sldId="510"/>
            <ac:spMk id="36" creationId="{4545E020-CC9B-60F1-60DC-15D4F96A4541}"/>
          </ac:spMkLst>
        </pc:spChg>
        <pc:spChg chg="add mod">
          <ac:chgData name="Aleksey Zimin" userId="7f2637d0bc515791" providerId="LiveId" clId="{1C363C82-C939-44FC-A8A5-AEBBD531DAF7}" dt="2025-09-19T10:13:16.041" v="4095" actId="20577"/>
          <ac:spMkLst>
            <pc:docMk/>
            <pc:sldMk cId="1571147949" sldId="510"/>
            <ac:spMk id="37" creationId="{5F56B8B6-8083-272C-69C6-95B42E77FCD8}"/>
          </ac:spMkLst>
        </pc:spChg>
        <pc:cxnChg chg="mod">
          <ac:chgData name="Aleksey Zimin" userId="7f2637d0bc515791" providerId="LiveId" clId="{1C363C82-C939-44FC-A8A5-AEBBD531DAF7}" dt="2025-09-19T10:09:15.592" v="3969" actId="1076"/>
          <ac:cxnSpMkLst>
            <pc:docMk/>
            <pc:sldMk cId="1571147949" sldId="510"/>
            <ac:cxnSpMk id="6" creationId="{B5B38C69-BBAE-05A9-A115-558E236B2145}"/>
          </ac:cxnSpMkLst>
        </pc:cxnChg>
        <pc:cxnChg chg="add mod">
          <ac:chgData name="Aleksey Zimin" userId="7f2637d0bc515791" providerId="LiveId" clId="{1C363C82-C939-44FC-A8A5-AEBBD531DAF7}" dt="2025-09-19T10:09:58.914" v="4015" actId="1076"/>
          <ac:cxnSpMkLst>
            <pc:docMk/>
            <pc:sldMk cId="1571147949" sldId="510"/>
            <ac:cxnSpMk id="10" creationId="{A1CC363E-C49C-325B-38EE-7BA5C27A7B5C}"/>
          </ac:cxnSpMkLst>
        </pc:cxnChg>
        <pc:cxnChg chg="mod">
          <ac:chgData name="Aleksey Zimin" userId="7f2637d0bc515791" providerId="LiveId" clId="{1C363C82-C939-44FC-A8A5-AEBBD531DAF7}" dt="2025-09-19T10:08:02.649" v="3893" actId="1076"/>
          <ac:cxnSpMkLst>
            <pc:docMk/>
            <pc:sldMk cId="1571147949" sldId="510"/>
            <ac:cxnSpMk id="11" creationId="{D7F163AE-A04D-1CD0-30F3-A661E8686FAD}"/>
          </ac:cxnSpMkLst>
        </pc:cxnChg>
        <pc:cxnChg chg="add mod">
          <ac:chgData name="Aleksey Zimin" userId="7f2637d0bc515791" providerId="LiveId" clId="{1C363C82-C939-44FC-A8A5-AEBBD531DAF7}" dt="2025-09-19T10:10:39.849" v="4029" actId="14100"/>
          <ac:cxnSpMkLst>
            <pc:docMk/>
            <pc:sldMk cId="1571147949" sldId="510"/>
            <ac:cxnSpMk id="12" creationId="{DA6AAC9F-6034-4999-E659-6DE58B87E04E}"/>
          </ac:cxnSpMkLst>
        </pc:cxnChg>
        <pc:cxnChg chg="add mod">
          <ac:chgData name="Aleksey Zimin" userId="7f2637d0bc515791" providerId="LiveId" clId="{1C363C82-C939-44FC-A8A5-AEBBD531DAF7}" dt="2025-09-19T10:10:04.554" v="4017" actId="1076"/>
          <ac:cxnSpMkLst>
            <pc:docMk/>
            <pc:sldMk cId="1571147949" sldId="510"/>
            <ac:cxnSpMk id="25" creationId="{0A51BA27-2ACC-55E2-BAD3-309615A30880}"/>
          </ac:cxnSpMkLst>
        </pc:cxnChg>
        <pc:cxnChg chg="add mod">
          <ac:chgData name="Aleksey Zimin" userId="7f2637d0bc515791" providerId="LiveId" clId="{1C363C82-C939-44FC-A8A5-AEBBD531DAF7}" dt="2025-09-19T10:10:18.170" v="4026" actId="14100"/>
          <ac:cxnSpMkLst>
            <pc:docMk/>
            <pc:sldMk cId="1571147949" sldId="510"/>
            <ac:cxnSpMk id="26" creationId="{531F82ED-B5C2-B6D7-26FD-F7F92388773D}"/>
          </ac:cxnSpMkLst>
        </pc:cxnChg>
      </pc:sldChg>
      <pc:sldChg chg="addSp modSp new mod">
        <pc:chgData name="Aleksey Zimin" userId="7f2637d0bc515791" providerId="LiveId" clId="{1C363C82-C939-44FC-A8A5-AEBBD531DAF7}" dt="2025-09-19T10:20:13.208" v="4321" actId="20577"/>
        <pc:sldMkLst>
          <pc:docMk/>
          <pc:sldMk cId="2893640457" sldId="511"/>
        </pc:sldMkLst>
        <pc:spChg chg="mod">
          <ac:chgData name="Aleksey Zimin" userId="7f2637d0bc515791" providerId="LiveId" clId="{1C363C82-C939-44FC-A8A5-AEBBD531DAF7}" dt="2025-09-19T10:15:18.872" v="4131" actId="20577"/>
          <ac:spMkLst>
            <pc:docMk/>
            <pc:sldMk cId="2893640457" sldId="511"/>
            <ac:spMk id="2" creationId="{35E4D909-1F99-FD81-A120-C8C3FB947921}"/>
          </ac:spMkLst>
        </pc:spChg>
        <pc:spChg chg="mod">
          <ac:chgData name="Aleksey Zimin" userId="7f2637d0bc515791" providerId="LiveId" clId="{1C363C82-C939-44FC-A8A5-AEBBD531DAF7}" dt="2025-09-19T10:18:59.442" v="4277" actId="20577"/>
          <ac:spMkLst>
            <pc:docMk/>
            <pc:sldMk cId="2893640457" sldId="511"/>
            <ac:spMk id="3" creationId="{EF67B2DB-C45E-AFC1-1EB0-F2CEEFD28E06}"/>
          </ac:spMkLst>
        </pc:spChg>
        <pc:spChg chg="add mod">
          <ac:chgData name="Aleksey Zimin" userId="7f2637d0bc515791" providerId="LiveId" clId="{1C363C82-C939-44FC-A8A5-AEBBD531DAF7}" dt="2025-09-19T10:18:46.561" v="4275"/>
          <ac:spMkLst>
            <pc:docMk/>
            <pc:sldMk cId="2893640457" sldId="511"/>
            <ac:spMk id="6" creationId="{07EA95E3-2CA3-8460-1781-6C168D343E60}"/>
          </ac:spMkLst>
        </pc:spChg>
        <pc:spChg chg="add mod">
          <ac:chgData name="Aleksey Zimin" userId="7f2637d0bc515791" providerId="LiveId" clId="{1C363C82-C939-44FC-A8A5-AEBBD531DAF7}" dt="2025-09-19T10:16:27.984" v="4202" actId="20577"/>
          <ac:spMkLst>
            <pc:docMk/>
            <pc:sldMk cId="2893640457" sldId="511"/>
            <ac:spMk id="7" creationId="{0704B9E8-7C78-FAD0-98F5-363EF468A770}"/>
          </ac:spMkLst>
        </pc:spChg>
        <pc:spChg chg="add mod">
          <ac:chgData name="Aleksey Zimin" userId="7f2637d0bc515791" providerId="LiveId" clId="{1C363C82-C939-44FC-A8A5-AEBBD531DAF7}" dt="2025-09-19T10:17:19.079" v="4209" actId="208"/>
          <ac:spMkLst>
            <pc:docMk/>
            <pc:sldMk cId="2893640457" sldId="511"/>
            <ac:spMk id="8" creationId="{0FC8DA62-C26B-87C9-BC56-7247E1A030D8}"/>
          </ac:spMkLst>
        </pc:spChg>
        <pc:spChg chg="add mod">
          <ac:chgData name="Aleksey Zimin" userId="7f2637d0bc515791" providerId="LiveId" clId="{1C363C82-C939-44FC-A8A5-AEBBD531DAF7}" dt="2025-09-19T10:17:35.604" v="4212" actId="14100"/>
          <ac:spMkLst>
            <pc:docMk/>
            <pc:sldMk cId="2893640457" sldId="511"/>
            <ac:spMk id="9" creationId="{2A74FA7B-4E76-0D79-AC58-BCD016257757}"/>
          </ac:spMkLst>
        </pc:spChg>
        <pc:spChg chg="add mod">
          <ac:chgData name="Aleksey Zimin" userId="7f2637d0bc515791" providerId="LiveId" clId="{1C363C82-C939-44FC-A8A5-AEBBD531DAF7}" dt="2025-09-19T10:20:13.208" v="4321" actId="20577"/>
          <ac:spMkLst>
            <pc:docMk/>
            <pc:sldMk cId="2893640457" sldId="511"/>
            <ac:spMk id="10" creationId="{8D5672CF-467D-508A-E129-8125277AA5AF}"/>
          </ac:spMkLst>
        </pc:spChg>
      </pc:sldChg>
    </pc:docChg>
  </pc:docChgLst>
  <pc:docChgLst>
    <pc:chgData name="Aleksey Zimin" userId="7f2637d0bc515791" providerId="LiveId" clId="{8553A319-8433-4677-8F80-E28D63617D4C}"/>
    <pc:docChg chg="undo redo custSel addSld delSld modSld sldOrd">
      <pc:chgData name="Aleksey Zimin" userId="7f2637d0bc515791" providerId="LiveId" clId="{8553A319-8433-4677-8F80-E28D63617D4C}" dt="2025-09-16T17:08:34.747" v="1929" actId="6549"/>
      <pc:docMkLst>
        <pc:docMk/>
      </pc:docMkLst>
      <pc:sldChg chg="modSp modAnim">
        <pc:chgData name="Aleksey Zimin" userId="7f2637d0bc515791" providerId="LiveId" clId="{8553A319-8433-4677-8F80-E28D63617D4C}" dt="2025-09-16T16:11:32.619" v="1913" actId="20577"/>
        <pc:sldMkLst>
          <pc:docMk/>
          <pc:sldMk cId="592540094" sldId="406"/>
        </pc:sldMkLst>
        <pc:spChg chg="mod">
          <ac:chgData name="Aleksey Zimin" userId="7f2637d0bc515791" providerId="LiveId" clId="{8553A319-8433-4677-8F80-E28D63617D4C}" dt="2025-09-16T16:11:32.619" v="1913" actId="20577"/>
          <ac:spMkLst>
            <pc:docMk/>
            <pc:sldMk cId="592540094" sldId="406"/>
            <ac:spMk id="3" creationId="{F5550D82-A995-BF41-1C15-0A803F5DE1B0}"/>
          </ac:spMkLst>
        </pc:spChg>
      </pc:sldChg>
      <pc:sldChg chg="modSp mod">
        <pc:chgData name="Aleksey Zimin" userId="7f2637d0bc515791" providerId="LiveId" clId="{8553A319-8433-4677-8F80-E28D63617D4C}" dt="2025-09-15T13:58:56.234" v="1466" actId="20577"/>
        <pc:sldMkLst>
          <pc:docMk/>
          <pc:sldMk cId="4233309679" sldId="409"/>
        </pc:sldMkLst>
        <pc:spChg chg="mod">
          <ac:chgData name="Aleksey Zimin" userId="7f2637d0bc515791" providerId="LiveId" clId="{8553A319-8433-4677-8F80-E28D63617D4C}" dt="2025-09-15T13:58:56.234" v="1466" actId="20577"/>
          <ac:spMkLst>
            <pc:docMk/>
            <pc:sldMk cId="4233309679" sldId="409"/>
            <ac:spMk id="3" creationId="{CF45A9EB-82AE-BB09-E9ED-90F86F12A45E}"/>
          </ac:spMkLst>
        </pc:spChg>
      </pc:sldChg>
      <pc:sldChg chg="modSp mod">
        <pc:chgData name="Aleksey Zimin" userId="7f2637d0bc515791" providerId="LiveId" clId="{8553A319-8433-4677-8F80-E28D63617D4C}" dt="2025-09-15T13:23:44.943" v="0" actId="20577"/>
        <pc:sldMkLst>
          <pc:docMk/>
          <pc:sldMk cId="3009805394" sldId="410"/>
        </pc:sldMkLst>
      </pc:sldChg>
      <pc:sldChg chg="addSp modSp del mod">
        <pc:chgData name="Aleksey Zimin" userId="7f2637d0bc515791" providerId="LiveId" clId="{8553A319-8433-4677-8F80-E28D63617D4C}" dt="2025-09-16T15:43:25.029" v="1519" actId="47"/>
        <pc:sldMkLst>
          <pc:docMk/>
          <pc:sldMk cId="1634069567" sldId="414"/>
        </pc:sldMkLst>
      </pc:sldChg>
      <pc:sldChg chg="del">
        <pc:chgData name="Aleksey Zimin" userId="7f2637d0bc515791" providerId="LiveId" clId="{8553A319-8433-4677-8F80-E28D63617D4C}" dt="2025-09-15T14:12:15.292" v="1503" actId="47"/>
        <pc:sldMkLst>
          <pc:docMk/>
          <pc:sldMk cId="4284398908" sldId="415"/>
        </pc:sldMkLst>
      </pc:sldChg>
      <pc:sldChg chg="del">
        <pc:chgData name="Aleksey Zimin" userId="7f2637d0bc515791" providerId="LiveId" clId="{8553A319-8433-4677-8F80-E28D63617D4C}" dt="2025-09-15T14:12:16.939" v="1504" actId="47"/>
        <pc:sldMkLst>
          <pc:docMk/>
          <pc:sldMk cId="1439868913" sldId="416"/>
        </pc:sldMkLst>
      </pc:sldChg>
      <pc:sldChg chg="modSp mod">
        <pc:chgData name="Aleksey Zimin" userId="7f2637d0bc515791" providerId="LiveId" clId="{8553A319-8433-4677-8F80-E28D63617D4C}" dt="2025-09-15T13:55:50.590" v="1407" actId="20577"/>
        <pc:sldMkLst>
          <pc:docMk/>
          <pc:sldMk cId="4268804242" sldId="441"/>
        </pc:sldMkLst>
      </pc:sldChg>
      <pc:sldChg chg="addSp modSp mod">
        <pc:chgData name="Aleksey Zimin" userId="7f2637d0bc515791" providerId="LiveId" clId="{8553A319-8433-4677-8F80-E28D63617D4C}" dt="2025-09-15T13:32:16.669" v="156" actId="1076"/>
        <pc:sldMkLst>
          <pc:docMk/>
          <pc:sldMk cId="3290336111" sldId="442"/>
        </pc:sldMkLst>
      </pc:sldChg>
      <pc:sldChg chg="modSp mod ord">
        <pc:chgData name="Aleksey Zimin" userId="7f2637d0bc515791" providerId="LiveId" clId="{8553A319-8433-4677-8F80-E28D63617D4C}" dt="2025-09-15T13:35:12.277" v="228" actId="20577"/>
        <pc:sldMkLst>
          <pc:docMk/>
          <pc:sldMk cId="1196692292" sldId="443"/>
        </pc:sldMkLst>
      </pc:sldChg>
      <pc:sldChg chg="modSp del mod">
        <pc:chgData name="Aleksey Zimin" userId="7f2637d0bc515791" providerId="LiveId" clId="{8553A319-8433-4677-8F80-E28D63617D4C}" dt="2025-09-15T13:35:22.150" v="229" actId="47"/>
        <pc:sldMkLst>
          <pc:docMk/>
          <pc:sldMk cId="2158056362" sldId="444"/>
        </pc:sldMkLst>
      </pc:sldChg>
      <pc:sldChg chg="modSp mod">
        <pc:chgData name="Aleksey Zimin" userId="7f2637d0bc515791" providerId="LiveId" clId="{8553A319-8433-4677-8F80-E28D63617D4C}" dt="2025-09-16T17:08:34.747" v="1929" actId="6549"/>
        <pc:sldMkLst>
          <pc:docMk/>
          <pc:sldMk cId="1730381858" sldId="449"/>
        </pc:sldMkLst>
        <pc:spChg chg="mod">
          <ac:chgData name="Aleksey Zimin" userId="7f2637d0bc515791" providerId="LiveId" clId="{8553A319-8433-4677-8F80-E28D63617D4C}" dt="2025-09-16T17:08:34.747" v="1929" actId="6549"/>
          <ac:spMkLst>
            <pc:docMk/>
            <pc:sldMk cId="1730381858" sldId="449"/>
            <ac:spMk id="3" creationId="{A50ECEFF-3BE4-B738-C1C4-E54F4109A575}"/>
          </ac:spMkLst>
        </pc:spChg>
      </pc:sldChg>
      <pc:sldChg chg="addSp modSp add del mod modShow">
        <pc:chgData name="Aleksey Zimin" userId="7f2637d0bc515791" providerId="LiveId" clId="{8553A319-8433-4677-8F80-E28D63617D4C}" dt="2025-09-16T16:09:39.758" v="1848" actId="729"/>
        <pc:sldMkLst>
          <pc:docMk/>
          <pc:sldMk cId="3771281687" sldId="462"/>
        </pc:sldMkLst>
        <pc:spChg chg="mod">
          <ac:chgData name="Aleksey Zimin" userId="7f2637d0bc515791" providerId="LiveId" clId="{8553A319-8433-4677-8F80-E28D63617D4C}" dt="2025-09-16T16:05:44.273" v="1845" actId="6549"/>
          <ac:spMkLst>
            <pc:docMk/>
            <pc:sldMk cId="3771281687" sldId="462"/>
            <ac:spMk id="3" creationId="{51423E49-D3AF-F20C-223B-366A79C1A4A4}"/>
          </ac:spMkLst>
        </pc:spChg>
        <pc:spChg chg="add mod">
          <ac:chgData name="Aleksey Zimin" userId="7f2637d0bc515791" providerId="LiveId" clId="{8553A319-8433-4677-8F80-E28D63617D4C}" dt="2025-09-16T16:05:32.554" v="1832" actId="1076"/>
          <ac:spMkLst>
            <pc:docMk/>
            <pc:sldMk cId="3771281687" sldId="462"/>
            <ac:spMk id="5" creationId="{9A0E4B9F-5C67-9462-144C-FA96CA83801F}"/>
          </ac:spMkLst>
        </pc:spChg>
        <pc:picChg chg="mod modCrop">
          <ac:chgData name="Aleksey Zimin" userId="7f2637d0bc515791" providerId="LiveId" clId="{8553A319-8433-4677-8F80-E28D63617D4C}" dt="2025-09-16T16:04:50.778" v="1768" actId="1076"/>
          <ac:picMkLst>
            <pc:docMk/>
            <pc:sldMk cId="3771281687" sldId="462"/>
            <ac:picMk id="8" creationId="{58EFE816-D97E-B7E7-BB46-3E2307D3D922}"/>
          </ac:picMkLst>
        </pc:picChg>
      </pc:sldChg>
      <pc:sldChg chg="modSp mod">
        <pc:chgData name="Aleksey Zimin" userId="7f2637d0bc515791" providerId="LiveId" clId="{8553A319-8433-4677-8F80-E28D63617D4C}" dt="2025-09-15T13:59:46.400" v="1474" actId="20577"/>
        <pc:sldMkLst>
          <pc:docMk/>
          <pc:sldMk cId="569996796" sldId="464"/>
        </pc:sldMkLst>
        <pc:spChg chg="mod">
          <ac:chgData name="Aleksey Zimin" userId="7f2637d0bc515791" providerId="LiveId" clId="{8553A319-8433-4677-8F80-E28D63617D4C}" dt="2025-09-15T13:59:46.400" v="1474" actId="20577"/>
          <ac:spMkLst>
            <pc:docMk/>
            <pc:sldMk cId="569996796" sldId="464"/>
            <ac:spMk id="43010" creationId="{00000000-0000-0000-0000-000000000000}"/>
          </ac:spMkLst>
        </pc:spChg>
      </pc:sldChg>
      <pc:sldChg chg="mod modShow">
        <pc:chgData name="Aleksey Zimin" userId="7f2637d0bc515791" providerId="LiveId" clId="{8553A319-8433-4677-8F80-E28D63617D4C}" dt="2025-09-16T16:09:55.712" v="1849" actId="729"/>
        <pc:sldMkLst>
          <pc:docMk/>
          <pc:sldMk cId="3890613836" sldId="465"/>
        </pc:sldMkLst>
      </pc:sldChg>
      <pc:sldChg chg="mod modShow">
        <pc:chgData name="Aleksey Zimin" userId="7f2637d0bc515791" providerId="LiveId" clId="{8553A319-8433-4677-8F80-E28D63617D4C}" dt="2025-09-16T16:10:46.421" v="1858" actId="729"/>
        <pc:sldMkLst>
          <pc:docMk/>
          <pc:sldMk cId="9451513" sldId="466"/>
        </pc:sldMkLst>
      </pc:sldChg>
      <pc:sldChg chg="delSp modSp add mod">
        <pc:chgData name="Aleksey Zimin" userId="7f2637d0bc515791" providerId="LiveId" clId="{8553A319-8433-4677-8F80-E28D63617D4C}" dt="2025-09-15T13:25:25.708" v="62" actId="20577"/>
        <pc:sldMkLst>
          <pc:docMk/>
          <pc:sldMk cId="997387992" sldId="467"/>
        </pc:sldMkLst>
      </pc:sldChg>
      <pc:sldChg chg="add del">
        <pc:chgData name="Aleksey Zimin" userId="7f2637d0bc515791" providerId="LiveId" clId="{8553A319-8433-4677-8F80-E28D63617D4C}" dt="2025-09-15T13:29:58.283" v="70" actId="47"/>
        <pc:sldMkLst>
          <pc:docMk/>
          <pc:sldMk cId="2401650462" sldId="468"/>
        </pc:sldMkLst>
      </pc:sldChg>
      <pc:sldChg chg="modSp add del mod">
        <pc:chgData name="Aleksey Zimin" userId="7f2637d0bc515791" providerId="LiveId" clId="{8553A319-8433-4677-8F80-E28D63617D4C}" dt="2025-09-15T13:34:38.614" v="225" actId="20577"/>
        <pc:sldMkLst>
          <pc:docMk/>
          <pc:sldMk cId="4128588245" sldId="468"/>
        </pc:sldMkLst>
      </pc:sldChg>
      <pc:sldChg chg="modSp add mod">
        <pc:chgData name="Aleksey Zimin" userId="7f2637d0bc515791" providerId="LiveId" clId="{8553A319-8433-4677-8F80-E28D63617D4C}" dt="2025-09-15T13:33:16.352" v="189" actId="20577"/>
        <pc:sldMkLst>
          <pc:docMk/>
          <pc:sldMk cId="3458580164" sldId="469"/>
        </pc:sldMkLst>
      </pc:sldChg>
      <pc:sldChg chg="modSp add mod">
        <pc:chgData name="Aleksey Zimin" userId="7f2637d0bc515791" providerId="LiveId" clId="{8553A319-8433-4677-8F80-E28D63617D4C}" dt="2025-09-15T13:34:25.225" v="224" actId="20577"/>
        <pc:sldMkLst>
          <pc:docMk/>
          <pc:sldMk cId="1342632659" sldId="470"/>
        </pc:sldMkLst>
      </pc:sldChg>
      <pc:sldChg chg="modSp new mod modAnim">
        <pc:chgData name="Aleksey Zimin" userId="7f2637d0bc515791" providerId="LiveId" clId="{8553A319-8433-4677-8F80-E28D63617D4C}" dt="2025-09-15T13:56:39.330" v="1410"/>
        <pc:sldMkLst>
          <pc:docMk/>
          <pc:sldMk cId="1222427046" sldId="471"/>
        </pc:sldMkLst>
      </pc:sldChg>
      <pc:sldChg chg="modSp new mod modAnim">
        <pc:chgData name="Aleksey Zimin" userId="7f2637d0bc515791" providerId="LiveId" clId="{8553A319-8433-4677-8F80-E28D63617D4C}" dt="2025-09-15T13:57:02.106" v="1412"/>
        <pc:sldMkLst>
          <pc:docMk/>
          <pc:sldMk cId="1737656846" sldId="472"/>
        </pc:sldMkLst>
      </pc:sldChg>
      <pc:sldChg chg="addSp delSp modSp add mod">
        <pc:chgData name="Aleksey Zimin" userId="7f2637d0bc515791" providerId="LiveId" clId="{8553A319-8433-4677-8F80-E28D63617D4C}" dt="2025-09-15T13:48:07.294" v="1299" actId="1076"/>
        <pc:sldMkLst>
          <pc:docMk/>
          <pc:sldMk cId="4186855173" sldId="473"/>
        </pc:sldMkLst>
      </pc:sldChg>
      <pc:sldChg chg="addSp delSp modSp add mod">
        <pc:chgData name="Aleksey Zimin" userId="7f2637d0bc515791" providerId="LiveId" clId="{8553A319-8433-4677-8F80-E28D63617D4C}" dt="2025-09-15T13:52:04.525" v="1349" actId="478"/>
        <pc:sldMkLst>
          <pc:docMk/>
          <pc:sldMk cId="1412217603" sldId="474"/>
        </pc:sldMkLst>
      </pc:sldChg>
      <pc:sldChg chg="delSp add mod">
        <pc:chgData name="Aleksey Zimin" userId="7f2637d0bc515791" providerId="LiveId" clId="{8553A319-8433-4677-8F80-E28D63617D4C}" dt="2025-09-15T13:52:10.315" v="1351" actId="478"/>
        <pc:sldMkLst>
          <pc:docMk/>
          <pc:sldMk cId="2687775889" sldId="475"/>
        </pc:sldMkLst>
      </pc:sldChg>
      <pc:sldChg chg="delSp add mod">
        <pc:chgData name="Aleksey Zimin" userId="7f2637d0bc515791" providerId="LiveId" clId="{8553A319-8433-4677-8F80-E28D63617D4C}" dt="2025-09-15T13:52:19.312" v="1352" actId="478"/>
        <pc:sldMkLst>
          <pc:docMk/>
          <pc:sldMk cId="2154467816" sldId="476"/>
        </pc:sldMkLst>
      </pc:sldChg>
      <pc:sldChg chg="add">
        <pc:chgData name="Aleksey Zimin" userId="7f2637d0bc515791" providerId="LiveId" clId="{8553A319-8433-4677-8F80-E28D63617D4C}" dt="2025-09-15T13:51:56.859" v="1346" actId="2890"/>
        <pc:sldMkLst>
          <pc:docMk/>
          <pc:sldMk cId="1808475080" sldId="477"/>
        </pc:sldMkLst>
      </pc:sldChg>
      <pc:sldChg chg="addSp modSp add mod">
        <pc:chgData name="Aleksey Zimin" userId="7f2637d0bc515791" providerId="LiveId" clId="{8553A319-8433-4677-8F80-E28D63617D4C}" dt="2025-09-15T13:54:44.881" v="1406" actId="207"/>
        <pc:sldMkLst>
          <pc:docMk/>
          <pc:sldMk cId="4266177015" sldId="478"/>
        </pc:sldMkLst>
      </pc:sldChg>
      <pc:sldChg chg="addSp modSp add mod">
        <pc:chgData name="Aleksey Zimin" userId="7f2637d0bc515791" providerId="LiveId" clId="{8553A319-8433-4677-8F80-E28D63617D4C}" dt="2025-09-15T14:09:56.394" v="1502" actId="1076"/>
        <pc:sldMkLst>
          <pc:docMk/>
          <pc:sldMk cId="142761125" sldId="479"/>
        </pc:sldMkLst>
      </pc:sldChg>
      <pc:sldChg chg="addSp delSp modSp add del mod">
        <pc:chgData name="Aleksey Zimin" userId="7f2637d0bc515791" providerId="LiveId" clId="{8553A319-8433-4677-8F80-E28D63617D4C}" dt="2025-09-15T14:09:48.612" v="1500" actId="2890"/>
        <pc:sldMkLst>
          <pc:docMk/>
          <pc:sldMk cId="347260767" sldId="480"/>
        </pc:sldMkLst>
      </pc:sldChg>
      <pc:sldChg chg="addSp modSp add mod ord">
        <pc:chgData name="Aleksey Zimin" userId="7f2637d0bc515791" providerId="LiveId" clId="{8553A319-8433-4677-8F80-E28D63617D4C}" dt="2025-09-16T15:43:20.295" v="1518"/>
        <pc:sldMkLst>
          <pc:docMk/>
          <pc:sldMk cId="2834092579" sldId="480"/>
        </pc:sldMkLst>
        <pc:spChg chg="add mod">
          <ac:chgData name="Aleksey Zimin" userId="7f2637d0bc515791" providerId="LiveId" clId="{8553A319-8433-4677-8F80-E28D63617D4C}" dt="2025-09-16T15:43:13.744" v="1516" actId="14100"/>
          <ac:spMkLst>
            <pc:docMk/>
            <pc:sldMk cId="2834092579" sldId="480"/>
            <ac:spMk id="11" creationId="{ED3140E0-0EC1-69DD-3352-6114610F4B2C}"/>
          </ac:spMkLst>
        </pc:spChg>
      </pc:sldChg>
      <pc:sldChg chg="modSp add mod">
        <pc:chgData name="Aleksey Zimin" userId="7f2637d0bc515791" providerId="LiveId" clId="{8553A319-8433-4677-8F80-E28D63617D4C}" dt="2025-09-16T15:43:33.240" v="1521" actId="14100"/>
        <pc:sldMkLst>
          <pc:docMk/>
          <pc:sldMk cId="101577214" sldId="481"/>
        </pc:sldMkLst>
        <pc:spChg chg="mod">
          <ac:chgData name="Aleksey Zimin" userId="7f2637d0bc515791" providerId="LiveId" clId="{8553A319-8433-4677-8F80-E28D63617D4C}" dt="2025-09-16T15:43:33.240" v="1521" actId="14100"/>
          <ac:spMkLst>
            <pc:docMk/>
            <pc:sldMk cId="101577214" sldId="481"/>
            <ac:spMk id="11" creationId="{755FA2AF-824B-1E60-6AF5-0C44EB11D6BA}"/>
          </ac:spMkLst>
        </pc:spChg>
      </pc:sldChg>
      <pc:sldChg chg="modSp add mod">
        <pc:chgData name="Aleksey Zimin" userId="7f2637d0bc515791" providerId="LiveId" clId="{8553A319-8433-4677-8F80-E28D63617D4C}" dt="2025-09-16T15:43:42.625" v="1523" actId="14100"/>
        <pc:sldMkLst>
          <pc:docMk/>
          <pc:sldMk cId="2937538841" sldId="482"/>
        </pc:sldMkLst>
        <pc:spChg chg="mod">
          <ac:chgData name="Aleksey Zimin" userId="7f2637d0bc515791" providerId="LiveId" clId="{8553A319-8433-4677-8F80-E28D63617D4C}" dt="2025-09-16T15:43:42.625" v="1523" actId="14100"/>
          <ac:spMkLst>
            <pc:docMk/>
            <pc:sldMk cId="2937538841" sldId="482"/>
            <ac:spMk id="11" creationId="{C6903CFB-1773-89A7-0F71-1F5B8E9709AD}"/>
          </ac:spMkLst>
        </pc:spChg>
      </pc:sldChg>
      <pc:sldChg chg="modSp add mod">
        <pc:chgData name="Aleksey Zimin" userId="7f2637d0bc515791" providerId="LiveId" clId="{8553A319-8433-4677-8F80-E28D63617D4C}" dt="2025-09-16T15:44:08.600" v="1525" actId="14100"/>
        <pc:sldMkLst>
          <pc:docMk/>
          <pc:sldMk cId="2484742642" sldId="483"/>
        </pc:sldMkLst>
        <pc:spChg chg="mod">
          <ac:chgData name="Aleksey Zimin" userId="7f2637d0bc515791" providerId="LiveId" clId="{8553A319-8433-4677-8F80-E28D63617D4C}" dt="2025-09-16T15:44:08.600" v="1525" actId="14100"/>
          <ac:spMkLst>
            <pc:docMk/>
            <pc:sldMk cId="2484742642" sldId="483"/>
            <ac:spMk id="11" creationId="{8D28BEE2-F5DE-42B3-684C-ABD156056A37}"/>
          </ac:spMkLst>
        </pc:spChg>
      </pc:sldChg>
      <pc:sldChg chg="modSp add mod">
        <pc:chgData name="Aleksey Zimin" userId="7f2637d0bc515791" providerId="LiveId" clId="{8553A319-8433-4677-8F80-E28D63617D4C}" dt="2025-09-16T15:44:27.193" v="1529" actId="14100"/>
        <pc:sldMkLst>
          <pc:docMk/>
          <pc:sldMk cId="711630029" sldId="484"/>
        </pc:sldMkLst>
        <pc:spChg chg="mod">
          <ac:chgData name="Aleksey Zimin" userId="7f2637d0bc515791" providerId="LiveId" clId="{8553A319-8433-4677-8F80-E28D63617D4C}" dt="2025-09-16T15:44:27.193" v="1529" actId="14100"/>
          <ac:spMkLst>
            <pc:docMk/>
            <pc:sldMk cId="711630029" sldId="484"/>
            <ac:spMk id="11" creationId="{660F9702-4BC6-88B8-A394-64F57E9D1B2A}"/>
          </ac:spMkLst>
        </pc:spChg>
      </pc:sldChg>
      <pc:sldChg chg="new del">
        <pc:chgData name="Aleksey Zimin" userId="7f2637d0bc515791" providerId="LiveId" clId="{8553A319-8433-4677-8F80-E28D63617D4C}" dt="2025-09-16T15:44:20.166" v="1527" actId="2696"/>
        <pc:sldMkLst>
          <pc:docMk/>
          <pc:sldMk cId="1712494605" sldId="484"/>
        </pc:sldMkLst>
      </pc:sldChg>
      <pc:sldChg chg="delSp modSp add mod">
        <pc:chgData name="Aleksey Zimin" userId="7f2637d0bc515791" providerId="LiveId" clId="{8553A319-8433-4677-8F80-E28D63617D4C}" dt="2025-09-16T15:56:46.802" v="1766" actId="20577"/>
        <pc:sldMkLst>
          <pc:docMk/>
          <pc:sldMk cId="504679209" sldId="485"/>
        </pc:sldMkLst>
        <pc:spChg chg="mod">
          <ac:chgData name="Aleksey Zimin" userId="7f2637d0bc515791" providerId="LiveId" clId="{8553A319-8433-4677-8F80-E28D63617D4C}" dt="2025-09-16T15:56:46.802" v="1766" actId="20577"/>
          <ac:spMkLst>
            <pc:docMk/>
            <pc:sldMk cId="504679209" sldId="485"/>
            <ac:spMk id="3" creationId="{C5FC8EBD-490A-7FC2-020A-52E983E6EC70}"/>
          </ac:spMkLst>
        </pc:spChg>
      </pc:sldChg>
      <pc:sldChg chg="addSp delSp modSp new mod">
        <pc:chgData name="Aleksey Zimin" userId="7f2637d0bc515791" providerId="LiveId" clId="{8553A319-8433-4677-8F80-E28D63617D4C}" dt="2025-09-16T15:56:21.594" v="1738" actId="255"/>
        <pc:sldMkLst>
          <pc:docMk/>
          <pc:sldMk cId="475957125" sldId="486"/>
        </pc:sldMkLst>
        <pc:spChg chg="mod">
          <ac:chgData name="Aleksey Zimin" userId="7f2637d0bc515791" providerId="LiveId" clId="{8553A319-8433-4677-8F80-E28D63617D4C}" dt="2025-09-16T15:55:39.386" v="1678" actId="20577"/>
          <ac:spMkLst>
            <pc:docMk/>
            <pc:sldMk cId="475957125" sldId="486"/>
            <ac:spMk id="2" creationId="{12C5F26D-637F-7AC5-7877-7214D35528CE}"/>
          </ac:spMkLst>
        </pc:spChg>
        <pc:spChg chg="add mod">
          <ac:chgData name="Aleksey Zimin" userId="7f2637d0bc515791" providerId="LiveId" clId="{8553A319-8433-4677-8F80-E28D63617D4C}" dt="2025-09-16T15:47:33.337" v="1587" actId="14100"/>
          <ac:spMkLst>
            <pc:docMk/>
            <pc:sldMk cId="475957125" sldId="486"/>
            <ac:spMk id="14" creationId="{3310791E-89A2-9F7A-4718-8C068604C5AB}"/>
          </ac:spMkLst>
        </pc:spChg>
        <pc:spChg chg="add mod">
          <ac:chgData name="Aleksey Zimin" userId="7f2637d0bc515791" providerId="LiveId" clId="{8553A319-8433-4677-8F80-E28D63617D4C}" dt="2025-09-16T15:47:45.825" v="1589" actId="1076"/>
          <ac:spMkLst>
            <pc:docMk/>
            <pc:sldMk cId="475957125" sldId="486"/>
            <ac:spMk id="17" creationId="{5EBE7A47-C638-99E8-3F34-FB340B0A71CE}"/>
          </ac:spMkLst>
        </pc:spChg>
        <pc:spChg chg="add mod">
          <ac:chgData name="Aleksey Zimin" userId="7f2637d0bc515791" providerId="LiveId" clId="{8553A319-8433-4677-8F80-E28D63617D4C}" dt="2025-09-16T15:47:51.281" v="1591" actId="1076"/>
          <ac:spMkLst>
            <pc:docMk/>
            <pc:sldMk cId="475957125" sldId="486"/>
            <ac:spMk id="20" creationId="{D71AF64B-34D0-123C-DD07-F7E631000F30}"/>
          </ac:spMkLst>
        </pc:spChg>
        <pc:spChg chg="add mod">
          <ac:chgData name="Aleksey Zimin" userId="7f2637d0bc515791" providerId="LiveId" clId="{8553A319-8433-4677-8F80-E28D63617D4C}" dt="2025-09-16T15:47:56.569" v="1593" actId="1076"/>
          <ac:spMkLst>
            <pc:docMk/>
            <pc:sldMk cId="475957125" sldId="486"/>
            <ac:spMk id="23" creationId="{3226AC43-BEE6-5463-187C-49625E652F2E}"/>
          </ac:spMkLst>
        </pc:spChg>
        <pc:spChg chg="add mod">
          <ac:chgData name="Aleksey Zimin" userId="7f2637d0bc515791" providerId="LiveId" clId="{8553A319-8433-4677-8F80-E28D63617D4C}" dt="2025-09-16T15:48:20.680" v="1601" actId="14100"/>
          <ac:spMkLst>
            <pc:docMk/>
            <pc:sldMk cId="475957125" sldId="486"/>
            <ac:spMk id="26" creationId="{EB97FA8A-176C-E7A8-AC5D-5ECB1D7852FB}"/>
          </ac:spMkLst>
        </pc:spChg>
        <pc:spChg chg="add mod">
          <ac:chgData name="Aleksey Zimin" userId="7f2637d0bc515791" providerId="LiveId" clId="{8553A319-8433-4677-8F80-E28D63617D4C}" dt="2025-09-16T15:49:38.468" v="1616"/>
          <ac:spMkLst>
            <pc:docMk/>
            <pc:sldMk cId="475957125" sldId="486"/>
            <ac:spMk id="34" creationId="{431C7A63-9F02-F623-5881-9807C4E113B4}"/>
          </ac:spMkLst>
        </pc:spChg>
        <pc:spChg chg="add mod">
          <ac:chgData name="Aleksey Zimin" userId="7f2637d0bc515791" providerId="LiveId" clId="{8553A319-8433-4677-8F80-E28D63617D4C}" dt="2025-09-16T15:50:15.529" v="1621" actId="14100"/>
          <ac:spMkLst>
            <pc:docMk/>
            <pc:sldMk cId="475957125" sldId="486"/>
            <ac:spMk id="37" creationId="{9BAF0540-B78F-39E0-1289-B3920FF94E75}"/>
          </ac:spMkLst>
        </pc:spChg>
        <pc:spChg chg="add mod">
          <ac:chgData name="Aleksey Zimin" userId="7f2637d0bc515791" providerId="LiveId" clId="{8553A319-8433-4677-8F80-E28D63617D4C}" dt="2025-09-16T15:50:41.009" v="1627" actId="14100"/>
          <ac:spMkLst>
            <pc:docMk/>
            <pc:sldMk cId="475957125" sldId="486"/>
            <ac:spMk id="40" creationId="{01BDC7D7-BB37-DE6C-4382-3F7469354585}"/>
          </ac:spMkLst>
        </pc:spChg>
        <pc:spChg chg="add mod">
          <ac:chgData name="Aleksey Zimin" userId="7f2637d0bc515791" providerId="LiveId" clId="{8553A319-8433-4677-8F80-E28D63617D4C}" dt="2025-09-16T15:51:12.585" v="1636" actId="1076"/>
          <ac:spMkLst>
            <pc:docMk/>
            <pc:sldMk cId="475957125" sldId="486"/>
            <ac:spMk id="43" creationId="{6A6669BF-82A8-C194-93EB-0D0460DBDDF7}"/>
          </ac:spMkLst>
        </pc:spChg>
        <pc:spChg chg="add mod">
          <ac:chgData name="Aleksey Zimin" userId="7f2637d0bc515791" providerId="LiveId" clId="{8553A319-8433-4677-8F80-E28D63617D4C}" dt="2025-09-16T15:51:01.490" v="1633" actId="1076"/>
          <ac:spMkLst>
            <pc:docMk/>
            <pc:sldMk cId="475957125" sldId="486"/>
            <ac:spMk id="46" creationId="{107D02C1-7E0C-2DE5-1D01-604485DA446E}"/>
          </ac:spMkLst>
        </pc:spChg>
        <pc:spChg chg="add mod">
          <ac:chgData name="Aleksey Zimin" userId="7f2637d0bc515791" providerId="LiveId" clId="{8553A319-8433-4677-8F80-E28D63617D4C}" dt="2025-09-16T15:51:42.426" v="1640" actId="1076"/>
          <ac:spMkLst>
            <pc:docMk/>
            <pc:sldMk cId="475957125" sldId="486"/>
            <ac:spMk id="49" creationId="{B9ABDE01-0756-2D2E-CC85-AFD0843B7C35}"/>
          </ac:spMkLst>
        </pc:spChg>
        <pc:spChg chg="add mod">
          <ac:chgData name="Aleksey Zimin" userId="7f2637d0bc515791" providerId="LiveId" clId="{8553A319-8433-4677-8F80-E28D63617D4C}" dt="2025-09-16T15:51:57.761" v="1644" actId="14100"/>
          <ac:spMkLst>
            <pc:docMk/>
            <pc:sldMk cId="475957125" sldId="486"/>
            <ac:spMk id="52" creationId="{AA6BA50E-72D3-507E-D5F0-C304D7BFD9E1}"/>
          </ac:spMkLst>
        </pc:spChg>
        <pc:spChg chg="add mod">
          <ac:chgData name="Aleksey Zimin" userId="7f2637d0bc515791" providerId="LiveId" clId="{8553A319-8433-4677-8F80-E28D63617D4C}" dt="2025-09-16T15:52:08.993" v="1646" actId="1076"/>
          <ac:spMkLst>
            <pc:docMk/>
            <pc:sldMk cId="475957125" sldId="486"/>
            <ac:spMk id="55" creationId="{9FB3E86F-6EB3-E3DA-EDF1-90196EBA5F26}"/>
          </ac:spMkLst>
        </pc:spChg>
        <pc:spChg chg="add mod">
          <ac:chgData name="Aleksey Zimin" userId="7f2637d0bc515791" providerId="LiveId" clId="{8553A319-8433-4677-8F80-E28D63617D4C}" dt="2025-09-16T15:52:16.154" v="1648" actId="1076"/>
          <ac:spMkLst>
            <pc:docMk/>
            <pc:sldMk cId="475957125" sldId="486"/>
            <ac:spMk id="58" creationId="{0C5B7386-0BBD-B527-6F10-DB7562807D3D}"/>
          </ac:spMkLst>
        </pc:spChg>
        <pc:spChg chg="add mod">
          <ac:chgData name="Aleksey Zimin" userId="7f2637d0bc515791" providerId="LiveId" clId="{8553A319-8433-4677-8F80-E28D63617D4C}" dt="2025-09-16T15:52:22.265" v="1650" actId="1076"/>
          <ac:spMkLst>
            <pc:docMk/>
            <pc:sldMk cId="475957125" sldId="486"/>
            <ac:spMk id="61" creationId="{FE720001-5C9F-0F5F-E803-F6DA69EE5235}"/>
          </ac:spMkLst>
        </pc:spChg>
        <pc:spChg chg="add mod">
          <ac:chgData name="Aleksey Zimin" userId="7f2637d0bc515791" providerId="LiveId" clId="{8553A319-8433-4677-8F80-E28D63617D4C}" dt="2025-09-16T15:52:26.986" v="1652" actId="1076"/>
          <ac:spMkLst>
            <pc:docMk/>
            <pc:sldMk cId="475957125" sldId="486"/>
            <ac:spMk id="64" creationId="{5EA00AD2-FDD3-8F85-ED9B-2135F74E40F0}"/>
          </ac:spMkLst>
        </pc:spChg>
        <pc:spChg chg="add mod">
          <ac:chgData name="Aleksey Zimin" userId="7f2637d0bc515791" providerId="LiveId" clId="{8553A319-8433-4677-8F80-E28D63617D4C}" dt="2025-09-16T15:52:37.706" v="1654" actId="1076"/>
          <ac:spMkLst>
            <pc:docMk/>
            <pc:sldMk cId="475957125" sldId="486"/>
            <ac:spMk id="67" creationId="{7163A55F-AF74-5DAF-D3FD-743A5599BDE4}"/>
          </ac:spMkLst>
        </pc:spChg>
        <pc:spChg chg="add mod">
          <ac:chgData name="Aleksey Zimin" userId="7f2637d0bc515791" providerId="LiveId" clId="{8553A319-8433-4677-8F80-E28D63617D4C}" dt="2025-09-16T15:54:24.095" v="1669" actId="13822"/>
          <ac:spMkLst>
            <pc:docMk/>
            <pc:sldMk cId="475957125" sldId="486"/>
            <ac:spMk id="68" creationId="{169DE915-FFA2-2932-9F6F-86BCBA38D979}"/>
          </ac:spMkLst>
        </pc:spChg>
        <pc:spChg chg="add mod">
          <ac:chgData name="Aleksey Zimin" userId="7f2637d0bc515791" providerId="LiveId" clId="{8553A319-8433-4677-8F80-E28D63617D4C}" dt="2025-09-16T15:55:06.497" v="1674" actId="14100"/>
          <ac:spMkLst>
            <pc:docMk/>
            <pc:sldMk cId="475957125" sldId="486"/>
            <ac:spMk id="71" creationId="{21A78C2D-2BD8-59BD-CE45-BC90D9F8DADD}"/>
          </ac:spMkLst>
        </pc:spChg>
        <pc:spChg chg="add mod">
          <ac:chgData name="Aleksey Zimin" userId="7f2637d0bc515791" providerId="LiveId" clId="{8553A319-8433-4677-8F80-E28D63617D4C}" dt="2025-09-16T15:56:21.594" v="1738" actId="255"/>
          <ac:spMkLst>
            <pc:docMk/>
            <pc:sldMk cId="475957125" sldId="486"/>
            <ac:spMk id="72" creationId="{4EBE0451-44CE-978A-CE15-E844C4263E4D}"/>
          </ac:spMkLst>
        </pc:spChg>
        <pc:inkChg chg="add mod">
          <ac:chgData name="Aleksey Zimin" userId="7f2637d0bc515791" providerId="LiveId" clId="{8553A319-8433-4677-8F80-E28D63617D4C}" dt="2025-09-16T15:53:00.841" v="1657" actId="1076"/>
          <ac:inkMkLst>
            <pc:docMk/>
            <pc:sldMk cId="475957125" sldId="486"/>
            <ac:inkMk id="5" creationId="{5C8296EC-CDFC-8ABE-8726-F4A4E8C22295}"/>
          </ac:inkMkLst>
        </pc:inkChg>
        <pc:inkChg chg="add">
          <ac:chgData name="Aleksey Zimin" userId="7f2637d0bc515791" providerId="LiveId" clId="{8553A319-8433-4677-8F80-E28D63617D4C}" dt="2025-09-16T15:45:50.138" v="1562" actId="9405"/>
          <ac:inkMkLst>
            <pc:docMk/>
            <pc:sldMk cId="475957125" sldId="486"/>
            <ac:inkMk id="6" creationId="{4DF7E8AC-A130-3150-1A60-FDC345F5C99B}"/>
          </ac:inkMkLst>
        </pc:inkChg>
        <pc:cxnChg chg="add mod">
          <ac:chgData name="Aleksey Zimin" userId="7f2637d0bc515791" providerId="LiveId" clId="{8553A319-8433-4677-8F80-E28D63617D4C}" dt="2025-09-16T15:46:21.090" v="1572" actId="692"/>
          <ac:cxnSpMkLst>
            <pc:docMk/>
            <pc:sldMk cId="475957125" sldId="486"/>
            <ac:cxnSpMk id="8" creationId="{FDE1B588-48AC-2A57-581B-673210CD1131}"/>
          </ac:cxnSpMkLst>
        </pc:cxnChg>
        <pc:cxnChg chg="add mod">
          <ac:chgData name="Aleksey Zimin" userId="7f2637d0bc515791" providerId="LiveId" clId="{8553A319-8433-4677-8F80-E28D63617D4C}" dt="2025-09-16T15:53:21.530" v="1659" actId="1076"/>
          <ac:cxnSpMkLst>
            <pc:docMk/>
            <pc:sldMk cId="475957125" sldId="486"/>
            <ac:cxnSpMk id="9" creationId="{C9B6D4DD-A7D3-198B-2199-79FA37B15109}"/>
          </ac:cxnSpMkLst>
        </pc:cxnChg>
        <pc:cxnChg chg="add mod">
          <ac:chgData name="Aleksey Zimin" userId="7f2637d0bc515791" providerId="LiveId" clId="{8553A319-8433-4677-8F80-E28D63617D4C}" dt="2025-09-16T15:48:47.052" v="1605" actId="692"/>
          <ac:cxnSpMkLst>
            <pc:docMk/>
            <pc:sldMk cId="475957125" sldId="486"/>
            <ac:cxnSpMk id="12" creationId="{C3188086-5D46-D094-28C5-4729B16740CD}"/>
          </ac:cxnSpMkLst>
        </pc:cxnChg>
        <pc:cxnChg chg="add mod">
          <ac:chgData name="Aleksey Zimin" userId="7f2637d0bc515791" providerId="LiveId" clId="{8553A319-8433-4677-8F80-E28D63617D4C}" dt="2025-09-16T15:47:29.024" v="1586" actId="1076"/>
          <ac:cxnSpMkLst>
            <pc:docMk/>
            <pc:sldMk cId="475957125" sldId="486"/>
            <ac:cxnSpMk id="13" creationId="{7E5A3213-7D82-0DAD-824D-F06305C284DE}"/>
          </ac:cxnSpMkLst>
        </pc:cxnChg>
        <pc:cxnChg chg="add mod">
          <ac:chgData name="Aleksey Zimin" userId="7f2637d0bc515791" providerId="LiveId" clId="{8553A319-8433-4677-8F80-E28D63617D4C}" dt="2025-09-16T15:47:45.825" v="1589" actId="1076"/>
          <ac:cxnSpMkLst>
            <pc:docMk/>
            <pc:sldMk cId="475957125" sldId="486"/>
            <ac:cxnSpMk id="15" creationId="{33705556-44D8-D0A6-3FFC-778B9C854CE9}"/>
          </ac:cxnSpMkLst>
        </pc:cxnChg>
        <pc:cxnChg chg="add mod">
          <ac:chgData name="Aleksey Zimin" userId="7f2637d0bc515791" providerId="LiveId" clId="{8553A319-8433-4677-8F80-E28D63617D4C}" dt="2025-09-16T15:48:33.292" v="1603" actId="692"/>
          <ac:cxnSpMkLst>
            <pc:docMk/>
            <pc:sldMk cId="475957125" sldId="486"/>
            <ac:cxnSpMk id="16" creationId="{C9EE24FD-DB73-04ED-DC64-D58AE5C27530}"/>
          </ac:cxnSpMkLst>
        </pc:cxnChg>
        <pc:cxnChg chg="add mod">
          <ac:chgData name="Aleksey Zimin" userId="7f2637d0bc515791" providerId="LiveId" clId="{8553A319-8433-4677-8F80-E28D63617D4C}" dt="2025-09-16T15:47:51.281" v="1591" actId="1076"/>
          <ac:cxnSpMkLst>
            <pc:docMk/>
            <pc:sldMk cId="475957125" sldId="486"/>
            <ac:cxnSpMk id="18" creationId="{420DB376-312E-6447-DAE9-09E3D4438030}"/>
          </ac:cxnSpMkLst>
        </pc:cxnChg>
        <pc:cxnChg chg="add mod">
          <ac:chgData name="Aleksey Zimin" userId="7f2637d0bc515791" providerId="LiveId" clId="{8553A319-8433-4677-8F80-E28D63617D4C}" dt="2025-09-16T15:47:51.281" v="1591" actId="1076"/>
          <ac:cxnSpMkLst>
            <pc:docMk/>
            <pc:sldMk cId="475957125" sldId="486"/>
            <ac:cxnSpMk id="19" creationId="{7721D3BD-326B-8110-A44F-71E3404621A3}"/>
          </ac:cxnSpMkLst>
        </pc:cxnChg>
        <pc:cxnChg chg="add mod">
          <ac:chgData name="Aleksey Zimin" userId="7f2637d0bc515791" providerId="LiveId" clId="{8553A319-8433-4677-8F80-E28D63617D4C}" dt="2025-09-16T15:49:06.421" v="1609" actId="692"/>
          <ac:cxnSpMkLst>
            <pc:docMk/>
            <pc:sldMk cId="475957125" sldId="486"/>
            <ac:cxnSpMk id="21" creationId="{C1228649-8CEA-E7C5-48C8-D9F1669EF4CD}"/>
          </ac:cxnSpMkLst>
        </pc:cxnChg>
        <pc:cxnChg chg="add mod">
          <ac:chgData name="Aleksey Zimin" userId="7f2637d0bc515791" providerId="LiveId" clId="{8553A319-8433-4677-8F80-E28D63617D4C}" dt="2025-09-16T15:48:58.564" v="1607" actId="692"/>
          <ac:cxnSpMkLst>
            <pc:docMk/>
            <pc:sldMk cId="475957125" sldId="486"/>
            <ac:cxnSpMk id="22" creationId="{C1E982CC-406C-16B0-29EC-E652B5D59287}"/>
          </ac:cxnSpMkLst>
        </pc:cxnChg>
        <pc:cxnChg chg="add mod">
          <ac:chgData name="Aleksey Zimin" userId="7f2637d0bc515791" providerId="LiveId" clId="{8553A319-8433-4677-8F80-E28D63617D4C}" dt="2025-09-16T15:49:23.293" v="1613" actId="692"/>
          <ac:cxnSpMkLst>
            <pc:docMk/>
            <pc:sldMk cId="475957125" sldId="486"/>
            <ac:cxnSpMk id="24" creationId="{8371F950-534F-4C5B-65FF-B17691AC67CB}"/>
          </ac:cxnSpMkLst>
        </pc:cxnChg>
        <pc:cxnChg chg="add mod">
          <ac:chgData name="Aleksey Zimin" userId="7f2637d0bc515791" providerId="LiveId" clId="{8553A319-8433-4677-8F80-E28D63617D4C}" dt="2025-09-16T15:49:14.870" v="1611" actId="692"/>
          <ac:cxnSpMkLst>
            <pc:docMk/>
            <pc:sldMk cId="475957125" sldId="486"/>
            <ac:cxnSpMk id="25" creationId="{7340D12C-C9F5-72C3-4DD1-F1FF54C77862}"/>
          </ac:cxnSpMkLst>
        </pc:cxnChg>
        <pc:cxnChg chg="add mod">
          <ac:chgData name="Aleksey Zimin" userId="7f2637d0bc515791" providerId="LiveId" clId="{8553A319-8433-4677-8F80-E28D63617D4C}" dt="2025-09-16T15:49:38.468" v="1616"/>
          <ac:cxnSpMkLst>
            <pc:docMk/>
            <pc:sldMk cId="475957125" sldId="486"/>
            <ac:cxnSpMk id="32" creationId="{37E3447D-C9CA-30DC-425A-606924CD602B}"/>
          </ac:cxnSpMkLst>
        </pc:cxnChg>
        <pc:cxnChg chg="add mod">
          <ac:chgData name="Aleksey Zimin" userId="7f2637d0bc515791" providerId="LiveId" clId="{8553A319-8433-4677-8F80-E28D63617D4C}" dt="2025-09-16T15:49:38.468" v="1616"/>
          <ac:cxnSpMkLst>
            <pc:docMk/>
            <pc:sldMk cId="475957125" sldId="486"/>
            <ac:cxnSpMk id="33" creationId="{5D756661-C434-ECEC-1356-F09AACA9A506}"/>
          </ac:cxnSpMkLst>
        </pc:cxnChg>
        <pc:cxnChg chg="add mod">
          <ac:chgData name="Aleksey Zimin" userId="7f2637d0bc515791" providerId="LiveId" clId="{8553A319-8433-4677-8F80-E28D63617D4C}" dt="2025-09-16T15:50:11.442" v="1620" actId="1076"/>
          <ac:cxnSpMkLst>
            <pc:docMk/>
            <pc:sldMk cId="475957125" sldId="486"/>
            <ac:cxnSpMk id="35" creationId="{53ECE987-50DF-2219-BEC8-947BACE48A0C}"/>
          </ac:cxnSpMkLst>
        </pc:cxnChg>
        <pc:cxnChg chg="add mod">
          <ac:chgData name="Aleksey Zimin" userId="7f2637d0bc515791" providerId="LiveId" clId="{8553A319-8433-4677-8F80-E28D63617D4C}" dt="2025-09-16T15:50:22.253" v="1624" actId="692"/>
          <ac:cxnSpMkLst>
            <pc:docMk/>
            <pc:sldMk cId="475957125" sldId="486"/>
            <ac:cxnSpMk id="36" creationId="{DF59B62A-BCC0-BA89-B26B-FB01DEFC0C5B}"/>
          </ac:cxnSpMkLst>
        </pc:cxnChg>
        <pc:cxnChg chg="add mod">
          <ac:chgData name="Aleksey Zimin" userId="7f2637d0bc515791" providerId="LiveId" clId="{8553A319-8433-4677-8F80-E28D63617D4C}" dt="2025-09-16T15:50:51.814" v="1630" actId="692"/>
          <ac:cxnSpMkLst>
            <pc:docMk/>
            <pc:sldMk cId="475957125" sldId="486"/>
            <ac:cxnSpMk id="38" creationId="{92E79611-0A2E-7D4A-ADEB-0A3CB6C98270}"/>
          </ac:cxnSpMkLst>
        </pc:cxnChg>
        <pc:cxnChg chg="add mod">
          <ac:chgData name="Aleksey Zimin" userId="7f2637d0bc515791" providerId="LiveId" clId="{8553A319-8433-4677-8F80-E28D63617D4C}" dt="2025-09-16T15:50:44.921" v="1628" actId="1076"/>
          <ac:cxnSpMkLst>
            <pc:docMk/>
            <pc:sldMk cId="475957125" sldId="486"/>
            <ac:cxnSpMk id="39" creationId="{73DD3A0D-5673-20F5-D2A0-C047DAC91276}"/>
          </ac:cxnSpMkLst>
        </pc:cxnChg>
        <pc:cxnChg chg="add mod">
          <ac:chgData name="Aleksey Zimin" userId="7f2637d0bc515791" providerId="LiveId" clId="{8553A319-8433-4677-8F80-E28D63617D4C}" dt="2025-09-16T15:51:19.648" v="1638" actId="1076"/>
          <ac:cxnSpMkLst>
            <pc:docMk/>
            <pc:sldMk cId="475957125" sldId="486"/>
            <ac:cxnSpMk id="41" creationId="{1EC61FF8-9FCB-23BF-1010-E4CDDBF84C87}"/>
          </ac:cxnSpMkLst>
        </pc:cxnChg>
        <pc:cxnChg chg="add mod">
          <ac:chgData name="Aleksey Zimin" userId="7f2637d0bc515791" providerId="LiveId" clId="{8553A319-8433-4677-8F80-E28D63617D4C}" dt="2025-09-16T15:51:15.865" v="1637" actId="1076"/>
          <ac:cxnSpMkLst>
            <pc:docMk/>
            <pc:sldMk cId="475957125" sldId="486"/>
            <ac:cxnSpMk id="42" creationId="{A8BF60E4-A8DA-B555-A524-1FBD788A28EF}"/>
          </ac:cxnSpMkLst>
        </pc:cxnChg>
        <pc:cxnChg chg="add mod">
          <ac:chgData name="Aleksey Zimin" userId="7f2637d0bc515791" providerId="LiveId" clId="{8553A319-8433-4677-8F80-E28D63617D4C}" dt="2025-09-16T15:51:01.490" v="1633" actId="1076"/>
          <ac:cxnSpMkLst>
            <pc:docMk/>
            <pc:sldMk cId="475957125" sldId="486"/>
            <ac:cxnSpMk id="44" creationId="{075E74A5-C79A-DF90-E400-3B7452BFC274}"/>
          </ac:cxnSpMkLst>
        </pc:cxnChg>
        <pc:cxnChg chg="add mod">
          <ac:chgData name="Aleksey Zimin" userId="7f2637d0bc515791" providerId="LiveId" clId="{8553A319-8433-4677-8F80-E28D63617D4C}" dt="2025-09-16T15:51:01.490" v="1633" actId="1076"/>
          <ac:cxnSpMkLst>
            <pc:docMk/>
            <pc:sldMk cId="475957125" sldId="486"/>
            <ac:cxnSpMk id="45" creationId="{53B1D2AD-5EFB-F917-ADE7-4DDFE29CCBE7}"/>
          </ac:cxnSpMkLst>
        </pc:cxnChg>
        <pc:cxnChg chg="add mod">
          <ac:chgData name="Aleksey Zimin" userId="7f2637d0bc515791" providerId="LiveId" clId="{8553A319-8433-4677-8F80-E28D63617D4C}" dt="2025-09-16T15:51:42.426" v="1640" actId="1076"/>
          <ac:cxnSpMkLst>
            <pc:docMk/>
            <pc:sldMk cId="475957125" sldId="486"/>
            <ac:cxnSpMk id="47" creationId="{DC5A4616-9830-C39D-6D7E-50D66B003C58}"/>
          </ac:cxnSpMkLst>
        </pc:cxnChg>
        <pc:cxnChg chg="add mod">
          <ac:chgData name="Aleksey Zimin" userId="7f2637d0bc515791" providerId="LiveId" clId="{8553A319-8433-4677-8F80-E28D63617D4C}" dt="2025-09-16T15:51:42.426" v="1640" actId="1076"/>
          <ac:cxnSpMkLst>
            <pc:docMk/>
            <pc:sldMk cId="475957125" sldId="486"/>
            <ac:cxnSpMk id="48" creationId="{638C9453-5050-7181-6709-0E7D0400D7FE}"/>
          </ac:cxnSpMkLst>
        </pc:cxnChg>
        <pc:cxnChg chg="add mod">
          <ac:chgData name="Aleksey Zimin" userId="7f2637d0bc515791" providerId="LiveId" clId="{8553A319-8433-4677-8F80-E28D63617D4C}" dt="2025-09-16T15:51:50.098" v="1642" actId="1076"/>
          <ac:cxnSpMkLst>
            <pc:docMk/>
            <pc:sldMk cId="475957125" sldId="486"/>
            <ac:cxnSpMk id="50" creationId="{2DC15646-EA04-55AD-955C-4054D90E7B6D}"/>
          </ac:cxnSpMkLst>
        </pc:cxnChg>
        <pc:cxnChg chg="add mod">
          <ac:chgData name="Aleksey Zimin" userId="7f2637d0bc515791" providerId="LiveId" clId="{8553A319-8433-4677-8F80-E28D63617D4C}" dt="2025-09-16T15:51:53.361" v="1643" actId="1076"/>
          <ac:cxnSpMkLst>
            <pc:docMk/>
            <pc:sldMk cId="475957125" sldId="486"/>
            <ac:cxnSpMk id="51" creationId="{8798D9C3-BC84-6B8C-7543-9E97D7F77448}"/>
          </ac:cxnSpMkLst>
        </pc:cxnChg>
        <pc:cxnChg chg="add mod">
          <ac:chgData name="Aleksey Zimin" userId="7f2637d0bc515791" providerId="LiveId" clId="{8553A319-8433-4677-8F80-E28D63617D4C}" dt="2025-09-16T15:53:32.698" v="1662" actId="1076"/>
          <ac:cxnSpMkLst>
            <pc:docMk/>
            <pc:sldMk cId="475957125" sldId="486"/>
            <ac:cxnSpMk id="53" creationId="{2016503C-3852-6FF6-B0BD-F4522D32EBE9}"/>
          </ac:cxnSpMkLst>
        </pc:cxnChg>
        <pc:cxnChg chg="add mod">
          <ac:chgData name="Aleksey Zimin" userId="7f2637d0bc515791" providerId="LiveId" clId="{8553A319-8433-4677-8F80-E28D63617D4C}" dt="2025-09-16T15:52:08.993" v="1646" actId="1076"/>
          <ac:cxnSpMkLst>
            <pc:docMk/>
            <pc:sldMk cId="475957125" sldId="486"/>
            <ac:cxnSpMk id="54" creationId="{6503E43B-CFDA-5D5D-1F65-2576668E6AD1}"/>
          </ac:cxnSpMkLst>
        </pc:cxnChg>
        <pc:cxnChg chg="add mod">
          <ac:chgData name="Aleksey Zimin" userId="7f2637d0bc515791" providerId="LiveId" clId="{8553A319-8433-4677-8F80-E28D63617D4C}" dt="2025-09-16T15:52:16.154" v="1648" actId="1076"/>
          <ac:cxnSpMkLst>
            <pc:docMk/>
            <pc:sldMk cId="475957125" sldId="486"/>
            <ac:cxnSpMk id="56" creationId="{10BB22E6-B90E-98D5-4A7A-3C6EA0647084}"/>
          </ac:cxnSpMkLst>
        </pc:cxnChg>
        <pc:cxnChg chg="add mod">
          <ac:chgData name="Aleksey Zimin" userId="7f2637d0bc515791" providerId="LiveId" clId="{8553A319-8433-4677-8F80-E28D63617D4C}" dt="2025-09-16T15:52:16.154" v="1648" actId="1076"/>
          <ac:cxnSpMkLst>
            <pc:docMk/>
            <pc:sldMk cId="475957125" sldId="486"/>
            <ac:cxnSpMk id="57" creationId="{57748CCA-4C1F-1592-A1B1-B0FAA0BBEBFE}"/>
          </ac:cxnSpMkLst>
        </pc:cxnChg>
        <pc:cxnChg chg="add mod">
          <ac:chgData name="Aleksey Zimin" userId="7f2637d0bc515791" providerId="LiveId" clId="{8553A319-8433-4677-8F80-E28D63617D4C}" dt="2025-09-16T15:52:22.265" v="1650" actId="1076"/>
          <ac:cxnSpMkLst>
            <pc:docMk/>
            <pc:sldMk cId="475957125" sldId="486"/>
            <ac:cxnSpMk id="59" creationId="{BC1A2884-EE32-EABF-F5D8-06E84BE89388}"/>
          </ac:cxnSpMkLst>
        </pc:cxnChg>
        <pc:cxnChg chg="add mod">
          <ac:chgData name="Aleksey Zimin" userId="7f2637d0bc515791" providerId="LiveId" clId="{8553A319-8433-4677-8F80-E28D63617D4C}" dt="2025-09-16T15:52:22.265" v="1650" actId="1076"/>
          <ac:cxnSpMkLst>
            <pc:docMk/>
            <pc:sldMk cId="475957125" sldId="486"/>
            <ac:cxnSpMk id="60" creationId="{17440287-E244-C82C-35F0-88628BB7EC96}"/>
          </ac:cxnSpMkLst>
        </pc:cxnChg>
        <pc:cxnChg chg="add mod">
          <ac:chgData name="Aleksey Zimin" userId="7f2637d0bc515791" providerId="LiveId" clId="{8553A319-8433-4677-8F80-E28D63617D4C}" dt="2025-09-16T15:52:26.986" v="1652" actId="1076"/>
          <ac:cxnSpMkLst>
            <pc:docMk/>
            <pc:sldMk cId="475957125" sldId="486"/>
            <ac:cxnSpMk id="62" creationId="{20C6D6D4-BBBD-0491-5615-EE32B1B8FA2A}"/>
          </ac:cxnSpMkLst>
        </pc:cxnChg>
        <pc:cxnChg chg="add mod">
          <ac:chgData name="Aleksey Zimin" userId="7f2637d0bc515791" providerId="LiveId" clId="{8553A319-8433-4677-8F80-E28D63617D4C}" dt="2025-09-16T15:52:26.986" v="1652" actId="1076"/>
          <ac:cxnSpMkLst>
            <pc:docMk/>
            <pc:sldMk cId="475957125" sldId="486"/>
            <ac:cxnSpMk id="63" creationId="{A861F74E-2024-26A9-82F7-11496BD6159A}"/>
          </ac:cxnSpMkLst>
        </pc:cxnChg>
        <pc:cxnChg chg="add mod">
          <ac:chgData name="Aleksey Zimin" userId="7f2637d0bc515791" providerId="LiveId" clId="{8553A319-8433-4677-8F80-E28D63617D4C}" dt="2025-09-16T15:52:37.706" v="1654" actId="1076"/>
          <ac:cxnSpMkLst>
            <pc:docMk/>
            <pc:sldMk cId="475957125" sldId="486"/>
            <ac:cxnSpMk id="65" creationId="{E78907D9-7D69-CC8D-65F5-E0A49D080F6A}"/>
          </ac:cxnSpMkLst>
        </pc:cxnChg>
        <pc:cxnChg chg="add mod">
          <ac:chgData name="Aleksey Zimin" userId="7f2637d0bc515791" providerId="LiveId" clId="{8553A319-8433-4677-8F80-E28D63617D4C}" dt="2025-09-16T15:52:46.876" v="1656" actId="692"/>
          <ac:cxnSpMkLst>
            <pc:docMk/>
            <pc:sldMk cId="475957125" sldId="486"/>
            <ac:cxnSpMk id="66" creationId="{BB9A48C1-B456-28C2-B863-7C90D310B568}"/>
          </ac:cxnSpMkLst>
        </pc:cxnChg>
        <pc:cxnChg chg="add mod">
          <ac:chgData name="Aleksey Zimin" userId="7f2637d0bc515791" providerId="LiveId" clId="{8553A319-8433-4677-8F80-E28D63617D4C}" dt="2025-09-16T15:55:10.977" v="1675" actId="1076"/>
          <ac:cxnSpMkLst>
            <pc:docMk/>
            <pc:sldMk cId="475957125" sldId="486"/>
            <ac:cxnSpMk id="69" creationId="{A61CF65B-4083-CA65-960B-0951C21F0DB1}"/>
          </ac:cxnSpMkLst>
        </pc:cxnChg>
        <pc:cxnChg chg="add mod">
          <ac:chgData name="Aleksey Zimin" userId="7f2637d0bc515791" providerId="LiveId" clId="{8553A319-8433-4677-8F80-E28D63617D4C}" dt="2025-09-16T15:54:51.138" v="1671" actId="1076"/>
          <ac:cxnSpMkLst>
            <pc:docMk/>
            <pc:sldMk cId="475957125" sldId="486"/>
            <ac:cxnSpMk id="70" creationId="{F1F91D81-1220-43E6-425D-13886437BD6F}"/>
          </ac:cxnSpMkLst>
        </pc:cxn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6T15:45:46.018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1 107 24575,'0'0'0,"5"0"0,11 0 0,6 0 0,9-5 0,3 0 0,6-1 0,4 2 0,4 1 0,-3-5 0,-3 2 0,-5-6 0,2 2 0,-4 2 0,-1 2 0,-3 2 0,-2 1 0,-2 2 0,0-4 0,4-1 0,6 1 0,11 1 0,-2 1 0,-1 1 0,-4 1 0,-5 1 0,-4 0 0,-3 0 0,-2 6 0,-1 0 0,0 4 0,0 1 0,5 3 0,0 3 0,1-2 0,9-3 0,4 3 0,5 6 0,3-2 0,6 3 0,6-4 0,6 1 0,4-5 0,-2-3 0,-5-4 0,-4-4 0,-4-1 0,-9-2 0,4 0 0,-7-1 0,-6 1 0,0-1 0,-4 0 0,2 1 0,3-5 0,2-1 0,9 1 0,1-5 0,3 2 0,-1 0 0,15 2 0,0 3 0,9 1 0,-8 1 0,-4 0 0,-12 1 0,-9 1 0,-4-1 0,-6 1 0,-4-1 0,-4 0 0,3 0 0,-1 0 0,-1 0 0,-1 0 0,-1 0 0,-1 0 0,-1 0 0,-5 5 0,-2 1 0,1 0 0,6-2 0,2-1 0,5-1 0,7 0 0,4-2 0,10 0 0,7 0 0,2 0 0,5 0 0,3-1 0,-2 1 0,2 0 0,-4 0 0,2 0 0,17 0 0,-2 0 0,1 0 0,0 0 0,8 0 0,-6 0 0,9 5 0,-3 1 0,-7 4 0,-3 11 0,-4-2 0,4 9 0,-1 2 0,0-5 0,0 0 0,-2-6 0,0-5 0,-1-6 0,0-3 0,-1-3 0,0-2 0,-5-1 0,0 0 0,0-5 0,1-1 0,1-4 0,1-5 0,-4-3 0,0-4 0,-4 3 0,1-1 0,1 0 0,-4 3 0,3-1 0,-3 5 0,1 3 0,-3 5 0,-3 2 0,-2 2 0,-4 2 0,-1 0 0,9 1 0,-5 0 0,9-1 0,-1 1 0,-2-1 0,-8 5 0,-3 6 0,-3 0 0,-1-1 0,-5 3 0,0 3 0,6-2 0,7 3 0,8-4 0,5 3 0,4-3 0,14 2 0,2 2 0,6-2 0,-2 2 0,3-3 0,-9-4 0,-3-3 0,-5-3 0,-6-1 0,-3-3 0,-4 0 0,0-1 0,-9-5 0,-3 0 0,-3-5 0,4-4 0,-1-5 0,1-2 0,-1 2 0,-1-1 0,-1-1 0,0 5 0,-1-2 0,-5 4 0,4 0 0,-4 2 0,-5 4 0,-5 3 0,6 2 0,7 3 0,19 11 0,9 6 0,0 6 0,7 9 0,0-3 0,0 0 0,-2 0 0,-1-1 0,-1-6 0,-2 0 0,11 0 0,-1-5 0,-5-3 0,-3-5 0,-7-4 0,-7-2 0,-6-1 0,-9-2 0,1 1 0,-1-6 0,-1-6 0,-4-4 0,5 0 0,0-3 0,1-1 0,0 2 0,0 5 0,0 4 0,5 3 0,0 3 0,4 2 0,0 2 0,-1-1 0,-3 1 0,-2 5 0,4 5 0,-2 1 0,31 3 0,6-2 0,24 3 0,-1-3 0,2-2 0,-4-4 0,8-3 0,3-2 0,8-1 0,1-1 0,12-1 0,0-5 0,4 0 0,-4-5 0,-3 1 0,-10 1 0,-8-3 0,-15 2 0,-11 2 0,-9 2 0,-8 3 0,-4 1 0,-3 1 0,-6 1 0,-1 0 0,1 1 0,-4-1 0,-3 1 0,-5-1 0,-2 0 0,-3 0 0,-2 0 0,5 0 0,0 0 0,-1 0 0,0 0 0,-1 0 0,-2 0 0,0 0 0,15 0 0,6 0 0,25 0 0,5 0 0,15-5 0,-8-6 0,-17 0 0,-8-4 0,-18 2 0,-15 2 0,-12-2 0,-8 3 0,-6 2 0,-3 2 0,-1 3 0,-1 1 0,7 2 0,0 0 0,11 6 0,11 5 0,9 0 0,9 5 0,10 3 0,10 2 0,17 3 0,17 2 0,8-5 0,0-5 0,-3-5 0,-7-4 0,-10-4 0,-11-2 0,-8-7 0,-12 0 0,-10-1 0,-9-4 0,-5-3 0,23-5 0,-1-3 0,10 3 0,-10 3 0,-12 5 0,-2 5 0,-5 2 0,-3 3 0,-8 1 0,4 1 0,-1 0 0,6 0 0,17 5 0,11 5 0,20 5 0,12 0 0,15 2 0,6-2 0,7 1 0,-5-4 0,-7-2 0,-13-4 0,-19-3 0,-17-8 0,-8-1 0,-16-11 0,-11-5 0,-5 0 0,-7-1 0,-5 4 0,-9 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6T15:45:50.137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3019.58398"/>
      <inkml:brushProperty name="anchorY" value="-1521.36877"/>
      <inkml:brushProperty name="scaleFactor" value="0.5"/>
    </inkml:brush>
  </inkml:definitions>
  <inkml:trace contextRef="#ctx0" brushRef="#br0">1 324 24575,'0'0'0,"4"0"0,13 0 0,10 0 0,9 0 0,9-5 0,10-6 0,19 0 0,13-4 0,10-3 0,12-4 0,9-7 0,50-7 0,0-1 0,24 0 0,-17 2 0,13 8 0,-28 8 0,-20 7 0,-28 5 0,-22 5 0,-23 1 0,-12 2 0,-3 1 0,-2 4 0,0 12 0,1-1 0,6 4 0,5 2 0,7 1 0,14-3 0,5 0 0,7 0 0,10 2 0,4 1 0,2-5 0,10 1 0,0-4 0,-1-5 0,-9-3 0,-8-4 0,-8-3 0,-13 0 0,-5-2 0,-8 0 0,-6-5 0,1 0 0,2-5 0,3-5 0,4-9 0,2 2 0,3-2 0,0 0 0,7 4 0,38 1 0,6 4 0,46 5 0,10 9 0,-1 9 0,-8 7 0,-16 7 0,-18 3 0,-9 3 0,-16-4 0,-12-1 0,-7 1 0,-7 0 0,-4-4 0,0 1 0,15 0 0,19 2 0,6-4 0,10 1 0,-2-5 0,1-3 0,-2-4 0,-6-3 0,-11-2 0,-11-1 0,-16-2 0,-8-5 0,0-5 0,-1-6 0,9 1 0,1-2 0,4-3 0,-1 4 0,2 3 0,-2 5 0,-10 3 0,-2 3 0,-9 2 0,-2 1 0,-10 1 0,-4 0 0,-9 0 0,2 5 0,1 5 0,1 5 0,5-1 0,1 4 0,1 1 0,4-2 0,-2-5 0,-5-4 0,-3-3 0,-7-3 0,5-2 0,-1-1 0,-3-1 0,0 0 0,1 0 0,1-4 0,7-1 0,6 0 0,6-4 0,5 2 0,-1-5 0,1 2 0,-3 2 0,0 2 0,-3 3 0,-4 2 0,2 6 0,8 1 0,-2 6 0,3 10 0,7-1 0,1 3 0,1 1 0,1-4 0,-2 1 0,-11-5 0,-11-5 0,-7-3 0,1-4 0,0-8 0,15-6 0,1-2 0,15-9 0,3 2 0,-3-3 0,-12 4 0,-14 4 0,-11 5 0,-5 3 0,-6 4 0,0 1 0,-2 1 0,3 1 0,-2 0 0,-2 5 0,-2 0 0,8 5 0,10-1 0,4-2 0,9-1 0,10-3 0,6-1 0,9-2 0,1-6 0,0-6 0,-8-5 0,-1-11 0,-3-2 0,-5-3 0,-11 1 0,-5 5 0,-4 7 0,-13 1 0,-5 6 0,-6 3 0,-2 4 0,14 13 0,6 13 0,0 1 0,8 8 0,2-2 0,1-1 0,-1 0 0,-5-6 0,-1-1 0,-7-5 0,-4-4 0,5-4 0,-3-4 0,-2-1 0,2-2 0,2-1 0,2 0 0,4 1 0,1-6 0,-3 0 0,0 0 0,6 2 0,2-5 0,0 2 0,1 0 0,0 3 0,-7 0 0,5 3 0,-6 0 0,-4 1 0,-6 0 0,0 0 0,-2 0 0,2 1 0,3-1 0,4 0 0,8 0 0,30 0 0,7 0 0,16 0 0,-6 0 0,-2 0 0,-16 0 0,-16 0 0,-15 0 0,-11 0 0,-8 0 0,-6 0 0,-1 0 0,-2 0 0,6 0 0,6 0 0,6 0 0,5 0 0,3 0 0,3 0 0,7 0 0,1 0 0,4 0 0,6 0 0,8 0 0,4 5 0,1 1 0,-4 4 0,-7 0 0,-6-2 0,-5-1 0,-10-3 0,-2-2 0,-13 5 0,-4-1 0,-6-1 0,-1 10 0,10 4 0,5-1 0,11 2 0,31 8 0,-2-5 0,10-3 0,-10-6 0,-11-5 0,-14-4 0,-6-9 0,-9-12 0,-5-1 0,-10-4 0,-3 2 0,-1 4 0,-6 5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C61B90-1233-4265-A8E1-4CB85DE126FB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313FD6-7C7B-4426-BFC4-490AC0CFB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977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98620" y="1138426"/>
            <a:ext cx="10363200" cy="137434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38293" y="4650641"/>
            <a:ext cx="8534400" cy="1374345"/>
          </a:xfrm>
        </p:spPr>
        <p:txBody>
          <a:bodyPr>
            <a:normAutofit/>
          </a:bodyPr>
          <a:lstStyle>
            <a:lvl1pPr marL="0" indent="0" algn="r">
              <a:buNone/>
              <a:defRPr sz="2600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</a:t>
            </a:r>
          </a:p>
          <a:p>
            <a:r>
              <a:rPr lang="en-US" dirty="0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73EFF-6084-460D-96FA-2FA787A98816}" type="datetime1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620" y="680310"/>
            <a:ext cx="10972800" cy="458115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3918803"/>
          </a:xfrm>
        </p:spPr>
        <p:txBody>
          <a:bodyPr/>
          <a:lstStyle>
            <a:lvl1pPr>
              <a:defRPr sz="28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F86A1-0F17-41D8-9FFA-9520AF33BFC6}" type="datetime1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1081" y="527605"/>
            <a:ext cx="9354927" cy="610820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D0005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1082" y="1138425"/>
            <a:ext cx="9354927" cy="4275740"/>
          </a:xfrm>
        </p:spPr>
        <p:txBody>
          <a:bodyPr/>
          <a:lstStyle>
            <a:lvl1pPr>
              <a:defRPr sz="28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692F4-087A-4F4C-9829-F340F0646973}" type="datetime1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80BFE-E826-4B70-BF6B-3710B05194AF}" type="datetime1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182DA-5425-42F9-BDB8-0DBDA15B981E}" type="datetime1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620" y="527605"/>
            <a:ext cx="10972800" cy="610820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8620" y="1596539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D0005E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620" y="2226402"/>
            <a:ext cx="5386917" cy="3035058"/>
          </a:xfrm>
        </p:spPr>
        <p:txBody>
          <a:bodyPr/>
          <a:lstStyle>
            <a:lvl1pPr>
              <a:defRPr sz="24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tx2">
                    <a:lumMod val="5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2388" y="1596539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D0005E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2388" y="2226402"/>
            <a:ext cx="5389033" cy="3035058"/>
          </a:xfrm>
        </p:spPr>
        <p:txBody>
          <a:bodyPr/>
          <a:lstStyle>
            <a:lvl1pPr>
              <a:defRPr sz="24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tx2">
                    <a:lumMod val="5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B7164-C7F7-495E-9D5F-43BBDEBECF81}" type="datetime1">
              <a:rPr lang="en-US" smtClean="0"/>
              <a:t>9/21/2025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C5AB8-78AA-4DA3-952F-F5057D2DAAA5}" type="datetime1">
              <a:rPr lang="en-US" smtClean="0"/>
              <a:t>9/21/2025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CB869-D2D8-4282-A525-D63712C1B900}" type="datetime1">
              <a:rPr lang="en-US" smtClean="0"/>
              <a:t>9/21/2025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8CF58-29B0-4D31-BE55-D9C1F05848B7}" type="datetime1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92F8-B2BD-4E07-9A92-E5080B238DFA}" type="datetime1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88673-6F42-4090-A040-176AF0E6DEAE}" type="datetime1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15288-B7FB-4510-97B0-C840A6671DDD}" type="datetime1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sz="half" idx="13"/>
          </p:nvPr>
        </p:nvSpPr>
        <p:spPr>
          <a:xfrm>
            <a:off x="6584950" y="1574800"/>
            <a:ext cx="4762500" cy="46482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44550" y="1574800"/>
            <a:ext cx="5111750" cy="4648200"/>
          </a:xfrm>
          <a:prstGeom prst="rect">
            <a:avLst/>
          </a:prstGeom>
        </p:spPr>
        <p:txBody>
          <a:bodyPr/>
          <a:lstStyle>
            <a:lvl1pPr marL="279400" indent="-279400">
              <a:spcBef>
                <a:spcPts val="2250"/>
              </a:spcBef>
              <a:defRPr sz="1900"/>
            </a:lvl1pPr>
            <a:lvl2pPr marL="558800" indent="-279400">
              <a:spcBef>
                <a:spcPts val="2250"/>
              </a:spcBef>
              <a:defRPr sz="1900"/>
            </a:lvl2pPr>
            <a:lvl3pPr marL="838200" indent="-279400">
              <a:spcBef>
                <a:spcPts val="2250"/>
              </a:spcBef>
              <a:defRPr sz="1900"/>
            </a:lvl3pPr>
            <a:lvl4pPr marL="1117600" indent="-279400">
              <a:spcBef>
                <a:spcPts val="2250"/>
              </a:spcBef>
              <a:defRPr sz="1900"/>
            </a:lvl4pPr>
            <a:lvl5pPr marL="1397000" indent="-279400">
              <a:spcBef>
                <a:spcPts val="2250"/>
              </a:spcBef>
              <a:defRPr sz="19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9391267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6072081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844550" y="889000"/>
            <a:ext cx="10502900" cy="5080000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1pPr>
            <a:lvl2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2pPr>
            <a:lvl3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3pPr>
            <a:lvl4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4pPr>
            <a:lvl5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394271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08395F-151A-4402-98B5-C84E535B9AEF}" type="datetime1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5" r:id="rId13"/>
    <p:sldLayoutId id="2147483666" r:id="rId14"/>
    <p:sldLayoutId id="2147483667" r:id="rId1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fCd6B5HRaZ8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bmkgene.com/dnarna-sequencing-illumina-sequencer-product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fCd6B5HRaZ8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bmkgene.com/dnarna-sequencing-illumina-sequencer-product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acb.com/blog/steps-of-smrt-sequencing/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www.pacb.com/blog/steps-of-smrt-sequencing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acb.com/blog/steps-of-smrt-sequencing/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acb.com/blog/steps-of-smrt-sequencing/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nanoporetech.com/platform/technology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0.png"/><Relationship Id="rId4" Type="http://schemas.openxmlformats.org/officeDocument/2006/relationships/customXml" Target="../ink/ink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027074-6C76-4B66-80C9-856F75BD8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F0520F-6299-4676-8176-653C51F4D7A4}"/>
              </a:ext>
            </a:extLst>
          </p:cNvPr>
          <p:cNvSpPr txBox="1"/>
          <p:nvPr/>
        </p:nvSpPr>
        <p:spPr>
          <a:xfrm>
            <a:off x="1308659" y="2437886"/>
            <a:ext cx="967702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i="1">
                <a:solidFill>
                  <a:srgbClr val="BE0260"/>
                </a:solidFill>
              </a:rPr>
              <a:t>Week 4</a:t>
            </a:r>
            <a:endParaRPr lang="en-US" sz="3200" b="1" dirty="0">
              <a:solidFill>
                <a:srgbClr val="BE026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89679F-F038-40F8-96EA-47D38F6DFC66}"/>
              </a:ext>
            </a:extLst>
          </p:cNvPr>
          <p:cNvSpPr txBox="1"/>
          <p:nvPr/>
        </p:nvSpPr>
        <p:spPr>
          <a:xfrm>
            <a:off x="1308659" y="4376878"/>
            <a:ext cx="95746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Alexey V. Zimin</a:t>
            </a:r>
            <a:br>
              <a:rPr lang="en-US" sz="2400" dirty="0"/>
            </a:br>
            <a:r>
              <a:rPr lang="en-US" sz="2400" dirty="0"/>
              <a:t> </a:t>
            </a:r>
          </a:p>
          <a:p>
            <a:pPr algn="just"/>
            <a:r>
              <a:rPr lang="en-US" sz="2400" dirty="0"/>
              <a:t>JHU </a:t>
            </a:r>
            <a:r>
              <a:rPr lang="en-US" sz="2400"/>
              <a:t>BME 580.417/707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52403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Overview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2F90E23-1B3A-42CF-9767-88548BB4707E}"/>
              </a:ext>
            </a:extLst>
          </p:cNvPr>
          <p:cNvGrpSpPr/>
          <p:nvPr/>
        </p:nvGrpSpPr>
        <p:grpSpPr>
          <a:xfrm>
            <a:off x="635893" y="2026644"/>
            <a:ext cx="2006573" cy="1905000"/>
            <a:chOff x="685800" y="2819400"/>
            <a:chExt cx="3036888" cy="3279775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D8AC61E0-17BD-4AD6-A53C-4C38331393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2600" y="2819400"/>
              <a:ext cx="1512888" cy="1755775"/>
            </a:xfrm>
            <a:custGeom>
              <a:avLst/>
              <a:gdLst>
                <a:gd name="T0" fmla="*/ 370 w 953"/>
                <a:gd name="T1" fmla="*/ 457 h 1106"/>
                <a:gd name="T2" fmla="*/ 296 w 953"/>
                <a:gd name="T3" fmla="*/ 413 h 1106"/>
                <a:gd name="T4" fmla="*/ 540 w 953"/>
                <a:gd name="T5" fmla="*/ 214 h 1106"/>
                <a:gd name="T6" fmla="*/ 665 w 953"/>
                <a:gd name="T7" fmla="*/ 465 h 1106"/>
                <a:gd name="T8" fmla="*/ 392 w 953"/>
                <a:gd name="T9" fmla="*/ 398 h 1106"/>
                <a:gd name="T10" fmla="*/ 414 w 953"/>
                <a:gd name="T11" fmla="*/ 243 h 1106"/>
                <a:gd name="T12" fmla="*/ 621 w 953"/>
                <a:gd name="T13" fmla="*/ 133 h 1106"/>
                <a:gd name="T14" fmla="*/ 709 w 953"/>
                <a:gd name="T15" fmla="*/ 265 h 1106"/>
                <a:gd name="T16" fmla="*/ 532 w 953"/>
                <a:gd name="T17" fmla="*/ 421 h 1106"/>
                <a:gd name="T18" fmla="*/ 362 w 953"/>
                <a:gd name="T19" fmla="*/ 258 h 1106"/>
                <a:gd name="T20" fmla="*/ 185 w 953"/>
                <a:gd name="T21" fmla="*/ 133 h 1106"/>
                <a:gd name="T22" fmla="*/ 444 w 953"/>
                <a:gd name="T23" fmla="*/ 369 h 1106"/>
                <a:gd name="T24" fmla="*/ 458 w 953"/>
                <a:gd name="T25" fmla="*/ 199 h 1106"/>
                <a:gd name="T26" fmla="*/ 414 w 953"/>
                <a:gd name="T27" fmla="*/ 133 h 1106"/>
                <a:gd name="T28" fmla="*/ 650 w 953"/>
                <a:gd name="T29" fmla="*/ 66 h 1106"/>
                <a:gd name="T30" fmla="*/ 665 w 953"/>
                <a:gd name="T31" fmla="*/ 236 h 1106"/>
                <a:gd name="T32" fmla="*/ 444 w 953"/>
                <a:gd name="T33" fmla="*/ 288 h 1106"/>
                <a:gd name="T34" fmla="*/ 259 w 953"/>
                <a:gd name="T35" fmla="*/ 376 h 1106"/>
                <a:gd name="T36" fmla="*/ 207 w 953"/>
                <a:gd name="T37" fmla="*/ 472 h 1106"/>
                <a:gd name="T38" fmla="*/ 252 w 953"/>
                <a:gd name="T39" fmla="*/ 716 h 1106"/>
                <a:gd name="T40" fmla="*/ 429 w 953"/>
                <a:gd name="T41" fmla="*/ 937 h 1106"/>
                <a:gd name="T42" fmla="*/ 333 w 953"/>
                <a:gd name="T43" fmla="*/ 1070 h 1106"/>
                <a:gd name="T44" fmla="*/ 362 w 953"/>
                <a:gd name="T45" fmla="*/ 841 h 1106"/>
                <a:gd name="T46" fmla="*/ 576 w 953"/>
                <a:gd name="T47" fmla="*/ 745 h 1106"/>
                <a:gd name="T48" fmla="*/ 709 w 953"/>
                <a:gd name="T49" fmla="*/ 731 h 1106"/>
                <a:gd name="T50" fmla="*/ 458 w 953"/>
                <a:gd name="T51" fmla="*/ 657 h 1106"/>
                <a:gd name="T52" fmla="*/ 473 w 953"/>
                <a:gd name="T53" fmla="*/ 450 h 1106"/>
                <a:gd name="T54" fmla="*/ 636 w 953"/>
                <a:gd name="T55" fmla="*/ 531 h 1106"/>
                <a:gd name="T56" fmla="*/ 370 w 953"/>
                <a:gd name="T57" fmla="*/ 649 h 1106"/>
                <a:gd name="T58" fmla="*/ 185 w 953"/>
                <a:gd name="T59" fmla="*/ 450 h 1106"/>
                <a:gd name="T60" fmla="*/ 37 w 953"/>
                <a:gd name="T61" fmla="*/ 590 h 1106"/>
                <a:gd name="T62" fmla="*/ 0 w 953"/>
                <a:gd name="T63" fmla="*/ 709 h 1106"/>
                <a:gd name="T64" fmla="*/ 170 w 953"/>
                <a:gd name="T65" fmla="*/ 886 h 1106"/>
                <a:gd name="T66" fmla="*/ 311 w 953"/>
                <a:gd name="T67" fmla="*/ 819 h 1106"/>
                <a:gd name="T68" fmla="*/ 613 w 953"/>
                <a:gd name="T69" fmla="*/ 627 h 1106"/>
                <a:gd name="T70" fmla="*/ 783 w 953"/>
                <a:gd name="T71" fmla="*/ 443 h 1106"/>
                <a:gd name="T72" fmla="*/ 754 w 953"/>
                <a:gd name="T73" fmla="*/ 620 h 1106"/>
                <a:gd name="T74" fmla="*/ 924 w 953"/>
                <a:gd name="T75" fmla="*/ 613 h 1106"/>
                <a:gd name="T76" fmla="*/ 946 w 953"/>
                <a:gd name="T77" fmla="*/ 428 h 1106"/>
                <a:gd name="T78" fmla="*/ 768 w 953"/>
                <a:gd name="T79" fmla="*/ 406 h 1106"/>
                <a:gd name="T80" fmla="*/ 724 w 953"/>
                <a:gd name="T81" fmla="*/ 155 h 1106"/>
                <a:gd name="T82" fmla="*/ 562 w 953"/>
                <a:gd name="T83" fmla="*/ 96 h 1106"/>
                <a:gd name="T84" fmla="*/ 495 w 953"/>
                <a:gd name="T85" fmla="*/ 391 h 1106"/>
                <a:gd name="T86" fmla="*/ 517 w 953"/>
                <a:gd name="T87" fmla="*/ 553 h 1106"/>
                <a:gd name="T88" fmla="*/ 325 w 953"/>
                <a:gd name="T89" fmla="*/ 576 h 1106"/>
                <a:gd name="T90" fmla="*/ 303 w 953"/>
                <a:gd name="T91" fmla="*/ 398 h 1106"/>
                <a:gd name="T92" fmla="*/ 399 w 953"/>
                <a:gd name="T93" fmla="*/ 280 h 1106"/>
                <a:gd name="T94" fmla="*/ 599 w 953"/>
                <a:gd name="T95" fmla="*/ 273 h 1106"/>
                <a:gd name="T96" fmla="*/ 495 w 953"/>
                <a:gd name="T97" fmla="*/ 524 h 1106"/>
                <a:gd name="T98" fmla="*/ 274 w 953"/>
                <a:gd name="T99" fmla="*/ 347 h 1106"/>
                <a:gd name="T100" fmla="*/ 466 w 953"/>
                <a:gd name="T101" fmla="*/ 325 h 1106"/>
                <a:gd name="T102" fmla="*/ 133 w 953"/>
                <a:gd name="T103" fmla="*/ 457 h 1106"/>
                <a:gd name="T104" fmla="*/ 82 w 953"/>
                <a:gd name="T105" fmla="*/ 753 h 1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53" h="1106">
                  <a:moveTo>
                    <a:pt x="495" y="517"/>
                  </a:moveTo>
                  <a:cubicBezTo>
                    <a:pt x="456" y="497"/>
                    <a:pt x="407" y="480"/>
                    <a:pt x="370" y="457"/>
                  </a:cubicBezTo>
                  <a:cubicBezTo>
                    <a:pt x="321" y="426"/>
                    <a:pt x="360" y="441"/>
                    <a:pt x="318" y="428"/>
                  </a:cubicBezTo>
                  <a:cubicBezTo>
                    <a:pt x="311" y="423"/>
                    <a:pt x="296" y="422"/>
                    <a:pt x="296" y="413"/>
                  </a:cubicBezTo>
                  <a:cubicBezTo>
                    <a:pt x="290" y="259"/>
                    <a:pt x="289" y="225"/>
                    <a:pt x="414" y="206"/>
                  </a:cubicBezTo>
                  <a:cubicBezTo>
                    <a:pt x="456" y="209"/>
                    <a:pt x="501" y="199"/>
                    <a:pt x="540" y="214"/>
                  </a:cubicBezTo>
                  <a:cubicBezTo>
                    <a:pt x="604" y="239"/>
                    <a:pt x="621" y="325"/>
                    <a:pt x="665" y="369"/>
                  </a:cubicBezTo>
                  <a:cubicBezTo>
                    <a:pt x="673" y="401"/>
                    <a:pt x="683" y="431"/>
                    <a:pt x="665" y="465"/>
                  </a:cubicBezTo>
                  <a:cubicBezTo>
                    <a:pt x="663" y="470"/>
                    <a:pt x="617" y="484"/>
                    <a:pt x="606" y="487"/>
                  </a:cubicBezTo>
                  <a:cubicBezTo>
                    <a:pt x="426" y="479"/>
                    <a:pt x="450" y="514"/>
                    <a:pt x="392" y="398"/>
                  </a:cubicBezTo>
                  <a:cubicBezTo>
                    <a:pt x="381" y="347"/>
                    <a:pt x="375" y="339"/>
                    <a:pt x="392" y="273"/>
                  </a:cubicBezTo>
                  <a:cubicBezTo>
                    <a:pt x="395" y="261"/>
                    <a:pt x="406" y="252"/>
                    <a:pt x="414" y="243"/>
                  </a:cubicBezTo>
                  <a:cubicBezTo>
                    <a:pt x="451" y="202"/>
                    <a:pt x="487" y="143"/>
                    <a:pt x="540" y="125"/>
                  </a:cubicBezTo>
                  <a:cubicBezTo>
                    <a:pt x="567" y="128"/>
                    <a:pt x="595" y="124"/>
                    <a:pt x="621" y="133"/>
                  </a:cubicBezTo>
                  <a:cubicBezTo>
                    <a:pt x="632" y="137"/>
                    <a:pt x="636" y="152"/>
                    <a:pt x="643" y="162"/>
                  </a:cubicBezTo>
                  <a:cubicBezTo>
                    <a:pt x="668" y="197"/>
                    <a:pt x="696" y="223"/>
                    <a:pt x="709" y="265"/>
                  </a:cubicBezTo>
                  <a:cubicBezTo>
                    <a:pt x="702" y="371"/>
                    <a:pt x="715" y="385"/>
                    <a:pt x="636" y="435"/>
                  </a:cubicBezTo>
                  <a:cubicBezTo>
                    <a:pt x="601" y="430"/>
                    <a:pt x="566" y="430"/>
                    <a:pt x="532" y="421"/>
                  </a:cubicBezTo>
                  <a:cubicBezTo>
                    <a:pt x="520" y="418"/>
                    <a:pt x="513" y="405"/>
                    <a:pt x="503" y="398"/>
                  </a:cubicBezTo>
                  <a:cubicBezTo>
                    <a:pt x="444" y="358"/>
                    <a:pt x="403" y="318"/>
                    <a:pt x="362" y="258"/>
                  </a:cubicBezTo>
                  <a:cubicBezTo>
                    <a:pt x="341" y="190"/>
                    <a:pt x="403" y="90"/>
                    <a:pt x="325" y="66"/>
                  </a:cubicBezTo>
                  <a:cubicBezTo>
                    <a:pt x="236" y="73"/>
                    <a:pt x="221" y="61"/>
                    <a:pt x="185" y="133"/>
                  </a:cubicBezTo>
                  <a:cubicBezTo>
                    <a:pt x="142" y="310"/>
                    <a:pt x="201" y="371"/>
                    <a:pt x="340" y="428"/>
                  </a:cubicBezTo>
                  <a:cubicBezTo>
                    <a:pt x="398" y="420"/>
                    <a:pt x="409" y="413"/>
                    <a:pt x="444" y="369"/>
                  </a:cubicBezTo>
                  <a:cubicBezTo>
                    <a:pt x="462" y="313"/>
                    <a:pt x="455" y="340"/>
                    <a:pt x="466" y="288"/>
                  </a:cubicBezTo>
                  <a:cubicBezTo>
                    <a:pt x="463" y="258"/>
                    <a:pt x="466" y="228"/>
                    <a:pt x="458" y="199"/>
                  </a:cubicBezTo>
                  <a:cubicBezTo>
                    <a:pt x="453" y="182"/>
                    <a:pt x="439" y="170"/>
                    <a:pt x="429" y="155"/>
                  </a:cubicBezTo>
                  <a:cubicBezTo>
                    <a:pt x="424" y="148"/>
                    <a:pt x="414" y="133"/>
                    <a:pt x="414" y="133"/>
                  </a:cubicBezTo>
                  <a:cubicBezTo>
                    <a:pt x="398" y="51"/>
                    <a:pt x="432" y="12"/>
                    <a:pt x="510" y="0"/>
                  </a:cubicBezTo>
                  <a:cubicBezTo>
                    <a:pt x="607" y="14"/>
                    <a:pt x="602" y="3"/>
                    <a:pt x="650" y="66"/>
                  </a:cubicBezTo>
                  <a:cubicBezTo>
                    <a:pt x="658" y="88"/>
                    <a:pt x="672" y="133"/>
                    <a:pt x="672" y="133"/>
                  </a:cubicBezTo>
                  <a:cubicBezTo>
                    <a:pt x="670" y="167"/>
                    <a:pt x="673" y="202"/>
                    <a:pt x="665" y="236"/>
                  </a:cubicBezTo>
                  <a:cubicBezTo>
                    <a:pt x="661" y="253"/>
                    <a:pt x="636" y="262"/>
                    <a:pt x="621" y="265"/>
                  </a:cubicBezTo>
                  <a:cubicBezTo>
                    <a:pt x="563" y="276"/>
                    <a:pt x="503" y="282"/>
                    <a:pt x="444" y="288"/>
                  </a:cubicBezTo>
                  <a:cubicBezTo>
                    <a:pt x="398" y="302"/>
                    <a:pt x="351" y="310"/>
                    <a:pt x="311" y="339"/>
                  </a:cubicBezTo>
                  <a:cubicBezTo>
                    <a:pt x="294" y="351"/>
                    <a:pt x="259" y="376"/>
                    <a:pt x="259" y="376"/>
                  </a:cubicBezTo>
                  <a:cubicBezTo>
                    <a:pt x="244" y="423"/>
                    <a:pt x="264" y="372"/>
                    <a:pt x="229" y="421"/>
                  </a:cubicBezTo>
                  <a:cubicBezTo>
                    <a:pt x="220" y="433"/>
                    <a:pt x="212" y="457"/>
                    <a:pt x="207" y="472"/>
                  </a:cubicBezTo>
                  <a:cubicBezTo>
                    <a:pt x="210" y="531"/>
                    <a:pt x="211" y="590"/>
                    <a:pt x="215" y="649"/>
                  </a:cubicBezTo>
                  <a:cubicBezTo>
                    <a:pt x="217" y="674"/>
                    <a:pt x="252" y="716"/>
                    <a:pt x="252" y="716"/>
                  </a:cubicBezTo>
                  <a:cubicBezTo>
                    <a:pt x="271" y="776"/>
                    <a:pt x="327" y="840"/>
                    <a:pt x="384" y="864"/>
                  </a:cubicBezTo>
                  <a:cubicBezTo>
                    <a:pt x="420" y="917"/>
                    <a:pt x="406" y="892"/>
                    <a:pt x="429" y="937"/>
                  </a:cubicBezTo>
                  <a:cubicBezTo>
                    <a:pt x="440" y="982"/>
                    <a:pt x="458" y="1048"/>
                    <a:pt x="421" y="1085"/>
                  </a:cubicBezTo>
                  <a:cubicBezTo>
                    <a:pt x="400" y="1106"/>
                    <a:pt x="362" y="1075"/>
                    <a:pt x="333" y="1070"/>
                  </a:cubicBezTo>
                  <a:cubicBezTo>
                    <a:pt x="295" y="1042"/>
                    <a:pt x="290" y="1028"/>
                    <a:pt x="281" y="982"/>
                  </a:cubicBezTo>
                  <a:cubicBezTo>
                    <a:pt x="288" y="887"/>
                    <a:pt x="277" y="872"/>
                    <a:pt x="362" y="841"/>
                  </a:cubicBezTo>
                  <a:cubicBezTo>
                    <a:pt x="392" y="819"/>
                    <a:pt x="412" y="819"/>
                    <a:pt x="444" y="805"/>
                  </a:cubicBezTo>
                  <a:cubicBezTo>
                    <a:pt x="490" y="784"/>
                    <a:pt x="527" y="756"/>
                    <a:pt x="576" y="745"/>
                  </a:cubicBezTo>
                  <a:cubicBezTo>
                    <a:pt x="591" y="738"/>
                    <a:pt x="619" y="723"/>
                    <a:pt x="636" y="723"/>
                  </a:cubicBezTo>
                  <a:cubicBezTo>
                    <a:pt x="660" y="723"/>
                    <a:pt x="733" y="731"/>
                    <a:pt x="709" y="731"/>
                  </a:cubicBezTo>
                  <a:cubicBezTo>
                    <a:pt x="670" y="731"/>
                    <a:pt x="630" y="726"/>
                    <a:pt x="591" y="723"/>
                  </a:cubicBezTo>
                  <a:cubicBezTo>
                    <a:pt x="539" y="709"/>
                    <a:pt x="504" y="685"/>
                    <a:pt x="458" y="657"/>
                  </a:cubicBezTo>
                  <a:cubicBezTo>
                    <a:pt x="439" y="628"/>
                    <a:pt x="422" y="618"/>
                    <a:pt x="414" y="583"/>
                  </a:cubicBezTo>
                  <a:cubicBezTo>
                    <a:pt x="423" y="526"/>
                    <a:pt x="413" y="469"/>
                    <a:pt x="473" y="450"/>
                  </a:cubicBezTo>
                  <a:cubicBezTo>
                    <a:pt x="517" y="418"/>
                    <a:pt x="528" y="421"/>
                    <a:pt x="584" y="428"/>
                  </a:cubicBezTo>
                  <a:cubicBezTo>
                    <a:pt x="624" y="455"/>
                    <a:pt x="621" y="489"/>
                    <a:pt x="636" y="531"/>
                  </a:cubicBezTo>
                  <a:cubicBezTo>
                    <a:pt x="605" y="624"/>
                    <a:pt x="565" y="652"/>
                    <a:pt x="466" y="664"/>
                  </a:cubicBezTo>
                  <a:cubicBezTo>
                    <a:pt x="434" y="659"/>
                    <a:pt x="400" y="660"/>
                    <a:pt x="370" y="649"/>
                  </a:cubicBezTo>
                  <a:cubicBezTo>
                    <a:pt x="327" y="633"/>
                    <a:pt x="220" y="550"/>
                    <a:pt x="192" y="509"/>
                  </a:cubicBezTo>
                  <a:cubicBezTo>
                    <a:pt x="190" y="489"/>
                    <a:pt x="199" y="464"/>
                    <a:pt x="185" y="450"/>
                  </a:cubicBezTo>
                  <a:cubicBezTo>
                    <a:pt x="176" y="441"/>
                    <a:pt x="159" y="457"/>
                    <a:pt x="148" y="465"/>
                  </a:cubicBezTo>
                  <a:cubicBezTo>
                    <a:pt x="105" y="496"/>
                    <a:pt x="61" y="544"/>
                    <a:pt x="37" y="590"/>
                  </a:cubicBezTo>
                  <a:cubicBezTo>
                    <a:pt x="31" y="616"/>
                    <a:pt x="24" y="639"/>
                    <a:pt x="15" y="664"/>
                  </a:cubicBezTo>
                  <a:cubicBezTo>
                    <a:pt x="10" y="679"/>
                    <a:pt x="0" y="709"/>
                    <a:pt x="0" y="709"/>
                  </a:cubicBezTo>
                  <a:cubicBezTo>
                    <a:pt x="5" y="741"/>
                    <a:pt x="7" y="774"/>
                    <a:pt x="15" y="805"/>
                  </a:cubicBezTo>
                  <a:cubicBezTo>
                    <a:pt x="31" y="866"/>
                    <a:pt x="124" y="873"/>
                    <a:pt x="170" y="886"/>
                  </a:cubicBezTo>
                  <a:cubicBezTo>
                    <a:pt x="205" y="883"/>
                    <a:pt x="243" y="893"/>
                    <a:pt x="274" y="878"/>
                  </a:cubicBezTo>
                  <a:cubicBezTo>
                    <a:pt x="295" y="868"/>
                    <a:pt x="299" y="839"/>
                    <a:pt x="311" y="819"/>
                  </a:cubicBezTo>
                  <a:cubicBezTo>
                    <a:pt x="319" y="807"/>
                    <a:pt x="333" y="782"/>
                    <a:pt x="333" y="782"/>
                  </a:cubicBezTo>
                  <a:cubicBezTo>
                    <a:pt x="354" y="648"/>
                    <a:pt x="501" y="636"/>
                    <a:pt x="613" y="627"/>
                  </a:cubicBezTo>
                  <a:cubicBezTo>
                    <a:pt x="735" y="632"/>
                    <a:pt x="786" y="650"/>
                    <a:pt x="887" y="627"/>
                  </a:cubicBezTo>
                  <a:cubicBezTo>
                    <a:pt x="950" y="527"/>
                    <a:pt x="853" y="487"/>
                    <a:pt x="783" y="443"/>
                  </a:cubicBezTo>
                  <a:cubicBezTo>
                    <a:pt x="709" y="457"/>
                    <a:pt x="730" y="486"/>
                    <a:pt x="739" y="568"/>
                  </a:cubicBezTo>
                  <a:cubicBezTo>
                    <a:pt x="739" y="572"/>
                    <a:pt x="749" y="614"/>
                    <a:pt x="754" y="620"/>
                  </a:cubicBezTo>
                  <a:cubicBezTo>
                    <a:pt x="776" y="647"/>
                    <a:pt x="825" y="640"/>
                    <a:pt x="850" y="642"/>
                  </a:cubicBezTo>
                  <a:cubicBezTo>
                    <a:pt x="877" y="633"/>
                    <a:pt x="895" y="620"/>
                    <a:pt x="924" y="613"/>
                  </a:cubicBezTo>
                  <a:cubicBezTo>
                    <a:pt x="937" y="599"/>
                    <a:pt x="953" y="589"/>
                    <a:pt x="953" y="568"/>
                  </a:cubicBezTo>
                  <a:cubicBezTo>
                    <a:pt x="953" y="521"/>
                    <a:pt x="950" y="475"/>
                    <a:pt x="946" y="428"/>
                  </a:cubicBezTo>
                  <a:cubicBezTo>
                    <a:pt x="939" y="352"/>
                    <a:pt x="843" y="316"/>
                    <a:pt x="791" y="280"/>
                  </a:cubicBezTo>
                  <a:cubicBezTo>
                    <a:pt x="746" y="348"/>
                    <a:pt x="759" y="307"/>
                    <a:pt x="768" y="406"/>
                  </a:cubicBezTo>
                  <a:cubicBezTo>
                    <a:pt x="813" y="398"/>
                    <a:pt x="826" y="398"/>
                    <a:pt x="850" y="361"/>
                  </a:cubicBezTo>
                  <a:cubicBezTo>
                    <a:pt x="870" y="258"/>
                    <a:pt x="818" y="194"/>
                    <a:pt x="724" y="155"/>
                  </a:cubicBezTo>
                  <a:cubicBezTo>
                    <a:pt x="580" y="94"/>
                    <a:pt x="682" y="133"/>
                    <a:pt x="606" y="110"/>
                  </a:cubicBezTo>
                  <a:cubicBezTo>
                    <a:pt x="591" y="106"/>
                    <a:pt x="562" y="96"/>
                    <a:pt x="562" y="96"/>
                  </a:cubicBezTo>
                  <a:cubicBezTo>
                    <a:pt x="527" y="147"/>
                    <a:pt x="503" y="158"/>
                    <a:pt x="488" y="221"/>
                  </a:cubicBezTo>
                  <a:cubicBezTo>
                    <a:pt x="490" y="278"/>
                    <a:pt x="485" y="335"/>
                    <a:pt x="495" y="391"/>
                  </a:cubicBezTo>
                  <a:cubicBezTo>
                    <a:pt x="500" y="421"/>
                    <a:pt x="552" y="447"/>
                    <a:pt x="569" y="472"/>
                  </a:cubicBezTo>
                  <a:cubicBezTo>
                    <a:pt x="560" y="518"/>
                    <a:pt x="554" y="526"/>
                    <a:pt x="517" y="553"/>
                  </a:cubicBezTo>
                  <a:cubicBezTo>
                    <a:pt x="495" y="588"/>
                    <a:pt x="471" y="585"/>
                    <a:pt x="436" y="598"/>
                  </a:cubicBezTo>
                  <a:cubicBezTo>
                    <a:pt x="398" y="592"/>
                    <a:pt x="363" y="583"/>
                    <a:pt x="325" y="576"/>
                  </a:cubicBezTo>
                  <a:cubicBezTo>
                    <a:pt x="313" y="556"/>
                    <a:pt x="285" y="540"/>
                    <a:pt x="288" y="517"/>
                  </a:cubicBezTo>
                  <a:cubicBezTo>
                    <a:pt x="293" y="477"/>
                    <a:pt x="293" y="437"/>
                    <a:pt x="303" y="398"/>
                  </a:cubicBezTo>
                  <a:cubicBezTo>
                    <a:pt x="306" y="386"/>
                    <a:pt x="319" y="379"/>
                    <a:pt x="325" y="369"/>
                  </a:cubicBezTo>
                  <a:cubicBezTo>
                    <a:pt x="346" y="336"/>
                    <a:pt x="359" y="297"/>
                    <a:pt x="399" y="280"/>
                  </a:cubicBezTo>
                  <a:cubicBezTo>
                    <a:pt x="427" y="268"/>
                    <a:pt x="459" y="267"/>
                    <a:pt x="488" y="258"/>
                  </a:cubicBezTo>
                  <a:cubicBezTo>
                    <a:pt x="525" y="263"/>
                    <a:pt x="565" y="257"/>
                    <a:pt x="599" y="273"/>
                  </a:cubicBezTo>
                  <a:cubicBezTo>
                    <a:pt x="613" y="280"/>
                    <a:pt x="613" y="317"/>
                    <a:pt x="613" y="317"/>
                  </a:cubicBezTo>
                  <a:cubicBezTo>
                    <a:pt x="606" y="407"/>
                    <a:pt x="596" y="501"/>
                    <a:pt x="495" y="524"/>
                  </a:cubicBezTo>
                  <a:cubicBezTo>
                    <a:pt x="456" y="519"/>
                    <a:pt x="415" y="519"/>
                    <a:pt x="377" y="509"/>
                  </a:cubicBezTo>
                  <a:cubicBezTo>
                    <a:pt x="338" y="499"/>
                    <a:pt x="286" y="384"/>
                    <a:pt x="274" y="347"/>
                  </a:cubicBezTo>
                  <a:cubicBezTo>
                    <a:pt x="302" y="273"/>
                    <a:pt x="299" y="268"/>
                    <a:pt x="370" y="251"/>
                  </a:cubicBezTo>
                  <a:cubicBezTo>
                    <a:pt x="462" y="260"/>
                    <a:pt x="449" y="245"/>
                    <a:pt x="466" y="325"/>
                  </a:cubicBezTo>
                  <a:cubicBezTo>
                    <a:pt x="452" y="396"/>
                    <a:pt x="441" y="488"/>
                    <a:pt x="362" y="517"/>
                  </a:cubicBezTo>
                  <a:cubicBezTo>
                    <a:pt x="271" y="509"/>
                    <a:pt x="184" y="535"/>
                    <a:pt x="133" y="457"/>
                  </a:cubicBezTo>
                  <a:cubicBezTo>
                    <a:pt x="128" y="536"/>
                    <a:pt x="121" y="604"/>
                    <a:pt x="104" y="679"/>
                  </a:cubicBezTo>
                  <a:cubicBezTo>
                    <a:pt x="100" y="695"/>
                    <a:pt x="96" y="753"/>
                    <a:pt x="82" y="75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4">
              <a:extLst>
                <a:ext uri="{FF2B5EF4-FFF2-40B4-BE49-F238E27FC236}">
                  <a16:creationId xmlns:a16="http://schemas.microsoft.com/office/drawing/2014/main" id="{525243E6-3A13-4886-A439-5A8E03012BCE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800" y="4114800"/>
              <a:ext cx="1512888" cy="1755775"/>
            </a:xfrm>
            <a:custGeom>
              <a:avLst/>
              <a:gdLst>
                <a:gd name="T0" fmla="*/ 370 w 953"/>
                <a:gd name="T1" fmla="*/ 457 h 1106"/>
                <a:gd name="T2" fmla="*/ 296 w 953"/>
                <a:gd name="T3" fmla="*/ 413 h 1106"/>
                <a:gd name="T4" fmla="*/ 540 w 953"/>
                <a:gd name="T5" fmla="*/ 214 h 1106"/>
                <a:gd name="T6" fmla="*/ 665 w 953"/>
                <a:gd name="T7" fmla="*/ 465 h 1106"/>
                <a:gd name="T8" fmla="*/ 392 w 953"/>
                <a:gd name="T9" fmla="*/ 398 h 1106"/>
                <a:gd name="T10" fmla="*/ 414 w 953"/>
                <a:gd name="T11" fmla="*/ 243 h 1106"/>
                <a:gd name="T12" fmla="*/ 621 w 953"/>
                <a:gd name="T13" fmla="*/ 133 h 1106"/>
                <a:gd name="T14" fmla="*/ 709 w 953"/>
                <a:gd name="T15" fmla="*/ 265 h 1106"/>
                <a:gd name="T16" fmla="*/ 532 w 953"/>
                <a:gd name="T17" fmla="*/ 421 h 1106"/>
                <a:gd name="T18" fmla="*/ 362 w 953"/>
                <a:gd name="T19" fmla="*/ 258 h 1106"/>
                <a:gd name="T20" fmla="*/ 185 w 953"/>
                <a:gd name="T21" fmla="*/ 133 h 1106"/>
                <a:gd name="T22" fmla="*/ 444 w 953"/>
                <a:gd name="T23" fmla="*/ 369 h 1106"/>
                <a:gd name="T24" fmla="*/ 458 w 953"/>
                <a:gd name="T25" fmla="*/ 199 h 1106"/>
                <a:gd name="T26" fmla="*/ 414 w 953"/>
                <a:gd name="T27" fmla="*/ 133 h 1106"/>
                <a:gd name="T28" fmla="*/ 650 w 953"/>
                <a:gd name="T29" fmla="*/ 66 h 1106"/>
                <a:gd name="T30" fmla="*/ 665 w 953"/>
                <a:gd name="T31" fmla="*/ 236 h 1106"/>
                <a:gd name="T32" fmla="*/ 444 w 953"/>
                <a:gd name="T33" fmla="*/ 288 h 1106"/>
                <a:gd name="T34" fmla="*/ 259 w 953"/>
                <a:gd name="T35" fmla="*/ 376 h 1106"/>
                <a:gd name="T36" fmla="*/ 207 w 953"/>
                <a:gd name="T37" fmla="*/ 472 h 1106"/>
                <a:gd name="T38" fmla="*/ 252 w 953"/>
                <a:gd name="T39" fmla="*/ 716 h 1106"/>
                <a:gd name="T40" fmla="*/ 429 w 953"/>
                <a:gd name="T41" fmla="*/ 937 h 1106"/>
                <a:gd name="T42" fmla="*/ 333 w 953"/>
                <a:gd name="T43" fmla="*/ 1070 h 1106"/>
                <a:gd name="T44" fmla="*/ 362 w 953"/>
                <a:gd name="T45" fmla="*/ 841 h 1106"/>
                <a:gd name="T46" fmla="*/ 576 w 953"/>
                <a:gd name="T47" fmla="*/ 745 h 1106"/>
                <a:gd name="T48" fmla="*/ 709 w 953"/>
                <a:gd name="T49" fmla="*/ 731 h 1106"/>
                <a:gd name="T50" fmla="*/ 458 w 953"/>
                <a:gd name="T51" fmla="*/ 657 h 1106"/>
                <a:gd name="T52" fmla="*/ 473 w 953"/>
                <a:gd name="T53" fmla="*/ 450 h 1106"/>
                <a:gd name="T54" fmla="*/ 636 w 953"/>
                <a:gd name="T55" fmla="*/ 531 h 1106"/>
                <a:gd name="T56" fmla="*/ 370 w 953"/>
                <a:gd name="T57" fmla="*/ 649 h 1106"/>
                <a:gd name="T58" fmla="*/ 185 w 953"/>
                <a:gd name="T59" fmla="*/ 450 h 1106"/>
                <a:gd name="T60" fmla="*/ 37 w 953"/>
                <a:gd name="T61" fmla="*/ 590 h 1106"/>
                <a:gd name="T62" fmla="*/ 0 w 953"/>
                <a:gd name="T63" fmla="*/ 709 h 1106"/>
                <a:gd name="T64" fmla="*/ 170 w 953"/>
                <a:gd name="T65" fmla="*/ 886 h 1106"/>
                <a:gd name="T66" fmla="*/ 311 w 953"/>
                <a:gd name="T67" fmla="*/ 819 h 1106"/>
                <a:gd name="T68" fmla="*/ 613 w 953"/>
                <a:gd name="T69" fmla="*/ 627 h 1106"/>
                <a:gd name="T70" fmla="*/ 783 w 953"/>
                <a:gd name="T71" fmla="*/ 443 h 1106"/>
                <a:gd name="T72" fmla="*/ 754 w 953"/>
                <a:gd name="T73" fmla="*/ 620 h 1106"/>
                <a:gd name="T74" fmla="*/ 924 w 953"/>
                <a:gd name="T75" fmla="*/ 613 h 1106"/>
                <a:gd name="T76" fmla="*/ 946 w 953"/>
                <a:gd name="T77" fmla="*/ 428 h 1106"/>
                <a:gd name="T78" fmla="*/ 768 w 953"/>
                <a:gd name="T79" fmla="*/ 406 h 1106"/>
                <a:gd name="T80" fmla="*/ 724 w 953"/>
                <a:gd name="T81" fmla="*/ 155 h 1106"/>
                <a:gd name="T82" fmla="*/ 562 w 953"/>
                <a:gd name="T83" fmla="*/ 96 h 1106"/>
                <a:gd name="T84" fmla="*/ 495 w 953"/>
                <a:gd name="T85" fmla="*/ 391 h 1106"/>
                <a:gd name="T86" fmla="*/ 517 w 953"/>
                <a:gd name="T87" fmla="*/ 553 h 1106"/>
                <a:gd name="T88" fmla="*/ 325 w 953"/>
                <a:gd name="T89" fmla="*/ 576 h 1106"/>
                <a:gd name="T90" fmla="*/ 303 w 953"/>
                <a:gd name="T91" fmla="*/ 398 h 1106"/>
                <a:gd name="T92" fmla="*/ 399 w 953"/>
                <a:gd name="T93" fmla="*/ 280 h 1106"/>
                <a:gd name="T94" fmla="*/ 599 w 953"/>
                <a:gd name="T95" fmla="*/ 273 h 1106"/>
                <a:gd name="T96" fmla="*/ 495 w 953"/>
                <a:gd name="T97" fmla="*/ 524 h 1106"/>
                <a:gd name="T98" fmla="*/ 274 w 953"/>
                <a:gd name="T99" fmla="*/ 347 h 1106"/>
                <a:gd name="T100" fmla="*/ 466 w 953"/>
                <a:gd name="T101" fmla="*/ 325 h 1106"/>
                <a:gd name="T102" fmla="*/ 133 w 953"/>
                <a:gd name="T103" fmla="*/ 457 h 1106"/>
                <a:gd name="T104" fmla="*/ 82 w 953"/>
                <a:gd name="T105" fmla="*/ 753 h 1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53" h="1106">
                  <a:moveTo>
                    <a:pt x="495" y="517"/>
                  </a:moveTo>
                  <a:cubicBezTo>
                    <a:pt x="456" y="497"/>
                    <a:pt x="407" y="480"/>
                    <a:pt x="370" y="457"/>
                  </a:cubicBezTo>
                  <a:cubicBezTo>
                    <a:pt x="321" y="426"/>
                    <a:pt x="360" y="441"/>
                    <a:pt x="318" y="428"/>
                  </a:cubicBezTo>
                  <a:cubicBezTo>
                    <a:pt x="311" y="423"/>
                    <a:pt x="296" y="422"/>
                    <a:pt x="296" y="413"/>
                  </a:cubicBezTo>
                  <a:cubicBezTo>
                    <a:pt x="290" y="259"/>
                    <a:pt x="289" y="225"/>
                    <a:pt x="414" y="206"/>
                  </a:cubicBezTo>
                  <a:cubicBezTo>
                    <a:pt x="456" y="209"/>
                    <a:pt x="501" y="199"/>
                    <a:pt x="540" y="214"/>
                  </a:cubicBezTo>
                  <a:cubicBezTo>
                    <a:pt x="604" y="239"/>
                    <a:pt x="621" y="325"/>
                    <a:pt x="665" y="369"/>
                  </a:cubicBezTo>
                  <a:cubicBezTo>
                    <a:pt x="673" y="401"/>
                    <a:pt x="683" y="431"/>
                    <a:pt x="665" y="465"/>
                  </a:cubicBezTo>
                  <a:cubicBezTo>
                    <a:pt x="663" y="470"/>
                    <a:pt x="617" y="484"/>
                    <a:pt x="606" y="487"/>
                  </a:cubicBezTo>
                  <a:cubicBezTo>
                    <a:pt x="426" y="479"/>
                    <a:pt x="450" y="514"/>
                    <a:pt x="392" y="398"/>
                  </a:cubicBezTo>
                  <a:cubicBezTo>
                    <a:pt x="381" y="347"/>
                    <a:pt x="375" y="339"/>
                    <a:pt x="392" y="273"/>
                  </a:cubicBezTo>
                  <a:cubicBezTo>
                    <a:pt x="395" y="261"/>
                    <a:pt x="406" y="252"/>
                    <a:pt x="414" y="243"/>
                  </a:cubicBezTo>
                  <a:cubicBezTo>
                    <a:pt x="451" y="202"/>
                    <a:pt x="487" y="143"/>
                    <a:pt x="540" y="125"/>
                  </a:cubicBezTo>
                  <a:cubicBezTo>
                    <a:pt x="567" y="128"/>
                    <a:pt x="595" y="124"/>
                    <a:pt x="621" y="133"/>
                  </a:cubicBezTo>
                  <a:cubicBezTo>
                    <a:pt x="632" y="137"/>
                    <a:pt x="636" y="152"/>
                    <a:pt x="643" y="162"/>
                  </a:cubicBezTo>
                  <a:cubicBezTo>
                    <a:pt x="668" y="197"/>
                    <a:pt x="696" y="223"/>
                    <a:pt x="709" y="265"/>
                  </a:cubicBezTo>
                  <a:cubicBezTo>
                    <a:pt x="702" y="371"/>
                    <a:pt x="715" y="385"/>
                    <a:pt x="636" y="435"/>
                  </a:cubicBezTo>
                  <a:cubicBezTo>
                    <a:pt x="601" y="430"/>
                    <a:pt x="566" y="430"/>
                    <a:pt x="532" y="421"/>
                  </a:cubicBezTo>
                  <a:cubicBezTo>
                    <a:pt x="520" y="418"/>
                    <a:pt x="513" y="405"/>
                    <a:pt x="503" y="398"/>
                  </a:cubicBezTo>
                  <a:cubicBezTo>
                    <a:pt x="444" y="358"/>
                    <a:pt x="403" y="318"/>
                    <a:pt x="362" y="258"/>
                  </a:cubicBezTo>
                  <a:cubicBezTo>
                    <a:pt x="341" y="190"/>
                    <a:pt x="403" y="90"/>
                    <a:pt x="325" y="66"/>
                  </a:cubicBezTo>
                  <a:cubicBezTo>
                    <a:pt x="236" y="73"/>
                    <a:pt x="221" y="61"/>
                    <a:pt x="185" y="133"/>
                  </a:cubicBezTo>
                  <a:cubicBezTo>
                    <a:pt x="142" y="310"/>
                    <a:pt x="201" y="371"/>
                    <a:pt x="340" y="428"/>
                  </a:cubicBezTo>
                  <a:cubicBezTo>
                    <a:pt x="398" y="420"/>
                    <a:pt x="409" y="413"/>
                    <a:pt x="444" y="369"/>
                  </a:cubicBezTo>
                  <a:cubicBezTo>
                    <a:pt x="462" y="313"/>
                    <a:pt x="455" y="340"/>
                    <a:pt x="466" y="288"/>
                  </a:cubicBezTo>
                  <a:cubicBezTo>
                    <a:pt x="463" y="258"/>
                    <a:pt x="466" y="228"/>
                    <a:pt x="458" y="199"/>
                  </a:cubicBezTo>
                  <a:cubicBezTo>
                    <a:pt x="453" y="182"/>
                    <a:pt x="439" y="170"/>
                    <a:pt x="429" y="155"/>
                  </a:cubicBezTo>
                  <a:cubicBezTo>
                    <a:pt x="424" y="148"/>
                    <a:pt x="414" y="133"/>
                    <a:pt x="414" y="133"/>
                  </a:cubicBezTo>
                  <a:cubicBezTo>
                    <a:pt x="398" y="51"/>
                    <a:pt x="432" y="12"/>
                    <a:pt x="510" y="0"/>
                  </a:cubicBezTo>
                  <a:cubicBezTo>
                    <a:pt x="607" y="14"/>
                    <a:pt x="602" y="3"/>
                    <a:pt x="650" y="66"/>
                  </a:cubicBezTo>
                  <a:cubicBezTo>
                    <a:pt x="658" y="88"/>
                    <a:pt x="672" y="133"/>
                    <a:pt x="672" y="133"/>
                  </a:cubicBezTo>
                  <a:cubicBezTo>
                    <a:pt x="670" y="167"/>
                    <a:pt x="673" y="202"/>
                    <a:pt x="665" y="236"/>
                  </a:cubicBezTo>
                  <a:cubicBezTo>
                    <a:pt x="661" y="253"/>
                    <a:pt x="636" y="262"/>
                    <a:pt x="621" y="265"/>
                  </a:cubicBezTo>
                  <a:cubicBezTo>
                    <a:pt x="563" y="276"/>
                    <a:pt x="503" y="282"/>
                    <a:pt x="444" y="288"/>
                  </a:cubicBezTo>
                  <a:cubicBezTo>
                    <a:pt x="398" y="302"/>
                    <a:pt x="351" y="310"/>
                    <a:pt x="311" y="339"/>
                  </a:cubicBezTo>
                  <a:cubicBezTo>
                    <a:pt x="294" y="351"/>
                    <a:pt x="259" y="376"/>
                    <a:pt x="259" y="376"/>
                  </a:cubicBezTo>
                  <a:cubicBezTo>
                    <a:pt x="244" y="423"/>
                    <a:pt x="264" y="372"/>
                    <a:pt x="229" y="421"/>
                  </a:cubicBezTo>
                  <a:cubicBezTo>
                    <a:pt x="220" y="433"/>
                    <a:pt x="212" y="457"/>
                    <a:pt x="207" y="472"/>
                  </a:cubicBezTo>
                  <a:cubicBezTo>
                    <a:pt x="210" y="531"/>
                    <a:pt x="211" y="590"/>
                    <a:pt x="215" y="649"/>
                  </a:cubicBezTo>
                  <a:cubicBezTo>
                    <a:pt x="217" y="674"/>
                    <a:pt x="252" y="716"/>
                    <a:pt x="252" y="716"/>
                  </a:cubicBezTo>
                  <a:cubicBezTo>
                    <a:pt x="271" y="776"/>
                    <a:pt x="327" y="840"/>
                    <a:pt x="384" y="864"/>
                  </a:cubicBezTo>
                  <a:cubicBezTo>
                    <a:pt x="420" y="917"/>
                    <a:pt x="406" y="892"/>
                    <a:pt x="429" y="937"/>
                  </a:cubicBezTo>
                  <a:cubicBezTo>
                    <a:pt x="440" y="982"/>
                    <a:pt x="458" y="1048"/>
                    <a:pt x="421" y="1085"/>
                  </a:cubicBezTo>
                  <a:cubicBezTo>
                    <a:pt x="400" y="1106"/>
                    <a:pt x="362" y="1075"/>
                    <a:pt x="333" y="1070"/>
                  </a:cubicBezTo>
                  <a:cubicBezTo>
                    <a:pt x="295" y="1042"/>
                    <a:pt x="290" y="1028"/>
                    <a:pt x="281" y="982"/>
                  </a:cubicBezTo>
                  <a:cubicBezTo>
                    <a:pt x="288" y="887"/>
                    <a:pt x="277" y="872"/>
                    <a:pt x="362" y="841"/>
                  </a:cubicBezTo>
                  <a:cubicBezTo>
                    <a:pt x="392" y="819"/>
                    <a:pt x="412" y="819"/>
                    <a:pt x="444" y="805"/>
                  </a:cubicBezTo>
                  <a:cubicBezTo>
                    <a:pt x="490" y="784"/>
                    <a:pt x="527" y="756"/>
                    <a:pt x="576" y="745"/>
                  </a:cubicBezTo>
                  <a:cubicBezTo>
                    <a:pt x="591" y="738"/>
                    <a:pt x="619" y="723"/>
                    <a:pt x="636" y="723"/>
                  </a:cubicBezTo>
                  <a:cubicBezTo>
                    <a:pt x="660" y="723"/>
                    <a:pt x="733" y="731"/>
                    <a:pt x="709" y="731"/>
                  </a:cubicBezTo>
                  <a:cubicBezTo>
                    <a:pt x="670" y="731"/>
                    <a:pt x="630" y="726"/>
                    <a:pt x="591" y="723"/>
                  </a:cubicBezTo>
                  <a:cubicBezTo>
                    <a:pt x="539" y="709"/>
                    <a:pt x="504" y="685"/>
                    <a:pt x="458" y="657"/>
                  </a:cubicBezTo>
                  <a:cubicBezTo>
                    <a:pt x="439" y="628"/>
                    <a:pt x="422" y="618"/>
                    <a:pt x="414" y="583"/>
                  </a:cubicBezTo>
                  <a:cubicBezTo>
                    <a:pt x="423" y="526"/>
                    <a:pt x="413" y="469"/>
                    <a:pt x="473" y="450"/>
                  </a:cubicBezTo>
                  <a:cubicBezTo>
                    <a:pt x="517" y="418"/>
                    <a:pt x="528" y="421"/>
                    <a:pt x="584" y="428"/>
                  </a:cubicBezTo>
                  <a:cubicBezTo>
                    <a:pt x="624" y="455"/>
                    <a:pt x="621" y="489"/>
                    <a:pt x="636" y="531"/>
                  </a:cubicBezTo>
                  <a:cubicBezTo>
                    <a:pt x="605" y="624"/>
                    <a:pt x="565" y="652"/>
                    <a:pt x="466" y="664"/>
                  </a:cubicBezTo>
                  <a:cubicBezTo>
                    <a:pt x="434" y="659"/>
                    <a:pt x="400" y="660"/>
                    <a:pt x="370" y="649"/>
                  </a:cubicBezTo>
                  <a:cubicBezTo>
                    <a:pt x="327" y="633"/>
                    <a:pt x="220" y="550"/>
                    <a:pt x="192" y="509"/>
                  </a:cubicBezTo>
                  <a:cubicBezTo>
                    <a:pt x="190" y="489"/>
                    <a:pt x="199" y="464"/>
                    <a:pt x="185" y="450"/>
                  </a:cubicBezTo>
                  <a:cubicBezTo>
                    <a:pt x="176" y="441"/>
                    <a:pt x="159" y="457"/>
                    <a:pt x="148" y="465"/>
                  </a:cubicBezTo>
                  <a:cubicBezTo>
                    <a:pt x="105" y="496"/>
                    <a:pt x="61" y="544"/>
                    <a:pt x="37" y="590"/>
                  </a:cubicBezTo>
                  <a:cubicBezTo>
                    <a:pt x="31" y="616"/>
                    <a:pt x="24" y="639"/>
                    <a:pt x="15" y="664"/>
                  </a:cubicBezTo>
                  <a:cubicBezTo>
                    <a:pt x="10" y="679"/>
                    <a:pt x="0" y="709"/>
                    <a:pt x="0" y="709"/>
                  </a:cubicBezTo>
                  <a:cubicBezTo>
                    <a:pt x="5" y="741"/>
                    <a:pt x="7" y="774"/>
                    <a:pt x="15" y="805"/>
                  </a:cubicBezTo>
                  <a:cubicBezTo>
                    <a:pt x="31" y="866"/>
                    <a:pt x="124" y="873"/>
                    <a:pt x="170" y="886"/>
                  </a:cubicBezTo>
                  <a:cubicBezTo>
                    <a:pt x="205" y="883"/>
                    <a:pt x="243" y="893"/>
                    <a:pt x="274" y="878"/>
                  </a:cubicBezTo>
                  <a:cubicBezTo>
                    <a:pt x="295" y="868"/>
                    <a:pt x="299" y="839"/>
                    <a:pt x="311" y="819"/>
                  </a:cubicBezTo>
                  <a:cubicBezTo>
                    <a:pt x="319" y="807"/>
                    <a:pt x="333" y="782"/>
                    <a:pt x="333" y="782"/>
                  </a:cubicBezTo>
                  <a:cubicBezTo>
                    <a:pt x="354" y="648"/>
                    <a:pt x="501" y="636"/>
                    <a:pt x="613" y="627"/>
                  </a:cubicBezTo>
                  <a:cubicBezTo>
                    <a:pt x="735" y="632"/>
                    <a:pt x="786" y="650"/>
                    <a:pt x="887" y="627"/>
                  </a:cubicBezTo>
                  <a:cubicBezTo>
                    <a:pt x="950" y="527"/>
                    <a:pt x="853" y="487"/>
                    <a:pt x="783" y="443"/>
                  </a:cubicBezTo>
                  <a:cubicBezTo>
                    <a:pt x="709" y="457"/>
                    <a:pt x="730" y="486"/>
                    <a:pt x="739" y="568"/>
                  </a:cubicBezTo>
                  <a:cubicBezTo>
                    <a:pt x="739" y="572"/>
                    <a:pt x="749" y="614"/>
                    <a:pt x="754" y="620"/>
                  </a:cubicBezTo>
                  <a:cubicBezTo>
                    <a:pt x="776" y="647"/>
                    <a:pt x="825" y="640"/>
                    <a:pt x="850" y="642"/>
                  </a:cubicBezTo>
                  <a:cubicBezTo>
                    <a:pt x="877" y="633"/>
                    <a:pt x="895" y="620"/>
                    <a:pt x="924" y="613"/>
                  </a:cubicBezTo>
                  <a:cubicBezTo>
                    <a:pt x="937" y="599"/>
                    <a:pt x="953" y="589"/>
                    <a:pt x="953" y="568"/>
                  </a:cubicBezTo>
                  <a:cubicBezTo>
                    <a:pt x="953" y="521"/>
                    <a:pt x="950" y="475"/>
                    <a:pt x="946" y="428"/>
                  </a:cubicBezTo>
                  <a:cubicBezTo>
                    <a:pt x="939" y="352"/>
                    <a:pt x="843" y="316"/>
                    <a:pt x="791" y="280"/>
                  </a:cubicBezTo>
                  <a:cubicBezTo>
                    <a:pt x="746" y="348"/>
                    <a:pt x="759" y="307"/>
                    <a:pt x="768" y="406"/>
                  </a:cubicBezTo>
                  <a:cubicBezTo>
                    <a:pt x="813" y="398"/>
                    <a:pt x="826" y="398"/>
                    <a:pt x="850" y="361"/>
                  </a:cubicBezTo>
                  <a:cubicBezTo>
                    <a:pt x="870" y="258"/>
                    <a:pt x="818" y="194"/>
                    <a:pt x="724" y="155"/>
                  </a:cubicBezTo>
                  <a:cubicBezTo>
                    <a:pt x="580" y="94"/>
                    <a:pt x="682" y="133"/>
                    <a:pt x="606" y="110"/>
                  </a:cubicBezTo>
                  <a:cubicBezTo>
                    <a:pt x="591" y="106"/>
                    <a:pt x="562" y="96"/>
                    <a:pt x="562" y="96"/>
                  </a:cubicBezTo>
                  <a:cubicBezTo>
                    <a:pt x="527" y="147"/>
                    <a:pt x="503" y="158"/>
                    <a:pt x="488" y="221"/>
                  </a:cubicBezTo>
                  <a:cubicBezTo>
                    <a:pt x="490" y="278"/>
                    <a:pt x="485" y="335"/>
                    <a:pt x="495" y="391"/>
                  </a:cubicBezTo>
                  <a:cubicBezTo>
                    <a:pt x="500" y="421"/>
                    <a:pt x="552" y="447"/>
                    <a:pt x="569" y="472"/>
                  </a:cubicBezTo>
                  <a:cubicBezTo>
                    <a:pt x="560" y="518"/>
                    <a:pt x="554" y="526"/>
                    <a:pt x="517" y="553"/>
                  </a:cubicBezTo>
                  <a:cubicBezTo>
                    <a:pt x="495" y="588"/>
                    <a:pt x="471" y="585"/>
                    <a:pt x="436" y="598"/>
                  </a:cubicBezTo>
                  <a:cubicBezTo>
                    <a:pt x="398" y="592"/>
                    <a:pt x="363" y="583"/>
                    <a:pt x="325" y="576"/>
                  </a:cubicBezTo>
                  <a:cubicBezTo>
                    <a:pt x="313" y="556"/>
                    <a:pt x="285" y="540"/>
                    <a:pt x="288" y="517"/>
                  </a:cubicBezTo>
                  <a:cubicBezTo>
                    <a:pt x="293" y="477"/>
                    <a:pt x="293" y="437"/>
                    <a:pt x="303" y="398"/>
                  </a:cubicBezTo>
                  <a:cubicBezTo>
                    <a:pt x="306" y="386"/>
                    <a:pt x="319" y="379"/>
                    <a:pt x="325" y="369"/>
                  </a:cubicBezTo>
                  <a:cubicBezTo>
                    <a:pt x="346" y="336"/>
                    <a:pt x="359" y="297"/>
                    <a:pt x="399" y="280"/>
                  </a:cubicBezTo>
                  <a:cubicBezTo>
                    <a:pt x="427" y="268"/>
                    <a:pt x="459" y="267"/>
                    <a:pt x="488" y="258"/>
                  </a:cubicBezTo>
                  <a:cubicBezTo>
                    <a:pt x="525" y="263"/>
                    <a:pt x="565" y="257"/>
                    <a:pt x="599" y="273"/>
                  </a:cubicBezTo>
                  <a:cubicBezTo>
                    <a:pt x="613" y="280"/>
                    <a:pt x="613" y="317"/>
                    <a:pt x="613" y="317"/>
                  </a:cubicBezTo>
                  <a:cubicBezTo>
                    <a:pt x="606" y="407"/>
                    <a:pt x="596" y="501"/>
                    <a:pt x="495" y="524"/>
                  </a:cubicBezTo>
                  <a:cubicBezTo>
                    <a:pt x="456" y="519"/>
                    <a:pt x="415" y="519"/>
                    <a:pt x="377" y="509"/>
                  </a:cubicBezTo>
                  <a:cubicBezTo>
                    <a:pt x="338" y="499"/>
                    <a:pt x="286" y="384"/>
                    <a:pt x="274" y="347"/>
                  </a:cubicBezTo>
                  <a:cubicBezTo>
                    <a:pt x="302" y="273"/>
                    <a:pt x="299" y="268"/>
                    <a:pt x="370" y="251"/>
                  </a:cubicBezTo>
                  <a:cubicBezTo>
                    <a:pt x="462" y="260"/>
                    <a:pt x="449" y="245"/>
                    <a:pt x="466" y="325"/>
                  </a:cubicBezTo>
                  <a:cubicBezTo>
                    <a:pt x="452" y="396"/>
                    <a:pt x="441" y="488"/>
                    <a:pt x="362" y="517"/>
                  </a:cubicBezTo>
                  <a:cubicBezTo>
                    <a:pt x="271" y="509"/>
                    <a:pt x="184" y="535"/>
                    <a:pt x="133" y="457"/>
                  </a:cubicBezTo>
                  <a:cubicBezTo>
                    <a:pt x="128" y="536"/>
                    <a:pt x="121" y="604"/>
                    <a:pt x="104" y="679"/>
                  </a:cubicBezTo>
                  <a:cubicBezTo>
                    <a:pt x="100" y="695"/>
                    <a:pt x="96" y="753"/>
                    <a:pt x="82" y="75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CD597AB0-302F-47D4-823A-85B64AD9765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9800" y="4343400"/>
              <a:ext cx="1512888" cy="1755775"/>
            </a:xfrm>
            <a:custGeom>
              <a:avLst/>
              <a:gdLst>
                <a:gd name="T0" fmla="*/ 370 w 953"/>
                <a:gd name="T1" fmla="*/ 457 h 1106"/>
                <a:gd name="T2" fmla="*/ 296 w 953"/>
                <a:gd name="T3" fmla="*/ 413 h 1106"/>
                <a:gd name="T4" fmla="*/ 540 w 953"/>
                <a:gd name="T5" fmla="*/ 214 h 1106"/>
                <a:gd name="T6" fmla="*/ 665 w 953"/>
                <a:gd name="T7" fmla="*/ 465 h 1106"/>
                <a:gd name="T8" fmla="*/ 392 w 953"/>
                <a:gd name="T9" fmla="*/ 398 h 1106"/>
                <a:gd name="T10" fmla="*/ 414 w 953"/>
                <a:gd name="T11" fmla="*/ 243 h 1106"/>
                <a:gd name="T12" fmla="*/ 621 w 953"/>
                <a:gd name="T13" fmla="*/ 133 h 1106"/>
                <a:gd name="T14" fmla="*/ 709 w 953"/>
                <a:gd name="T15" fmla="*/ 265 h 1106"/>
                <a:gd name="T16" fmla="*/ 532 w 953"/>
                <a:gd name="T17" fmla="*/ 421 h 1106"/>
                <a:gd name="T18" fmla="*/ 362 w 953"/>
                <a:gd name="T19" fmla="*/ 258 h 1106"/>
                <a:gd name="T20" fmla="*/ 185 w 953"/>
                <a:gd name="T21" fmla="*/ 133 h 1106"/>
                <a:gd name="T22" fmla="*/ 444 w 953"/>
                <a:gd name="T23" fmla="*/ 369 h 1106"/>
                <a:gd name="T24" fmla="*/ 458 w 953"/>
                <a:gd name="T25" fmla="*/ 199 h 1106"/>
                <a:gd name="T26" fmla="*/ 414 w 953"/>
                <a:gd name="T27" fmla="*/ 133 h 1106"/>
                <a:gd name="T28" fmla="*/ 650 w 953"/>
                <a:gd name="T29" fmla="*/ 66 h 1106"/>
                <a:gd name="T30" fmla="*/ 665 w 953"/>
                <a:gd name="T31" fmla="*/ 236 h 1106"/>
                <a:gd name="T32" fmla="*/ 444 w 953"/>
                <a:gd name="T33" fmla="*/ 288 h 1106"/>
                <a:gd name="T34" fmla="*/ 259 w 953"/>
                <a:gd name="T35" fmla="*/ 376 h 1106"/>
                <a:gd name="T36" fmla="*/ 207 w 953"/>
                <a:gd name="T37" fmla="*/ 472 h 1106"/>
                <a:gd name="T38" fmla="*/ 252 w 953"/>
                <a:gd name="T39" fmla="*/ 716 h 1106"/>
                <a:gd name="T40" fmla="*/ 429 w 953"/>
                <a:gd name="T41" fmla="*/ 937 h 1106"/>
                <a:gd name="T42" fmla="*/ 333 w 953"/>
                <a:gd name="T43" fmla="*/ 1070 h 1106"/>
                <a:gd name="T44" fmla="*/ 362 w 953"/>
                <a:gd name="T45" fmla="*/ 841 h 1106"/>
                <a:gd name="T46" fmla="*/ 576 w 953"/>
                <a:gd name="T47" fmla="*/ 745 h 1106"/>
                <a:gd name="T48" fmla="*/ 709 w 953"/>
                <a:gd name="T49" fmla="*/ 731 h 1106"/>
                <a:gd name="T50" fmla="*/ 458 w 953"/>
                <a:gd name="T51" fmla="*/ 657 h 1106"/>
                <a:gd name="T52" fmla="*/ 473 w 953"/>
                <a:gd name="T53" fmla="*/ 450 h 1106"/>
                <a:gd name="T54" fmla="*/ 636 w 953"/>
                <a:gd name="T55" fmla="*/ 531 h 1106"/>
                <a:gd name="T56" fmla="*/ 370 w 953"/>
                <a:gd name="T57" fmla="*/ 649 h 1106"/>
                <a:gd name="T58" fmla="*/ 185 w 953"/>
                <a:gd name="T59" fmla="*/ 450 h 1106"/>
                <a:gd name="T60" fmla="*/ 37 w 953"/>
                <a:gd name="T61" fmla="*/ 590 h 1106"/>
                <a:gd name="T62" fmla="*/ 0 w 953"/>
                <a:gd name="T63" fmla="*/ 709 h 1106"/>
                <a:gd name="T64" fmla="*/ 170 w 953"/>
                <a:gd name="T65" fmla="*/ 886 h 1106"/>
                <a:gd name="T66" fmla="*/ 311 w 953"/>
                <a:gd name="T67" fmla="*/ 819 h 1106"/>
                <a:gd name="T68" fmla="*/ 613 w 953"/>
                <a:gd name="T69" fmla="*/ 627 h 1106"/>
                <a:gd name="T70" fmla="*/ 783 w 953"/>
                <a:gd name="T71" fmla="*/ 443 h 1106"/>
                <a:gd name="T72" fmla="*/ 754 w 953"/>
                <a:gd name="T73" fmla="*/ 620 h 1106"/>
                <a:gd name="T74" fmla="*/ 924 w 953"/>
                <a:gd name="T75" fmla="*/ 613 h 1106"/>
                <a:gd name="T76" fmla="*/ 946 w 953"/>
                <a:gd name="T77" fmla="*/ 428 h 1106"/>
                <a:gd name="T78" fmla="*/ 768 w 953"/>
                <a:gd name="T79" fmla="*/ 406 h 1106"/>
                <a:gd name="T80" fmla="*/ 724 w 953"/>
                <a:gd name="T81" fmla="*/ 155 h 1106"/>
                <a:gd name="T82" fmla="*/ 562 w 953"/>
                <a:gd name="T83" fmla="*/ 96 h 1106"/>
                <a:gd name="T84" fmla="*/ 495 w 953"/>
                <a:gd name="T85" fmla="*/ 391 h 1106"/>
                <a:gd name="T86" fmla="*/ 517 w 953"/>
                <a:gd name="T87" fmla="*/ 553 h 1106"/>
                <a:gd name="T88" fmla="*/ 325 w 953"/>
                <a:gd name="T89" fmla="*/ 576 h 1106"/>
                <a:gd name="T90" fmla="*/ 303 w 953"/>
                <a:gd name="T91" fmla="*/ 398 h 1106"/>
                <a:gd name="T92" fmla="*/ 399 w 953"/>
                <a:gd name="T93" fmla="*/ 280 h 1106"/>
                <a:gd name="T94" fmla="*/ 599 w 953"/>
                <a:gd name="T95" fmla="*/ 273 h 1106"/>
                <a:gd name="T96" fmla="*/ 495 w 953"/>
                <a:gd name="T97" fmla="*/ 524 h 1106"/>
                <a:gd name="T98" fmla="*/ 274 w 953"/>
                <a:gd name="T99" fmla="*/ 347 h 1106"/>
                <a:gd name="T100" fmla="*/ 466 w 953"/>
                <a:gd name="T101" fmla="*/ 325 h 1106"/>
                <a:gd name="T102" fmla="*/ 133 w 953"/>
                <a:gd name="T103" fmla="*/ 457 h 1106"/>
                <a:gd name="T104" fmla="*/ 82 w 953"/>
                <a:gd name="T105" fmla="*/ 753 h 1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53" h="1106">
                  <a:moveTo>
                    <a:pt x="495" y="517"/>
                  </a:moveTo>
                  <a:cubicBezTo>
                    <a:pt x="456" y="497"/>
                    <a:pt x="407" y="480"/>
                    <a:pt x="370" y="457"/>
                  </a:cubicBezTo>
                  <a:cubicBezTo>
                    <a:pt x="321" y="426"/>
                    <a:pt x="360" y="441"/>
                    <a:pt x="318" y="428"/>
                  </a:cubicBezTo>
                  <a:cubicBezTo>
                    <a:pt x="311" y="423"/>
                    <a:pt x="296" y="422"/>
                    <a:pt x="296" y="413"/>
                  </a:cubicBezTo>
                  <a:cubicBezTo>
                    <a:pt x="290" y="259"/>
                    <a:pt x="289" y="225"/>
                    <a:pt x="414" y="206"/>
                  </a:cubicBezTo>
                  <a:cubicBezTo>
                    <a:pt x="456" y="209"/>
                    <a:pt x="501" y="199"/>
                    <a:pt x="540" y="214"/>
                  </a:cubicBezTo>
                  <a:cubicBezTo>
                    <a:pt x="604" y="239"/>
                    <a:pt x="621" y="325"/>
                    <a:pt x="665" y="369"/>
                  </a:cubicBezTo>
                  <a:cubicBezTo>
                    <a:pt x="673" y="401"/>
                    <a:pt x="683" y="431"/>
                    <a:pt x="665" y="465"/>
                  </a:cubicBezTo>
                  <a:cubicBezTo>
                    <a:pt x="663" y="470"/>
                    <a:pt x="617" y="484"/>
                    <a:pt x="606" y="487"/>
                  </a:cubicBezTo>
                  <a:cubicBezTo>
                    <a:pt x="426" y="479"/>
                    <a:pt x="450" y="514"/>
                    <a:pt x="392" y="398"/>
                  </a:cubicBezTo>
                  <a:cubicBezTo>
                    <a:pt x="381" y="347"/>
                    <a:pt x="375" y="339"/>
                    <a:pt x="392" y="273"/>
                  </a:cubicBezTo>
                  <a:cubicBezTo>
                    <a:pt x="395" y="261"/>
                    <a:pt x="406" y="252"/>
                    <a:pt x="414" y="243"/>
                  </a:cubicBezTo>
                  <a:cubicBezTo>
                    <a:pt x="451" y="202"/>
                    <a:pt x="487" y="143"/>
                    <a:pt x="540" y="125"/>
                  </a:cubicBezTo>
                  <a:cubicBezTo>
                    <a:pt x="567" y="128"/>
                    <a:pt x="595" y="124"/>
                    <a:pt x="621" y="133"/>
                  </a:cubicBezTo>
                  <a:cubicBezTo>
                    <a:pt x="632" y="137"/>
                    <a:pt x="636" y="152"/>
                    <a:pt x="643" y="162"/>
                  </a:cubicBezTo>
                  <a:cubicBezTo>
                    <a:pt x="668" y="197"/>
                    <a:pt x="696" y="223"/>
                    <a:pt x="709" y="265"/>
                  </a:cubicBezTo>
                  <a:cubicBezTo>
                    <a:pt x="702" y="371"/>
                    <a:pt x="715" y="385"/>
                    <a:pt x="636" y="435"/>
                  </a:cubicBezTo>
                  <a:cubicBezTo>
                    <a:pt x="601" y="430"/>
                    <a:pt x="566" y="430"/>
                    <a:pt x="532" y="421"/>
                  </a:cubicBezTo>
                  <a:cubicBezTo>
                    <a:pt x="520" y="418"/>
                    <a:pt x="513" y="405"/>
                    <a:pt x="503" y="398"/>
                  </a:cubicBezTo>
                  <a:cubicBezTo>
                    <a:pt x="444" y="358"/>
                    <a:pt x="403" y="318"/>
                    <a:pt x="362" y="258"/>
                  </a:cubicBezTo>
                  <a:cubicBezTo>
                    <a:pt x="341" y="190"/>
                    <a:pt x="403" y="90"/>
                    <a:pt x="325" y="66"/>
                  </a:cubicBezTo>
                  <a:cubicBezTo>
                    <a:pt x="236" y="73"/>
                    <a:pt x="221" y="61"/>
                    <a:pt x="185" y="133"/>
                  </a:cubicBezTo>
                  <a:cubicBezTo>
                    <a:pt x="142" y="310"/>
                    <a:pt x="201" y="371"/>
                    <a:pt x="340" y="428"/>
                  </a:cubicBezTo>
                  <a:cubicBezTo>
                    <a:pt x="398" y="420"/>
                    <a:pt x="409" y="413"/>
                    <a:pt x="444" y="369"/>
                  </a:cubicBezTo>
                  <a:cubicBezTo>
                    <a:pt x="462" y="313"/>
                    <a:pt x="455" y="340"/>
                    <a:pt x="466" y="288"/>
                  </a:cubicBezTo>
                  <a:cubicBezTo>
                    <a:pt x="463" y="258"/>
                    <a:pt x="466" y="228"/>
                    <a:pt x="458" y="199"/>
                  </a:cubicBezTo>
                  <a:cubicBezTo>
                    <a:pt x="453" y="182"/>
                    <a:pt x="439" y="170"/>
                    <a:pt x="429" y="155"/>
                  </a:cubicBezTo>
                  <a:cubicBezTo>
                    <a:pt x="424" y="148"/>
                    <a:pt x="414" y="133"/>
                    <a:pt x="414" y="133"/>
                  </a:cubicBezTo>
                  <a:cubicBezTo>
                    <a:pt x="398" y="51"/>
                    <a:pt x="432" y="12"/>
                    <a:pt x="510" y="0"/>
                  </a:cubicBezTo>
                  <a:cubicBezTo>
                    <a:pt x="607" y="14"/>
                    <a:pt x="602" y="3"/>
                    <a:pt x="650" y="66"/>
                  </a:cubicBezTo>
                  <a:cubicBezTo>
                    <a:pt x="658" y="88"/>
                    <a:pt x="672" y="133"/>
                    <a:pt x="672" y="133"/>
                  </a:cubicBezTo>
                  <a:cubicBezTo>
                    <a:pt x="670" y="167"/>
                    <a:pt x="673" y="202"/>
                    <a:pt x="665" y="236"/>
                  </a:cubicBezTo>
                  <a:cubicBezTo>
                    <a:pt x="661" y="253"/>
                    <a:pt x="636" y="262"/>
                    <a:pt x="621" y="265"/>
                  </a:cubicBezTo>
                  <a:cubicBezTo>
                    <a:pt x="563" y="276"/>
                    <a:pt x="503" y="282"/>
                    <a:pt x="444" y="288"/>
                  </a:cubicBezTo>
                  <a:cubicBezTo>
                    <a:pt x="398" y="302"/>
                    <a:pt x="351" y="310"/>
                    <a:pt x="311" y="339"/>
                  </a:cubicBezTo>
                  <a:cubicBezTo>
                    <a:pt x="294" y="351"/>
                    <a:pt x="259" y="376"/>
                    <a:pt x="259" y="376"/>
                  </a:cubicBezTo>
                  <a:cubicBezTo>
                    <a:pt x="244" y="423"/>
                    <a:pt x="264" y="372"/>
                    <a:pt x="229" y="421"/>
                  </a:cubicBezTo>
                  <a:cubicBezTo>
                    <a:pt x="220" y="433"/>
                    <a:pt x="212" y="457"/>
                    <a:pt x="207" y="472"/>
                  </a:cubicBezTo>
                  <a:cubicBezTo>
                    <a:pt x="210" y="531"/>
                    <a:pt x="211" y="590"/>
                    <a:pt x="215" y="649"/>
                  </a:cubicBezTo>
                  <a:cubicBezTo>
                    <a:pt x="217" y="674"/>
                    <a:pt x="252" y="716"/>
                    <a:pt x="252" y="716"/>
                  </a:cubicBezTo>
                  <a:cubicBezTo>
                    <a:pt x="271" y="776"/>
                    <a:pt x="327" y="840"/>
                    <a:pt x="384" y="864"/>
                  </a:cubicBezTo>
                  <a:cubicBezTo>
                    <a:pt x="420" y="917"/>
                    <a:pt x="406" y="892"/>
                    <a:pt x="429" y="937"/>
                  </a:cubicBezTo>
                  <a:cubicBezTo>
                    <a:pt x="440" y="982"/>
                    <a:pt x="458" y="1048"/>
                    <a:pt x="421" y="1085"/>
                  </a:cubicBezTo>
                  <a:cubicBezTo>
                    <a:pt x="400" y="1106"/>
                    <a:pt x="362" y="1075"/>
                    <a:pt x="333" y="1070"/>
                  </a:cubicBezTo>
                  <a:cubicBezTo>
                    <a:pt x="295" y="1042"/>
                    <a:pt x="290" y="1028"/>
                    <a:pt x="281" y="982"/>
                  </a:cubicBezTo>
                  <a:cubicBezTo>
                    <a:pt x="288" y="887"/>
                    <a:pt x="277" y="872"/>
                    <a:pt x="362" y="841"/>
                  </a:cubicBezTo>
                  <a:cubicBezTo>
                    <a:pt x="392" y="819"/>
                    <a:pt x="412" y="819"/>
                    <a:pt x="444" y="805"/>
                  </a:cubicBezTo>
                  <a:cubicBezTo>
                    <a:pt x="490" y="784"/>
                    <a:pt x="527" y="756"/>
                    <a:pt x="576" y="745"/>
                  </a:cubicBezTo>
                  <a:cubicBezTo>
                    <a:pt x="591" y="738"/>
                    <a:pt x="619" y="723"/>
                    <a:pt x="636" y="723"/>
                  </a:cubicBezTo>
                  <a:cubicBezTo>
                    <a:pt x="660" y="723"/>
                    <a:pt x="733" y="731"/>
                    <a:pt x="709" y="731"/>
                  </a:cubicBezTo>
                  <a:cubicBezTo>
                    <a:pt x="670" y="731"/>
                    <a:pt x="630" y="726"/>
                    <a:pt x="591" y="723"/>
                  </a:cubicBezTo>
                  <a:cubicBezTo>
                    <a:pt x="539" y="709"/>
                    <a:pt x="504" y="685"/>
                    <a:pt x="458" y="657"/>
                  </a:cubicBezTo>
                  <a:cubicBezTo>
                    <a:pt x="439" y="628"/>
                    <a:pt x="422" y="618"/>
                    <a:pt x="414" y="583"/>
                  </a:cubicBezTo>
                  <a:cubicBezTo>
                    <a:pt x="423" y="526"/>
                    <a:pt x="413" y="469"/>
                    <a:pt x="473" y="450"/>
                  </a:cubicBezTo>
                  <a:cubicBezTo>
                    <a:pt x="517" y="418"/>
                    <a:pt x="528" y="421"/>
                    <a:pt x="584" y="428"/>
                  </a:cubicBezTo>
                  <a:cubicBezTo>
                    <a:pt x="624" y="455"/>
                    <a:pt x="621" y="489"/>
                    <a:pt x="636" y="531"/>
                  </a:cubicBezTo>
                  <a:cubicBezTo>
                    <a:pt x="605" y="624"/>
                    <a:pt x="565" y="652"/>
                    <a:pt x="466" y="664"/>
                  </a:cubicBezTo>
                  <a:cubicBezTo>
                    <a:pt x="434" y="659"/>
                    <a:pt x="400" y="660"/>
                    <a:pt x="370" y="649"/>
                  </a:cubicBezTo>
                  <a:cubicBezTo>
                    <a:pt x="327" y="633"/>
                    <a:pt x="220" y="550"/>
                    <a:pt x="192" y="509"/>
                  </a:cubicBezTo>
                  <a:cubicBezTo>
                    <a:pt x="190" y="489"/>
                    <a:pt x="199" y="464"/>
                    <a:pt x="185" y="450"/>
                  </a:cubicBezTo>
                  <a:cubicBezTo>
                    <a:pt x="176" y="441"/>
                    <a:pt x="159" y="457"/>
                    <a:pt x="148" y="465"/>
                  </a:cubicBezTo>
                  <a:cubicBezTo>
                    <a:pt x="105" y="496"/>
                    <a:pt x="61" y="544"/>
                    <a:pt x="37" y="590"/>
                  </a:cubicBezTo>
                  <a:cubicBezTo>
                    <a:pt x="31" y="616"/>
                    <a:pt x="24" y="639"/>
                    <a:pt x="15" y="664"/>
                  </a:cubicBezTo>
                  <a:cubicBezTo>
                    <a:pt x="10" y="679"/>
                    <a:pt x="0" y="709"/>
                    <a:pt x="0" y="709"/>
                  </a:cubicBezTo>
                  <a:cubicBezTo>
                    <a:pt x="5" y="741"/>
                    <a:pt x="7" y="774"/>
                    <a:pt x="15" y="805"/>
                  </a:cubicBezTo>
                  <a:cubicBezTo>
                    <a:pt x="31" y="866"/>
                    <a:pt x="124" y="873"/>
                    <a:pt x="170" y="886"/>
                  </a:cubicBezTo>
                  <a:cubicBezTo>
                    <a:pt x="205" y="883"/>
                    <a:pt x="243" y="893"/>
                    <a:pt x="274" y="878"/>
                  </a:cubicBezTo>
                  <a:cubicBezTo>
                    <a:pt x="295" y="868"/>
                    <a:pt x="299" y="839"/>
                    <a:pt x="311" y="819"/>
                  </a:cubicBezTo>
                  <a:cubicBezTo>
                    <a:pt x="319" y="807"/>
                    <a:pt x="333" y="782"/>
                    <a:pt x="333" y="782"/>
                  </a:cubicBezTo>
                  <a:cubicBezTo>
                    <a:pt x="354" y="648"/>
                    <a:pt x="501" y="636"/>
                    <a:pt x="613" y="627"/>
                  </a:cubicBezTo>
                  <a:cubicBezTo>
                    <a:pt x="735" y="632"/>
                    <a:pt x="786" y="650"/>
                    <a:pt x="887" y="627"/>
                  </a:cubicBezTo>
                  <a:cubicBezTo>
                    <a:pt x="950" y="527"/>
                    <a:pt x="853" y="487"/>
                    <a:pt x="783" y="443"/>
                  </a:cubicBezTo>
                  <a:cubicBezTo>
                    <a:pt x="709" y="457"/>
                    <a:pt x="730" y="486"/>
                    <a:pt x="739" y="568"/>
                  </a:cubicBezTo>
                  <a:cubicBezTo>
                    <a:pt x="739" y="572"/>
                    <a:pt x="749" y="614"/>
                    <a:pt x="754" y="620"/>
                  </a:cubicBezTo>
                  <a:cubicBezTo>
                    <a:pt x="776" y="647"/>
                    <a:pt x="825" y="640"/>
                    <a:pt x="850" y="642"/>
                  </a:cubicBezTo>
                  <a:cubicBezTo>
                    <a:pt x="877" y="633"/>
                    <a:pt x="895" y="620"/>
                    <a:pt x="924" y="613"/>
                  </a:cubicBezTo>
                  <a:cubicBezTo>
                    <a:pt x="937" y="599"/>
                    <a:pt x="953" y="589"/>
                    <a:pt x="953" y="568"/>
                  </a:cubicBezTo>
                  <a:cubicBezTo>
                    <a:pt x="953" y="521"/>
                    <a:pt x="950" y="475"/>
                    <a:pt x="946" y="428"/>
                  </a:cubicBezTo>
                  <a:cubicBezTo>
                    <a:pt x="939" y="352"/>
                    <a:pt x="843" y="316"/>
                    <a:pt x="791" y="280"/>
                  </a:cubicBezTo>
                  <a:cubicBezTo>
                    <a:pt x="746" y="348"/>
                    <a:pt x="759" y="307"/>
                    <a:pt x="768" y="406"/>
                  </a:cubicBezTo>
                  <a:cubicBezTo>
                    <a:pt x="813" y="398"/>
                    <a:pt x="826" y="398"/>
                    <a:pt x="850" y="361"/>
                  </a:cubicBezTo>
                  <a:cubicBezTo>
                    <a:pt x="870" y="258"/>
                    <a:pt x="818" y="194"/>
                    <a:pt x="724" y="155"/>
                  </a:cubicBezTo>
                  <a:cubicBezTo>
                    <a:pt x="580" y="94"/>
                    <a:pt x="682" y="133"/>
                    <a:pt x="606" y="110"/>
                  </a:cubicBezTo>
                  <a:cubicBezTo>
                    <a:pt x="591" y="106"/>
                    <a:pt x="562" y="96"/>
                    <a:pt x="562" y="96"/>
                  </a:cubicBezTo>
                  <a:cubicBezTo>
                    <a:pt x="527" y="147"/>
                    <a:pt x="503" y="158"/>
                    <a:pt x="488" y="221"/>
                  </a:cubicBezTo>
                  <a:cubicBezTo>
                    <a:pt x="490" y="278"/>
                    <a:pt x="485" y="335"/>
                    <a:pt x="495" y="391"/>
                  </a:cubicBezTo>
                  <a:cubicBezTo>
                    <a:pt x="500" y="421"/>
                    <a:pt x="552" y="447"/>
                    <a:pt x="569" y="472"/>
                  </a:cubicBezTo>
                  <a:cubicBezTo>
                    <a:pt x="560" y="518"/>
                    <a:pt x="554" y="526"/>
                    <a:pt x="517" y="553"/>
                  </a:cubicBezTo>
                  <a:cubicBezTo>
                    <a:pt x="495" y="588"/>
                    <a:pt x="471" y="585"/>
                    <a:pt x="436" y="598"/>
                  </a:cubicBezTo>
                  <a:cubicBezTo>
                    <a:pt x="398" y="592"/>
                    <a:pt x="363" y="583"/>
                    <a:pt x="325" y="576"/>
                  </a:cubicBezTo>
                  <a:cubicBezTo>
                    <a:pt x="313" y="556"/>
                    <a:pt x="285" y="540"/>
                    <a:pt x="288" y="517"/>
                  </a:cubicBezTo>
                  <a:cubicBezTo>
                    <a:pt x="293" y="477"/>
                    <a:pt x="293" y="437"/>
                    <a:pt x="303" y="398"/>
                  </a:cubicBezTo>
                  <a:cubicBezTo>
                    <a:pt x="306" y="386"/>
                    <a:pt x="319" y="379"/>
                    <a:pt x="325" y="369"/>
                  </a:cubicBezTo>
                  <a:cubicBezTo>
                    <a:pt x="346" y="336"/>
                    <a:pt x="359" y="297"/>
                    <a:pt x="399" y="280"/>
                  </a:cubicBezTo>
                  <a:cubicBezTo>
                    <a:pt x="427" y="268"/>
                    <a:pt x="459" y="267"/>
                    <a:pt x="488" y="258"/>
                  </a:cubicBezTo>
                  <a:cubicBezTo>
                    <a:pt x="525" y="263"/>
                    <a:pt x="565" y="257"/>
                    <a:pt x="599" y="273"/>
                  </a:cubicBezTo>
                  <a:cubicBezTo>
                    <a:pt x="613" y="280"/>
                    <a:pt x="613" y="317"/>
                    <a:pt x="613" y="317"/>
                  </a:cubicBezTo>
                  <a:cubicBezTo>
                    <a:pt x="606" y="407"/>
                    <a:pt x="596" y="501"/>
                    <a:pt x="495" y="524"/>
                  </a:cubicBezTo>
                  <a:cubicBezTo>
                    <a:pt x="456" y="519"/>
                    <a:pt x="415" y="519"/>
                    <a:pt x="377" y="509"/>
                  </a:cubicBezTo>
                  <a:cubicBezTo>
                    <a:pt x="338" y="499"/>
                    <a:pt x="286" y="384"/>
                    <a:pt x="274" y="347"/>
                  </a:cubicBezTo>
                  <a:cubicBezTo>
                    <a:pt x="302" y="273"/>
                    <a:pt x="299" y="268"/>
                    <a:pt x="370" y="251"/>
                  </a:cubicBezTo>
                  <a:cubicBezTo>
                    <a:pt x="462" y="260"/>
                    <a:pt x="449" y="245"/>
                    <a:pt x="466" y="325"/>
                  </a:cubicBezTo>
                  <a:cubicBezTo>
                    <a:pt x="452" y="396"/>
                    <a:pt x="441" y="488"/>
                    <a:pt x="362" y="517"/>
                  </a:cubicBezTo>
                  <a:cubicBezTo>
                    <a:pt x="271" y="509"/>
                    <a:pt x="184" y="535"/>
                    <a:pt x="133" y="457"/>
                  </a:cubicBezTo>
                  <a:cubicBezTo>
                    <a:pt x="128" y="536"/>
                    <a:pt x="121" y="604"/>
                    <a:pt x="104" y="679"/>
                  </a:cubicBezTo>
                  <a:cubicBezTo>
                    <a:pt x="100" y="695"/>
                    <a:pt x="96" y="753"/>
                    <a:pt x="82" y="75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 Box 6">
            <a:extLst>
              <a:ext uri="{FF2B5EF4-FFF2-40B4-BE49-F238E27FC236}">
                <a16:creationId xmlns:a16="http://schemas.microsoft.com/office/drawing/2014/main" id="{CC167EB0-4440-470F-BCA1-52D72E8A33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135" y="1559223"/>
            <a:ext cx="2698865" cy="7275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lang="en-US" sz="2000" dirty="0">
                <a:latin typeface="+mn-lt"/>
              </a:rPr>
              <a:t>Multiple copies of DNA</a:t>
            </a:r>
            <a:endParaRPr lang="ru-RU" sz="2000" dirty="0">
              <a:latin typeface="+mn-lt"/>
            </a:endParaRPr>
          </a:p>
        </p:txBody>
      </p:sp>
      <p:sp>
        <p:nvSpPr>
          <p:cNvPr id="12" name="Text Box 6">
            <a:extLst>
              <a:ext uri="{FF2B5EF4-FFF2-40B4-BE49-F238E27FC236}">
                <a16:creationId xmlns:a16="http://schemas.microsoft.com/office/drawing/2014/main" id="{29E56DD2-04C6-4E82-8D8A-5B38CE32AA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8940" y="1955965"/>
            <a:ext cx="91440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Shred &amp;</a:t>
            </a:r>
          </a:p>
          <a:p>
            <a:pPr eaLnBrk="1" hangingPunct="1"/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(Size select)</a:t>
            </a:r>
            <a:endParaRPr lang="ru-RU" sz="2000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3" name="Text Box 8">
            <a:extLst>
              <a:ext uri="{FF2B5EF4-FFF2-40B4-BE49-F238E27FC236}">
                <a16:creationId xmlns:a16="http://schemas.microsoft.com/office/drawing/2014/main" id="{DB3A7127-EAF5-4488-9CCE-66B243003D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5369" y="1565894"/>
            <a:ext cx="24384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lang="en-US" sz="2000" b="1" dirty="0">
                <a:solidFill>
                  <a:schemeClr val="accent2"/>
                </a:solidFill>
                <a:latin typeface="+mn-lt"/>
              </a:rPr>
              <a:t>Fragments</a:t>
            </a:r>
            <a:r>
              <a:rPr lang="en-US" sz="2000" dirty="0">
                <a:latin typeface="+mn-lt"/>
              </a:rPr>
              <a:t> of </a:t>
            </a:r>
          </a:p>
          <a:p>
            <a:pPr eaLnBrk="1" hangingPunct="1"/>
            <a:r>
              <a:rPr lang="en-US" sz="2000" dirty="0">
                <a:latin typeface="+mn-lt"/>
              </a:rPr>
              <a:t>150 - </a:t>
            </a:r>
            <a:r>
              <a:rPr lang="en-US" sz="2000" dirty="0"/>
              <a:t>&gt;5</a:t>
            </a:r>
            <a:r>
              <a:rPr lang="en-US" sz="2000" dirty="0">
                <a:latin typeface="+mn-lt"/>
              </a:rPr>
              <a:t>00,000 bases</a:t>
            </a:r>
            <a:endParaRPr lang="ru-RU" sz="2000" dirty="0">
              <a:latin typeface="+mn-lt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49BDD16-1AAE-4723-9882-E9E93378992B}"/>
              </a:ext>
            </a:extLst>
          </p:cNvPr>
          <p:cNvGrpSpPr/>
          <p:nvPr/>
        </p:nvGrpSpPr>
        <p:grpSpPr>
          <a:xfrm>
            <a:off x="4139129" y="2425443"/>
            <a:ext cx="735231" cy="461666"/>
            <a:chOff x="4686299" y="2286725"/>
            <a:chExt cx="1828800" cy="1036733"/>
          </a:xfrm>
        </p:grpSpPr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8C0AEB4E-2A5C-474D-908C-5B5699BD6EF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7287" y="2286725"/>
              <a:ext cx="1266825" cy="76200"/>
            </a:xfrm>
            <a:custGeom>
              <a:avLst/>
              <a:gdLst>
                <a:gd name="T0" fmla="*/ 0 w 1758"/>
                <a:gd name="T1" fmla="*/ 8 h 57"/>
                <a:gd name="T2" fmla="*/ 717 w 1758"/>
                <a:gd name="T3" fmla="*/ 0 h 57"/>
                <a:gd name="T4" fmla="*/ 887 w 1758"/>
                <a:gd name="T5" fmla="*/ 8 h 57"/>
                <a:gd name="T6" fmla="*/ 916 w 1758"/>
                <a:gd name="T7" fmla="*/ 23 h 57"/>
                <a:gd name="T8" fmla="*/ 1012 w 1758"/>
                <a:gd name="T9" fmla="*/ 37 h 57"/>
                <a:gd name="T10" fmla="*/ 1219 w 1758"/>
                <a:gd name="T11" fmla="*/ 0 h 57"/>
                <a:gd name="T12" fmla="*/ 1551 w 1758"/>
                <a:gd name="T13" fmla="*/ 23 h 57"/>
                <a:gd name="T14" fmla="*/ 1758 w 1758"/>
                <a:gd name="T15" fmla="*/ 23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58" h="57">
                  <a:moveTo>
                    <a:pt x="0" y="8"/>
                  </a:moveTo>
                  <a:cubicBezTo>
                    <a:pt x="195" y="13"/>
                    <a:pt x="560" y="57"/>
                    <a:pt x="717" y="0"/>
                  </a:cubicBezTo>
                  <a:cubicBezTo>
                    <a:pt x="774" y="3"/>
                    <a:pt x="831" y="1"/>
                    <a:pt x="887" y="8"/>
                  </a:cubicBezTo>
                  <a:cubicBezTo>
                    <a:pt x="898" y="9"/>
                    <a:pt x="906" y="19"/>
                    <a:pt x="916" y="23"/>
                  </a:cubicBezTo>
                  <a:cubicBezTo>
                    <a:pt x="941" y="32"/>
                    <a:pt x="994" y="35"/>
                    <a:pt x="1012" y="37"/>
                  </a:cubicBezTo>
                  <a:cubicBezTo>
                    <a:pt x="1183" y="28"/>
                    <a:pt x="1116" y="37"/>
                    <a:pt x="1219" y="0"/>
                  </a:cubicBezTo>
                  <a:cubicBezTo>
                    <a:pt x="1338" y="10"/>
                    <a:pt x="1423" y="18"/>
                    <a:pt x="1551" y="23"/>
                  </a:cubicBezTo>
                  <a:cubicBezTo>
                    <a:pt x="1602" y="39"/>
                    <a:pt x="1711" y="23"/>
                    <a:pt x="1758" y="2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513B5C32-533F-4A73-858D-A38929EBD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6786" y="2583420"/>
              <a:ext cx="1647825" cy="76200"/>
            </a:xfrm>
            <a:custGeom>
              <a:avLst/>
              <a:gdLst>
                <a:gd name="T0" fmla="*/ 0 w 1758"/>
                <a:gd name="T1" fmla="*/ 8 h 57"/>
                <a:gd name="T2" fmla="*/ 717 w 1758"/>
                <a:gd name="T3" fmla="*/ 0 h 57"/>
                <a:gd name="T4" fmla="*/ 887 w 1758"/>
                <a:gd name="T5" fmla="*/ 8 h 57"/>
                <a:gd name="T6" fmla="*/ 916 w 1758"/>
                <a:gd name="T7" fmla="*/ 23 h 57"/>
                <a:gd name="T8" fmla="*/ 1012 w 1758"/>
                <a:gd name="T9" fmla="*/ 37 h 57"/>
                <a:gd name="T10" fmla="*/ 1219 w 1758"/>
                <a:gd name="T11" fmla="*/ 0 h 57"/>
                <a:gd name="T12" fmla="*/ 1551 w 1758"/>
                <a:gd name="T13" fmla="*/ 23 h 57"/>
                <a:gd name="T14" fmla="*/ 1758 w 1758"/>
                <a:gd name="T15" fmla="*/ 23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58" h="57">
                  <a:moveTo>
                    <a:pt x="0" y="8"/>
                  </a:moveTo>
                  <a:cubicBezTo>
                    <a:pt x="195" y="13"/>
                    <a:pt x="560" y="57"/>
                    <a:pt x="717" y="0"/>
                  </a:cubicBezTo>
                  <a:cubicBezTo>
                    <a:pt x="774" y="3"/>
                    <a:pt x="831" y="1"/>
                    <a:pt x="887" y="8"/>
                  </a:cubicBezTo>
                  <a:cubicBezTo>
                    <a:pt x="898" y="9"/>
                    <a:pt x="906" y="19"/>
                    <a:pt x="916" y="23"/>
                  </a:cubicBezTo>
                  <a:cubicBezTo>
                    <a:pt x="941" y="32"/>
                    <a:pt x="994" y="35"/>
                    <a:pt x="1012" y="37"/>
                  </a:cubicBezTo>
                  <a:cubicBezTo>
                    <a:pt x="1183" y="28"/>
                    <a:pt x="1116" y="37"/>
                    <a:pt x="1219" y="0"/>
                  </a:cubicBezTo>
                  <a:cubicBezTo>
                    <a:pt x="1338" y="10"/>
                    <a:pt x="1423" y="18"/>
                    <a:pt x="1551" y="23"/>
                  </a:cubicBezTo>
                  <a:cubicBezTo>
                    <a:pt x="1602" y="39"/>
                    <a:pt x="1711" y="23"/>
                    <a:pt x="1758" y="2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1D715B29-94F9-41BA-9056-71A7E91468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7544" y="2800491"/>
              <a:ext cx="1419225" cy="90488"/>
            </a:xfrm>
            <a:custGeom>
              <a:avLst/>
              <a:gdLst>
                <a:gd name="T0" fmla="*/ 0 w 1758"/>
                <a:gd name="T1" fmla="*/ 8 h 57"/>
                <a:gd name="T2" fmla="*/ 717 w 1758"/>
                <a:gd name="T3" fmla="*/ 0 h 57"/>
                <a:gd name="T4" fmla="*/ 887 w 1758"/>
                <a:gd name="T5" fmla="*/ 8 h 57"/>
                <a:gd name="T6" fmla="*/ 916 w 1758"/>
                <a:gd name="T7" fmla="*/ 23 h 57"/>
                <a:gd name="T8" fmla="*/ 1012 w 1758"/>
                <a:gd name="T9" fmla="*/ 37 h 57"/>
                <a:gd name="T10" fmla="*/ 1219 w 1758"/>
                <a:gd name="T11" fmla="*/ 0 h 57"/>
                <a:gd name="T12" fmla="*/ 1551 w 1758"/>
                <a:gd name="T13" fmla="*/ 23 h 57"/>
                <a:gd name="T14" fmla="*/ 1758 w 1758"/>
                <a:gd name="T15" fmla="*/ 23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58" h="57">
                  <a:moveTo>
                    <a:pt x="0" y="8"/>
                  </a:moveTo>
                  <a:cubicBezTo>
                    <a:pt x="195" y="13"/>
                    <a:pt x="560" y="57"/>
                    <a:pt x="717" y="0"/>
                  </a:cubicBezTo>
                  <a:cubicBezTo>
                    <a:pt x="774" y="3"/>
                    <a:pt x="831" y="1"/>
                    <a:pt x="887" y="8"/>
                  </a:cubicBezTo>
                  <a:cubicBezTo>
                    <a:pt x="898" y="9"/>
                    <a:pt x="906" y="19"/>
                    <a:pt x="916" y="23"/>
                  </a:cubicBezTo>
                  <a:cubicBezTo>
                    <a:pt x="941" y="32"/>
                    <a:pt x="994" y="35"/>
                    <a:pt x="1012" y="37"/>
                  </a:cubicBezTo>
                  <a:cubicBezTo>
                    <a:pt x="1183" y="28"/>
                    <a:pt x="1116" y="37"/>
                    <a:pt x="1219" y="0"/>
                  </a:cubicBezTo>
                  <a:cubicBezTo>
                    <a:pt x="1338" y="10"/>
                    <a:pt x="1423" y="18"/>
                    <a:pt x="1551" y="23"/>
                  </a:cubicBezTo>
                  <a:cubicBezTo>
                    <a:pt x="1602" y="39"/>
                    <a:pt x="1711" y="23"/>
                    <a:pt x="1758" y="2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286E66F7-62A1-427B-A371-F1CD3C5B64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6299" y="2996686"/>
              <a:ext cx="1828800" cy="76200"/>
            </a:xfrm>
            <a:custGeom>
              <a:avLst/>
              <a:gdLst>
                <a:gd name="T0" fmla="*/ 0 w 1758"/>
                <a:gd name="T1" fmla="*/ 8 h 57"/>
                <a:gd name="T2" fmla="*/ 717 w 1758"/>
                <a:gd name="T3" fmla="*/ 0 h 57"/>
                <a:gd name="T4" fmla="*/ 887 w 1758"/>
                <a:gd name="T5" fmla="*/ 8 h 57"/>
                <a:gd name="T6" fmla="*/ 916 w 1758"/>
                <a:gd name="T7" fmla="*/ 23 h 57"/>
                <a:gd name="T8" fmla="*/ 1012 w 1758"/>
                <a:gd name="T9" fmla="*/ 37 h 57"/>
                <a:gd name="T10" fmla="*/ 1219 w 1758"/>
                <a:gd name="T11" fmla="*/ 0 h 57"/>
                <a:gd name="T12" fmla="*/ 1551 w 1758"/>
                <a:gd name="T13" fmla="*/ 23 h 57"/>
                <a:gd name="T14" fmla="*/ 1758 w 1758"/>
                <a:gd name="T15" fmla="*/ 23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58" h="57">
                  <a:moveTo>
                    <a:pt x="0" y="8"/>
                  </a:moveTo>
                  <a:cubicBezTo>
                    <a:pt x="195" y="13"/>
                    <a:pt x="560" y="57"/>
                    <a:pt x="717" y="0"/>
                  </a:cubicBezTo>
                  <a:cubicBezTo>
                    <a:pt x="774" y="3"/>
                    <a:pt x="831" y="1"/>
                    <a:pt x="887" y="8"/>
                  </a:cubicBezTo>
                  <a:cubicBezTo>
                    <a:pt x="898" y="9"/>
                    <a:pt x="906" y="19"/>
                    <a:pt x="916" y="23"/>
                  </a:cubicBezTo>
                  <a:cubicBezTo>
                    <a:pt x="941" y="32"/>
                    <a:pt x="994" y="35"/>
                    <a:pt x="1012" y="37"/>
                  </a:cubicBezTo>
                  <a:cubicBezTo>
                    <a:pt x="1183" y="28"/>
                    <a:pt x="1116" y="37"/>
                    <a:pt x="1219" y="0"/>
                  </a:cubicBezTo>
                  <a:cubicBezTo>
                    <a:pt x="1338" y="10"/>
                    <a:pt x="1423" y="18"/>
                    <a:pt x="1551" y="23"/>
                  </a:cubicBezTo>
                  <a:cubicBezTo>
                    <a:pt x="1602" y="39"/>
                    <a:pt x="1711" y="23"/>
                    <a:pt x="1758" y="2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CA6438F9-07B8-4FA3-AEEF-1973E77977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7544" y="3277739"/>
              <a:ext cx="1617208" cy="45719"/>
            </a:xfrm>
            <a:custGeom>
              <a:avLst/>
              <a:gdLst>
                <a:gd name="T0" fmla="*/ 0 w 1758"/>
                <a:gd name="T1" fmla="*/ 8 h 57"/>
                <a:gd name="T2" fmla="*/ 717 w 1758"/>
                <a:gd name="T3" fmla="*/ 0 h 57"/>
                <a:gd name="T4" fmla="*/ 887 w 1758"/>
                <a:gd name="T5" fmla="*/ 8 h 57"/>
                <a:gd name="T6" fmla="*/ 916 w 1758"/>
                <a:gd name="T7" fmla="*/ 23 h 57"/>
                <a:gd name="T8" fmla="*/ 1012 w 1758"/>
                <a:gd name="T9" fmla="*/ 37 h 57"/>
                <a:gd name="T10" fmla="*/ 1219 w 1758"/>
                <a:gd name="T11" fmla="*/ 0 h 57"/>
                <a:gd name="T12" fmla="*/ 1551 w 1758"/>
                <a:gd name="T13" fmla="*/ 23 h 57"/>
                <a:gd name="T14" fmla="*/ 1758 w 1758"/>
                <a:gd name="T15" fmla="*/ 23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58" h="57">
                  <a:moveTo>
                    <a:pt x="0" y="8"/>
                  </a:moveTo>
                  <a:cubicBezTo>
                    <a:pt x="195" y="13"/>
                    <a:pt x="560" y="57"/>
                    <a:pt x="717" y="0"/>
                  </a:cubicBezTo>
                  <a:cubicBezTo>
                    <a:pt x="774" y="3"/>
                    <a:pt x="831" y="1"/>
                    <a:pt x="887" y="8"/>
                  </a:cubicBezTo>
                  <a:cubicBezTo>
                    <a:pt x="898" y="9"/>
                    <a:pt x="906" y="19"/>
                    <a:pt x="916" y="23"/>
                  </a:cubicBezTo>
                  <a:cubicBezTo>
                    <a:pt x="941" y="32"/>
                    <a:pt x="994" y="35"/>
                    <a:pt x="1012" y="37"/>
                  </a:cubicBezTo>
                  <a:cubicBezTo>
                    <a:pt x="1183" y="28"/>
                    <a:pt x="1116" y="37"/>
                    <a:pt x="1219" y="0"/>
                  </a:cubicBezTo>
                  <a:cubicBezTo>
                    <a:pt x="1338" y="10"/>
                    <a:pt x="1423" y="18"/>
                    <a:pt x="1551" y="23"/>
                  </a:cubicBezTo>
                  <a:cubicBezTo>
                    <a:pt x="1602" y="39"/>
                    <a:pt x="1711" y="23"/>
                    <a:pt x="1758" y="2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" name="Text Box 6">
            <a:extLst>
              <a:ext uri="{FF2B5EF4-FFF2-40B4-BE49-F238E27FC236}">
                <a16:creationId xmlns:a16="http://schemas.microsoft.com/office/drawing/2014/main" id="{4672DD96-E764-4FDB-A9C1-4F23C02B6F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5755" y="1559948"/>
            <a:ext cx="141385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Read the Sequences</a:t>
            </a:r>
            <a:endParaRPr lang="ru-RU" sz="2000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356A49D-6A47-4979-9EF6-365B439986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9900" y="2122686"/>
            <a:ext cx="1793966" cy="155402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0405C9E-286D-46ED-B23F-B6C23EC69B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4001" y="2222719"/>
            <a:ext cx="1000336" cy="148564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9C58C7F-B403-47B0-AF2D-09840C342F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7640" y="3676709"/>
            <a:ext cx="2047479" cy="892701"/>
          </a:xfrm>
          <a:prstGeom prst="rect">
            <a:avLst/>
          </a:prstGeom>
        </p:spPr>
      </p:pic>
      <p:sp>
        <p:nvSpPr>
          <p:cNvPr id="28" name="Text Box 8">
            <a:extLst>
              <a:ext uri="{FF2B5EF4-FFF2-40B4-BE49-F238E27FC236}">
                <a16:creationId xmlns:a16="http://schemas.microsoft.com/office/drawing/2014/main" id="{C858C111-0E34-4F50-BF12-D715D7CA80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76" y="4460203"/>
            <a:ext cx="454473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lang="en-US" sz="2400" dirty="0">
                <a:solidFill>
                  <a:schemeClr val="accent2"/>
                </a:solidFill>
                <a:latin typeface="+mn-lt"/>
              </a:rPr>
              <a:t>Pairs of Reads </a:t>
            </a:r>
            <a:r>
              <a:rPr lang="en-US" sz="2400" dirty="0">
                <a:latin typeface="+mn-lt"/>
              </a:rPr>
              <a:t>of ~150-250 bp each</a:t>
            </a:r>
            <a:endParaRPr lang="ru-RU" sz="2400" dirty="0">
              <a:latin typeface="+mn-lt"/>
            </a:endParaRPr>
          </a:p>
        </p:txBody>
      </p:sp>
      <p:sp>
        <p:nvSpPr>
          <p:cNvPr id="30" name="Line 15">
            <a:extLst>
              <a:ext uri="{FF2B5EF4-FFF2-40B4-BE49-F238E27FC236}">
                <a16:creationId xmlns:a16="http://schemas.microsoft.com/office/drawing/2014/main" id="{1C2C48C5-9A35-40DD-93CC-7E0AF42F5A04}"/>
              </a:ext>
            </a:extLst>
          </p:cNvPr>
          <p:cNvSpPr>
            <a:spLocks noChangeShapeType="1"/>
          </p:cNvSpPr>
          <p:nvPr/>
        </p:nvSpPr>
        <p:spPr bwMode="auto">
          <a:xfrm>
            <a:off x="242831" y="5644823"/>
            <a:ext cx="994053" cy="0"/>
          </a:xfrm>
          <a:prstGeom prst="line">
            <a:avLst/>
          </a:prstGeom>
          <a:noFill/>
          <a:ln w="63500">
            <a:solidFill>
              <a:schemeClr val="accent2">
                <a:lumMod val="75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Line 16">
            <a:extLst>
              <a:ext uri="{FF2B5EF4-FFF2-40B4-BE49-F238E27FC236}">
                <a16:creationId xmlns:a16="http://schemas.microsoft.com/office/drawing/2014/main" id="{00B4899F-A2A7-4294-B48C-C35D4D2ADE06}"/>
              </a:ext>
            </a:extLst>
          </p:cNvPr>
          <p:cNvSpPr>
            <a:spLocks noChangeShapeType="1"/>
          </p:cNvSpPr>
          <p:nvPr/>
        </p:nvSpPr>
        <p:spPr bwMode="auto">
          <a:xfrm>
            <a:off x="5955924" y="5436907"/>
            <a:ext cx="762000" cy="0"/>
          </a:xfrm>
          <a:prstGeom prst="line">
            <a:avLst/>
          </a:prstGeom>
          <a:noFill/>
          <a:ln w="63500">
            <a:solidFill>
              <a:schemeClr val="accent2">
                <a:lumMod val="75000"/>
              </a:schemeClr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Line 18">
            <a:extLst>
              <a:ext uri="{FF2B5EF4-FFF2-40B4-BE49-F238E27FC236}">
                <a16:creationId xmlns:a16="http://schemas.microsoft.com/office/drawing/2014/main" id="{32099E3E-6C8D-43A3-A785-EE401ABACDC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96940" y="5302868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Text Box 20">
            <a:extLst>
              <a:ext uri="{FF2B5EF4-FFF2-40B4-BE49-F238E27FC236}">
                <a16:creationId xmlns:a16="http://schemas.microsoft.com/office/drawing/2014/main" id="{D2517CFA-6326-4D48-85A4-AE10B0941F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040" y="4959023"/>
            <a:ext cx="1905000" cy="3667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en-US" dirty="0">
                <a:latin typeface="Arial" charset="0"/>
              </a:rPr>
              <a:t>CAAGCTGAT...</a:t>
            </a:r>
            <a:endParaRPr lang="ru-RU" dirty="0">
              <a:latin typeface="Arial" charset="0"/>
            </a:endParaRPr>
          </a:p>
        </p:txBody>
      </p:sp>
      <p:sp>
        <p:nvSpPr>
          <p:cNvPr id="36" name="Text Box 28">
            <a:extLst>
              <a:ext uri="{FF2B5EF4-FFF2-40B4-BE49-F238E27FC236}">
                <a16:creationId xmlns:a16="http://schemas.microsoft.com/office/drawing/2014/main" id="{764B039F-B56B-43F6-9E38-90A0EEF4AA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2658" y="4959023"/>
            <a:ext cx="1981200" cy="3667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en-US" dirty="0">
                <a:latin typeface="Arial" charset="0"/>
              </a:rPr>
              <a:t>…GTTTGGAAC</a:t>
            </a:r>
            <a:endParaRPr lang="ru-RU" dirty="0">
              <a:latin typeface="Arial" charset="0"/>
            </a:endParaRPr>
          </a:p>
        </p:txBody>
      </p:sp>
      <p:sp>
        <p:nvSpPr>
          <p:cNvPr id="37" name="Line 29">
            <a:extLst>
              <a:ext uri="{FF2B5EF4-FFF2-40B4-BE49-F238E27FC236}">
                <a16:creationId xmlns:a16="http://schemas.microsoft.com/office/drawing/2014/main" id="{5DFFB47C-1870-48EB-BCFF-7F5E530C8C1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38480" y="5304501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" name="Text Box 8">
            <a:extLst>
              <a:ext uri="{FF2B5EF4-FFF2-40B4-BE49-F238E27FC236}">
                <a16:creationId xmlns:a16="http://schemas.microsoft.com/office/drawing/2014/main" id="{84697B48-3949-4E03-A706-D681F61834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135" y="5832746"/>
            <a:ext cx="426267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lang="en-US" sz="2400" b="1" dirty="0">
                <a:latin typeface="+mn-lt"/>
              </a:rPr>
              <a:t>OR</a:t>
            </a:r>
            <a:r>
              <a:rPr lang="en-US" sz="2400" b="1" dirty="0">
                <a:solidFill>
                  <a:schemeClr val="accent2"/>
                </a:solidFill>
                <a:latin typeface="+mn-lt"/>
              </a:rPr>
              <a:t> </a:t>
            </a:r>
            <a:r>
              <a:rPr lang="en-US" sz="2400" dirty="0">
                <a:solidFill>
                  <a:schemeClr val="accent2"/>
                </a:solidFill>
                <a:latin typeface="+mn-lt"/>
              </a:rPr>
              <a:t>Long reads </a:t>
            </a:r>
            <a:r>
              <a:rPr lang="en-US" sz="2400" dirty="0">
                <a:latin typeface="+mn-lt"/>
              </a:rPr>
              <a:t>10+ kb each </a:t>
            </a:r>
            <a:endParaRPr lang="ru-RU" sz="2400" dirty="0">
              <a:latin typeface="+mn-lt"/>
            </a:endParaRPr>
          </a:p>
        </p:txBody>
      </p:sp>
      <p:sp>
        <p:nvSpPr>
          <p:cNvPr id="39" name="Line 15">
            <a:extLst>
              <a:ext uri="{FF2B5EF4-FFF2-40B4-BE49-F238E27FC236}">
                <a16:creationId xmlns:a16="http://schemas.microsoft.com/office/drawing/2014/main" id="{7E012C5F-57E8-440A-90E9-A7E5A548334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4593" y="6471163"/>
            <a:ext cx="3743537" cy="23290"/>
          </a:xfrm>
          <a:prstGeom prst="line">
            <a:avLst/>
          </a:prstGeom>
          <a:noFill/>
          <a:ln w="63500">
            <a:solidFill>
              <a:schemeClr val="accent6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" name="Text Box 8">
            <a:extLst>
              <a:ext uri="{FF2B5EF4-FFF2-40B4-BE49-F238E27FC236}">
                <a16:creationId xmlns:a16="http://schemas.microsoft.com/office/drawing/2014/main" id="{30731F6C-C5EF-4BC5-A2C9-6CAC29C04F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4704" y="4686904"/>
            <a:ext cx="228870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lang="en-US" sz="2400" dirty="0">
                <a:solidFill>
                  <a:schemeClr val="accent2"/>
                </a:solidFill>
                <a:latin typeface="+mn-lt"/>
              </a:rPr>
              <a:t>Contig assembly</a:t>
            </a:r>
            <a:endParaRPr lang="ru-RU" sz="2400" dirty="0">
              <a:latin typeface="+mn-lt"/>
            </a:endParaRPr>
          </a:p>
        </p:txBody>
      </p:sp>
      <p:sp>
        <p:nvSpPr>
          <p:cNvPr id="42" name="Line 15">
            <a:extLst>
              <a:ext uri="{FF2B5EF4-FFF2-40B4-BE49-F238E27FC236}">
                <a16:creationId xmlns:a16="http://schemas.microsoft.com/office/drawing/2014/main" id="{9272DC99-D818-45AA-9F67-5C29C0EE16B6}"/>
              </a:ext>
            </a:extLst>
          </p:cNvPr>
          <p:cNvSpPr>
            <a:spLocks noChangeShapeType="1"/>
          </p:cNvSpPr>
          <p:nvPr/>
        </p:nvSpPr>
        <p:spPr bwMode="auto">
          <a:xfrm>
            <a:off x="4885671" y="5436907"/>
            <a:ext cx="994053" cy="0"/>
          </a:xfrm>
          <a:prstGeom prst="line">
            <a:avLst/>
          </a:prstGeom>
          <a:noFill/>
          <a:ln w="63500">
            <a:solidFill>
              <a:schemeClr val="accent2">
                <a:lumMod val="75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" name="Line 15">
            <a:extLst>
              <a:ext uri="{FF2B5EF4-FFF2-40B4-BE49-F238E27FC236}">
                <a16:creationId xmlns:a16="http://schemas.microsoft.com/office/drawing/2014/main" id="{A38B4BAA-8BFC-4013-8A46-32D04D62CBD6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1104" y="5607668"/>
            <a:ext cx="994053" cy="0"/>
          </a:xfrm>
          <a:prstGeom prst="line">
            <a:avLst/>
          </a:prstGeom>
          <a:noFill/>
          <a:ln w="63500">
            <a:solidFill>
              <a:schemeClr val="accent2">
                <a:lumMod val="75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" name="Line 15">
            <a:extLst>
              <a:ext uri="{FF2B5EF4-FFF2-40B4-BE49-F238E27FC236}">
                <a16:creationId xmlns:a16="http://schemas.microsoft.com/office/drawing/2014/main" id="{7F672CF5-E344-4AAB-9353-B9000998C802}"/>
              </a:ext>
            </a:extLst>
          </p:cNvPr>
          <p:cNvSpPr>
            <a:spLocks noChangeShapeType="1"/>
          </p:cNvSpPr>
          <p:nvPr/>
        </p:nvSpPr>
        <p:spPr bwMode="auto">
          <a:xfrm>
            <a:off x="5664704" y="5753101"/>
            <a:ext cx="994053" cy="0"/>
          </a:xfrm>
          <a:prstGeom prst="line">
            <a:avLst/>
          </a:prstGeom>
          <a:noFill/>
          <a:ln w="63500">
            <a:solidFill>
              <a:schemeClr val="accent2">
                <a:lumMod val="75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" name="Line 15">
            <a:extLst>
              <a:ext uri="{FF2B5EF4-FFF2-40B4-BE49-F238E27FC236}">
                <a16:creationId xmlns:a16="http://schemas.microsoft.com/office/drawing/2014/main" id="{5C553C5D-C204-4A7D-8689-1EF5FBD03109}"/>
              </a:ext>
            </a:extLst>
          </p:cNvPr>
          <p:cNvSpPr>
            <a:spLocks noChangeShapeType="1"/>
          </p:cNvSpPr>
          <p:nvPr/>
        </p:nvSpPr>
        <p:spPr bwMode="auto">
          <a:xfrm>
            <a:off x="5879724" y="5929885"/>
            <a:ext cx="994053" cy="0"/>
          </a:xfrm>
          <a:prstGeom prst="line">
            <a:avLst/>
          </a:prstGeom>
          <a:noFill/>
          <a:ln w="63500">
            <a:solidFill>
              <a:schemeClr val="accent2">
                <a:lumMod val="75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" name="Line 16">
            <a:extLst>
              <a:ext uri="{FF2B5EF4-FFF2-40B4-BE49-F238E27FC236}">
                <a16:creationId xmlns:a16="http://schemas.microsoft.com/office/drawing/2014/main" id="{39A65613-5359-408B-897D-6880361099FE}"/>
              </a:ext>
            </a:extLst>
          </p:cNvPr>
          <p:cNvSpPr>
            <a:spLocks noChangeShapeType="1"/>
          </p:cNvSpPr>
          <p:nvPr/>
        </p:nvSpPr>
        <p:spPr bwMode="auto">
          <a:xfrm>
            <a:off x="1840570" y="5644823"/>
            <a:ext cx="762000" cy="0"/>
          </a:xfrm>
          <a:prstGeom prst="line">
            <a:avLst/>
          </a:prstGeom>
          <a:noFill/>
          <a:ln w="63500">
            <a:solidFill>
              <a:schemeClr val="accent2">
                <a:lumMod val="75000"/>
              </a:schemeClr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" name="Line 16">
            <a:extLst>
              <a:ext uri="{FF2B5EF4-FFF2-40B4-BE49-F238E27FC236}">
                <a16:creationId xmlns:a16="http://schemas.microsoft.com/office/drawing/2014/main" id="{59E56334-0A15-44A4-BE95-A2448170C2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281012" y="5596698"/>
            <a:ext cx="762000" cy="0"/>
          </a:xfrm>
          <a:prstGeom prst="line">
            <a:avLst/>
          </a:prstGeom>
          <a:noFill/>
          <a:ln w="63500">
            <a:solidFill>
              <a:schemeClr val="accent2">
                <a:lumMod val="75000"/>
              </a:schemeClr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" name="Line 16">
            <a:extLst>
              <a:ext uri="{FF2B5EF4-FFF2-40B4-BE49-F238E27FC236}">
                <a16:creationId xmlns:a16="http://schemas.microsoft.com/office/drawing/2014/main" id="{AE6F0D3E-873E-489F-A26A-F6B369DFF778}"/>
              </a:ext>
            </a:extLst>
          </p:cNvPr>
          <p:cNvSpPr>
            <a:spLocks noChangeShapeType="1"/>
          </p:cNvSpPr>
          <p:nvPr/>
        </p:nvSpPr>
        <p:spPr bwMode="auto">
          <a:xfrm>
            <a:off x="6891785" y="5737063"/>
            <a:ext cx="762000" cy="0"/>
          </a:xfrm>
          <a:prstGeom prst="line">
            <a:avLst/>
          </a:prstGeom>
          <a:noFill/>
          <a:ln w="63500">
            <a:solidFill>
              <a:schemeClr val="accent2">
                <a:lumMod val="75000"/>
              </a:schemeClr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" name="Line 16">
            <a:extLst>
              <a:ext uri="{FF2B5EF4-FFF2-40B4-BE49-F238E27FC236}">
                <a16:creationId xmlns:a16="http://schemas.microsoft.com/office/drawing/2014/main" id="{3CF556AB-69E4-42FE-9790-145146B6C382}"/>
              </a:ext>
            </a:extLst>
          </p:cNvPr>
          <p:cNvSpPr>
            <a:spLocks noChangeShapeType="1"/>
          </p:cNvSpPr>
          <p:nvPr/>
        </p:nvSpPr>
        <p:spPr bwMode="auto">
          <a:xfrm>
            <a:off x="7203897" y="5929885"/>
            <a:ext cx="762000" cy="0"/>
          </a:xfrm>
          <a:prstGeom prst="line">
            <a:avLst/>
          </a:prstGeom>
          <a:noFill/>
          <a:ln w="63500">
            <a:solidFill>
              <a:schemeClr val="accent2">
                <a:lumMod val="75000"/>
              </a:schemeClr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" name="Line 15">
            <a:extLst>
              <a:ext uri="{FF2B5EF4-FFF2-40B4-BE49-F238E27FC236}">
                <a16:creationId xmlns:a16="http://schemas.microsoft.com/office/drawing/2014/main" id="{E6252246-7BEA-4DBD-B633-34AC032C81E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89024" y="6129959"/>
            <a:ext cx="2849099" cy="0"/>
          </a:xfrm>
          <a:prstGeom prst="line">
            <a:avLst/>
          </a:prstGeom>
          <a:noFill/>
          <a:ln w="63500">
            <a:solidFill>
              <a:schemeClr val="accent6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" name="Line 16">
            <a:extLst>
              <a:ext uri="{FF2B5EF4-FFF2-40B4-BE49-F238E27FC236}">
                <a16:creationId xmlns:a16="http://schemas.microsoft.com/office/drawing/2014/main" id="{A6D855AB-A837-4273-AD11-62F5840072E6}"/>
              </a:ext>
            </a:extLst>
          </p:cNvPr>
          <p:cNvSpPr>
            <a:spLocks noChangeShapeType="1"/>
          </p:cNvSpPr>
          <p:nvPr/>
        </p:nvSpPr>
        <p:spPr bwMode="auto">
          <a:xfrm>
            <a:off x="7738123" y="5436907"/>
            <a:ext cx="762000" cy="0"/>
          </a:xfrm>
          <a:prstGeom prst="line">
            <a:avLst/>
          </a:prstGeom>
          <a:noFill/>
          <a:ln w="63500">
            <a:solidFill>
              <a:schemeClr val="accent2">
                <a:lumMod val="75000"/>
              </a:schemeClr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" name="Line 16">
            <a:extLst>
              <a:ext uri="{FF2B5EF4-FFF2-40B4-BE49-F238E27FC236}">
                <a16:creationId xmlns:a16="http://schemas.microsoft.com/office/drawing/2014/main" id="{9DB6D835-2B5E-49BD-8215-233CBB2E1F4F}"/>
              </a:ext>
            </a:extLst>
          </p:cNvPr>
          <p:cNvSpPr>
            <a:spLocks noChangeShapeType="1"/>
          </p:cNvSpPr>
          <p:nvPr/>
        </p:nvSpPr>
        <p:spPr bwMode="auto">
          <a:xfrm>
            <a:off x="7870561" y="5772116"/>
            <a:ext cx="762000" cy="0"/>
          </a:xfrm>
          <a:prstGeom prst="line">
            <a:avLst/>
          </a:prstGeom>
          <a:noFill/>
          <a:ln w="63500">
            <a:solidFill>
              <a:schemeClr val="accent2">
                <a:lumMod val="75000"/>
              </a:schemeClr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" name="Line 16">
            <a:extLst>
              <a:ext uri="{FF2B5EF4-FFF2-40B4-BE49-F238E27FC236}">
                <a16:creationId xmlns:a16="http://schemas.microsoft.com/office/drawing/2014/main" id="{4C1B0106-583A-4E42-BB57-18AD479EFA94}"/>
              </a:ext>
            </a:extLst>
          </p:cNvPr>
          <p:cNvSpPr>
            <a:spLocks noChangeShapeType="1"/>
          </p:cNvSpPr>
          <p:nvPr/>
        </p:nvSpPr>
        <p:spPr bwMode="auto">
          <a:xfrm>
            <a:off x="4902704" y="5860905"/>
            <a:ext cx="762000" cy="0"/>
          </a:xfrm>
          <a:prstGeom prst="line">
            <a:avLst/>
          </a:prstGeom>
          <a:noFill/>
          <a:ln w="63500">
            <a:solidFill>
              <a:schemeClr val="accent2">
                <a:lumMod val="75000"/>
              </a:schemeClr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" name="Line 15">
            <a:extLst>
              <a:ext uri="{FF2B5EF4-FFF2-40B4-BE49-F238E27FC236}">
                <a16:creationId xmlns:a16="http://schemas.microsoft.com/office/drawing/2014/main" id="{496FD92A-E48E-4A7D-B788-3E4BB3DDB2E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79724" y="6294411"/>
            <a:ext cx="2849099" cy="0"/>
          </a:xfrm>
          <a:prstGeom prst="line">
            <a:avLst/>
          </a:prstGeom>
          <a:noFill/>
          <a:ln w="63500">
            <a:solidFill>
              <a:schemeClr val="accent6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" name="Text Box 8">
            <a:extLst>
              <a:ext uri="{FF2B5EF4-FFF2-40B4-BE49-F238E27FC236}">
                <a16:creationId xmlns:a16="http://schemas.microsoft.com/office/drawing/2014/main" id="{DB538735-E122-4574-B059-E486CB1586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74248" y="3773487"/>
            <a:ext cx="184708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lang="en-US" sz="2400" dirty="0">
                <a:solidFill>
                  <a:schemeClr val="accent2"/>
                </a:solidFill>
                <a:latin typeface="+mn-lt"/>
              </a:rPr>
              <a:t>Scaffolding</a:t>
            </a:r>
            <a:endParaRPr lang="ru-RU" sz="2400" dirty="0">
              <a:latin typeface="+mn-lt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B24EDED-BF8C-4779-B16D-14547E7ED8FB}"/>
              </a:ext>
            </a:extLst>
          </p:cNvPr>
          <p:cNvSpPr/>
          <p:nvPr/>
        </p:nvSpPr>
        <p:spPr>
          <a:xfrm>
            <a:off x="9381422" y="6375675"/>
            <a:ext cx="259598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/>
              <a:t>Image Courtesy: National Human Genome Research Institute</a:t>
            </a:r>
          </a:p>
        </p:txBody>
      </p:sp>
      <p:pic>
        <p:nvPicPr>
          <p:cNvPr id="65" name="Picture 64" descr="A close up of a device&#10;&#10;Description automatically generated">
            <a:extLst>
              <a:ext uri="{FF2B5EF4-FFF2-40B4-BE49-F238E27FC236}">
                <a16:creationId xmlns:a16="http://schemas.microsoft.com/office/drawing/2014/main" id="{50A9DBDE-ADD7-47F4-B1E9-7FC59255198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337" y="4187184"/>
            <a:ext cx="1981200" cy="2132043"/>
          </a:xfrm>
          <a:prstGeom prst="rect">
            <a:avLst/>
          </a:prstGeom>
        </p:spPr>
      </p:pic>
      <p:sp>
        <p:nvSpPr>
          <p:cNvPr id="66" name="Slide Number Placeholder 65">
            <a:extLst>
              <a:ext uri="{FF2B5EF4-FFF2-40B4-BE49-F238E27FC236}">
                <a16:creationId xmlns:a16="http://schemas.microsoft.com/office/drawing/2014/main" id="{46441986-2651-49B3-8763-35B0909FA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</a:t>
            </a:fld>
            <a:endParaRPr lang="en-US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01117D80-1E28-40C9-8AC5-9D71028A548E}"/>
              </a:ext>
            </a:extLst>
          </p:cNvPr>
          <p:cNvGrpSpPr/>
          <p:nvPr/>
        </p:nvGrpSpPr>
        <p:grpSpPr>
          <a:xfrm>
            <a:off x="4963488" y="2302809"/>
            <a:ext cx="735231" cy="461666"/>
            <a:chOff x="4686299" y="2286725"/>
            <a:chExt cx="1828800" cy="1036733"/>
          </a:xfrm>
        </p:grpSpPr>
        <p:sp>
          <p:nvSpPr>
            <p:cNvPr id="55" name="Freeform 9">
              <a:extLst>
                <a:ext uri="{FF2B5EF4-FFF2-40B4-BE49-F238E27FC236}">
                  <a16:creationId xmlns:a16="http://schemas.microsoft.com/office/drawing/2014/main" id="{10B1F963-908F-438A-B282-CB5BDDC7AE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7287" y="2286725"/>
              <a:ext cx="1266825" cy="76200"/>
            </a:xfrm>
            <a:custGeom>
              <a:avLst/>
              <a:gdLst>
                <a:gd name="T0" fmla="*/ 0 w 1758"/>
                <a:gd name="T1" fmla="*/ 8 h 57"/>
                <a:gd name="T2" fmla="*/ 717 w 1758"/>
                <a:gd name="T3" fmla="*/ 0 h 57"/>
                <a:gd name="T4" fmla="*/ 887 w 1758"/>
                <a:gd name="T5" fmla="*/ 8 h 57"/>
                <a:gd name="T6" fmla="*/ 916 w 1758"/>
                <a:gd name="T7" fmla="*/ 23 h 57"/>
                <a:gd name="T8" fmla="*/ 1012 w 1758"/>
                <a:gd name="T9" fmla="*/ 37 h 57"/>
                <a:gd name="T10" fmla="*/ 1219 w 1758"/>
                <a:gd name="T11" fmla="*/ 0 h 57"/>
                <a:gd name="T12" fmla="*/ 1551 w 1758"/>
                <a:gd name="T13" fmla="*/ 23 h 57"/>
                <a:gd name="T14" fmla="*/ 1758 w 1758"/>
                <a:gd name="T15" fmla="*/ 23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58" h="57">
                  <a:moveTo>
                    <a:pt x="0" y="8"/>
                  </a:moveTo>
                  <a:cubicBezTo>
                    <a:pt x="195" y="13"/>
                    <a:pt x="560" y="57"/>
                    <a:pt x="717" y="0"/>
                  </a:cubicBezTo>
                  <a:cubicBezTo>
                    <a:pt x="774" y="3"/>
                    <a:pt x="831" y="1"/>
                    <a:pt x="887" y="8"/>
                  </a:cubicBezTo>
                  <a:cubicBezTo>
                    <a:pt x="898" y="9"/>
                    <a:pt x="906" y="19"/>
                    <a:pt x="916" y="23"/>
                  </a:cubicBezTo>
                  <a:cubicBezTo>
                    <a:pt x="941" y="32"/>
                    <a:pt x="994" y="35"/>
                    <a:pt x="1012" y="37"/>
                  </a:cubicBezTo>
                  <a:cubicBezTo>
                    <a:pt x="1183" y="28"/>
                    <a:pt x="1116" y="37"/>
                    <a:pt x="1219" y="0"/>
                  </a:cubicBezTo>
                  <a:cubicBezTo>
                    <a:pt x="1338" y="10"/>
                    <a:pt x="1423" y="18"/>
                    <a:pt x="1551" y="23"/>
                  </a:cubicBezTo>
                  <a:cubicBezTo>
                    <a:pt x="1602" y="39"/>
                    <a:pt x="1711" y="23"/>
                    <a:pt x="1758" y="2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10">
              <a:extLst>
                <a:ext uri="{FF2B5EF4-FFF2-40B4-BE49-F238E27FC236}">
                  <a16:creationId xmlns:a16="http://schemas.microsoft.com/office/drawing/2014/main" id="{D7E14C7B-1D44-473A-B3E3-31A485586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6786" y="2583420"/>
              <a:ext cx="1647825" cy="76200"/>
            </a:xfrm>
            <a:custGeom>
              <a:avLst/>
              <a:gdLst>
                <a:gd name="T0" fmla="*/ 0 w 1758"/>
                <a:gd name="T1" fmla="*/ 8 h 57"/>
                <a:gd name="T2" fmla="*/ 717 w 1758"/>
                <a:gd name="T3" fmla="*/ 0 h 57"/>
                <a:gd name="T4" fmla="*/ 887 w 1758"/>
                <a:gd name="T5" fmla="*/ 8 h 57"/>
                <a:gd name="T6" fmla="*/ 916 w 1758"/>
                <a:gd name="T7" fmla="*/ 23 h 57"/>
                <a:gd name="T8" fmla="*/ 1012 w 1758"/>
                <a:gd name="T9" fmla="*/ 37 h 57"/>
                <a:gd name="T10" fmla="*/ 1219 w 1758"/>
                <a:gd name="T11" fmla="*/ 0 h 57"/>
                <a:gd name="T12" fmla="*/ 1551 w 1758"/>
                <a:gd name="T13" fmla="*/ 23 h 57"/>
                <a:gd name="T14" fmla="*/ 1758 w 1758"/>
                <a:gd name="T15" fmla="*/ 23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58" h="57">
                  <a:moveTo>
                    <a:pt x="0" y="8"/>
                  </a:moveTo>
                  <a:cubicBezTo>
                    <a:pt x="195" y="13"/>
                    <a:pt x="560" y="57"/>
                    <a:pt x="717" y="0"/>
                  </a:cubicBezTo>
                  <a:cubicBezTo>
                    <a:pt x="774" y="3"/>
                    <a:pt x="831" y="1"/>
                    <a:pt x="887" y="8"/>
                  </a:cubicBezTo>
                  <a:cubicBezTo>
                    <a:pt x="898" y="9"/>
                    <a:pt x="906" y="19"/>
                    <a:pt x="916" y="23"/>
                  </a:cubicBezTo>
                  <a:cubicBezTo>
                    <a:pt x="941" y="32"/>
                    <a:pt x="994" y="35"/>
                    <a:pt x="1012" y="37"/>
                  </a:cubicBezTo>
                  <a:cubicBezTo>
                    <a:pt x="1183" y="28"/>
                    <a:pt x="1116" y="37"/>
                    <a:pt x="1219" y="0"/>
                  </a:cubicBezTo>
                  <a:cubicBezTo>
                    <a:pt x="1338" y="10"/>
                    <a:pt x="1423" y="18"/>
                    <a:pt x="1551" y="23"/>
                  </a:cubicBezTo>
                  <a:cubicBezTo>
                    <a:pt x="1602" y="39"/>
                    <a:pt x="1711" y="23"/>
                    <a:pt x="1758" y="2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Freeform 11">
              <a:extLst>
                <a:ext uri="{FF2B5EF4-FFF2-40B4-BE49-F238E27FC236}">
                  <a16:creationId xmlns:a16="http://schemas.microsoft.com/office/drawing/2014/main" id="{8657AB65-6E3B-4B0D-8868-E33AC40E7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7544" y="2800491"/>
              <a:ext cx="1419225" cy="90488"/>
            </a:xfrm>
            <a:custGeom>
              <a:avLst/>
              <a:gdLst>
                <a:gd name="T0" fmla="*/ 0 w 1758"/>
                <a:gd name="T1" fmla="*/ 8 h 57"/>
                <a:gd name="T2" fmla="*/ 717 w 1758"/>
                <a:gd name="T3" fmla="*/ 0 h 57"/>
                <a:gd name="T4" fmla="*/ 887 w 1758"/>
                <a:gd name="T5" fmla="*/ 8 h 57"/>
                <a:gd name="T6" fmla="*/ 916 w 1758"/>
                <a:gd name="T7" fmla="*/ 23 h 57"/>
                <a:gd name="T8" fmla="*/ 1012 w 1758"/>
                <a:gd name="T9" fmla="*/ 37 h 57"/>
                <a:gd name="T10" fmla="*/ 1219 w 1758"/>
                <a:gd name="T11" fmla="*/ 0 h 57"/>
                <a:gd name="T12" fmla="*/ 1551 w 1758"/>
                <a:gd name="T13" fmla="*/ 23 h 57"/>
                <a:gd name="T14" fmla="*/ 1758 w 1758"/>
                <a:gd name="T15" fmla="*/ 23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58" h="57">
                  <a:moveTo>
                    <a:pt x="0" y="8"/>
                  </a:moveTo>
                  <a:cubicBezTo>
                    <a:pt x="195" y="13"/>
                    <a:pt x="560" y="57"/>
                    <a:pt x="717" y="0"/>
                  </a:cubicBezTo>
                  <a:cubicBezTo>
                    <a:pt x="774" y="3"/>
                    <a:pt x="831" y="1"/>
                    <a:pt x="887" y="8"/>
                  </a:cubicBezTo>
                  <a:cubicBezTo>
                    <a:pt x="898" y="9"/>
                    <a:pt x="906" y="19"/>
                    <a:pt x="916" y="23"/>
                  </a:cubicBezTo>
                  <a:cubicBezTo>
                    <a:pt x="941" y="32"/>
                    <a:pt x="994" y="35"/>
                    <a:pt x="1012" y="37"/>
                  </a:cubicBezTo>
                  <a:cubicBezTo>
                    <a:pt x="1183" y="28"/>
                    <a:pt x="1116" y="37"/>
                    <a:pt x="1219" y="0"/>
                  </a:cubicBezTo>
                  <a:cubicBezTo>
                    <a:pt x="1338" y="10"/>
                    <a:pt x="1423" y="18"/>
                    <a:pt x="1551" y="23"/>
                  </a:cubicBezTo>
                  <a:cubicBezTo>
                    <a:pt x="1602" y="39"/>
                    <a:pt x="1711" y="23"/>
                    <a:pt x="1758" y="2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12">
              <a:extLst>
                <a:ext uri="{FF2B5EF4-FFF2-40B4-BE49-F238E27FC236}">
                  <a16:creationId xmlns:a16="http://schemas.microsoft.com/office/drawing/2014/main" id="{63CB08DA-B54D-4840-86ED-140B0617D9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6299" y="2996686"/>
              <a:ext cx="1828800" cy="76200"/>
            </a:xfrm>
            <a:custGeom>
              <a:avLst/>
              <a:gdLst>
                <a:gd name="T0" fmla="*/ 0 w 1758"/>
                <a:gd name="T1" fmla="*/ 8 h 57"/>
                <a:gd name="T2" fmla="*/ 717 w 1758"/>
                <a:gd name="T3" fmla="*/ 0 h 57"/>
                <a:gd name="T4" fmla="*/ 887 w 1758"/>
                <a:gd name="T5" fmla="*/ 8 h 57"/>
                <a:gd name="T6" fmla="*/ 916 w 1758"/>
                <a:gd name="T7" fmla="*/ 23 h 57"/>
                <a:gd name="T8" fmla="*/ 1012 w 1758"/>
                <a:gd name="T9" fmla="*/ 37 h 57"/>
                <a:gd name="T10" fmla="*/ 1219 w 1758"/>
                <a:gd name="T11" fmla="*/ 0 h 57"/>
                <a:gd name="T12" fmla="*/ 1551 w 1758"/>
                <a:gd name="T13" fmla="*/ 23 h 57"/>
                <a:gd name="T14" fmla="*/ 1758 w 1758"/>
                <a:gd name="T15" fmla="*/ 23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58" h="57">
                  <a:moveTo>
                    <a:pt x="0" y="8"/>
                  </a:moveTo>
                  <a:cubicBezTo>
                    <a:pt x="195" y="13"/>
                    <a:pt x="560" y="57"/>
                    <a:pt x="717" y="0"/>
                  </a:cubicBezTo>
                  <a:cubicBezTo>
                    <a:pt x="774" y="3"/>
                    <a:pt x="831" y="1"/>
                    <a:pt x="887" y="8"/>
                  </a:cubicBezTo>
                  <a:cubicBezTo>
                    <a:pt x="898" y="9"/>
                    <a:pt x="906" y="19"/>
                    <a:pt x="916" y="23"/>
                  </a:cubicBezTo>
                  <a:cubicBezTo>
                    <a:pt x="941" y="32"/>
                    <a:pt x="994" y="35"/>
                    <a:pt x="1012" y="37"/>
                  </a:cubicBezTo>
                  <a:cubicBezTo>
                    <a:pt x="1183" y="28"/>
                    <a:pt x="1116" y="37"/>
                    <a:pt x="1219" y="0"/>
                  </a:cubicBezTo>
                  <a:cubicBezTo>
                    <a:pt x="1338" y="10"/>
                    <a:pt x="1423" y="18"/>
                    <a:pt x="1551" y="23"/>
                  </a:cubicBezTo>
                  <a:cubicBezTo>
                    <a:pt x="1602" y="39"/>
                    <a:pt x="1711" y="23"/>
                    <a:pt x="1758" y="2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13">
              <a:extLst>
                <a:ext uri="{FF2B5EF4-FFF2-40B4-BE49-F238E27FC236}">
                  <a16:creationId xmlns:a16="http://schemas.microsoft.com/office/drawing/2014/main" id="{3DE16499-8F52-4EE3-B2E3-71E4238F8F9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7544" y="3277739"/>
              <a:ext cx="1617208" cy="45719"/>
            </a:xfrm>
            <a:custGeom>
              <a:avLst/>
              <a:gdLst>
                <a:gd name="T0" fmla="*/ 0 w 1758"/>
                <a:gd name="T1" fmla="*/ 8 h 57"/>
                <a:gd name="T2" fmla="*/ 717 w 1758"/>
                <a:gd name="T3" fmla="*/ 0 h 57"/>
                <a:gd name="T4" fmla="*/ 887 w 1758"/>
                <a:gd name="T5" fmla="*/ 8 h 57"/>
                <a:gd name="T6" fmla="*/ 916 w 1758"/>
                <a:gd name="T7" fmla="*/ 23 h 57"/>
                <a:gd name="T8" fmla="*/ 1012 w 1758"/>
                <a:gd name="T9" fmla="*/ 37 h 57"/>
                <a:gd name="T10" fmla="*/ 1219 w 1758"/>
                <a:gd name="T11" fmla="*/ 0 h 57"/>
                <a:gd name="T12" fmla="*/ 1551 w 1758"/>
                <a:gd name="T13" fmla="*/ 23 h 57"/>
                <a:gd name="T14" fmla="*/ 1758 w 1758"/>
                <a:gd name="T15" fmla="*/ 23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58" h="57">
                  <a:moveTo>
                    <a:pt x="0" y="8"/>
                  </a:moveTo>
                  <a:cubicBezTo>
                    <a:pt x="195" y="13"/>
                    <a:pt x="560" y="57"/>
                    <a:pt x="717" y="0"/>
                  </a:cubicBezTo>
                  <a:cubicBezTo>
                    <a:pt x="774" y="3"/>
                    <a:pt x="831" y="1"/>
                    <a:pt x="887" y="8"/>
                  </a:cubicBezTo>
                  <a:cubicBezTo>
                    <a:pt x="898" y="9"/>
                    <a:pt x="906" y="19"/>
                    <a:pt x="916" y="23"/>
                  </a:cubicBezTo>
                  <a:cubicBezTo>
                    <a:pt x="941" y="32"/>
                    <a:pt x="994" y="35"/>
                    <a:pt x="1012" y="37"/>
                  </a:cubicBezTo>
                  <a:cubicBezTo>
                    <a:pt x="1183" y="28"/>
                    <a:pt x="1116" y="37"/>
                    <a:pt x="1219" y="0"/>
                  </a:cubicBezTo>
                  <a:cubicBezTo>
                    <a:pt x="1338" y="10"/>
                    <a:pt x="1423" y="18"/>
                    <a:pt x="1551" y="23"/>
                  </a:cubicBezTo>
                  <a:cubicBezTo>
                    <a:pt x="1602" y="39"/>
                    <a:pt x="1711" y="23"/>
                    <a:pt x="1758" y="2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25B6672D-458D-48C3-8BD1-C21726B925E1}"/>
              </a:ext>
            </a:extLst>
          </p:cNvPr>
          <p:cNvGrpSpPr/>
          <p:nvPr/>
        </p:nvGrpSpPr>
        <p:grpSpPr>
          <a:xfrm>
            <a:off x="4687801" y="2986901"/>
            <a:ext cx="735231" cy="461666"/>
            <a:chOff x="4686299" y="2286725"/>
            <a:chExt cx="1828800" cy="1036733"/>
          </a:xfrm>
        </p:grpSpPr>
        <p:sp>
          <p:nvSpPr>
            <p:cNvPr id="71" name="Freeform 9">
              <a:extLst>
                <a:ext uri="{FF2B5EF4-FFF2-40B4-BE49-F238E27FC236}">
                  <a16:creationId xmlns:a16="http://schemas.microsoft.com/office/drawing/2014/main" id="{12BD92A3-668C-475E-A82F-B82B5508E3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7287" y="2286725"/>
              <a:ext cx="1266825" cy="76200"/>
            </a:xfrm>
            <a:custGeom>
              <a:avLst/>
              <a:gdLst>
                <a:gd name="T0" fmla="*/ 0 w 1758"/>
                <a:gd name="T1" fmla="*/ 8 h 57"/>
                <a:gd name="T2" fmla="*/ 717 w 1758"/>
                <a:gd name="T3" fmla="*/ 0 h 57"/>
                <a:gd name="T4" fmla="*/ 887 w 1758"/>
                <a:gd name="T5" fmla="*/ 8 h 57"/>
                <a:gd name="T6" fmla="*/ 916 w 1758"/>
                <a:gd name="T7" fmla="*/ 23 h 57"/>
                <a:gd name="T8" fmla="*/ 1012 w 1758"/>
                <a:gd name="T9" fmla="*/ 37 h 57"/>
                <a:gd name="T10" fmla="*/ 1219 w 1758"/>
                <a:gd name="T11" fmla="*/ 0 h 57"/>
                <a:gd name="T12" fmla="*/ 1551 w 1758"/>
                <a:gd name="T13" fmla="*/ 23 h 57"/>
                <a:gd name="T14" fmla="*/ 1758 w 1758"/>
                <a:gd name="T15" fmla="*/ 23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58" h="57">
                  <a:moveTo>
                    <a:pt x="0" y="8"/>
                  </a:moveTo>
                  <a:cubicBezTo>
                    <a:pt x="195" y="13"/>
                    <a:pt x="560" y="57"/>
                    <a:pt x="717" y="0"/>
                  </a:cubicBezTo>
                  <a:cubicBezTo>
                    <a:pt x="774" y="3"/>
                    <a:pt x="831" y="1"/>
                    <a:pt x="887" y="8"/>
                  </a:cubicBezTo>
                  <a:cubicBezTo>
                    <a:pt x="898" y="9"/>
                    <a:pt x="906" y="19"/>
                    <a:pt x="916" y="23"/>
                  </a:cubicBezTo>
                  <a:cubicBezTo>
                    <a:pt x="941" y="32"/>
                    <a:pt x="994" y="35"/>
                    <a:pt x="1012" y="37"/>
                  </a:cubicBezTo>
                  <a:cubicBezTo>
                    <a:pt x="1183" y="28"/>
                    <a:pt x="1116" y="37"/>
                    <a:pt x="1219" y="0"/>
                  </a:cubicBezTo>
                  <a:cubicBezTo>
                    <a:pt x="1338" y="10"/>
                    <a:pt x="1423" y="18"/>
                    <a:pt x="1551" y="23"/>
                  </a:cubicBezTo>
                  <a:cubicBezTo>
                    <a:pt x="1602" y="39"/>
                    <a:pt x="1711" y="23"/>
                    <a:pt x="1758" y="2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10">
              <a:extLst>
                <a:ext uri="{FF2B5EF4-FFF2-40B4-BE49-F238E27FC236}">
                  <a16:creationId xmlns:a16="http://schemas.microsoft.com/office/drawing/2014/main" id="{A5E5486D-4390-4E7A-8AF3-6ECF97D267D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6786" y="2583420"/>
              <a:ext cx="1647825" cy="76200"/>
            </a:xfrm>
            <a:custGeom>
              <a:avLst/>
              <a:gdLst>
                <a:gd name="T0" fmla="*/ 0 w 1758"/>
                <a:gd name="T1" fmla="*/ 8 h 57"/>
                <a:gd name="T2" fmla="*/ 717 w 1758"/>
                <a:gd name="T3" fmla="*/ 0 h 57"/>
                <a:gd name="T4" fmla="*/ 887 w 1758"/>
                <a:gd name="T5" fmla="*/ 8 h 57"/>
                <a:gd name="T6" fmla="*/ 916 w 1758"/>
                <a:gd name="T7" fmla="*/ 23 h 57"/>
                <a:gd name="T8" fmla="*/ 1012 w 1758"/>
                <a:gd name="T9" fmla="*/ 37 h 57"/>
                <a:gd name="T10" fmla="*/ 1219 w 1758"/>
                <a:gd name="T11" fmla="*/ 0 h 57"/>
                <a:gd name="T12" fmla="*/ 1551 w 1758"/>
                <a:gd name="T13" fmla="*/ 23 h 57"/>
                <a:gd name="T14" fmla="*/ 1758 w 1758"/>
                <a:gd name="T15" fmla="*/ 23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58" h="57">
                  <a:moveTo>
                    <a:pt x="0" y="8"/>
                  </a:moveTo>
                  <a:cubicBezTo>
                    <a:pt x="195" y="13"/>
                    <a:pt x="560" y="57"/>
                    <a:pt x="717" y="0"/>
                  </a:cubicBezTo>
                  <a:cubicBezTo>
                    <a:pt x="774" y="3"/>
                    <a:pt x="831" y="1"/>
                    <a:pt x="887" y="8"/>
                  </a:cubicBezTo>
                  <a:cubicBezTo>
                    <a:pt x="898" y="9"/>
                    <a:pt x="906" y="19"/>
                    <a:pt x="916" y="23"/>
                  </a:cubicBezTo>
                  <a:cubicBezTo>
                    <a:pt x="941" y="32"/>
                    <a:pt x="994" y="35"/>
                    <a:pt x="1012" y="37"/>
                  </a:cubicBezTo>
                  <a:cubicBezTo>
                    <a:pt x="1183" y="28"/>
                    <a:pt x="1116" y="37"/>
                    <a:pt x="1219" y="0"/>
                  </a:cubicBezTo>
                  <a:cubicBezTo>
                    <a:pt x="1338" y="10"/>
                    <a:pt x="1423" y="18"/>
                    <a:pt x="1551" y="23"/>
                  </a:cubicBezTo>
                  <a:cubicBezTo>
                    <a:pt x="1602" y="39"/>
                    <a:pt x="1711" y="23"/>
                    <a:pt x="1758" y="2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11">
              <a:extLst>
                <a:ext uri="{FF2B5EF4-FFF2-40B4-BE49-F238E27FC236}">
                  <a16:creationId xmlns:a16="http://schemas.microsoft.com/office/drawing/2014/main" id="{ADD0F1AF-D0AB-4610-84C9-898E5CACD2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7544" y="2800491"/>
              <a:ext cx="1419225" cy="90488"/>
            </a:xfrm>
            <a:custGeom>
              <a:avLst/>
              <a:gdLst>
                <a:gd name="T0" fmla="*/ 0 w 1758"/>
                <a:gd name="T1" fmla="*/ 8 h 57"/>
                <a:gd name="T2" fmla="*/ 717 w 1758"/>
                <a:gd name="T3" fmla="*/ 0 h 57"/>
                <a:gd name="T4" fmla="*/ 887 w 1758"/>
                <a:gd name="T5" fmla="*/ 8 h 57"/>
                <a:gd name="T6" fmla="*/ 916 w 1758"/>
                <a:gd name="T7" fmla="*/ 23 h 57"/>
                <a:gd name="T8" fmla="*/ 1012 w 1758"/>
                <a:gd name="T9" fmla="*/ 37 h 57"/>
                <a:gd name="T10" fmla="*/ 1219 w 1758"/>
                <a:gd name="T11" fmla="*/ 0 h 57"/>
                <a:gd name="T12" fmla="*/ 1551 w 1758"/>
                <a:gd name="T13" fmla="*/ 23 h 57"/>
                <a:gd name="T14" fmla="*/ 1758 w 1758"/>
                <a:gd name="T15" fmla="*/ 23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58" h="57">
                  <a:moveTo>
                    <a:pt x="0" y="8"/>
                  </a:moveTo>
                  <a:cubicBezTo>
                    <a:pt x="195" y="13"/>
                    <a:pt x="560" y="57"/>
                    <a:pt x="717" y="0"/>
                  </a:cubicBezTo>
                  <a:cubicBezTo>
                    <a:pt x="774" y="3"/>
                    <a:pt x="831" y="1"/>
                    <a:pt x="887" y="8"/>
                  </a:cubicBezTo>
                  <a:cubicBezTo>
                    <a:pt x="898" y="9"/>
                    <a:pt x="906" y="19"/>
                    <a:pt x="916" y="23"/>
                  </a:cubicBezTo>
                  <a:cubicBezTo>
                    <a:pt x="941" y="32"/>
                    <a:pt x="994" y="35"/>
                    <a:pt x="1012" y="37"/>
                  </a:cubicBezTo>
                  <a:cubicBezTo>
                    <a:pt x="1183" y="28"/>
                    <a:pt x="1116" y="37"/>
                    <a:pt x="1219" y="0"/>
                  </a:cubicBezTo>
                  <a:cubicBezTo>
                    <a:pt x="1338" y="10"/>
                    <a:pt x="1423" y="18"/>
                    <a:pt x="1551" y="23"/>
                  </a:cubicBezTo>
                  <a:cubicBezTo>
                    <a:pt x="1602" y="39"/>
                    <a:pt x="1711" y="23"/>
                    <a:pt x="1758" y="2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 12">
              <a:extLst>
                <a:ext uri="{FF2B5EF4-FFF2-40B4-BE49-F238E27FC236}">
                  <a16:creationId xmlns:a16="http://schemas.microsoft.com/office/drawing/2014/main" id="{41960A7D-184A-43DD-A31F-FFCCF6A983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6299" y="2996686"/>
              <a:ext cx="1828800" cy="76200"/>
            </a:xfrm>
            <a:custGeom>
              <a:avLst/>
              <a:gdLst>
                <a:gd name="T0" fmla="*/ 0 w 1758"/>
                <a:gd name="T1" fmla="*/ 8 h 57"/>
                <a:gd name="T2" fmla="*/ 717 w 1758"/>
                <a:gd name="T3" fmla="*/ 0 h 57"/>
                <a:gd name="T4" fmla="*/ 887 w 1758"/>
                <a:gd name="T5" fmla="*/ 8 h 57"/>
                <a:gd name="T6" fmla="*/ 916 w 1758"/>
                <a:gd name="T7" fmla="*/ 23 h 57"/>
                <a:gd name="T8" fmla="*/ 1012 w 1758"/>
                <a:gd name="T9" fmla="*/ 37 h 57"/>
                <a:gd name="T10" fmla="*/ 1219 w 1758"/>
                <a:gd name="T11" fmla="*/ 0 h 57"/>
                <a:gd name="T12" fmla="*/ 1551 w 1758"/>
                <a:gd name="T13" fmla="*/ 23 h 57"/>
                <a:gd name="T14" fmla="*/ 1758 w 1758"/>
                <a:gd name="T15" fmla="*/ 23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58" h="57">
                  <a:moveTo>
                    <a:pt x="0" y="8"/>
                  </a:moveTo>
                  <a:cubicBezTo>
                    <a:pt x="195" y="13"/>
                    <a:pt x="560" y="57"/>
                    <a:pt x="717" y="0"/>
                  </a:cubicBezTo>
                  <a:cubicBezTo>
                    <a:pt x="774" y="3"/>
                    <a:pt x="831" y="1"/>
                    <a:pt x="887" y="8"/>
                  </a:cubicBezTo>
                  <a:cubicBezTo>
                    <a:pt x="898" y="9"/>
                    <a:pt x="906" y="19"/>
                    <a:pt x="916" y="23"/>
                  </a:cubicBezTo>
                  <a:cubicBezTo>
                    <a:pt x="941" y="32"/>
                    <a:pt x="994" y="35"/>
                    <a:pt x="1012" y="37"/>
                  </a:cubicBezTo>
                  <a:cubicBezTo>
                    <a:pt x="1183" y="28"/>
                    <a:pt x="1116" y="37"/>
                    <a:pt x="1219" y="0"/>
                  </a:cubicBezTo>
                  <a:cubicBezTo>
                    <a:pt x="1338" y="10"/>
                    <a:pt x="1423" y="18"/>
                    <a:pt x="1551" y="23"/>
                  </a:cubicBezTo>
                  <a:cubicBezTo>
                    <a:pt x="1602" y="39"/>
                    <a:pt x="1711" y="23"/>
                    <a:pt x="1758" y="2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13">
              <a:extLst>
                <a:ext uri="{FF2B5EF4-FFF2-40B4-BE49-F238E27FC236}">
                  <a16:creationId xmlns:a16="http://schemas.microsoft.com/office/drawing/2014/main" id="{B1300FCA-521C-4B1E-AEFF-B8DDCF9ED4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7544" y="3277739"/>
              <a:ext cx="1617208" cy="45719"/>
            </a:xfrm>
            <a:custGeom>
              <a:avLst/>
              <a:gdLst>
                <a:gd name="T0" fmla="*/ 0 w 1758"/>
                <a:gd name="T1" fmla="*/ 8 h 57"/>
                <a:gd name="T2" fmla="*/ 717 w 1758"/>
                <a:gd name="T3" fmla="*/ 0 h 57"/>
                <a:gd name="T4" fmla="*/ 887 w 1758"/>
                <a:gd name="T5" fmla="*/ 8 h 57"/>
                <a:gd name="T6" fmla="*/ 916 w 1758"/>
                <a:gd name="T7" fmla="*/ 23 h 57"/>
                <a:gd name="T8" fmla="*/ 1012 w 1758"/>
                <a:gd name="T9" fmla="*/ 37 h 57"/>
                <a:gd name="T10" fmla="*/ 1219 w 1758"/>
                <a:gd name="T11" fmla="*/ 0 h 57"/>
                <a:gd name="T12" fmla="*/ 1551 w 1758"/>
                <a:gd name="T13" fmla="*/ 23 h 57"/>
                <a:gd name="T14" fmla="*/ 1758 w 1758"/>
                <a:gd name="T15" fmla="*/ 23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58" h="57">
                  <a:moveTo>
                    <a:pt x="0" y="8"/>
                  </a:moveTo>
                  <a:cubicBezTo>
                    <a:pt x="195" y="13"/>
                    <a:pt x="560" y="57"/>
                    <a:pt x="717" y="0"/>
                  </a:cubicBezTo>
                  <a:cubicBezTo>
                    <a:pt x="774" y="3"/>
                    <a:pt x="831" y="1"/>
                    <a:pt x="887" y="8"/>
                  </a:cubicBezTo>
                  <a:cubicBezTo>
                    <a:pt x="898" y="9"/>
                    <a:pt x="906" y="19"/>
                    <a:pt x="916" y="23"/>
                  </a:cubicBezTo>
                  <a:cubicBezTo>
                    <a:pt x="941" y="32"/>
                    <a:pt x="994" y="35"/>
                    <a:pt x="1012" y="37"/>
                  </a:cubicBezTo>
                  <a:cubicBezTo>
                    <a:pt x="1183" y="28"/>
                    <a:pt x="1116" y="37"/>
                    <a:pt x="1219" y="0"/>
                  </a:cubicBezTo>
                  <a:cubicBezTo>
                    <a:pt x="1338" y="10"/>
                    <a:pt x="1423" y="18"/>
                    <a:pt x="1551" y="23"/>
                  </a:cubicBezTo>
                  <a:cubicBezTo>
                    <a:pt x="1602" y="39"/>
                    <a:pt x="1711" y="23"/>
                    <a:pt x="1758" y="2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Arrow: Right 2">
            <a:extLst>
              <a:ext uri="{FF2B5EF4-FFF2-40B4-BE49-F238E27FC236}">
                <a16:creationId xmlns:a16="http://schemas.microsoft.com/office/drawing/2014/main" id="{2080085F-E827-4C77-9683-F5BAF2731573}"/>
              </a:ext>
            </a:extLst>
          </p:cNvPr>
          <p:cNvSpPr/>
          <p:nvPr/>
        </p:nvSpPr>
        <p:spPr>
          <a:xfrm>
            <a:off x="3099958" y="3288694"/>
            <a:ext cx="763525" cy="25497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Arrow: Right 75">
            <a:extLst>
              <a:ext uri="{FF2B5EF4-FFF2-40B4-BE49-F238E27FC236}">
                <a16:creationId xmlns:a16="http://schemas.microsoft.com/office/drawing/2014/main" id="{6AC58326-BF67-42F6-A917-D6554BED4BD4}"/>
              </a:ext>
            </a:extLst>
          </p:cNvPr>
          <p:cNvSpPr/>
          <p:nvPr/>
        </p:nvSpPr>
        <p:spPr>
          <a:xfrm>
            <a:off x="5918880" y="2864051"/>
            <a:ext cx="763525" cy="25497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Arrow: Right 76">
            <a:extLst>
              <a:ext uri="{FF2B5EF4-FFF2-40B4-BE49-F238E27FC236}">
                <a16:creationId xmlns:a16="http://schemas.microsoft.com/office/drawing/2014/main" id="{23BF0DA4-752B-45CD-86FE-4E165A272836}"/>
              </a:ext>
            </a:extLst>
          </p:cNvPr>
          <p:cNvSpPr/>
          <p:nvPr/>
        </p:nvSpPr>
        <p:spPr>
          <a:xfrm>
            <a:off x="10096314" y="2790573"/>
            <a:ext cx="763525" cy="25497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Arrow: Right 77">
            <a:extLst>
              <a:ext uri="{FF2B5EF4-FFF2-40B4-BE49-F238E27FC236}">
                <a16:creationId xmlns:a16="http://schemas.microsoft.com/office/drawing/2014/main" id="{8343303B-8638-472F-AB5E-B9EA26EC79C7}"/>
              </a:ext>
            </a:extLst>
          </p:cNvPr>
          <p:cNvSpPr/>
          <p:nvPr/>
        </p:nvSpPr>
        <p:spPr>
          <a:xfrm>
            <a:off x="4065369" y="5663124"/>
            <a:ext cx="591930" cy="25497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Arrow: Right 78">
            <a:extLst>
              <a:ext uri="{FF2B5EF4-FFF2-40B4-BE49-F238E27FC236}">
                <a16:creationId xmlns:a16="http://schemas.microsoft.com/office/drawing/2014/main" id="{25207FB3-1923-48E6-9BAA-98EEB05BCE1F}"/>
              </a:ext>
            </a:extLst>
          </p:cNvPr>
          <p:cNvSpPr/>
          <p:nvPr/>
        </p:nvSpPr>
        <p:spPr>
          <a:xfrm>
            <a:off x="8918495" y="5609577"/>
            <a:ext cx="542222" cy="25497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44D8DA92-E6E7-4CC4-959D-E6907730B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2300" y="2275086"/>
            <a:ext cx="1793966" cy="1554023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3F3F7F6A-AA68-4405-8FEA-0FD6E2E835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0040" y="3829109"/>
            <a:ext cx="2047479" cy="892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267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BFAA4-09C4-4717-78C8-FF763E51F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Sequencing </a:t>
            </a:r>
            <a:r>
              <a:rPr lang="en-US" dirty="0" err="1"/>
              <a:t>technologes</a:t>
            </a:r>
            <a:r>
              <a:rPr lang="en-US" dirty="0"/>
              <a:t>: Illumina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C14D06-5079-D79B-25D3-5E5E435D3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CB483AD-F38D-F365-3520-8FD6AFBAB0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084" y="1321933"/>
            <a:ext cx="5743254" cy="553606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444DE66-8199-51DB-624E-32D3824741E5}"/>
              </a:ext>
            </a:extLst>
          </p:cNvPr>
          <p:cNvSpPr txBox="1"/>
          <p:nvPr/>
        </p:nvSpPr>
        <p:spPr>
          <a:xfrm>
            <a:off x="6096000" y="157446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Overview of Illumina Sequencing by Synthesis Workflow | Standard SBS chemistry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F44020-C76E-A795-19C0-F96D9A1CA532}"/>
              </a:ext>
            </a:extLst>
          </p:cNvPr>
          <p:cNvSpPr txBox="1"/>
          <p:nvPr/>
        </p:nvSpPr>
        <p:spPr>
          <a:xfrm>
            <a:off x="363794" y="6469626"/>
            <a:ext cx="9273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Souurces</a:t>
            </a:r>
            <a:r>
              <a:rPr lang="en-US" dirty="0"/>
              <a:t>: </a:t>
            </a:r>
            <a:r>
              <a:rPr lang="en-US" dirty="0">
                <a:hlinkClick r:id="rId4"/>
              </a:rPr>
              <a:t>https://www.bmkgene.com/dnarna-sequencing-illumina-sequencer-product/</a:t>
            </a:r>
            <a:r>
              <a:rPr lang="en-US" dirty="0"/>
              <a:t>, Illumina</a:t>
            </a:r>
          </a:p>
        </p:txBody>
      </p:sp>
    </p:spTree>
    <p:extLst>
      <p:ext uri="{BB962C8B-B14F-4D97-AF65-F5344CB8AC3E}">
        <p14:creationId xmlns:p14="http://schemas.microsoft.com/office/powerpoint/2010/main" val="3138998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0DFA0-569B-0096-7494-F5F4C6405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76E78-29A2-9C50-5BBB-0269E3AEB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Sequencing </a:t>
            </a:r>
            <a:r>
              <a:rPr lang="en-US" dirty="0" err="1"/>
              <a:t>technologes</a:t>
            </a:r>
            <a:r>
              <a:rPr lang="en-US" dirty="0"/>
              <a:t>: Illumina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79512E-0E98-ED78-765E-05A306953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694DD27-12C0-0A66-BB06-4488B852F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084" y="1321933"/>
            <a:ext cx="5743254" cy="553606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6FE2667-E4DC-760F-C877-5B3810FDCCAB}"/>
              </a:ext>
            </a:extLst>
          </p:cNvPr>
          <p:cNvSpPr txBox="1"/>
          <p:nvPr/>
        </p:nvSpPr>
        <p:spPr>
          <a:xfrm>
            <a:off x="875070" y="134350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Overview of Illumina Sequencing by Synthesis Workflow | Standard SBS chemistry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87E0AB-5067-A345-C2ED-245774E7F188}"/>
              </a:ext>
            </a:extLst>
          </p:cNvPr>
          <p:cNvSpPr txBox="1"/>
          <p:nvPr/>
        </p:nvSpPr>
        <p:spPr>
          <a:xfrm>
            <a:off x="363794" y="6469626"/>
            <a:ext cx="9273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Souurces</a:t>
            </a:r>
            <a:r>
              <a:rPr lang="en-US" dirty="0"/>
              <a:t>: </a:t>
            </a:r>
            <a:r>
              <a:rPr lang="en-US" dirty="0">
                <a:hlinkClick r:id="rId4"/>
              </a:rPr>
              <a:t>https://www.bmkgene.com/dnarna-sequencing-illumina-sequencer-product/</a:t>
            </a:r>
            <a:r>
              <a:rPr lang="en-US" dirty="0"/>
              <a:t>, Illumina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026558-B08D-BBAD-90D8-7AAE44FDB0AC}"/>
              </a:ext>
            </a:extLst>
          </p:cNvPr>
          <p:cNvSpPr txBox="1"/>
          <p:nvPr/>
        </p:nvSpPr>
        <p:spPr>
          <a:xfrm>
            <a:off x="6746145" y="1321933"/>
            <a:ext cx="493457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Potential problems with Illumina data:</a:t>
            </a:r>
          </a:p>
          <a:p>
            <a:pPr marL="285750" indent="-285750">
              <a:buFontTx/>
              <a:buChar char="-"/>
            </a:pPr>
            <a:r>
              <a:rPr lang="en-US" sz="2400" dirty="0"/>
              <a:t>Incomplete incorporation, leads to “de-synchronization” of spots, quality decreases along the read</a:t>
            </a:r>
          </a:p>
          <a:p>
            <a:pPr marL="285750" indent="-285750">
              <a:buFontTx/>
              <a:buChar char="-"/>
            </a:pPr>
            <a:r>
              <a:rPr lang="en-US" sz="2400" dirty="0"/>
              <a:t>Reverse read spots are bigger -- lower intensity, higher error rate</a:t>
            </a:r>
          </a:p>
          <a:p>
            <a:r>
              <a:rPr lang="en-US" sz="2400" dirty="0"/>
              <a:t>Errors:</a:t>
            </a:r>
          </a:p>
          <a:p>
            <a:pPr marL="285750" indent="-285750">
              <a:buFontTx/>
              <a:buChar char="-"/>
            </a:pPr>
            <a:r>
              <a:rPr lang="en-US" sz="2400" dirty="0"/>
              <a:t>Sequencing is discrete process most of the errors are substitutions, indels are rare (1/100)</a:t>
            </a:r>
          </a:p>
          <a:p>
            <a:pPr marL="285750" indent="-285750">
              <a:buFontTx/>
              <a:buChar char="-"/>
            </a:pPr>
            <a:r>
              <a:rPr lang="en-US" sz="2400" dirty="0"/>
              <a:t>Typical error rate of 1%</a:t>
            </a:r>
          </a:p>
          <a:p>
            <a:pPr marL="285750" indent="-285750">
              <a:buFontTx/>
              <a:buChar char="-"/>
            </a:pPr>
            <a:r>
              <a:rPr lang="en-US" sz="2400" dirty="0"/>
              <a:t>High coverage: two or more reads can have the same error at the same base</a:t>
            </a:r>
          </a:p>
        </p:txBody>
      </p:sp>
    </p:spTree>
    <p:extLst>
      <p:ext uri="{BB962C8B-B14F-4D97-AF65-F5344CB8AC3E}">
        <p14:creationId xmlns:p14="http://schemas.microsoft.com/office/powerpoint/2010/main" val="2889233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36A2A-3704-A4F6-3BF9-B09DE89D6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Sequencing: GC bias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3B81C-1433-AEF2-82C5-5248871D32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Illumina: there are biases due to flexibility of strands (GC bias)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7310A-89E9-F343-10C5-607856C4C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2415EA-ED7A-214E-C479-0369D3B8D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580" y="2591558"/>
            <a:ext cx="7306695" cy="23434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E9E94CE-B773-1C7A-3792-1C0B0EF953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6640" y="3763296"/>
            <a:ext cx="2723057" cy="31120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30D1ECE-1B24-E17D-98F1-F0E3BBC960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9697" y="3763296"/>
            <a:ext cx="2467410" cy="234347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38295B7-318B-7FE3-64A4-BAB3309EB6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8610" y="6219567"/>
            <a:ext cx="1676634" cy="181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E2C6865-C362-C03D-15D6-835380AF0C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59605" y="6138807"/>
            <a:ext cx="2715004" cy="40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44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FAD20-2F53-9D3C-9875-BBB7FFC4E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80B65-90DC-DB6E-D977-759DD9548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Sequencing technologies: </a:t>
            </a:r>
            <a:br>
              <a:rPr lang="en-US" dirty="0"/>
            </a:br>
            <a:r>
              <a:rPr lang="en-US" dirty="0"/>
              <a:t>PacBio CLR/HiFi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65F824-1290-AA69-AFF9-6113DC7FA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C79974-262B-EDA5-6123-054ACC3411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9840"/>
          <a:stretch>
            <a:fillRect/>
          </a:stretch>
        </p:blipFill>
        <p:spPr>
          <a:xfrm>
            <a:off x="462116" y="2319313"/>
            <a:ext cx="4621161" cy="374505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FCAF017-C88C-D7DF-63B4-740B8EFB984F}"/>
              </a:ext>
            </a:extLst>
          </p:cNvPr>
          <p:cNvSpPr txBox="1"/>
          <p:nvPr/>
        </p:nvSpPr>
        <p:spPr>
          <a:xfrm>
            <a:off x="598620" y="6243484"/>
            <a:ext cx="156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PacBio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71989D-292F-66EC-E183-C36D45B0CC7C}"/>
              </a:ext>
            </a:extLst>
          </p:cNvPr>
          <p:cNvSpPr txBox="1"/>
          <p:nvPr/>
        </p:nvSpPr>
        <p:spPr>
          <a:xfrm>
            <a:off x="304800" y="170416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Sequencing 101: from DNA to discovery — the steps of SMRT sequencing - PacBio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5777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A8379-5856-BF17-9860-7D65506DF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Sequencing technologies: </a:t>
            </a:r>
            <a:br>
              <a:rPr lang="en-US" dirty="0"/>
            </a:br>
            <a:r>
              <a:rPr lang="en-US" dirty="0"/>
              <a:t>PacBio CLR/HiFi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43D5CC-0149-7B07-7E0A-14D348328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BE389E-428B-0F8F-D783-81756674E53E}"/>
              </a:ext>
            </a:extLst>
          </p:cNvPr>
          <p:cNvSpPr txBox="1"/>
          <p:nvPr/>
        </p:nvSpPr>
        <p:spPr>
          <a:xfrm>
            <a:off x="598620" y="6243484"/>
            <a:ext cx="156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PacBio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4DCC05-6D36-0177-4E40-FE4066700F24}"/>
              </a:ext>
            </a:extLst>
          </p:cNvPr>
          <p:cNvSpPr txBox="1"/>
          <p:nvPr/>
        </p:nvSpPr>
        <p:spPr>
          <a:xfrm>
            <a:off x="304800" y="170416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Sequencing 101: from DNA to discovery — the steps of SMRT sequencing - PacBio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46093C-E40C-9D70-97DE-AE86AE5BCD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108" y="2580799"/>
            <a:ext cx="10307488" cy="365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19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945A7-7FF7-FD4C-07A7-8A53D071D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61179-BCFC-3280-2295-9D1F1FB9A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Sequencing technologies: </a:t>
            </a:r>
            <a:br>
              <a:rPr lang="en-US" dirty="0"/>
            </a:br>
            <a:r>
              <a:rPr lang="en-US" dirty="0"/>
              <a:t>PacBio CLR/HiFi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95E8C6-F876-2D42-E406-B5DB287F5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254C07-F910-FC61-E466-670650D76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116" y="2319313"/>
            <a:ext cx="9212826" cy="374505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0A3621F-4C95-0810-05EA-49D9C3DBC451}"/>
              </a:ext>
            </a:extLst>
          </p:cNvPr>
          <p:cNvSpPr txBox="1"/>
          <p:nvPr/>
        </p:nvSpPr>
        <p:spPr>
          <a:xfrm>
            <a:off x="598620" y="6243484"/>
            <a:ext cx="156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PacBio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3762A2-2219-0A8A-B671-2741704B832A}"/>
              </a:ext>
            </a:extLst>
          </p:cNvPr>
          <p:cNvSpPr txBox="1"/>
          <p:nvPr/>
        </p:nvSpPr>
        <p:spPr>
          <a:xfrm>
            <a:off x="304800" y="170416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Sequencing 101: from DNA to discovery — the steps of SMRT sequencing - PacBio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5806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0481F-7FA6-3546-BF2F-48F1BCF7D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2D4D2-B4EC-5137-6E9E-D9C5C78CC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Sequencing technologies: </a:t>
            </a:r>
            <a:br>
              <a:rPr lang="en-US" dirty="0"/>
            </a:br>
            <a:r>
              <a:rPr lang="en-US" dirty="0"/>
              <a:t>PacBio CLR/HiFi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706D37-76A3-254F-ADE1-76E7DFF68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F64130-9B2A-9123-1A4A-ED673B0071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2455"/>
          <a:stretch>
            <a:fillRect/>
          </a:stretch>
        </p:blipFill>
        <p:spPr>
          <a:xfrm>
            <a:off x="304800" y="2566856"/>
            <a:ext cx="6520194" cy="25869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64B0787-0863-4813-047E-61A039391C1E}"/>
              </a:ext>
            </a:extLst>
          </p:cNvPr>
          <p:cNvSpPr txBox="1"/>
          <p:nvPr/>
        </p:nvSpPr>
        <p:spPr>
          <a:xfrm>
            <a:off x="598620" y="6243484"/>
            <a:ext cx="156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PacBio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90512F-8772-1B75-896A-E23AEFEED349}"/>
              </a:ext>
            </a:extLst>
          </p:cNvPr>
          <p:cNvSpPr txBox="1"/>
          <p:nvPr/>
        </p:nvSpPr>
        <p:spPr>
          <a:xfrm>
            <a:off x="304800" y="170416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Sequencing 101: from DNA to discovery — the steps of SMRT sequencing - PacBio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1E432B-BA13-CBBA-92F7-031B465BA3FB}"/>
              </a:ext>
            </a:extLst>
          </p:cNvPr>
          <p:cNvSpPr txBox="1"/>
          <p:nvPr/>
        </p:nvSpPr>
        <p:spPr>
          <a:xfrm>
            <a:off x="6796712" y="1339593"/>
            <a:ext cx="530679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Potential problems with PacBio data:</a:t>
            </a:r>
          </a:p>
          <a:p>
            <a:pPr marL="285750" indent="-285750">
              <a:buFontTx/>
              <a:buChar char="-"/>
            </a:pPr>
            <a:r>
              <a:rPr lang="en-US" sz="2000" dirty="0"/>
              <a:t>CLR reads are longer but have ~15% error rate</a:t>
            </a:r>
          </a:p>
          <a:p>
            <a:pPr marL="285750" indent="-285750">
              <a:buFontTx/>
              <a:buChar char="-"/>
            </a:pPr>
            <a:r>
              <a:rPr lang="en-US" sz="2000" dirty="0"/>
              <a:t>Most errors are insertions (~10% of the 15%)</a:t>
            </a:r>
          </a:p>
          <a:p>
            <a:pPr marL="285750" indent="-285750">
              <a:buFontTx/>
              <a:buChar char="-"/>
            </a:pPr>
            <a:r>
              <a:rPr lang="en-US" sz="2000" dirty="0"/>
              <a:t>Polymerase pauses -- insertions of random sequence</a:t>
            </a:r>
          </a:p>
          <a:p>
            <a:pPr marL="285750" indent="-285750">
              <a:buFontTx/>
              <a:buChar char="-"/>
            </a:pPr>
            <a:r>
              <a:rPr lang="en-US" sz="2000" dirty="0"/>
              <a:t>Chimeric “palindrome” reads -- no </a:t>
            </a:r>
            <a:r>
              <a:rPr lang="en-US" sz="2000" dirty="0" err="1"/>
              <a:t>SMRTbell</a:t>
            </a:r>
            <a:r>
              <a:rPr lang="en-US" sz="2000" dirty="0"/>
              <a:t> adapter</a:t>
            </a:r>
            <a:br>
              <a:rPr lang="en-US" sz="2000" dirty="0"/>
            </a:br>
            <a:endParaRPr lang="en-US" sz="2000" dirty="0"/>
          </a:p>
          <a:p>
            <a:r>
              <a:rPr lang="en-US" sz="2000" dirty="0"/>
              <a:t>Errors:</a:t>
            </a:r>
          </a:p>
          <a:p>
            <a:pPr marL="285750" indent="-285750">
              <a:buFontTx/>
              <a:buChar char="-"/>
            </a:pPr>
            <a:r>
              <a:rPr lang="en-US" sz="2000" dirty="0"/>
              <a:t>Most errors in CLR are insertions (~10% of the 15%)</a:t>
            </a:r>
          </a:p>
          <a:p>
            <a:pPr marL="285750" indent="-285750">
              <a:buFontTx/>
              <a:buChar char="-"/>
            </a:pPr>
            <a:r>
              <a:rPr lang="en-US" sz="2000" dirty="0"/>
              <a:t>HiFi reads have variable (~1%) error rate, longer reads=higher error rate</a:t>
            </a:r>
          </a:p>
          <a:p>
            <a:pPr marL="285750" indent="-285750">
              <a:buFontTx/>
              <a:buChar char="-"/>
            </a:pPr>
            <a:r>
              <a:rPr lang="en-US" sz="2000" dirty="0"/>
              <a:t>Some reads have higher error rate</a:t>
            </a:r>
          </a:p>
        </p:txBody>
      </p:sp>
    </p:spTree>
    <p:extLst>
      <p:ext uri="{BB962C8B-B14F-4D97-AF65-F5344CB8AC3E}">
        <p14:creationId xmlns:p14="http://schemas.microsoft.com/office/powerpoint/2010/main" val="33650989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D7EFB-41EB-7923-070D-1FD5F9B08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Sequencing technologies:</a:t>
            </a:r>
            <a:br>
              <a:rPr lang="en-US" dirty="0"/>
            </a:br>
            <a:r>
              <a:rPr lang="en-US" dirty="0"/>
              <a:t>Oxford Nanopore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E7F0D-8476-DBED-02C9-83DF18098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3BB2F1-01EC-4E7C-7C64-8EC04D1B5D16}"/>
              </a:ext>
            </a:extLst>
          </p:cNvPr>
          <p:cNvSpPr txBox="1"/>
          <p:nvPr/>
        </p:nvSpPr>
        <p:spPr>
          <a:xfrm>
            <a:off x="6862916" y="1284947"/>
            <a:ext cx="5171768" cy="65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How nanopore sequencing works | Oxford Nanopore Technologies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9C25DF-22F8-254C-B6A2-C73BC208BA3C}"/>
              </a:ext>
            </a:extLst>
          </p:cNvPr>
          <p:cNvSpPr txBox="1"/>
          <p:nvPr/>
        </p:nvSpPr>
        <p:spPr>
          <a:xfrm>
            <a:off x="8206658" y="6488668"/>
            <a:ext cx="2045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Source:genome.gov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05133BC-4D57-F22D-9E9F-735C94A4D8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76443"/>
            <a:ext cx="11159613" cy="467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80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982F9-570F-4F67-D380-8CACD87BF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A4558-6944-D22B-B2FA-CB33750E1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Sequencing technologies:</a:t>
            </a:r>
            <a:br>
              <a:rPr lang="en-US"/>
            </a:br>
            <a:r>
              <a:rPr lang="en-US"/>
              <a:t>Oxford Nanopore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5931F-638F-2170-53A8-9801A7F7C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0568" y="1596539"/>
            <a:ext cx="4570851" cy="4912415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Oxford Nanopore: </a:t>
            </a:r>
          </a:p>
          <a:p>
            <a:pPr lvl="1"/>
            <a:r>
              <a:rPr lang="en-US" dirty="0"/>
              <a:t>higher error rates (5-7%), lower for R10 (2 currents)</a:t>
            </a:r>
          </a:p>
          <a:p>
            <a:pPr lvl="1"/>
            <a:r>
              <a:rPr lang="en-US" dirty="0"/>
              <a:t>Unable to estimate speed -- errors in homopolymers (AAAAAAA), SSRs (ATATATA)</a:t>
            </a:r>
          </a:p>
          <a:p>
            <a:pPr lvl="1"/>
            <a:r>
              <a:rPr lang="en-US" dirty="0"/>
              <a:t>difficulties with getting long reads, some species (crustaceans/coffee) are hard to sequence (low yield)</a:t>
            </a:r>
          </a:p>
          <a:p>
            <a:pPr lvl="1"/>
            <a:r>
              <a:rPr lang="en-US" dirty="0"/>
              <a:t>chimeric reads due to fragments of DNA sticking together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133F6B-CAE3-7F8B-DDDF-3DB04F669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9A6F3C-E36A-C5DE-9ADD-530F68874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28" y="4639326"/>
            <a:ext cx="6741219" cy="20821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32F39A9-189B-F129-AB07-B9B3584AC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368" y="1538642"/>
            <a:ext cx="6741219" cy="3100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819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8A007-9288-3BD3-A1F9-561D7C8D7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Dealing with errors in the reads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1D6A9-E123-4492-9ABE-FD2F55340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compensate for some of the errors</a:t>
            </a:r>
          </a:p>
          <a:p>
            <a:r>
              <a:rPr lang="en-US" dirty="0"/>
              <a:t>Create a dictionary of all (K-mer -&gt; count) pairs in all reads</a:t>
            </a:r>
          </a:p>
          <a:p>
            <a:r>
              <a:rPr lang="en-US" dirty="0"/>
              <a:t>K-mer counts</a:t>
            </a:r>
          </a:p>
          <a:p>
            <a:pPr lvl="1"/>
            <a:r>
              <a:rPr lang="en-US" dirty="0"/>
              <a:t>At 100x genome coverage most (but not all) K-</a:t>
            </a:r>
            <a:r>
              <a:rPr lang="en-US" dirty="0" err="1"/>
              <a:t>mers</a:t>
            </a:r>
            <a:r>
              <a:rPr lang="en-US" dirty="0"/>
              <a:t> of count 1 contain errors</a:t>
            </a:r>
          </a:p>
          <a:p>
            <a:pPr lvl="1"/>
            <a:r>
              <a:rPr lang="en-US" dirty="0"/>
              <a:t>Can correct of filter out reads with locally low K-mer counts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73FD7B-328D-1B85-8A0F-521DD6BF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2616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8CA01-29BC-E5AB-0941-5252081A1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CA2B1-7320-6045-0031-D046286F2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Types of sequencing reads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0097F-0BAD-6158-6B65-685DC4DB2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1807235"/>
          </a:xfrm>
        </p:spPr>
        <p:txBody>
          <a:bodyPr>
            <a:normAutofit/>
          </a:bodyPr>
          <a:lstStyle/>
          <a:p>
            <a:r>
              <a:rPr lang="en-US" dirty="0"/>
              <a:t>Proximity ligation or Hi-C libraries</a:t>
            </a:r>
          </a:p>
          <a:p>
            <a:pPr lvl="1"/>
            <a:r>
              <a:rPr lang="en-US" dirty="0"/>
              <a:t>Sequenced with paired-end Illumina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E06FDC-6A95-15D2-1750-12D531578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5A0BBC-8889-8A43-8209-1CC4B9B52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900" y="3221213"/>
            <a:ext cx="6727923" cy="25790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C7B937-814E-C5C2-3FC2-ABBFD1FD8248}"/>
              </a:ext>
            </a:extLst>
          </p:cNvPr>
          <p:cNvSpPr txBox="1"/>
          <p:nvPr/>
        </p:nvSpPr>
        <p:spPr>
          <a:xfrm>
            <a:off x="1022136" y="5800250"/>
            <a:ext cx="874768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Images from: Van </a:t>
            </a:r>
            <a:r>
              <a:rPr lang="en-US" sz="1400" dirty="0" err="1"/>
              <a:t>Berkum</a:t>
            </a:r>
            <a:r>
              <a:rPr lang="en-US" sz="1400" dirty="0"/>
              <a:t> NL, Lieberman-Aiden E, Williams L, </a:t>
            </a:r>
            <a:r>
              <a:rPr lang="en-US" sz="1400" dirty="0" err="1"/>
              <a:t>Imakaev</a:t>
            </a:r>
            <a:r>
              <a:rPr lang="en-US" sz="1400" dirty="0"/>
              <a:t> M, </a:t>
            </a:r>
            <a:r>
              <a:rPr lang="en-US" sz="1400" dirty="0" err="1"/>
              <a:t>Gnirke</a:t>
            </a:r>
            <a:r>
              <a:rPr lang="en-US" sz="1400" dirty="0"/>
              <a:t> A, </a:t>
            </a:r>
            <a:r>
              <a:rPr lang="en-US" sz="1400" dirty="0" err="1"/>
              <a:t>Mirny</a:t>
            </a:r>
            <a:r>
              <a:rPr lang="en-US" sz="1400" dirty="0"/>
              <a:t> LA, Dekker J, Lander ES. Hi-C: a method to study the three-dimensional architecture of genomes. Journal of visualized experiments: </a:t>
            </a:r>
            <a:r>
              <a:rPr lang="en-US" sz="1400" dirty="0" err="1"/>
              <a:t>JoVE</a:t>
            </a:r>
            <a:r>
              <a:rPr lang="en-US" sz="1400" dirty="0"/>
              <a:t>. 2010(39).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F67ADC-7B06-0029-92B4-E8E8AF262A9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639" b="1659"/>
          <a:stretch/>
        </p:blipFill>
        <p:spPr>
          <a:xfrm>
            <a:off x="1109421" y="3696288"/>
            <a:ext cx="1519609" cy="1479196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0EDA15B5-B0EE-99F8-99EE-1A2DCF0CF823}"/>
              </a:ext>
            </a:extLst>
          </p:cNvPr>
          <p:cNvSpPr/>
          <p:nvPr/>
        </p:nvSpPr>
        <p:spPr>
          <a:xfrm>
            <a:off x="2696342" y="4423447"/>
            <a:ext cx="278246" cy="17456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60C880-F136-219D-0C9A-FE7D8C4F29AA}"/>
              </a:ext>
            </a:extLst>
          </p:cNvPr>
          <p:cNvSpPr/>
          <p:nvPr/>
        </p:nvSpPr>
        <p:spPr>
          <a:xfrm>
            <a:off x="895350" y="3696288"/>
            <a:ext cx="409575" cy="2946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A3CE604-E1D1-E21E-D5DF-A122AEB09E27}"/>
              </a:ext>
            </a:extLst>
          </p:cNvPr>
          <p:cNvSpPr/>
          <p:nvPr/>
        </p:nvSpPr>
        <p:spPr>
          <a:xfrm>
            <a:off x="2837112" y="3169080"/>
            <a:ext cx="409575" cy="2946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D3140E0-0EC1-69DD-3352-6114610F4B2C}"/>
              </a:ext>
            </a:extLst>
          </p:cNvPr>
          <p:cNvSpPr/>
          <p:nvPr/>
        </p:nvSpPr>
        <p:spPr>
          <a:xfrm>
            <a:off x="4582274" y="3134313"/>
            <a:ext cx="5514226" cy="24833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419DD0-E354-4B48-9A0F-810D9D3AAD9E}"/>
              </a:ext>
            </a:extLst>
          </p:cNvPr>
          <p:cNvSpPr txBox="1"/>
          <p:nvPr/>
        </p:nvSpPr>
        <p:spPr>
          <a:xfrm>
            <a:off x="4366005" y="4510730"/>
            <a:ext cx="183248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Formaldehyde</a:t>
            </a:r>
          </a:p>
          <a:p>
            <a:r>
              <a:rPr lang="en-US" dirty="0"/>
              <a:t>(creates covalent </a:t>
            </a:r>
          </a:p>
          <a:p>
            <a:r>
              <a:rPr lang="en-US" dirty="0"/>
              <a:t>bonds)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0925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7CC69-1EA4-7C8D-76EF-E111B696E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B66B6-4A7D-C499-CA87-5069AD341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Types of sequencing reads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96322-62E6-E3F7-9913-C523035B0A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1807235"/>
          </a:xfrm>
        </p:spPr>
        <p:txBody>
          <a:bodyPr>
            <a:normAutofit/>
          </a:bodyPr>
          <a:lstStyle/>
          <a:p>
            <a:r>
              <a:rPr lang="en-US" dirty="0"/>
              <a:t>Proximity ligation or Hi-C libraries</a:t>
            </a:r>
          </a:p>
          <a:p>
            <a:pPr lvl="1"/>
            <a:r>
              <a:rPr lang="en-US" dirty="0"/>
              <a:t>Sequenced with paired-end Illumina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2B6E6F-A79D-AF48-3287-9E14D818C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ED8FA8-4B96-75DA-F31B-300BE765C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900" y="3221213"/>
            <a:ext cx="6727923" cy="25790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B98178-0D88-A878-B14E-E1DD1F25AEC5}"/>
              </a:ext>
            </a:extLst>
          </p:cNvPr>
          <p:cNvSpPr txBox="1"/>
          <p:nvPr/>
        </p:nvSpPr>
        <p:spPr>
          <a:xfrm>
            <a:off x="1022136" y="5800250"/>
            <a:ext cx="874768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Images from: Van </a:t>
            </a:r>
            <a:r>
              <a:rPr lang="en-US" sz="1400" dirty="0" err="1"/>
              <a:t>Berkum</a:t>
            </a:r>
            <a:r>
              <a:rPr lang="en-US" sz="1400" dirty="0"/>
              <a:t> NL, Lieberman-Aiden E, Williams L, </a:t>
            </a:r>
            <a:r>
              <a:rPr lang="en-US" sz="1400" dirty="0" err="1"/>
              <a:t>Imakaev</a:t>
            </a:r>
            <a:r>
              <a:rPr lang="en-US" sz="1400" dirty="0"/>
              <a:t> M, </a:t>
            </a:r>
            <a:r>
              <a:rPr lang="en-US" sz="1400" dirty="0" err="1"/>
              <a:t>Gnirke</a:t>
            </a:r>
            <a:r>
              <a:rPr lang="en-US" sz="1400" dirty="0"/>
              <a:t> A, </a:t>
            </a:r>
            <a:r>
              <a:rPr lang="en-US" sz="1400" dirty="0" err="1"/>
              <a:t>Mirny</a:t>
            </a:r>
            <a:r>
              <a:rPr lang="en-US" sz="1400" dirty="0"/>
              <a:t> LA, Dekker J, Lander ES. Hi-C: a method to study the three-dimensional architecture of genomes. Journal of visualized experiments: </a:t>
            </a:r>
            <a:r>
              <a:rPr lang="en-US" sz="1400" dirty="0" err="1"/>
              <a:t>JoVE</a:t>
            </a:r>
            <a:r>
              <a:rPr lang="en-US" sz="1400" dirty="0"/>
              <a:t>. 2010(39).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6E0F65-4AAF-7495-8C2A-C8D4DD17DEA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639" b="1659"/>
          <a:stretch/>
        </p:blipFill>
        <p:spPr>
          <a:xfrm>
            <a:off x="1109421" y="3696288"/>
            <a:ext cx="1519609" cy="1479196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78564A8E-7F34-8474-B6EE-7476BB0FE9CA}"/>
              </a:ext>
            </a:extLst>
          </p:cNvPr>
          <p:cNvSpPr/>
          <p:nvPr/>
        </p:nvSpPr>
        <p:spPr>
          <a:xfrm>
            <a:off x="2696342" y="4423447"/>
            <a:ext cx="278246" cy="17456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696A7A-ABE9-04AD-9628-CD42A9867543}"/>
              </a:ext>
            </a:extLst>
          </p:cNvPr>
          <p:cNvSpPr/>
          <p:nvPr/>
        </p:nvSpPr>
        <p:spPr>
          <a:xfrm>
            <a:off x="895350" y="3696288"/>
            <a:ext cx="409575" cy="2946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4C97B7-741C-3F94-B890-09D6398FF5EE}"/>
              </a:ext>
            </a:extLst>
          </p:cNvPr>
          <p:cNvSpPr/>
          <p:nvPr/>
        </p:nvSpPr>
        <p:spPr>
          <a:xfrm>
            <a:off x="2837112" y="3169080"/>
            <a:ext cx="409575" cy="2946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5FA2AF-824B-1E60-6AF5-0C44EB11D6BA}"/>
              </a:ext>
            </a:extLst>
          </p:cNvPr>
          <p:cNvSpPr/>
          <p:nvPr/>
        </p:nvSpPr>
        <p:spPr>
          <a:xfrm>
            <a:off x="5485178" y="3134313"/>
            <a:ext cx="4611321" cy="24833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772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7A1FA-12EE-11FC-DD21-9D6A3C991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017AD-E99A-E951-B569-2657971C3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Types of sequencing reads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DB4CB-84C7-96A3-25DA-80E64D29C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1807235"/>
          </a:xfrm>
        </p:spPr>
        <p:txBody>
          <a:bodyPr>
            <a:normAutofit/>
          </a:bodyPr>
          <a:lstStyle/>
          <a:p>
            <a:r>
              <a:rPr lang="en-US" dirty="0"/>
              <a:t>Proximity ligation or Hi-C libraries</a:t>
            </a:r>
          </a:p>
          <a:p>
            <a:pPr lvl="1"/>
            <a:r>
              <a:rPr lang="en-US" dirty="0"/>
              <a:t>Sequenced with paired-end Illumina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83F9FB-6DBD-6633-1583-5BEC0D17D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225133-3053-0131-EBC4-B7078872ED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900" y="3221213"/>
            <a:ext cx="6727923" cy="25790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8F3C774-A426-3DE8-0EE1-B61E0F0B258C}"/>
              </a:ext>
            </a:extLst>
          </p:cNvPr>
          <p:cNvSpPr txBox="1"/>
          <p:nvPr/>
        </p:nvSpPr>
        <p:spPr>
          <a:xfrm>
            <a:off x="1022136" y="5800250"/>
            <a:ext cx="874768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Images from: Van </a:t>
            </a:r>
            <a:r>
              <a:rPr lang="en-US" sz="1400" dirty="0" err="1"/>
              <a:t>Berkum</a:t>
            </a:r>
            <a:r>
              <a:rPr lang="en-US" sz="1400" dirty="0"/>
              <a:t> NL, Lieberman-Aiden E, Williams L, </a:t>
            </a:r>
            <a:r>
              <a:rPr lang="en-US" sz="1400" dirty="0" err="1"/>
              <a:t>Imakaev</a:t>
            </a:r>
            <a:r>
              <a:rPr lang="en-US" sz="1400" dirty="0"/>
              <a:t> M, </a:t>
            </a:r>
            <a:r>
              <a:rPr lang="en-US" sz="1400" dirty="0" err="1"/>
              <a:t>Gnirke</a:t>
            </a:r>
            <a:r>
              <a:rPr lang="en-US" sz="1400" dirty="0"/>
              <a:t> A, </a:t>
            </a:r>
            <a:r>
              <a:rPr lang="en-US" sz="1400" dirty="0" err="1"/>
              <a:t>Mirny</a:t>
            </a:r>
            <a:r>
              <a:rPr lang="en-US" sz="1400" dirty="0"/>
              <a:t> LA, Dekker J, Lander ES. Hi-C: a method to study the three-dimensional architecture of genomes. Journal of visualized experiments: </a:t>
            </a:r>
            <a:r>
              <a:rPr lang="en-US" sz="1400" dirty="0" err="1"/>
              <a:t>JoVE</a:t>
            </a:r>
            <a:r>
              <a:rPr lang="en-US" sz="1400" dirty="0"/>
              <a:t>. 2010(39).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FFB29E-5226-963D-D127-3C115E3FFCA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639" b="1659"/>
          <a:stretch/>
        </p:blipFill>
        <p:spPr>
          <a:xfrm>
            <a:off x="1109421" y="3696288"/>
            <a:ext cx="1519609" cy="1479196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D3312E78-595B-163A-535F-94D2CC56E557}"/>
              </a:ext>
            </a:extLst>
          </p:cNvPr>
          <p:cNvSpPr/>
          <p:nvPr/>
        </p:nvSpPr>
        <p:spPr>
          <a:xfrm>
            <a:off x="2696342" y="4423447"/>
            <a:ext cx="278246" cy="17456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465FB6-CF10-0A2F-CF49-717D5A326902}"/>
              </a:ext>
            </a:extLst>
          </p:cNvPr>
          <p:cNvSpPr/>
          <p:nvPr/>
        </p:nvSpPr>
        <p:spPr>
          <a:xfrm>
            <a:off x="895350" y="3696288"/>
            <a:ext cx="409575" cy="2946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0CDE0F-A948-6B6D-2D95-21DA3FD72492}"/>
              </a:ext>
            </a:extLst>
          </p:cNvPr>
          <p:cNvSpPr/>
          <p:nvPr/>
        </p:nvSpPr>
        <p:spPr>
          <a:xfrm>
            <a:off x="2837112" y="3169080"/>
            <a:ext cx="409575" cy="2946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903CFB-1773-89A7-0F71-1F5B8E9709AD}"/>
              </a:ext>
            </a:extLst>
          </p:cNvPr>
          <p:cNvSpPr/>
          <p:nvPr/>
        </p:nvSpPr>
        <p:spPr>
          <a:xfrm>
            <a:off x="6486525" y="3134313"/>
            <a:ext cx="3609974" cy="24833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5388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FAACC-4BB1-BB84-5AA3-600E43A81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C88AA-8091-712E-909B-593D1C0B4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Types of sequencing reads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43D20-B384-D566-72B6-F8FFF4FD37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1807235"/>
          </a:xfrm>
        </p:spPr>
        <p:txBody>
          <a:bodyPr>
            <a:normAutofit/>
          </a:bodyPr>
          <a:lstStyle/>
          <a:p>
            <a:r>
              <a:rPr lang="en-US" dirty="0"/>
              <a:t>Proximity ligation or Hi-C libraries</a:t>
            </a:r>
          </a:p>
          <a:p>
            <a:pPr lvl="1"/>
            <a:r>
              <a:rPr lang="en-US" dirty="0"/>
              <a:t>Sequenced with paired-end Illumina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F1F935-A20F-62EC-CCF7-C4F2BD771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DE6E9C-B489-85E7-C4BE-EEACD741D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900" y="3221213"/>
            <a:ext cx="6727923" cy="25790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B57A2A-41F7-94EC-6266-9669D06D7510}"/>
              </a:ext>
            </a:extLst>
          </p:cNvPr>
          <p:cNvSpPr txBox="1"/>
          <p:nvPr/>
        </p:nvSpPr>
        <p:spPr>
          <a:xfrm>
            <a:off x="1022136" y="5800250"/>
            <a:ext cx="874768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Images from: Van </a:t>
            </a:r>
            <a:r>
              <a:rPr lang="en-US" sz="1400" dirty="0" err="1"/>
              <a:t>Berkum</a:t>
            </a:r>
            <a:r>
              <a:rPr lang="en-US" sz="1400" dirty="0"/>
              <a:t> NL, Lieberman-Aiden E, Williams L, </a:t>
            </a:r>
            <a:r>
              <a:rPr lang="en-US" sz="1400" dirty="0" err="1"/>
              <a:t>Imakaev</a:t>
            </a:r>
            <a:r>
              <a:rPr lang="en-US" sz="1400" dirty="0"/>
              <a:t> M, </a:t>
            </a:r>
            <a:r>
              <a:rPr lang="en-US" sz="1400" dirty="0" err="1"/>
              <a:t>Gnirke</a:t>
            </a:r>
            <a:r>
              <a:rPr lang="en-US" sz="1400" dirty="0"/>
              <a:t> A, </a:t>
            </a:r>
            <a:r>
              <a:rPr lang="en-US" sz="1400" dirty="0" err="1"/>
              <a:t>Mirny</a:t>
            </a:r>
            <a:r>
              <a:rPr lang="en-US" sz="1400" dirty="0"/>
              <a:t> LA, Dekker J, Lander ES. Hi-C: a method to study the three-dimensional architecture of genomes. Journal of visualized experiments: </a:t>
            </a:r>
            <a:r>
              <a:rPr lang="en-US" sz="1400" dirty="0" err="1"/>
              <a:t>JoVE</a:t>
            </a:r>
            <a:r>
              <a:rPr lang="en-US" sz="1400" dirty="0"/>
              <a:t>. 2010(39).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FFE4EF-5FEB-8C8F-C506-0ADAB035851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639" b="1659"/>
          <a:stretch/>
        </p:blipFill>
        <p:spPr>
          <a:xfrm>
            <a:off x="1109421" y="3696288"/>
            <a:ext cx="1519609" cy="1479196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3A1A6CE5-99B9-546E-8E82-A1C5D573A505}"/>
              </a:ext>
            </a:extLst>
          </p:cNvPr>
          <p:cNvSpPr/>
          <p:nvPr/>
        </p:nvSpPr>
        <p:spPr>
          <a:xfrm>
            <a:off x="2696342" y="4423447"/>
            <a:ext cx="278246" cy="17456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25F4B6-BD7B-3D37-9EE8-70DA9226F17A}"/>
              </a:ext>
            </a:extLst>
          </p:cNvPr>
          <p:cNvSpPr/>
          <p:nvPr/>
        </p:nvSpPr>
        <p:spPr>
          <a:xfrm>
            <a:off x="895350" y="3696288"/>
            <a:ext cx="409575" cy="2946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6DA98C-8388-DB7A-8A0A-CD2DFE7711D1}"/>
              </a:ext>
            </a:extLst>
          </p:cNvPr>
          <p:cNvSpPr/>
          <p:nvPr/>
        </p:nvSpPr>
        <p:spPr>
          <a:xfrm>
            <a:off x="2837112" y="3169080"/>
            <a:ext cx="409575" cy="2946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28BEE2-F5DE-42B3-684C-ABD156056A37}"/>
              </a:ext>
            </a:extLst>
          </p:cNvPr>
          <p:cNvSpPr/>
          <p:nvPr/>
        </p:nvSpPr>
        <p:spPr>
          <a:xfrm>
            <a:off x="7486649" y="3134313"/>
            <a:ext cx="2609849" cy="24833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7426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F4FFD-26FD-D223-68E7-8CB167521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E854-B688-2171-E539-A9046BFD7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Types of sequencing reads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C5105-4902-2FBF-2DA5-3FAA40C59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1807235"/>
          </a:xfrm>
        </p:spPr>
        <p:txBody>
          <a:bodyPr>
            <a:normAutofit/>
          </a:bodyPr>
          <a:lstStyle/>
          <a:p>
            <a:r>
              <a:rPr lang="en-US" dirty="0"/>
              <a:t>Proximity ligation or Hi-C libraries</a:t>
            </a:r>
          </a:p>
          <a:p>
            <a:pPr lvl="1"/>
            <a:r>
              <a:rPr lang="en-US" dirty="0"/>
              <a:t>Sequenced with paired-end Illumina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9E2045-88A4-DE0F-5ED5-07999334A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A77D47-0A01-CDF1-7069-E87E355D6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900" y="3221213"/>
            <a:ext cx="6727923" cy="25790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ABE713-2F75-F3E0-7C33-A79D76D32305}"/>
              </a:ext>
            </a:extLst>
          </p:cNvPr>
          <p:cNvSpPr txBox="1"/>
          <p:nvPr/>
        </p:nvSpPr>
        <p:spPr>
          <a:xfrm>
            <a:off x="1022136" y="5800250"/>
            <a:ext cx="874768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Images from: Van </a:t>
            </a:r>
            <a:r>
              <a:rPr lang="en-US" sz="1400" dirty="0" err="1"/>
              <a:t>Berkum</a:t>
            </a:r>
            <a:r>
              <a:rPr lang="en-US" sz="1400" dirty="0"/>
              <a:t> NL, Lieberman-Aiden E, Williams L, </a:t>
            </a:r>
            <a:r>
              <a:rPr lang="en-US" sz="1400" dirty="0" err="1"/>
              <a:t>Imakaev</a:t>
            </a:r>
            <a:r>
              <a:rPr lang="en-US" sz="1400" dirty="0"/>
              <a:t> M, </a:t>
            </a:r>
            <a:r>
              <a:rPr lang="en-US" sz="1400" dirty="0" err="1"/>
              <a:t>Gnirke</a:t>
            </a:r>
            <a:r>
              <a:rPr lang="en-US" sz="1400" dirty="0"/>
              <a:t> A, </a:t>
            </a:r>
            <a:r>
              <a:rPr lang="en-US" sz="1400" dirty="0" err="1"/>
              <a:t>Mirny</a:t>
            </a:r>
            <a:r>
              <a:rPr lang="en-US" sz="1400" dirty="0"/>
              <a:t> LA, Dekker J, Lander ES. Hi-C: a method to study the three-dimensional architecture of genomes. Journal of visualized experiments: </a:t>
            </a:r>
            <a:r>
              <a:rPr lang="en-US" sz="1400" dirty="0" err="1"/>
              <a:t>JoVE</a:t>
            </a:r>
            <a:r>
              <a:rPr lang="en-US" sz="1400" dirty="0"/>
              <a:t>. 2010(39).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D5FF77-8380-1989-2E77-DB4D9904616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639" b="1659"/>
          <a:stretch/>
        </p:blipFill>
        <p:spPr>
          <a:xfrm>
            <a:off x="1109421" y="3696288"/>
            <a:ext cx="1519609" cy="1479196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B0532845-E80A-F6B5-9078-571F16A1204E}"/>
              </a:ext>
            </a:extLst>
          </p:cNvPr>
          <p:cNvSpPr/>
          <p:nvPr/>
        </p:nvSpPr>
        <p:spPr>
          <a:xfrm>
            <a:off x="2696342" y="4423447"/>
            <a:ext cx="278246" cy="17456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8BFA8B-0BF2-E214-EFF5-9BB3B3CF023E}"/>
              </a:ext>
            </a:extLst>
          </p:cNvPr>
          <p:cNvSpPr/>
          <p:nvPr/>
        </p:nvSpPr>
        <p:spPr>
          <a:xfrm>
            <a:off x="895350" y="3696288"/>
            <a:ext cx="409575" cy="2946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136CD1-4319-4432-D7D4-3FA30DC5E5AC}"/>
              </a:ext>
            </a:extLst>
          </p:cNvPr>
          <p:cNvSpPr/>
          <p:nvPr/>
        </p:nvSpPr>
        <p:spPr>
          <a:xfrm>
            <a:off x="2837112" y="3169080"/>
            <a:ext cx="409575" cy="2946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0F9702-4BC6-88B8-A394-64F57E9D1B2A}"/>
              </a:ext>
            </a:extLst>
          </p:cNvPr>
          <p:cNvSpPr/>
          <p:nvPr/>
        </p:nvSpPr>
        <p:spPr>
          <a:xfrm>
            <a:off x="8737600" y="3134313"/>
            <a:ext cx="1358898" cy="24833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6300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3985F-EDF2-26C0-74F5-A7CBF2ACA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8F589-D5C3-9E96-ED74-7D7C1A614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Types of sequencing reads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C8EBD-490A-7FC2-020A-52E983E6EC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1807235"/>
          </a:xfrm>
        </p:spPr>
        <p:txBody>
          <a:bodyPr>
            <a:normAutofit/>
          </a:bodyPr>
          <a:lstStyle/>
          <a:p>
            <a:r>
              <a:rPr lang="en-US" dirty="0"/>
              <a:t>Proximity ligation or Hi-C libraries (variants: Omni-C, Chicago)</a:t>
            </a:r>
          </a:p>
          <a:p>
            <a:pPr lvl="1"/>
            <a:r>
              <a:rPr lang="en-US" dirty="0"/>
              <a:t>Sequenced with paired-end Illumina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CB8776-7E5E-9F11-EE0B-8AB131406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00D864-656C-717E-93CA-769727803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900" y="3221213"/>
            <a:ext cx="6727923" cy="25790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9C52187-BC90-49D8-BE44-8B81CA3F19DA}"/>
              </a:ext>
            </a:extLst>
          </p:cNvPr>
          <p:cNvSpPr txBox="1"/>
          <p:nvPr/>
        </p:nvSpPr>
        <p:spPr>
          <a:xfrm>
            <a:off x="1022136" y="5800250"/>
            <a:ext cx="874768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Images from: Van </a:t>
            </a:r>
            <a:r>
              <a:rPr lang="en-US" sz="1400" dirty="0" err="1"/>
              <a:t>Berkum</a:t>
            </a:r>
            <a:r>
              <a:rPr lang="en-US" sz="1400" dirty="0"/>
              <a:t> NL, Lieberman-Aiden E, Williams L, </a:t>
            </a:r>
            <a:r>
              <a:rPr lang="en-US" sz="1400" dirty="0" err="1"/>
              <a:t>Imakaev</a:t>
            </a:r>
            <a:r>
              <a:rPr lang="en-US" sz="1400" dirty="0"/>
              <a:t> M, </a:t>
            </a:r>
            <a:r>
              <a:rPr lang="en-US" sz="1400" dirty="0" err="1"/>
              <a:t>Gnirke</a:t>
            </a:r>
            <a:r>
              <a:rPr lang="en-US" sz="1400" dirty="0"/>
              <a:t> A, </a:t>
            </a:r>
            <a:r>
              <a:rPr lang="en-US" sz="1400" dirty="0" err="1"/>
              <a:t>Mirny</a:t>
            </a:r>
            <a:r>
              <a:rPr lang="en-US" sz="1400" dirty="0"/>
              <a:t> LA, Dekker J, Lander ES. Hi-C: a method to study the three-dimensional architecture of genomes. Journal of visualized experiments: </a:t>
            </a:r>
            <a:r>
              <a:rPr lang="en-US" sz="1400" dirty="0" err="1"/>
              <a:t>JoVE</a:t>
            </a:r>
            <a:r>
              <a:rPr lang="en-US" sz="1400" dirty="0"/>
              <a:t>. 2010(39).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E9225B-FA5C-2203-723D-6D2F6392E6A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639" b="1659"/>
          <a:stretch/>
        </p:blipFill>
        <p:spPr>
          <a:xfrm>
            <a:off x="1109421" y="3696288"/>
            <a:ext cx="1519609" cy="1479196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11855CC4-988F-6C22-A415-69F4B6460BDA}"/>
              </a:ext>
            </a:extLst>
          </p:cNvPr>
          <p:cNvSpPr/>
          <p:nvPr/>
        </p:nvSpPr>
        <p:spPr>
          <a:xfrm>
            <a:off x="2696342" y="4423447"/>
            <a:ext cx="278246" cy="17456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08ECCB-F029-2A5E-BD3A-8B6EB11FD0DF}"/>
              </a:ext>
            </a:extLst>
          </p:cNvPr>
          <p:cNvSpPr/>
          <p:nvPr/>
        </p:nvSpPr>
        <p:spPr>
          <a:xfrm>
            <a:off x="895350" y="3696288"/>
            <a:ext cx="409575" cy="2946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4D6C5F-93B9-F55C-EBDC-CDBC9D22787C}"/>
              </a:ext>
            </a:extLst>
          </p:cNvPr>
          <p:cNvSpPr/>
          <p:nvPr/>
        </p:nvSpPr>
        <p:spPr>
          <a:xfrm>
            <a:off x="2837112" y="3169080"/>
            <a:ext cx="409575" cy="2946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6792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5F26D-637F-7AC5-7877-7214D3552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kind of data do you get?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2E2B39-2653-0397-7528-49F5DE691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19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C8296EC-CDFC-8ABE-8726-F4A4E8C22295}"/>
                  </a:ext>
                </a:extLst>
              </p14:cNvPr>
              <p14:cNvContentPartPr/>
              <p14:nvPr/>
            </p14:nvContentPartPr>
            <p14:xfrm>
              <a:off x="1533120" y="3068554"/>
              <a:ext cx="7830360" cy="1832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C8296EC-CDFC-8ABE-8726-F4A4E8C2229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24480" y="3059554"/>
                <a:ext cx="784800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DF7E8AC-A130-3150-1A60-FDC345F5C99B}"/>
                  </a:ext>
                </a:extLst>
              </p14:cNvPr>
              <p14:cNvContentPartPr/>
              <p14:nvPr/>
            </p14:nvContentPartPr>
            <p14:xfrm>
              <a:off x="1647375" y="4817070"/>
              <a:ext cx="6689160" cy="2322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DF7E8AC-A130-3150-1A60-FDC345F5C99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38735" y="4808070"/>
                <a:ext cx="6706800" cy="249840"/>
              </a:xfrm>
              <a:prstGeom prst="rect">
                <a:avLst/>
              </a:prstGeom>
            </p:spPr>
          </p:pic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DE1B588-48AC-2A57-581B-673210CD1131}"/>
              </a:ext>
            </a:extLst>
          </p:cNvPr>
          <p:cNvCxnSpPr/>
          <p:nvPr/>
        </p:nvCxnSpPr>
        <p:spPr>
          <a:xfrm>
            <a:off x="2466975" y="2847975"/>
            <a:ext cx="381000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9B6D4DD-A7D3-198B-2199-79FA37B15109}"/>
              </a:ext>
            </a:extLst>
          </p:cNvPr>
          <p:cNvCxnSpPr/>
          <p:nvPr/>
        </p:nvCxnSpPr>
        <p:spPr>
          <a:xfrm>
            <a:off x="6257925" y="3013588"/>
            <a:ext cx="381000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3188086-5D46-D094-28C5-4729B16740CD}"/>
              </a:ext>
            </a:extLst>
          </p:cNvPr>
          <p:cNvCxnSpPr/>
          <p:nvPr/>
        </p:nvCxnSpPr>
        <p:spPr>
          <a:xfrm>
            <a:off x="4238625" y="2900040"/>
            <a:ext cx="381000" cy="0"/>
          </a:xfrm>
          <a:prstGeom prst="straightConnector1">
            <a:avLst/>
          </a:prstGeom>
          <a:ln w="317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E5A3213-7D82-0DAD-824D-F06305C284DE}"/>
              </a:ext>
            </a:extLst>
          </p:cNvPr>
          <p:cNvCxnSpPr/>
          <p:nvPr/>
        </p:nvCxnSpPr>
        <p:spPr>
          <a:xfrm>
            <a:off x="5127625" y="2900040"/>
            <a:ext cx="381000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310791E-89A2-9F7A-4718-8C068604C5AB}"/>
              </a:ext>
            </a:extLst>
          </p:cNvPr>
          <p:cNvSpPr/>
          <p:nvPr/>
        </p:nvSpPr>
        <p:spPr>
          <a:xfrm>
            <a:off x="4400550" y="2090413"/>
            <a:ext cx="933450" cy="809627"/>
          </a:xfrm>
          <a:custGeom>
            <a:avLst/>
            <a:gdLst>
              <a:gd name="connsiteX0" fmla="*/ 0 w 6305550"/>
              <a:gd name="connsiteY0" fmla="*/ 809627 h 809627"/>
              <a:gd name="connsiteX1" fmla="*/ 3190875 w 6305550"/>
              <a:gd name="connsiteY1" fmla="*/ 2 h 809627"/>
              <a:gd name="connsiteX2" fmla="*/ 6305550 w 6305550"/>
              <a:gd name="connsiteY2" fmla="*/ 800102 h 80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05550" h="809627">
                <a:moveTo>
                  <a:pt x="0" y="809627"/>
                </a:moveTo>
                <a:cubicBezTo>
                  <a:pt x="1069975" y="405608"/>
                  <a:pt x="2139950" y="1589"/>
                  <a:pt x="3190875" y="2"/>
                </a:cubicBezTo>
                <a:cubicBezTo>
                  <a:pt x="4241800" y="-1585"/>
                  <a:pt x="6178550" y="690565"/>
                  <a:pt x="6305550" y="800102"/>
                </a:cubicBezTo>
              </a:path>
            </a:pathLst>
          </a:cu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3705556-44D8-D0A6-3FFC-778B9C854CE9}"/>
              </a:ext>
            </a:extLst>
          </p:cNvPr>
          <p:cNvCxnSpPr/>
          <p:nvPr/>
        </p:nvCxnSpPr>
        <p:spPr>
          <a:xfrm>
            <a:off x="5791200" y="2909564"/>
            <a:ext cx="381000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9EE24FD-DB73-04ED-DC64-D58AE5C27530}"/>
              </a:ext>
            </a:extLst>
          </p:cNvPr>
          <p:cNvCxnSpPr/>
          <p:nvPr/>
        </p:nvCxnSpPr>
        <p:spPr>
          <a:xfrm>
            <a:off x="6680200" y="2909564"/>
            <a:ext cx="381000" cy="0"/>
          </a:xfrm>
          <a:prstGeom prst="straightConnector1">
            <a:avLst/>
          </a:prstGeom>
          <a:ln w="317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EBE7A47-C638-99E8-3F34-FB340B0A71CE}"/>
              </a:ext>
            </a:extLst>
          </p:cNvPr>
          <p:cNvSpPr/>
          <p:nvPr/>
        </p:nvSpPr>
        <p:spPr>
          <a:xfrm>
            <a:off x="5953125" y="2099937"/>
            <a:ext cx="933450" cy="809627"/>
          </a:xfrm>
          <a:custGeom>
            <a:avLst/>
            <a:gdLst>
              <a:gd name="connsiteX0" fmla="*/ 0 w 6305550"/>
              <a:gd name="connsiteY0" fmla="*/ 809627 h 809627"/>
              <a:gd name="connsiteX1" fmla="*/ 3190875 w 6305550"/>
              <a:gd name="connsiteY1" fmla="*/ 2 h 809627"/>
              <a:gd name="connsiteX2" fmla="*/ 6305550 w 6305550"/>
              <a:gd name="connsiteY2" fmla="*/ 800102 h 80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05550" h="809627">
                <a:moveTo>
                  <a:pt x="0" y="809627"/>
                </a:moveTo>
                <a:cubicBezTo>
                  <a:pt x="1069975" y="405608"/>
                  <a:pt x="2139950" y="1589"/>
                  <a:pt x="3190875" y="2"/>
                </a:cubicBezTo>
                <a:cubicBezTo>
                  <a:pt x="4241800" y="-1585"/>
                  <a:pt x="6178550" y="690565"/>
                  <a:pt x="6305550" y="800102"/>
                </a:cubicBezTo>
              </a:path>
            </a:pathLst>
          </a:cu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20DB376-312E-6447-DAE9-09E3D4438030}"/>
              </a:ext>
            </a:extLst>
          </p:cNvPr>
          <p:cNvCxnSpPr/>
          <p:nvPr/>
        </p:nvCxnSpPr>
        <p:spPr>
          <a:xfrm>
            <a:off x="3028950" y="4750610"/>
            <a:ext cx="381000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721D3BD-326B-8110-A44F-71E3404621A3}"/>
              </a:ext>
            </a:extLst>
          </p:cNvPr>
          <p:cNvCxnSpPr/>
          <p:nvPr/>
        </p:nvCxnSpPr>
        <p:spPr>
          <a:xfrm>
            <a:off x="3917950" y="4750610"/>
            <a:ext cx="381000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71AF64B-34D0-123C-DD07-F7E631000F30}"/>
              </a:ext>
            </a:extLst>
          </p:cNvPr>
          <p:cNvSpPr/>
          <p:nvPr/>
        </p:nvSpPr>
        <p:spPr>
          <a:xfrm>
            <a:off x="3190875" y="3940983"/>
            <a:ext cx="933450" cy="809627"/>
          </a:xfrm>
          <a:custGeom>
            <a:avLst/>
            <a:gdLst>
              <a:gd name="connsiteX0" fmla="*/ 0 w 6305550"/>
              <a:gd name="connsiteY0" fmla="*/ 809627 h 809627"/>
              <a:gd name="connsiteX1" fmla="*/ 3190875 w 6305550"/>
              <a:gd name="connsiteY1" fmla="*/ 2 h 809627"/>
              <a:gd name="connsiteX2" fmla="*/ 6305550 w 6305550"/>
              <a:gd name="connsiteY2" fmla="*/ 800102 h 80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05550" h="809627">
                <a:moveTo>
                  <a:pt x="0" y="809627"/>
                </a:moveTo>
                <a:cubicBezTo>
                  <a:pt x="1069975" y="405608"/>
                  <a:pt x="2139950" y="1589"/>
                  <a:pt x="3190875" y="2"/>
                </a:cubicBezTo>
                <a:cubicBezTo>
                  <a:pt x="4241800" y="-1585"/>
                  <a:pt x="6178550" y="690565"/>
                  <a:pt x="6305550" y="800102"/>
                </a:cubicBezTo>
              </a:path>
            </a:pathLst>
          </a:cu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1228649-8CEA-E7C5-48C8-D9F1669EF4CD}"/>
              </a:ext>
            </a:extLst>
          </p:cNvPr>
          <p:cNvCxnSpPr/>
          <p:nvPr/>
        </p:nvCxnSpPr>
        <p:spPr>
          <a:xfrm>
            <a:off x="3670300" y="4671180"/>
            <a:ext cx="381000" cy="0"/>
          </a:xfrm>
          <a:prstGeom prst="straightConnector1">
            <a:avLst/>
          </a:prstGeom>
          <a:ln w="317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1E982CC-406C-16B0-29EC-E652B5D59287}"/>
              </a:ext>
            </a:extLst>
          </p:cNvPr>
          <p:cNvCxnSpPr/>
          <p:nvPr/>
        </p:nvCxnSpPr>
        <p:spPr>
          <a:xfrm>
            <a:off x="4559300" y="4671180"/>
            <a:ext cx="381000" cy="0"/>
          </a:xfrm>
          <a:prstGeom prst="straightConnector1">
            <a:avLst/>
          </a:prstGeom>
          <a:ln w="31750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226AC43-BEE6-5463-187C-49625E652F2E}"/>
              </a:ext>
            </a:extLst>
          </p:cNvPr>
          <p:cNvSpPr/>
          <p:nvPr/>
        </p:nvSpPr>
        <p:spPr>
          <a:xfrm>
            <a:off x="3832225" y="3861553"/>
            <a:ext cx="933450" cy="809627"/>
          </a:xfrm>
          <a:custGeom>
            <a:avLst/>
            <a:gdLst>
              <a:gd name="connsiteX0" fmla="*/ 0 w 6305550"/>
              <a:gd name="connsiteY0" fmla="*/ 809627 h 809627"/>
              <a:gd name="connsiteX1" fmla="*/ 3190875 w 6305550"/>
              <a:gd name="connsiteY1" fmla="*/ 2 h 809627"/>
              <a:gd name="connsiteX2" fmla="*/ 6305550 w 6305550"/>
              <a:gd name="connsiteY2" fmla="*/ 800102 h 80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05550" h="809627">
                <a:moveTo>
                  <a:pt x="0" y="809627"/>
                </a:moveTo>
                <a:cubicBezTo>
                  <a:pt x="1069975" y="405608"/>
                  <a:pt x="2139950" y="1589"/>
                  <a:pt x="3190875" y="2"/>
                </a:cubicBezTo>
                <a:cubicBezTo>
                  <a:pt x="4241800" y="-1585"/>
                  <a:pt x="6178550" y="690565"/>
                  <a:pt x="6305550" y="800102"/>
                </a:cubicBezTo>
              </a:path>
            </a:pathLst>
          </a:cu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371F950-534F-4C5B-65FF-B17691AC67CB}"/>
              </a:ext>
            </a:extLst>
          </p:cNvPr>
          <p:cNvCxnSpPr>
            <a:cxnSpLocks/>
          </p:cNvCxnSpPr>
          <p:nvPr/>
        </p:nvCxnSpPr>
        <p:spPr>
          <a:xfrm>
            <a:off x="4965700" y="4783840"/>
            <a:ext cx="381000" cy="0"/>
          </a:xfrm>
          <a:prstGeom prst="straightConnector1">
            <a:avLst/>
          </a:prstGeom>
          <a:ln w="317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340D12C-C9F5-72C3-4DD1-F1FF54C77862}"/>
              </a:ext>
            </a:extLst>
          </p:cNvPr>
          <p:cNvCxnSpPr>
            <a:cxnSpLocks/>
          </p:cNvCxnSpPr>
          <p:nvPr/>
        </p:nvCxnSpPr>
        <p:spPr>
          <a:xfrm>
            <a:off x="6299200" y="4795655"/>
            <a:ext cx="381000" cy="0"/>
          </a:xfrm>
          <a:prstGeom prst="straightConnector1">
            <a:avLst/>
          </a:prstGeom>
          <a:ln w="317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B97FA8A-176C-E7A8-AC5D-5ECB1D7852FB}"/>
              </a:ext>
            </a:extLst>
          </p:cNvPr>
          <p:cNvSpPr/>
          <p:nvPr/>
        </p:nvSpPr>
        <p:spPr>
          <a:xfrm>
            <a:off x="5127625" y="3974213"/>
            <a:ext cx="1320800" cy="809627"/>
          </a:xfrm>
          <a:custGeom>
            <a:avLst/>
            <a:gdLst>
              <a:gd name="connsiteX0" fmla="*/ 0 w 6305550"/>
              <a:gd name="connsiteY0" fmla="*/ 809627 h 809627"/>
              <a:gd name="connsiteX1" fmla="*/ 3190875 w 6305550"/>
              <a:gd name="connsiteY1" fmla="*/ 2 h 809627"/>
              <a:gd name="connsiteX2" fmla="*/ 6305550 w 6305550"/>
              <a:gd name="connsiteY2" fmla="*/ 800102 h 80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05550" h="809627">
                <a:moveTo>
                  <a:pt x="0" y="809627"/>
                </a:moveTo>
                <a:cubicBezTo>
                  <a:pt x="1069975" y="405608"/>
                  <a:pt x="2139950" y="1589"/>
                  <a:pt x="3190875" y="2"/>
                </a:cubicBezTo>
                <a:cubicBezTo>
                  <a:pt x="4241800" y="-1585"/>
                  <a:pt x="6178550" y="690565"/>
                  <a:pt x="6305550" y="800102"/>
                </a:cubicBezTo>
              </a:path>
            </a:pathLst>
          </a:cu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7E3447D-C9CA-30DC-425A-606924CD602B}"/>
              </a:ext>
            </a:extLst>
          </p:cNvPr>
          <p:cNvCxnSpPr/>
          <p:nvPr/>
        </p:nvCxnSpPr>
        <p:spPr>
          <a:xfrm>
            <a:off x="4391025" y="3052440"/>
            <a:ext cx="381000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D756661-C434-ECEC-1356-F09AACA9A506}"/>
              </a:ext>
            </a:extLst>
          </p:cNvPr>
          <p:cNvCxnSpPr/>
          <p:nvPr/>
        </p:nvCxnSpPr>
        <p:spPr>
          <a:xfrm>
            <a:off x="5280025" y="3052440"/>
            <a:ext cx="381000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431C7A63-9F02-F623-5881-9807C4E113B4}"/>
              </a:ext>
            </a:extLst>
          </p:cNvPr>
          <p:cNvSpPr/>
          <p:nvPr/>
        </p:nvSpPr>
        <p:spPr>
          <a:xfrm>
            <a:off x="4552950" y="2242813"/>
            <a:ext cx="933450" cy="809627"/>
          </a:xfrm>
          <a:custGeom>
            <a:avLst/>
            <a:gdLst>
              <a:gd name="connsiteX0" fmla="*/ 0 w 6305550"/>
              <a:gd name="connsiteY0" fmla="*/ 809627 h 809627"/>
              <a:gd name="connsiteX1" fmla="*/ 3190875 w 6305550"/>
              <a:gd name="connsiteY1" fmla="*/ 2 h 809627"/>
              <a:gd name="connsiteX2" fmla="*/ 6305550 w 6305550"/>
              <a:gd name="connsiteY2" fmla="*/ 800102 h 80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05550" h="809627">
                <a:moveTo>
                  <a:pt x="0" y="809627"/>
                </a:moveTo>
                <a:cubicBezTo>
                  <a:pt x="1069975" y="405608"/>
                  <a:pt x="2139950" y="1589"/>
                  <a:pt x="3190875" y="2"/>
                </a:cubicBezTo>
                <a:cubicBezTo>
                  <a:pt x="4241800" y="-1585"/>
                  <a:pt x="6178550" y="690565"/>
                  <a:pt x="6305550" y="800102"/>
                </a:cubicBezTo>
              </a:path>
            </a:pathLst>
          </a:cu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3ECE987-50DF-2219-BEC8-947BACE48A0C}"/>
              </a:ext>
            </a:extLst>
          </p:cNvPr>
          <p:cNvCxnSpPr/>
          <p:nvPr/>
        </p:nvCxnSpPr>
        <p:spPr>
          <a:xfrm>
            <a:off x="1733550" y="4750610"/>
            <a:ext cx="381000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F59B62A-BCC0-BA89-B26B-FB01DEFC0C5B}"/>
              </a:ext>
            </a:extLst>
          </p:cNvPr>
          <p:cNvCxnSpPr/>
          <p:nvPr/>
        </p:nvCxnSpPr>
        <p:spPr>
          <a:xfrm>
            <a:off x="7385050" y="4748245"/>
            <a:ext cx="381000" cy="0"/>
          </a:xfrm>
          <a:prstGeom prst="straightConnector1">
            <a:avLst/>
          </a:prstGeom>
          <a:ln w="317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9BAF0540-B78F-39E0-1289-B3920FF94E75}"/>
              </a:ext>
            </a:extLst>
          </p:cNvPr>
          <p:cNvSpPr/>
          <p:nvPr/>
        </p:nvSpPr>
        <p:spPr>
          <a:xfrm>
            <a:off x="1895475" y="3940983"/>
            <a:ext cx="5638800" cy="809627"/>
          </a:xfrm>
          <a:custGeom>
            <a:avLst/>
            <a:gdLst>
              <a:gd name="connsiteX0" fmla="*/ 0 w 6305550"/>
              <a:gd name="connsiteY0" fmla="*/ 809627 h 809627"/>
              <a:gd name="connsiteX1" fmla="*/ 3190875 w 6305550"/>
              <a:gd name="connsiteY1" fmla="*/ 2 h 809627"/>
              <a:gd name="connsiteX2" fmla="*/ 6305550 w 6305550"/>
              <a:gd name="connsiteY2" fmla="*/ 800102 h 80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05550" h="809627">
                <a:moveTo>
                  <a:pt x="0" y="809627"/>
                </a:moveTo>
                <a:cubicBezTo>
                  <a:pt x="1069975" y="405608"/>
                  <a:pt x="2139950" y="1589"/>
                  <a:pt x="3190875" y="2"/>
                </a:cubicBezTo>
                <a:cubicBezTo>
                  <a:pt x="4241800" y="-1585"/>
                  <a:pt x="6178550" y="690565"/>
                  <a:pt x="6305550" y="800102"/>
                </a:cubicBezTo>
              </a:path>
            </a:pathLst>
          </a:cu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2E79611-0A2E-7D4A-ADEB-0A3CB6C98270}"/>
              </a:ext>
            </a:extLst>
          </p:cNvPr>
          <p:cNvCxnSpPr/>
          <p:nvPr/>
        </p:nvCxnSpPr>
        <p:spPr>
          <a:xfrm>
            <a:off x="1571625" y="2810379"/>
            <a:ext cx="381000" cy="0"/>
          </a:xfrm>
          <a:prstGeom prst="straightConnector1">
            <a:avLst/>
          </a:prstGeom>
          <a:ln w="317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3DD3A0D-5673-20F5-D2A0-C047DAC91276}"/>
              </a:ext>
            </a:extLst>
          </p:cNvPr>
          <p:cNvCxnSpPr/>
          <p:nvPr/>
        </p:nvCxnSpPr>
        <p:spPr>
          <a:xfrm>
            <a:off x="7531100" y="2810379"/>
            <a:ext cx="381000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01BDC7D7-BB37-DE6C-4382-3F7469354585}"/>
              </a:ext>
            </a:extLst>
          </p:cNvPr>
          <p:cNvSpPr/>
          <p:nvPr/>
        </p:nvSpPr>
        <p:spPr>
          <a:xfrm>
            <a:off x="1733550" y="2000752"/>
            <a:ext cx="5924550" cy="809627"/>
          </a:xfrm>
          <a:custGeom>
            <a:avLst/>
            <a:gdLst>
              <a:gd name="connsiteX0" fmla="*/ 0 w 6305550"/>
              <a:gd name="connsiteY0" fmla="*/ 809627 h 809627"/>
              <a:gd name="connsiteX1" fmla="*/ 3190875 w 6305550"/>
              <a:gd name="connsiteY1" fmla="*/ 2 h 809627"/>
              <a:gd name="connsiteX2" fmla="*/ 6305550 w 6305550"/>
              <a:gd name="connsiteY2" fmla="*/ 800102 h 80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05550" h="809627">
                <a:moveTo>
                  <a:pt x="0" y="809627"/>
                </a:moveTo>
                <a:cubicBezTo>
                  <a:pt x="1069975" y="405608"/>
                  <a:pt x="2139950" y="1589"/>
                  <a:pt x="3190875" y="2"/>
                </a:cubicBezTo>
                <a:cubicBezTo>
                  <a:pt x="4241800" y="-1585"/>
                  <a:pt x="6178550" y="690565"/>
                  <a:pt x="6305550" y="800102"/>
                </a:cubicBezTo>
              </a:path>
            </a:pathLst>
          </a:cu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EC61FF8-9FCB-23BF-1010-E4CDDBF84C87}"/>
              </a:ext>
            </a:extLst>
          </p:cNvPr>
          <p:cNvCxnSpPr/>
          <p:nvPr/>
        </p:nvCxnSpPr>
        <p:spPr>
          <a:xfrm>
            <a:off x="5610225" y="4624195"/>
            <a:ext cx="381000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8BF60E4-A8DA-B555-A524-1FBD788A28EF}"/>
              </a:ext>
            </a:extLst>
          </p:cNvPr>
          <p:cNvCxnSpPr/>
          <p:nvPr/>
        </p:nvCxnSpPr>
        <p:spPr>
          <a:xfrm>
            <a:off x="6543675" y="4624195"/>
            <a:ext cx="381000" cy="0"/>
          </a:xfrm>
          <a:prstGeom prst="straightConnector1">
            <a:avLst/>
          </a:prstGeom>
          <a:ln w="317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6A6669BF-82A8-C194-93EB-0D0460DBDDF7}"/>
              </a:ext>
            </a:extLst>
          </p:cNvPr>
          <p:cNvSpPr/>
          <p:nvPr/>
        </p:nvSpPr>
        <p:spPr>
          <a:xfrm>
            <a:off x="5800725" y="3810129"/>
            <a:ext cx="933450" cy="809627"/>
          </a:xfrm>
          <a:custGeom>
            <a:avLst/>
            <a:gdLst>
              <a:gd name="connsiteX0" fmla="*/ 0 w 6305550"/>
              <a:gd name="connsiteY0" fmla="*/ 809627 h 809627"/>
              <a:gd name="connsiteX1" fmla="*/ 3190875 w 6305550"/>
              <a:gd name="connsiteY1" fmla="*/ 2 h 809627"/>
              <a:gd name="connsiteX2" fmla="*/ 6305550 w 6305550"/>
              <a:gd name="connsiteY2" fmla="*/ 800102 h 80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05550" h="809627">
                <a:moveTo>
                  <a:pt x="0" y="809627"/>
                </a:moveTo>
                <a:cubicBezTo>
                  <a:pt x="1069975" y="405608"/>
                  <a:pt x="2139950" y="1589"/>
                  <a:pt x="3190875" y="2"/>
                </a:cubicBezTo>
                <a:cubicBezTo>
                  <a:pt x="4241800" y="-1585"/>
                  <a:pt x="6178550" y="690565"/>
                  <a:pt x="6305550" y="800102"/>
                </a:cubicBezTo>
              </a:path>
            </a:pathLst>
          </a:cu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75E74A5-C79A-DF90-E400-3B7452BFC274}"/>
              </a:ext>
            </a:extLst>
          </p:cNvPr>
          <p:cNvCxnSpPr/>
          <p:nvPr/>
        </p:nvCxnSpPr>
        <p:spPr>
          <a:xfrm>
            <a:off x="3859213" y="2773286"/>
            <a:ext cx="381000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3B1D2AD-5EFB-F917-ADE7-4DDFE29CCBE7}"/>
              </a:ext>
            </a:extLst>
          </p:cNvPr>
          <p:cNvCxnSpPr/>
          <p:nvPr/>
        </p:nvCxnSpPr>
        <p:spPr>
          <a:xfrm>
            <a:off x="4748213" y="2773286"/>
            <a:ext cx="381000" cy="0"/>
          </a:xfrm>
          <a:prstGeom prst="straightConnector1">
            <a:avLst/>
          </a:prstGeom>
          <a:ln w="317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107D02C1-7E0C-2DE5-1D01-604485DA446E}"/>
              </a:ext>
            </a:extLst>
          </p:cNvPr>
          <p:cNvSpPr/>
          <p:nvPr/>
        </p:nvSpPr>
        <p:spPr>
          <a:xfrm>
            <a:off x="4021138" y="1963659"/>
            <a:ext cx="933450" cy="809627"/>
          </a:xfrm>
          <a:custGeom>
            <a:avLst/>
            <a:gdLst>
              <a:gd name="connsiteX0" fmla="*/ 0 w 6305550"/>
              <a:gd name="connsiteY0" fmla="*/ 809627 h 809627"/>
              <a:gd name="connsiteX1" fmla="*/ 3190875 w 6305550"/>
              <a:gd name="connsiteY1" fmla="*/ 2 h 809627"/>
              <a:gd name="connsiteX2" fmla="*/ 6305550 w 6305550"/>
              <a:gd name="connsiteY2" fmla="*/ 800102 h 80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05550" h="809627">
                <a:moveTo>
                  <a:pt x="0" y="809627"/>
                </a:moveTo>
                <a:cubicBezTo>
                  <a:pt x="1069975" y="405608"/>
                  <a:pt x="2139950" y="1589"/>
                  <a:pt x="3190875" y="2"/>
                </a:cubicBezTo>
                <a:cubicBezTo>
                  <a:pt x="4241800" y="-1585"/>
                  <a:pt x="6178550" y="690565"/>
                  <a:pt x="6305550" y="800102"/>
                </a:cubicBezTo>
              </a:path>
            </a:pathLst>
          </a:cu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C5A4616-9830-C39D-6D7E-50D66B003C58}"/>
              </a:ext>
            </a:extLst>
          </p:cNvPr>
          <p:cNvCxnSpPr/>
          <p:nvPr/>
        </p:nvCxnSpPr>
        <p:spPr>
          <a:xfrm>
            <a:off x="5448300" y="2738765"/>
            <a:ext cx="381000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38C9453-5050-7181-6709-0E7D0400D7FE}"/>
              </a:ext>
            </a:extLst>
          </p:cNvPr>
          <p:cNvCxnSpPr/>
          <p:nvPr/>
        </p:nvCxnSpPr>
        <p:spPr>
          <a:xfrm>
            <a:off x="6337300" y="2738765"/>
            <a:ext cx="381000" cy="0"/>
          </a:xfrm>
          <a:prstGeom prst="straightConnector1">
            <a:avLst/>
          </a:prstGeom>
          <a:ln w="317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9ABDE01-0756-2D2E-CC85-AFD0843B7C35}"/>
              </a:ext>
            </a:extLst>
          </p:cNvPr>
          <p:cNvSpPr/>
          <p:nvPr/>
        </p:nvSpPr>
        <p:spPr>
          <a:xfrm>
            <a:off x="5610225" y="1929138"/>
            <a:ext cx="933450" cy="809627"/>
          </a:xfrm>
          <a:custGeom>
            <a:avLst/>
            <a:gdLst>
              <a:gd name="connsiteX0" fmla="*/ 0 w 6305550"/>
              <a:gd name="connsiteY0" fmla="*/ 809627 h 809627"/>
              <a:gd name="connsiteX1" fmla="*/ 3190875 w 6305550"/>
              <a:gd name="connsiteY1" fmla="*/ 2 h 809627"/>
              <a:gd name="connsiteX2" fmla="*/ 6305550 w 6305550"/>
              <a:gd name="connsiteY2" fmla="*/ 800102 h 80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05550" h="809627">
                <a:moveTo>
                  <a:pt x="0" y="809627"/>
                </a:moveTo>
                <a:cubicBezTo>
                  <a:pt x="1069975" y="405608"/>
                  <a:pt x="2139950" y="1589"/>
                  <a:pt x="3190875" y="2"/>
                </a:cubicBezTo>
                <a:cubicBezTo>
                  <a:pt x="4241800" y="-1585"/>
                  <a:pt x="6178550" y="690565"/>
                  <a:pt x="6305550" y="800102"/>
                </a:cubicBezTo>
              </a:path>
            </a:pathLst>
          </a:cu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DC15646-EA04-55AD-955C-4054D90E7B6D}"/>
              </a:ext>
            </a:extLst>
          </p:cNvPr>
          <p:cNvCxnSpPr/>
          <p:nvPr/>
        </p:nvCxnSpPr>
        <p:spPr>
          <a:xfrm>
            <a:off x="4076700" y="4482579"/>
            <a:ext cx="381000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8798D9C3-BC84-6B8C-7543-9E97D7F77448}"/>
              </a:ext>
            </a:extLst>
          </p:cNvPr>
          <p:cNvCxnSpPr/>
          <p:nvPr/>
        </p:nvCxnSpPr>
        <p:spPr>
          <a:xfrm>
            <a:off x="5330825" y="4482579"/>
            <a:ext cx="381000" cy="0"/>
          </a:xfrm>
          <a:prstGeom prst="straightConnector1">
            <a:avLst/>
          </a:prstGeom>
          <a:ln w="317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AA6BA50E-72D3-507E-D5F0-C304D7BFD9E1}"/>
              </a:ext>
            </a:extLst>
          </p:cNvPr>
          <p:cNvSpPr/>
          <p:nvPr/>
        </p:nvSpPr>
        <p:spPr>
          <a:xfrm>
            <a:off x="4238624" y="3672952"/>
            <a:ext cx="1330325" cy="809627"/>
          </a:xfrm>
          <a:custGeom>
            <a:avLst/>
            <a:gdLst>
              <a:gd name="connsiteX0" fmla="*/ 0 w 6305550"/>
              <a:gd name="connsiteY0" fmla="*/ 809627 h 809627"/>
              <a:gd name="connsiteX1" fmla="*/ 3190875 w 6305550"/>
              <a:gd name="connsiteY1" fmla="*/ 2 h 809627"/>
              <a:gd name="connsiteX2" fmla="*/ 6305550 w 6305550"/>
              <a:gd name="connsiteY2" fmla="*/ 800102 h 80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05550" h="809627">
                <a:moveTo>
                  <a:pt x="0" y="809627"/>
                </a:moveTo>
                <a:cubicBezTo>
                  <a:pt x="1069975" y="405608"/>
                  <a:pt x="2139950" y="1589"/>
                  <a:pt x="3190875" y="2"/>
                </a:cubicBezTo>
                <a:cubicBezTo>
                  <a:pt x="4241800" y="-1585"/>
                  <a:pt x="6178550" y="690565"/>
                  <a:pt x="6305550" y="800102"/>
                </a:cubicBezTo>
              </a:path>
            </a:pathLst>
          </a:cu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016503C-3852-6FF6-B0BD-F4522D32EBE9}"/>
              </a:ext>
            </a:extLst>
          </p:cNvPr>
          <p:cNvCxnSpPr/>
          <p:nvPr/>
        </p:nvCxnSpPr>
        <p:spPr>
          <a:xfrm>
            <a:off x="2809875" y="4495299"/>
            <a:ext cx="381000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503E43B-CFDA-5D5D-1F65-2576668E6AD1}"/>
              </a:ext>
            </a:extLst>
          </p:cNvPr>
          <p:cNvCxnSpPr/>
          <p:nvPr/>
        </p:nvCxnSpPr>
        <p:spPr>
          <a:xfrm>
            <a:off x="3009901" y="2756672"/>
            <a:ext cx="381000" cy="0"/>
          </a:xfrm>
          <a:prstGeom prst="straightConnector1">
            <a:avLst/>
          </a:prstGeom>
          <a:ln w="317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9FB3E86F-6EB3-E3DA-EDF1-90196EBA5F26}"/>
              </a:ext>
            </a:extLst>
          </p:cNvPr>
          <p:cNvSpPr/>
          <p:nvPr/>
        </p:nvSpPr>
        <p:spPr>
          <a:xfrm>
            <a:off x="2282826" y="1947045"/>
            <a:ext cx="933450" cy="809627"/>
          </a:xfrm>
          <a:custGeom>
            <a:avLst/>
            <a:gdLst>
              <a:gd name="connsiteX0" fmla="*/ 0 w 6305550"/>
              <a:gd name="connsiteY0" fmla="*/ 809627 h 809627"/>
              <a:gd name="connsiteX1" fmla="*/ 3190875 w 6305550"/>
              <a:gd name="connsiteY1" fmla="*/ 2 h 809627"/>
              <a:gd name="connsiteX2" fmla="*/ 6305550 w 6305550"/>
              <a:gd name="connsiteY2" fmla="*/ 800102 h 80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05550" h="809627">
                <a:moveTo>
                  <a:pt x="0" y="809627"/>
                </a:moveTo>
                <a:cubicBezTo>
                  <a:pt x="1069975" y="405608"/>
                  <a:pt x="2139950" y="1589"/>
                  <a:pt x="3190875" y="2"/>
                </a:cubicBezTo>
                <a:cubicBezTo>
                  <a:pt x="4241800" y="-1585"/>
                  <a:pt x="6178550" y="690565"/>
                  <a:pt x="6305550" y="800102"/>
                </a:cubicBezTo>
              </a:path>
            </a:pathLst>
          </a:cu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0BB22E6-B90E-98D5-4A7A-3C6EA0647084}"/>
              </a:ext>
            </a:extLst>
          </p:cNvPr>
          <p:cNvCxnSpPr/>
          <p:nvPr/>
        </p:nvCxnSpPr>
        <p:spPr>
          <a:xfrm>
            <a:off x="7343775" y="2945015"/>
            <a:ext cx="381000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57748CCA-4C1F-1592-A1B1-B0FAA0BBEBFE}"/>
              </a:ext>
            </a:extLst>
          </p:cNvPr>
          <p:cNvCxnSpPr/>
          <p:nvPr/>
        </p:nvCxnSpPr>
        <p:spPr>
          <a:xfrm>
            <a:off x="8232775" y="2945015"/>
            <a:ext cx="381000" cy="0"/>
          </a:xfrm>
          <a:prstGeom prst="straightConnector1">
            <a:avLst/>
          </a:prstGeom>
          <a:ln w="317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0C5B7386-0BBD-B527-6F10-DB7562807D3D}"/>
              </a:ext>
            </a:extLst>
          </p:cNvPr>
          <p:cNvSpPr/>
          <p:nvPr/>
        </p:nvSpPr>
        <p:spPr>
          <a:xfrm>
            <a:off x="7505700" y="2135388"/>
            <a:ext cx="933450" cy="809627"/>
          </a:xfrm>
          <a:custGeom>
            <a:avLst/>
            <a:gdLst>
              <a:gd name="connsiteX0" fmla="*/ 0 w 6305550"/>
              <a:gd name="connsiteY0" fmla="*/ 809627 h 809627"/>
              <a:gd name="connsiteX1" fmla="*/ 3190875 w 6305550"/>
              <a:gd name="connsiteY1" fmla="*/ 2 h 809627"/>
              <a:gd name="connsiteX2" fmla="*/ 6305550 w 6305550"/>
              <a:gd name="connsiteY2" fmla="*/ 800102 h 80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05550" h="809627">
                <a:moveTo>
                  <a:pt x="0" y="809627"/>
                </a:moveTo>
                <a:cubicBezTo>
                  <a:pt x="1069975" y="405608"/>
                  <a:pt x="2139950" y="1589"/>
                  <a:pt x="3190875" y="2"/>
                </a:cubicBezTo>
                <a:cubicBezTo>
                  <a:pt x="4241800" y="-1585"/>
                  <a:pt x="6178550" y="690565"/>
                  <a:pt x="6305550" y="800102"/>
                </a:cubicBezTo>
              </a:path>
            </a:pathLst>
          </a:cu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C1A2884-EE32-EABF-F5D8-06E84BE89388}"/>
              </a:ext>
            </a:extLst>
          </p:cNvPr>
          <p:cNvCxnSpPr/>
          <p:nvPr/>
        </p:nvCxnSpPr>
        <p:spPr>
          <a:xfrm>
            <a:off x="2441575" y="4671180"/>
            <a:ext cx="381000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7440287-E244-C82C-35F0-88628BB7EC96}"/>
              </a:ext>
            </a:extLst>
          </p:cNvPr>
          <p:cNvCxnSpPr/>
          <p:nvPr/>
        </p:nvCxnSpPr>
        <p:spPr>
          <a:xfrm>
            <a:off x="3330575" y="4671180"/>
            <a:ext cx="381000" cy="0"/>
          </a:xfrm>
          <a:prstGeom prst="straightConnector1">
            <a:avLst/>
          </a:prstGeom>
          <a:ln w="317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FE720001-5C9F-0F5F-E803-F6DA69EE5235}"/>
              </a:ext>
            </a:extLst>
          </p:cNvPr>
          <p:cNvSpPr/>
          <p:nvPr/>
        </p:nvSpPr>
        <p:spPr>
          <a:xfrm>
            <a:off x="2603500" y="3861553"/>
            <a:ext cx="933450" cy="809627"/>
          </a:xfrm>
          <a:custGeom>
            <a:avLst/>
            <a:gdLst>
              <a:gd name="connsiteX0" fmla="*/ 0 w 6305550"/>
              <a:gd name="connsiteY0" fmla="*/ 809627 h 809627"/>
              <a:gd name="connsiteX1" fmla="*/ 3190875 w 6305550"/>
              <a:gd name="connsiteY1" fmla="*/ 2 h 809627"/>
              <a:gd name="connsiteX2" fmla="*/ 6305550 w 6305550"/>
              <a:gd name="connsiteY2" fmla="*/ 800102 h 80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05550" h="809627">
                <a:moveTo>
                  <a:pt x="0" y="809627"/>
                </a:moveTo>
                <a:cubicBezTo>
                  <a:pt x="1069975" y="405608"/>
                  <a:pt x="2139950" y="1589"/>
                  <a:pt x="3190875" y="2"/>
                </a:cubicBezTo>
                <a:cubicBezTo>
                  <a:pt x="4241800" y="-1585"/>
                  <a:pt x="6178550" y="690565"/>
                  <a:pt x="6305550" y="800102"/>
                </a:cubicBezTo>
              </a:path>
            </a:pathLst>
          </a:cu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20C6D6D4-BBBD-0491-5615-EE32B1B8FA2A}"/>
              </a:ext>
            </a:extLst>
          </p:cNvPr>
          <p:cNvCxnSpPr/>
          <p:nvPr/>
        </p:nvCxnSpPr>
        <p:spPr>
          <a:xfrm>
            <a:off x="6877050" y="4830040"/>
            <a:ext cx="381000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A861F74E-2024-26A9-82F7-11496BD6159A}"/>
              </a:ext>
            </a:extLst>
          </p:cNvPr>
          <p:cNvCxnSpPr/>
          <p:nvPr/>
        </p:nvCxnSpPr>
        <p:spPr>
          <a:xfrm>
            <a:off x="7766050" y="4830040"/>
            <a:ext cx="381000" cy="0"/>
          </a:xfrm>
          <a:prstGeom prst="straightConnector1">
            <a:avLst/>
          </a:prstGeom>
          <a:ln w="317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5EA00AD2-FDD3-8F85-ED9B-2135F74E40F0}"/>
              </a:ext>
            </a:extLst>
          </p:cNvPr>
          <p:cNvSpPr/>
          <p:nvPr/>
        </p:nvSpPr>
        <p:spPr>
          <a:xfrm>
            <a:off x="7038975" y="4020413"/>
            <a:ext cx="933450" cy="809627"/>
          </a:xfrm>
          <a:custGeom>
            <a:avLst/>
            <a:gdLst>
              <a:gd name="connsiteX0" fmla="*/ 0 w 6305550"/>
              <a:gd name="connsiteY0" fmla="*/ 809627 h 809627"/>
              <a:gd name="connsiteX1" fmla="*/ 3190875 w 6305550"/>
              <a:gd name="connsiteY1" fmla="*/ 2 h 809627"/>
              <a:gd name="connsiteX2" fmla="*/ 6305550 w 6305550"/>
              <a:gd name="connsiteY2" fmla="*/ 800102 h 80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05550" h="809627">
                <a:moveTo>
                  <a:pt x="0" y="809627"/>
                </a:moveTo>
                <a:cubicBezTo>
                  <a:pt x="1069975" y="405608"/>
                  <a:pt x="2139950" y="1589"/>
                  <a:pt x="3190875" y="2"/>
                </a:cubicBezTo>
                <a:cubicBezTo>
                  <a:pt x="4241800" y="-1585"/>
                  <a:pt x="6178550" y="690565"/>
                  <a:pt x="6305550" y="800102"/>
                </a:cubicBezTo>
              </a:path>
            </a:pathLst>
          </a:cu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E78907D9-7D69-CC8D-65F5-E0A49D080F6A}"/>
              </a:ext>
            </a:extLst>
          </p:cNvPr>
          <p:cNvCxnSpPr/>
          <p:nvPr/>
        </p:nvCxnSpPr>
        <p:spPr>
          <a:xfrm>
            <a:off x="2857500" y="2945015"/>
            <a:ext cx="381000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BB9A48C1-B456-28C2-B863-7C90D310B568}"/>
              </a:ext>
            </a:extLst>
          </p:cNvPr>
          <p:cNvCxnSpPr/>
          <p:nvPr/>
        </p:nvCxnSpPr>
        <p:spPr>
          <a:xfrm>
            <a:off x="3746500" y="2945015"/>
            <a:ext cx="381000" cy="0"/>
          </a:xfrm>
          <a:prstGeom prst="straightConnector1">
            <a:avLst/>
          </a:prstGeom>
          <a:ln w="31750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7163A55F-AF74-5DAF-D3FD-743A5599BDE4}"/>
              </a:ext>
            </a:extLst>
          </p:cNvPr>
          <p:cNvSpPr/>
          <p:nvPr/>
        </p:nvSpPr>
        <p:spPr>
          <a:xfrm>
            <a:off x="3019425" y="2135388"/>
            <a:ext cx="933450" cy="809627"/>
          </a:xfrm>
          <a:custGeom>
            <a:avLst/>
            <a:gdLst>
              <a:gd name="connsiteX0" fmla="*/ 0 w 6305550"/>
              <a:gd name="connsiteY0" fmla="*/ 809627 h 809627"/>
              <a:gd name="connsiteX1" fmla="*/ 3190875 w 6305550"/>
              <a:gd name="connsiteY1" fmla="*/ 2 h 809627"/>
              <a:gd name="connsiteX2" fmla="*/ 6305550 w 6305550"/>
              <a:gd name="connsiteY2" fmla="*/ 800102 h 80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05550" h="809627">
                <a:moveTo>
                  <a:pt x="0" y="809627"/>
                </a:moveTo>
                <a:cubicBezTo>
                  <a:pt x="1069975" y="405608"/>
                  <a:pt x="2139950" y="1589"/>
                  <a:pt x="3190875" y="2"/>
                </a:cubicBezTo>
                <a:cubicBezTo>
                  <a:pt x="4241800" y="-1585"/>
                  <a:pt x="6178550" y="690565"/>
                  <a:pt x="6305550" y="800102"/>
                </a:cubicBezTo>
              </a:path>
            </a:pathLst>
          </a:cu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169DE915-FFA2-2932-9F6F-86BCBA38D979}"/>
              </a:ext>
            </a:extLst>
          </p:cNvPr>
          <p:cNvSpPr/>
          <p:nvPr/>
        </p:nvSpPr>
        <p:spPr>
          <a:xfrm>
            <a:off x="2962275" y="1798101"/>
            <a:ext cx="3486150" cy="2707224"/>
          </a:xfrm>
          <a:custGeom>
            <a:avLst/>
            <a:gdLst>
              <a:gd name="connsiteX0" fmla="*/ 0 w 3486150"/>
              <a:gd name="connsiteY0" fmla="*/ 2707224 h 2707224"/>
              <a:gd name="connsiteX1" fmla="*/ 2390775 w 3486150"/>
              <a:gd name="connsiteY1" fmla="*/ 30699 h 2707224"/>
              <a:gd name="connsiteX2" fmla="*/ 3486150 w 3486150"/>
              <a:gd name="connsiteY2" fmla="*/ 1221324 h 2707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86150" h="2707224">
                <a:moveTo>
                  <a:pt x="0" y="2707224"/>
                </a:moveTo>
                <a:cubicBezTo>
                  <a:pt x="904875" y="1492786"/>
                  <a:pt x="1809750" y="278349"/>
                  <a:pt x="2390775" y="30699"/>
                </a:cubicBezTo>
                <a:cubicBezTo>
                  <a:pt x="2971800" y="-216951"/>
                  <a:pt x="3330575" y="1111787"/>
                  <a:pt x="3486150" y="1221324"/>
                </a:cubicBezTo>
              </a:path>
            </a:pathLst>
          </a:cu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A61CF65B-4083-CA65-960B-0951C21F0DB1}"/>
              </a:ext>
            </a:extLst>
          </p:cNvPr>
          <p:cNvCxnSpPr/>
          <p:nvPr/>
        </p:nvCxnSpPr>
        <p:spPr>
          <a:xfrm>
            <a:off x="2638425" y="4783840"/>
            <a:ext cx="381000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F1F91D81-1220-43E6-425D-13886437BD6F}"/>
              </a:ext>
            </a:extLst>
          </p:cNvPr>
          <p:cNvCxnSpPr/>
          <p:nvPr/>
        </p:nvCxnSpPr>
        <p:spPr>
          <a:xfrm>
            <a:off x="5775100" y="4766460"/>
            <a:ext cx="381000" cy="0"/>
          </a:xfrm>
          <a:prstGeom prst="straightConnector1">
            <a:avLst/>
          </a:prstGeom>
          <a:ln w="317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21A78C2D-2BD8-59BD-CE45-BC90D9F8DADD}"/>
              </a:ext>
            </a:extLst>
          </p:cNvPr>
          <p:cNvSpPr/>
          <p:nvPr/>
        </p:nvSpPr>
        <p:spPr>
          <a:xfrm>
            <a:off x="2857499" y="3959198"/>
            <a:ext cx="3066825" cy="809627"/>
          </a:xfrm>
          <a:custGeom>
            <a:avLst/>
            <a:gdLst>
              <a:gd name="connsiteX0" fmla="*/ 0 w 6305550"/>
              <a:gd name="connsiteY0" fmla="*/ 809627 h 809627"/>
              <a:gd name="connsiteX1" fmla="*/ 3190875 w 6305550"/>
              <a:gd name="connsiteY1" fmla="*/ 2 h 809627"/>
              <a:gd name="connsiteX2" fmla="*/ 6305550 w 6305550"/>
              <a:gd name="connsiteY2" fmla="*/ 800102 h 80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05550" h="809627">
                <a:moveTo>
                  <a:pt x="0" y="809627"/>
                </a:moveTo>
                <a:cubicBezTo>
                  <a:pt x="1069975" y="405608"/>
                  <a:pt x="2139950" y="1589"/>
                  <a:pt x="3190875" y="2"/>
                </a:cubicBezTo>
                <a:cubicBezTo>
                  <a:pt x="4241800" y="-1585"/>
                  <a:pt x="6178550" y="690565"/>
                  <a:pt x="6305550" y="800102"/>
                </a:cubicBezTo>
              </a:path>
            </a:pathLst>
          </a:cu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EBE0451-44CE-978A-CE15-E844C4263E4D}"/>
              </a:ext>
            </a:extLst>
          </p:cNvPr>
          <p:cNvSpPr txBox="1"/>
          <p:nvPr/>
        </p:nvSpPr>
        <p:spPr>
          <a:xfrm>
            <a:off x="933450" y="5543550"/>
            <a:ext cx="9460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Pairs or reads: random orientations, unknown distances</a:t>
            </a:r>
          </a:p>
        </p:txBody>
      </p:sp>
    </p:spTree>
    <p:extLst>
      <p:ext uri="{BB962C8B-B14F-4D97-AF65-F5344CB8AC3E}">
        <p14:creationId xmlns:p14="http://schemas.microsoft.com/office/powerpoint/2010/main" val="4759571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15653" y="184194"/>
            <a:ext cx="8603673" cy="738664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/>
              <a:t>Hi-C scaffolding: why it works?</a:t>
            </a:r>
            <a:endParaRPr lang="en-US" i="1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009898-25C4-4402-990A-A393F7094583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2BB783-FBE8-45FF-BD10-50F4D47E4134}"/>
              </a:ext>
            </a:extLst>
          </p:cNvPr>
          <p:cNvSpPr txBox="1"/>
          <p:nvPr/>
        </p:nvSpPr>
        <p:spPr>
          <a:xfrm>
            <a:off x="311793" y="6417864"/>
            <a:ext cx="87476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Image from: https://www.bioconductor.org/packages/release/bioc/vignettes/FitHiC/inst/doc/fithic.html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D2EE49B-CC02-4E4F-8285-CF7E904E8345}"/>
              </a:ext>
            </a:extLst>
          </p:cNvPr>
          <p:cNvSpPr txBox="1"/>
          <p:nvPr/>
        </p:nvSpPr>
        <p:spPr>
          <a:xfrm>
            <a:off x="3447328" y="3259335"/>
            <a:ext cx="386542" cy="37961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4B9DBB-D947-4E21-90C1-F117C20BDE2C}"/>
              </a:ext>
            </a:extLst>
          </p:cNvPr>
          <p:cNvSpPr txBox="1"/>
          <p:nvPr/>
        </p:nvSpPr>
        <p:spPr>
          <a:xfrm>
            <a:off x="1514850" y="3734410"/>
            <a:ext cx="19119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  <p:pic>
        <p:nvPicPr>
          <p:cNvPr id="8" name="Picture 7" descr="A picture containing shape&#10;&#10;Description automatically generated">
            <a:extLst>
              <a:ext uri="{FF2B5EF4-FFF2-40B4-BE49-F238E27FC236}">
                <a16:creationId xmlns:a16="http://schemas.microsoft.com/office/drawing/2014/main" id="{37377E67-1CB6-4A77-928B-950B11FBBD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262" y="1642026"/>
            <a:ext cx="6413281" cy="4809961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2D17F53-B12D-4C49-AF23-DD699AA578F6}"/>
              </a:ext>
            </a:extLst>
          </p:cNvPr>
          <p:cNvCxnSpPr/>
          <p:nvPr/>
        </p:nvCxnSpPr>
        <p:spPr>
          <a:xfrm>
            <a:off x="7012230" y="3887115"/>
            <a:ext cx="1832460" cy="0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7162EB8-B4F1-4393-BF2E-BE3AE8ED34DF}"/>
              </a:ext>
            </a:extLst>
          </p:cNvPr>
          <p:cNvCxnSpPr/>
          <p:nvPr/>
        </p:nvCxnSpPr>
        <p:spPr>
          <a:xfrm>
            <a:off x="9385486" y="3881755"/>
            <a:ext cx="1832460" cy="0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785F8BD-71B9-4D2F-B23E-EC7D7137BE70}"/>
              </a:ext>
            </a:extLst>
          </p:cNvPr>
          <p:cNvGrpSpPr/>
          <p:nvPr/>
        </p:nvGrpSpPr>
        <p:grpSpPr>
          <a:xfrm>
            <a:off x="8539280" y="3259335"/>
            <a:ext cx="1221640" cy="622420"/>
            <a:chOff x="8539280" y="3259335"/>
            <a:chExt cx="1221640" cy="622420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56BF1084-BE2C-432A-8701-CE80DEBD6245}"/>
                </a:ext>
              </a:extLst>
            </p:cNvPr>
            <p:cNvCxnSpPr/>
            <p:nvPr/>
          </p:nvCxnSpPr>
          <p:spPr>
            <a:xfrm flipV="1">
              <a:off x="8539280" y="3259335"/>
              <a:ext cx="610820" cy="6224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969A158-CD01-4BFB-995A-231A3A9AC7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50100" y="3259335"/>
              <a:ext cx="610820" cy="6224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70F5E41-EFC8-43AB-87FF-5A2B00FA70C1}"/>
              </a:ext>
            </a:extLst>
          </p:cNvPr>
          <p:cNvGrpSpPr/>
          <p:nvPr/>
        </p:nvGrpSpPr>
        <p:grpSpPr>
          <a:xfrm>
            <a:off x="8366837" y="3244724"/>
            <a:ext cx="1221640" cy="622420"/>
            <a:chOff x="8539280" y="3259335"/>
            <a:chExt cx="1221640" cy="622420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BD940DC-4211-483C-9ED4-F366B767B84A}"/>
                </a:ext>
              </a:extLst>
            </p:cNvPr>
            <p:cNvCxnSpPr/>
            <p:nvPr/>
          </p:nvCxnSpPr>
          <p:spPr>
            <a:xfrm flipV="1">
              <a:off x="8539280" y="3259335"/>
              <a:ext cx="610820" cy="6224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E513302-3BDE-4868-B290-5852BD3EF13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50100" y="3259335"/>
              <a:ext cx="610820" cy="6224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A6CAC75-7AB5-4150-B8E8-EE050319C036}"/>
              </a:ext>
            </a:extLst>
          </p:cNvPr>
          <p:cNvGrpSpPr/>
          <p:nvPr/>
        </p:nvGrpSpPr>
        <p:grpSpPr>
          <a:xfrm>
            <a:off x="8719326" y="3244724"/>
            <a:ext cx="1221640" cy="622420"/>
            <a:chOff x="8539280" y="3259335"/>
            <a:chExt cx="1221640" cy="622420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E8626A1-6040-4D52-B229-BE651D28AD69}"/>
                </a:ext>
              </a:extLst>
            </p:cNvPr>
            <p:cNvCxnSpPr/>
            <p:nvPr/>
          </p:nvCxnSpPr>
          <p:spPr>
            <a:xfrm flipV="1">
              <a:off x="8539280" y="3259335"/>
              <a:ext cx="610820" cy="6224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8FFA446-67F0-463F-8AB8-D401B061701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50100" y="3259335"/>
              <a:ext cx="610820" cy="6224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82D1ADF-939D-480C-8811-553EAD2DB927}"/>
              </a:ext>
            </a:extLst>
          </p:cNvPr>
          <p:cNvGrpSpPr/>
          <p:nvPr/>
        </p:nvGrpSpPr>
        <p:grpSpPr>
          <a:xfrm>
            <a:off x="8506024" y="3076396"/>
            <a:ext cx="1554086" cy="795373"/>
            <a:chOff x="8539280" y="3259335"/>
            <a:chExt cx="1221640" cy="622420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9CA6352-2B3C-43AB-A24C-1C3AF3E07AF4}"/>
                </a:ext>
              </a:extLst>
            </p:cNvPr>
            <p:cNvCxnSpPr/>
            <p:nvPr/>
          </p:nvCxnSpPr>
          <p:spPr>
            <a:xfrm flipV="1">
              <a:off x="8539280" y="3259335"/>
              <a:ext cx="610820" cy="6224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63E20AB4-972A-4898-8720-1F24169DB59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50100" y="3259335"/>
              <a:ext cx="610820" cy="6224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AAA8EC6-F119-4FE6-B11F-54A323133C77}"/>
              </a:ext>
            </a:extLst>
          </p:cNvPr>
          <p:cNvGrpSpPr/>
          <p:nvPr/>
        </p:nvGrpSpPr>
        <p:grpSpPr>
          <a:xfrm>
            <a:off x="8258404" y="3087607"/>
            <a:ext cx="1554086" cy="795373"/>
            <a:chOff x="8539280" y="3259335"/>
            <a:chExt cx="1221640" cy="622420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F733B166-1458-449B-BE18-4789098A4626}"/>
                </a:ext>
              </a:extLst>
            </p:cNvPr>
            <p:cNvCxnSpPr/>
            <p:nvPr/>
          </p:nvCxnSpPr>
          <p:spPr>
            <a:xfrm flipV="1">
              <a:off x="8539280" y="3259335"/>
              <a:ext cx="610820" cy="6224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4FBEAB9B-72FA-4AE8-8E0D-BFD68CD3713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50100" y="3259335"/>
              <a:ext cx="610820" cy="6224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9F16FEF-6F3E-416D-A071-7990823796E9}"/>
              </a:ext>
            </a:extLst>
          </p:cNvPr>
          <p:cNvGrpSpPr/>
          <p:nvPr/>
        </p:nvGrpSpPr>
        <p:grpSpPr>
          <a:xfrm>
            <a:off x="8008075" y="2769492"/>
            <a:ext cx="2284050" cy="1116398"/>
            <a:chOff x="8539280" y="3259335"/>
            <a:chExt cx="1221640" cy="622420"/>
          </a:xfrm>
        </p:grpSpPr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C2B9FA1F-BB5C-436F-9AA9-8E819EA2652C}"/>
                </a:ext>
              </a:extLst>
            </p:cNvPr>
            <p:cNvCxnSpPr/>
            <p:nvPr/>
          </p:nvCxnSpPr>
          <p:spPr>
            <a:xfrm flipV="1">
              <a:off x="8539280" y="3259335"/>
              <a:ext cx="610820" cy="6224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1B0E5748-AD29-4780-8C6A-76195A9A4DF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50100" y="3259335"/>
              <a:ext cx="610820" cy="6224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0CAC719-3A3E-4E70-BE5A-CBB8DF480BDA}"/>
              </a:ext>
            </a:extLst>
          </p:cNvPr>
          <p:cNvGrpSpPr/>
          <p:nvPr/>
        </p:nvGrpSpPr>
        <p:grpSpPr>
          <a:xfrm>
            <a:off x="7435718" y="2070280"/>
            <a:ext cx="3178035" cy="1818060"/>
            <a:chOff x="8539280" y="3259335"/>
            <a:chExt cx="1221640" cy="622420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35B9AFF6-3994-4D0F-81B1-9D9CD451B168}"/>
                </a:ext>
              </a:extLst>
            </p:cNvPr>
            <p:cNvCxnSpPr/>
            <p:nvPr/>
          </p:nvCxnSpPr>
          <p:spPr>
            <a:xfrm flipV="1">
              <a:off x="8539280" y="3259335"/>
              <a:ext cx="610820" cy="6224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426946F0-8C8E-42F5-881C-A2D087A9273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50100" y="3259335"/>
              <a:ext cx="610820" cy="6224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738D43D-D296-4754-968C-E615B9CDC50C}"/>
              </a:ext>
            </a:extLst>
          </p:cNvPr>
          <p:cNvGrpSpPr/>
          <p:nvPr/>
        </p:nvGrpSpPr>
        <p:grpSpPr>
          <a:xfrm>
            <a:off x="7111317" y="1509816"/>
            <a:ext cx="4077565" cy="2371939"/>
            <a:chOff x="8539280" y="3259335"/>
            <a:chExt cx="1221640" cy="622420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4D6316BB-5440-4030-95BF-0E8AB906D754}"/>
                </a:ext>
              </a:extLst>
            </p:cNvPr>
            <p:cNvCxnSpPr/>
            <p:nvPr/>
          </p:nvCxnSpPr>
          <p:spPr>
            <a:xfrm flipV="1">
              <a:off x="8539280" y="3259335"/>
              <a:ext cx="610820" cy="6224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8B70D8C-24EB-46A1-9C0E-C37C0EAFD5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50100" y="3259335"/>
              <a:ext cx="610820" cy="6224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538AAC67-5B47-4A87-B8BB-F9D7C266E290}"/>
              </a:ext>
            </a:extLst>
          </p:cNvPr>
          <p:cNvGrpSpPr/>
          <p:nvPr/>
        </p:nvGrpSpPr>
        <p:grpSpPr>
          <a:xfrm>
            <a:off x="7839122" y="2512769"/>
            <a:ext cx="2586945" cy="1352249"/>
            <a:chOff x="8539280" y="3259335"/>
            <a:chExt cx="1221640" cy="622420"/>
          </a:xfrm>
        </p:grpSpPr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2176C3B-2A95-4DA1-88C0-58AE46F204C3}"/>
                </a:ext>
              </a:extLst>
            </p:cNvPr>
            <p:cNvCxnSpPr/>
            <p:nvPr/>
          </p:nvCxnSpPr>
          <p:spPr>
            <a:xfrm flipV="1">
              <a:off x="8539280" y="3259335"/>
              <a:ext cx="610820" cy="6224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4C09D7FE-3E74-48BD-8FD9-50200B995E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50100" y="3259335"/>
              <a:ext cx="610820" cy="6224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D618F277-4F7D-4111-BD0E-074E6753928C}"/>
              </a:ext>
            </a:extLst>
          </p:cNvPr>
          <p:cNvSpPr txBox="1"/>
          <p:nvPr/>
        </p:nvSpPr>
        <p:spPr>
          <a:xfrm>
            <a:off x="7367238" y="3978862"/>
            <a:ext cx="958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Contig 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B808572-E4AF-4C33-B308-A116F2489D83}"/>
              </a:ext>
            </a:extLst>
          </p:cNvPr>
          <p:cNvSpPr txBox="1"/>
          <p:nvPr/>
        </p:nvSpPr>
        <p:spPr>
          <a:xfrm>
            <a:off x="9931037" y="3975898"/>
            <a:ext cx="958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Contig 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22E3CA7-5718-4242-93F6-EE75E77E1B80}"/>
              </a:ext>
            </a:extLst>
          </p:cNvPr>
          <p:cNvSpPr txBox="1"/>
          <p:nvPr/>
        </p:nvSpPr>
        <p:spPr>
          <a:xfrm>
            <a:off x="7111317" y="4660300"/>
            <a:ext cx="44298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Many contacts (links) == nearby</a:t>
            </a:r>
          </a:p>
          <a:p>
            <a:r>
              <a:rPr lang="en-US" sz="2400"/>
              <a:t>Few contacts (links) == far away</a:t>
            </a:r>
          </a:p>
        </p:txBody>
      </p:sp>
    </p:spTree>
    <p:extLst>
      <p:ext uri="{BB962C8B-B14F-4D97-AF65-F5344CB8AC3E}">
        <p14:creationId xmlns:p14="http://schemas.microsoft.com/office/powerpoint/2010/main" val="569996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59" grpId="0"/>
      <p:bldP spid="6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94351-1D84-8FA0-C679-419D9BF63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Sequencing: what could go wrong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23E49-D3AF-F20C-223B-366A79C1A4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PacBio vs Illumina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7C42FD-9E3B-6183-2948-3CDEFC8B3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B12B16-FAF4-3296-AE5B-D7B1610DE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12" y="2100077"/>
            <a:ext cx="5715798" cy="26578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8EFE816-D97E-B7E7-BB46-3E2307D3D9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1275"/>
          <a:stretch>
            <a:fillRect/>
          </a:stretch>
        </p:blipFill>
        <p:spPr>
          <a:xfrm>
            <a:off x="6096000" y="1825141"/>
            <a:ext cx="4758866" cy="9561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A0E4B9F-5C67-9462-144C-FA96CA83801F}"/>
              </a:ext>
            </a:extLst>
          </p:cNvPr>
          <p:cNvSpPr txBox="1"/>
          <p:nvPr/>
        </p:nvSpPr>
        <p:spPr>
          <a:xfrm>
            <a:off x="5733090" y="3244334"/>
            <a:ext cx="5838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Human assembly vs K-</a:t>
            </a:r>
            <a:r>
              <a:rPr lang="en-US" dirty="0" err="1"/>
              <a:t>mers</a:t>
            </a:r>
            <a:r>
              <a:rPr lang="en-US" dirty="0"/>
              <a:t> in Illumina and PacBio HiFi reads</a:t>
            </a:r>
          </a:p>
        </p:txBody>
      </p:sp>
    </p:spTree>
    <p:extLst>
      <p:ext uri="{BB962C8B-B14F-4D97-AF65-F5344CB8AC3E}">
        <p14:creationId xmlns:p14="http://schemas.microsoft.com/office/powerpoint/2010/main" val="37712816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Repeat regions cause mistakes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34BE0-BD77-4B6B-9720-35840D9D8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7" name="Line 38">
            <a:extLst>
              <a:ext uri="{FF2B5EF4-FFF2-40B4-BE49-F238E27FC236}">
                <a16:creationId xmlns:a16="http://schemas.microsoft.com/office/drawing/2014/main" id="{0BF4681C-216C-4CCE-991A-78601E4CBD28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4245" y="3908146"/>
            <a:ext cx="11430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40">
            <a:extLst>
              <a:ext uri="{FF2B5EF4-FFF2-40B4-BE49-F238E27FC236}">
                <a16:creationId xmlns:a16="http://schemas.microsoft.com/office/drawing/2014/main" id="{8B357437-4DA2-4E2E-B578-49936F0FD9F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7245" y="3908146"/>
            <a:ext cx="13716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Text Box 3">
            <a:extLst>
              <a:ext uri="{FF2B5EF4-FFF2-40B4-BE49-F238E27FC236}">
                <a16:creationId xmlns:a16="http://schemas.microsoft.com/office/drawing/2014/main" id="{057C525C-49EC-45FC-AB4D-23A3B56748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3645" y="3984346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2400">
                <a:latin typeface="Arial" panose="020B0604020202020204" pitchFamily="34" charset="0"/>
              </a:rPr>
              <a:t>A</a:t>
            </a:r>
            <a:endParaRPr lang="ru-RU" altLang="en-US" sz="2400">
              <a:latin typeface="Arial" panose="020B0604020202020204" pitchFamily="34" charset="0"/>
            </a:endParaRPr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id="{044DE586-5071-4F10-B063-DFC6A0E595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9045" y="3984346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2400">
                <a:latin typeface="Arial" panose="020B0604020202020204" pitchFamily="34" charset="0"/>
              </a:rPr>
              <a:t>R</a:t>
            </a:r>
            <a:endParaRPr lang="ru-RU" altLang="en-US" sz="2400">
              <a:latin typeface="Arial" panose="020B0604020202020204" pitchFamily="34" charset="0"/>
            </a:endParaRPr>
          </a:p>
        </p:txBody>
      </p:sp>
      <p:sp>
        <p:nvSpPr>
          <p:cNvPr id="11" name="Text Box 5">
            <a:extLst>
              <a:ext uri="{FF2B5EF4-FFF2-40B4-BE49-F238E27FC236}">
                <a16:creationId xmlns:a16="http://schemas.microsoft.com/office/drawing/2014/main" id="{49DE7835-7352-4E6B-8C66-DD027FDBA5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8245" y="3984346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2400">
                <a:latin typeface="Arial" panose="020B0604020202020204" pitchFamily="34" charset="0"/>
              </a:rPr>
              <a:t>B</a:t>
            </a:r>
            <a:endParaRPr lang="ru-RU" altLang="en-US" sz="2400">
              <a:latin typeface="Arial" panose="020B0604020202020204" pitchFamily="34" charset="0"/>
            </a:endParaRPr>
          </a:p>
        </p:txBody>
      </p:sp>
      <p:sp>
        <p:nvSpPr>
          <p:cNvPr id="12" name="Text Box 6">
            <a:extLst>
              <a:ext uri="{FF2B5EF4-FFF2-40B4-BE49-F238E27FC236}">
                <a16:creationId xmlns:a16="http://schemas.microsoft.com/office/drawing/2014/main" id="{DD80223E-0643-4A89-B647-F1F036242E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9845" y="3984346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2400">
                <a:latin typeface="Arial" panose="020B0604020202020204" pitchFamily="34" charset="0"/>
              </a:rPr>
              <a:t>R</a:t>
            </a:r>
            <a:endParaRPr lang="ru-RU" altLang="en-US" sz="2400">
              <a:latin typeface="Arial" panose="020B0604020202020204" pitchFamily="34" charset="0"/>
            </a:endParaRP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82593F8E-58B8-4F56-AB17-FAE9D0441B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0045" y="3984346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2400">
                <a:latin typeface="Arial" panose="020B0604020202020204" pitchFamily="34" charset="0"/>
              </a:rPr>
              <a:t>C</a:t>
            </a:r>
            <a:endParaRPr lang="ru-RU" altLang="en-US" sz="2400">
              <a:latin typeface="Arial" panose="020B0604020202020204" pitchFamily="34" charset="0"/>
            </a:endParaRPr>
          </a:p>
        </p:txBody>
      </p:sp>
      <p:grpSp>
        <p:nvGrpSpPr>
          <p:cNvPr id="14" name="Group 9">
            <a:extLst>
              <a:ext uri="{FF2B5EF4-FFF2-40B4-BE49-F238E27FC236}">
                <a16:creationId xmlns:a16="http://schemas.microsoft.com/office/drawing/2014/main" id="{55953275-43FB-49D3-A55C-32E2AF9DD835}"/>
              </a:ext>
            </a:extLst>
          </p:cNvPr>
          <p:cNvGrpSpPr>
            <a:grpSpLocks/>
          </p:cNvGrpSpPr>
          <p:nvPr/>
        </p:nvGrpSpPr>
        <p:grpSpPr bwMode="auto">
          <a:xfrm>
            <a:off x="2054045" y="3527146"/>
            <a:ext cx="2743200" cy="152400"/>
            <a:chOff x="624" y="2208"/>
            <a:chExt cx="1728" cy="96"/>
          </a:xfrm>
        </p:grpSpPr>
        <p:sp>
          <p:nvSpPr>
            <p:cNvPr id="15" name="Line 10">
              <a:extLst>
                <a:ext uri="{FF2B5EF4-FFF2-40B4-BE49-F238E27FC236}">
                  <a16:creationId xmlns:a16="http://schemas.microsoft.com/office/drawing/2014/main" id="{9D1D29B0-E12C-4270-8A93-E34BF775BE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2208"/>
              <a:ext cx="38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11">
              <a:extLst>
                <a:ext uri="{FF2B5EF4-FFF2-40B4-BE49-F238E27FC236}">
                  <a16:creationId xmlns:a16="http://schemas.microsoft.com/office/drawing/2014/main" id="{8B9E08C3-C78E-466F-B06A-43420B0DD6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2304"/>
              <a:ext cx="38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12">
              <a:extLst>
                <a:ext uri="{FF2B5EF4-FFF2-40B4-BE49-F238E27FC236}">
                  <a16:creationId xmlns:a16="http://schemas.microsoft.com/office/drawing/2014/main" id="{D06B97E0-B050-445F-B4BE-AA41991881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2208"/>
              <a:ext cx="38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13">
              <a:extLst>
                <a:ext uri="{FF2B5EF4-FFF2-40B4-BE49-F238E27FC236}">
                  <a16:creationId xmlns:a16="http://schemas.microsoft.com/office/drawing/2014/main" id="{92E53289-C0D7-46DC-8A96-5EF9B90FF2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2256"/>
              <a:ext cx="240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Line 14">
              <a:extLst>
                <a:ext uri="{FF2B5EF4-FFF2-40B4-BE49-F238E27FC236}">
                  <a16:creationId xmlns:a16="http://schemas.microsoft.com/office/drawing/2014/main" id="{CE5CAE08-2588-4247-9AAC-E4D2EB7148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2208"/>
              <a:ext cx="384" cy="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Line 15">
              <a:extLst>
                <a:ext uri="{FF2B5EF4-FFF2-40B4-BE49-F238E27FC236}">
                  <a16:creationId xmlns:a16="http://schemas.microsoft.com/office/drawing/2014/main" id="{ADC83BF8-B581-4422-A088-EDBD84323C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2256"/>
              <a:ext cx="384" cy="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Line 16">
              <a:extLst>
                <a:ext uri="{FF2B5EF4-FFF2-40B4-BE49-F238E27FC236}">
                  <a16:creationId xmlns:a16="http://schemas.microsoft.com/office/drawing/2014/main" id="{2A178F42-845B-406C-9CBC-715B6147A5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2256"/>
              <a:ext cx="240" cy="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17">
            <a:extLst>
              <a:ext uri="{FF2B5EF4-FFF2-40B4-BE49-F238E27FC236}">
                <a16:creationId xmlns:a16="http://schemas.microsoft.com/office/drawing/2014/main" id="{4792BA97-09E0-4F2B-80F4-04ADA3D3E3D8}"/>
              </a:ext>
            </a:extLst>
          </p:cNvPr>
          <p:cNvGrpSpPr>
            <a:grpSpLocks/>
          </p:cNvGrpSpPr>
          <p:nvPr/>
        </p:nvGrpSpPr>
        <p:grpSpPr bwMode="auto">
          <a:xfrm>
            <a:off x="4416245" y="3527146"/>
            <a:ext cx="2133600" cy="152400"/>
            <a:chOff x="2112" y="2208"/>
            <a:chExt cx="1344" cy="96"/>
          </a:xfrm>
        </p:grpSpPr>
        <p:sp>
          <p:nvSpPr>
            <p:cNvPr id="23" name="Line 18">
              <a:extLst>
                <a:ext uri="{FF2B5EF4-FFF2-40B4-BE49-F238E27FC236}">
                  <a16:creationId xmlns:a16="http://schemas.microsoft.com/office/drawing/2014/main" id="{1BDCF5FF-C38A-4ECF-BF0F-2FAD313094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2208"/>
              <a:ext cx="240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Line 19">
              <a:extLst>
                <a:ext uri="{FF2B5EF4-FFF2-40B4-BE49-F238E27FC236}">
                  <a16:creationId xmlns:a16="http://schemas.microsoft.com/office/drawing/2014/main" id="{EAEDB3B8-8D22-4688-8235-9DF407C83D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2304"/>
              <a:ext cx="38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20">
              <a:extLst>
                <a:ext uri="{FF2B5EF4-FFF2-40B4-BE49-F238E27FC236}">
                  <a16:creationId xmlns:a16="http://schemas.microsoft.com/office/drawing/2014/main" id="{7608BCD4-D162-4A93-B48E-5157CC4EDE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2256"/>
              <a:ext cx="38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Line 21">
              <a:extLst>
                <a:ext uri="{FF2B5EF4-FFF2-40B4-BE49-F238E27FC236}">
                  <a16:creationId xmlns:a16="http://schemas.microsoft.com/office/drawing/2014/main" id="{282EDD10-C1ED-446C-B209-DED3A08410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2208"/>
              <a:ext cx="38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Line 22">
              <a:extLst>
                <a:ext uri="{FF2B5EF4-FFF2-40B4-BE49-F238E27FC236}">
                  <a16:creationId xmlns:a16="http://schemas.microsoft.com/office/drawing/2014/main" id="{675E27E7-2C84-4BD2-AE11-3FBCFE1729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2256"/>
              <a:ext cx="14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Line 23">
              <a:extLst>
                <a:ext uri="{FF2B5EF4-FFF2-40B4-BE49-F238E27FC236}">
                  <a16:creationId xmlns:a16="http://schemas.microsoft.com/office/drawing/2014/main" id="{01F49BF3-24A7-441D-BD35-75AE123030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2208"/>
              <a:ext cx="240" cy="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24">
              <a:extLst>
                <a:ext uri="{FF2B5EF4-FFF2-40B4-BE49-F238E27FC236}">
                  <a16:creationId xmlns:a16="http://schemas.microsoft.com/office/drawing/2014/main" id="{3E69E1B2-B4DC-48E1-8038-6A3ED2E993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2256"/>
              <a:ext cx="240" cy="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25">
            <a:extLst>
              <a:ext uri="{FF2B5EF4-FFF2-40B4-BE49-F238E27FC236}">
                <a16:creationId xmlns:a16="http://schemas.microsoft.com/office/drawing/2014/main" id="{5141FF4C-7128-4607-9FC3-22051B79A50C}"/>
              </a:ext>
            </a:extLst>
          </p:cNvPr>
          <p:cNvGrpSpPr>
            <a:grpSpLocks/>
          </p:cNvGrpSpPr>
          <p:nvPr/>
        </p:nvGrpSpPr>
        <p:grpSpPr bwMode="auto">
          <a:xfrm>
            <a:off x="6245045" y="3450946"/>
            <a:ext cx="3276600" cy="228600"/>
            <a:chOff x="3264" y="2160"/>
            <a:chExt cx="2064" cy="144"/>
          </a:xfrm>
        </p:grpSpPr>
        <p:sp>
          <p:nvSpPr>
            <p:cNvPr id="31" name="Line 26">
              <a:extLst>
                <a:ext uri="{FF2B5EF4-FFF2-40B4-BE49-F238E27FC236}">
                  <a16:creationId xmlns:a16="http://schemas.microsoft.com/office/drawing/2014/main" id="{2919A293-939E-4650-89D3-53E2061165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2160"/>
              <a:ext cx="384" cy="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Line 27">
              <a:extLst>
                <a:ext uri="{FF2B5EF4-FFF2-40B4-BE49-F238E27FC236}">
                  <a16:creationId xmlns:a16="http://schemas.microsoft.com/office/drawing/2014/main" id="{D57152A8-49C5-4D58-B4DA-4C659BCEF3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2304"/>
              <a:ext cx="336" cy="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Line 28">
              <a:extLst>
                <a:ext uri="{FF2B5EF4-FFF2-40B4-BE49-F238E27FC236}">
                  <a16:creationId xmlns:a16="http://schemas.microsoft.com/office/drawing/2014/main" id="{5B974226-B455-422E-A8F5-8B2D62334C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2208"/>
              <a:ext cx="288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Line 29">
              <a:extLst>
                <a:ext uri="{FF2B5EF4-FFF2-40B4-BE49-F238E27FC236}">
                  <a16:creationId xmlns:a16="http://schemas.microsoft.com/office/drawing/2014/main" id="{B7D2FBE6-33B6-42BC-BA20-2D6B574AEE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2256"/>
              <a:ext cx="38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30">
              <a:extLst>
                <a:ext uri="{FF2B5EF4-FFF2-40B4-BE49-F238E27FC236}">
                  <a16:creationId xmlns:a16="http://schemas.microsoft.com/office/drawing/2014/main" id="{39CE081C-84A6-48FE-92B3-41E4045B1A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2256"/>
              <a:ext cx="38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Line 31">
              <a:extLst>
                <a:ext uri="{FF2B5EF4-FFF2-40B4-BE49-F238E27FC236}">
                  <a16:creationId xmlns:a16="http://schemas.microsoft.com/office/drawing/2014/main" id="{61DCBD6A-6A4B-41B8-BDD5-8533D22C29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2208"/>
              <a:ext cx="38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32">
              <a:extLst>
                <a:ext uri="{FF2B5EF4-FFF2-40B4-BE49-F238E27FC236}">
                  <a16:creationId xmlns:a16="http://schemas.microsoft.com/office/drawing/2014/main" id="{44097C2C-B0D0-44DE-B8C1-F105E78038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2304"/>
              <a:ext cx="38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33">
              <a:extLst>
                <a:ext uri="{FF2B5EF4-FFF2-40B4-BE49-F238E27FC236}">
                  <a16:creationId xmlns:a16="http://schemas.microsoft.com/office/drawing/2014/main" id="{174F5BB8-B18B-4F35-8C53-3EAFD60784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2304"/>
              <a:ext cx="38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34">
              <a:extLst>
                <a:ext uri="{FF2B5EF4-FFF2-40B4-BE49-F238E27FC236}">
                  <a16:creationId xmlns:a16="http://schemas.microsoft.com/office/drawing/2014/main" id="{51509FED-C68E-407B-8958-F8491049C8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2304"/>
              <a:ext cx="240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35">
              <a:extLst>
                <a:ext uri="{FF2B5EF4-FFF2-40B4-BE49-F238E27FC236}">
                  <a16:creationId xmlns:a16="http://schemas.microsoft.com/office/drawing/2014/main" id="{E19049FF-76DD-40E0-8702-4164617C19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2208"/>
              <a:ext cx="240" cy="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1" name="Line 36">
            <a:extLst>
              <a:ext uri="{FF2B5EF4-FFF2-40B4-BE49-F238E27FC236}">
                <a16:creationId xmlns:a16="http://schemas.microsoft.com/office/drawing/2014/main" id="{8D00D421-EA88-4DE3-8129-4E0AFA30B459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4045" y="3908146"/>
            <a:ext cx="16002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" name="Line 37">
            <a:extLst>
              <a:ext uri="{FF2B5EF4-FFF2-40B4-BE49-F238E27FC236}">
                <a16:creationId xmlns:a16="http://schemas.microsoft.com/office/drawing/2014/main" id="{FA1FB302-C6B8-4D2B-879B-20D8978EBF25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845" y="3908146"/>
            <a:ext cx="22098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" name="Line 39">
            <a:extLst>
              <a:ext uri="{FF2B5EF4-FFF2-40B4-BE49-F238E27FC236}">
                <a16:creationId xmlns:a16="http://schemas.microsoft.com/office/drawing/2014/main" id="{87B5EE79-9835-4C75-B909-17FF0068BE05}"/>
              </a:ext>
            </a:extLst>
          </p:cNvPr>
          <p:cNvSpPr>
            <a:spLocks noChangeShapeType="1"/>
          </p:cNvSpPr>
          <p:nvPr/>
        </p:nvSpPr>
        <p:spPr bwMode="auto">
          <a:xfrm>
            <a:off x="6168845" y="3908146"/>
            <a:ext cx="11430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4" name="Group 41">
            <a:extLst>
              <a:ext uri="{FF2B5EF4-FFF2-40B4-BE49-F238E27FC236}">
                <a16:creationId xmlns:a16="http://schemas.microsoft.com/office/drawing/2014/main" id="{1EFFBE78-4160-4CD5-A5F4-322C85F9E7F7}"/>
              </a:ext>
            </a:extLst>
          </p:cNvPr>
          <p:cNvGrpSpPr>
            <a:grpSpLocks/>
          </p:cNvGrpSpPr>
          <p:nvPr/>
        </p:nvGrpSpPr>
        <p:grpSpPr bwMode="auto">
          <a:xfrm>
            <a:off x="2054045" y="3527146"/>
            <a:ext cx="2743200" cy="152400"/>
            <a:chOff x="624" y="2208"/>
            <a:chExt cx="1728" cy="96"/>
          </a:xfrm>
        </p:grpSpPr>
        <p:sp>
          <p:nvSpPr>
            <p:cNvPr id="45" name="Line 42">
              <a:extLst>
                <a:ext uri="{FF2B5EF4-FFF2-40B4-BE49-F238E27FC236}">
                  <a16:creationId xmlns:a16="http://schemas.microsoft.com/office/drawing/2014/main" id="{46930E3F-CBD9-4BF2-B946-32C69EFBA7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2208"/>
              <a:ext cx="38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Line 43">
              <a:extLst>
                <a:ext uri="{FF2B5EF4-FFF2-40B4-BE49-F238E27FC236}">
                  <a16:creationId xmlns:a16="http://schemas.microsoft.com/office/drawing/2014/main" id="{95BCBA5B-7864-4FEF-8250-C9FCF282C4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2304"/>
              <a:ext cx="38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Line 44">
              <a:extLst>
                <a:ext uri="{FF2B5EF4-FFF2-40B4-BE49-F238E27FC236}">
                  <a16:creationId xmlns:a16="http://schemas.microsoft.com/office/drawing/2014/main" id="{F0D4B4EC-3E72-47BF-A3F1-55E49CC3A3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2208"/>
              <a:ext cx="38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Line 45">
              <a:extLst>
                <a:ext uri="{FF2B5EF4-FFF2-40B4-BE49-F238E27FC236}">
                  <a16:creationId xmlns:a16="http://schemas.microsoft.com/office/drawing/2014/main" id="{A2BD9E8A-ABDD-4B45-A84D-2EFF7B1068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2256"/>
              <a:ext cx="240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Line 46">
              <a:extLst>
                <a:ext uri="{FF2B5EF4-FFF2-40B4-BE49-F238E27FC236}">
                  <a16:creationId xmlns:a16="http://schemas.microsoft.com/office/drawing/2014/main" id="{F0412969-5E4D-4A4B-B9C8-0EBAA73B73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2208"/>
              <a:ext cx="384" cy="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Line 47">
              <a:extLst>
                <a:ext uri="{FF2B5EF4-FFF2-40B4-BE49-F238E27FC236}">
                  <a16:creationId xmlns:a16="http://schemas.microsoft.com/office/drawing/2014/main" id="{E7B4DBA8-D9CB-47E0-9E20-1677D4FF0E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2256"/>
              <a:ext cx="384" cy="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Line 48">
              <a:extLst>
                <a:ext uri="{FF2B5EF4-FFF2-40B4-BE49-F238E27FC236}">
                  <a16:creationId xmlns:a16="http://schemas.microsoft.com/office/drawing/2014/main" id="{ECE655D1-2699-4334-A2D8-763891DF5C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2256"/>
              <a:ext cx="240" cy="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2" name="Group 49">
            <a:extLst>
              <a:ext uri="{FF2B5EF4-FFF2-40B4-BE49-F238E27FC236}">
                <a16:creationId xmlns:a16="http://schemas.microsoft.com/office/drawing/2014/main" id="{CC1BF781-971A-40ED-831E-AA1C84B16F13}"/>
              </a:ext>
            </a:extLst>
          </p:cNvPr>
          <p:cNvGrpSpPr>
            <a:grpSpLocks/>
          </p:cNvGrpSpPr>
          <p:nvPr/>
        </p:nvGrpSpPr>
        <p:grpSpPr bwMode="auto">
          <a:xfrm>
            <a:off x="6245045" y="3450946"/>
            <a:ext cx="3276600" cy="228600"/>
            <a:chOff x="3264" y="2160"/>
            <a:chExt cx="2064" cy="144"/>
          </a:xfrm>
        </p:grpSpPr>
        <p:sp>
          <p:nvSpPr>
            <p:cNvPr id="53" name="Line 50">
              <a:extLst>
                <a:ext uri="{FF2B5EF4-FFF2-40B4-BE49-F238E27FC236}">
                  <a16:creationId xmlns:a16="http://schemas.microsoft.com/office/drawing/2014/main" id="{DC3197F1-569E-4AF7-A0EE-8859D4266E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2160"/>
              <a:ext cx="384" cy="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Line 51">
              <a:extLst>
                <a:ext uri="{FF2B5EF4-FFF2-40B4-BE49-F238E27FC236}">
                  <a16:creationId xmlns:a16="http://schemas.microsoft.com/office/drawing/2014/main" id="{2015051D-B10B-49D4-B957-37162AB8DF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2304"/>
              <a:ext cx="336" cy="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Line 52">
              <a:extLst>
                <a:ext uri="{FF2B5EF4-FFF2-40B4-BE49-F238E27FC236}">
                  <a16:creationId xmlns:a16="http://schemas.microsoft.com/office/drawing/2014/main" id="{F3D122AA-0B61-47FF-9F1A-602C992D21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2208"/>
              <a:ext cx="288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Line 53">
              <a:extLst>
                <a:ext uri="{FF2B5EF4-FFF2-40B4-BE49-F238E27FC236}">
                  <a16:creationId xmlns:a16="http://schemas.microsoft.com/office/drawing/2014/main" id="{F5B38FC7-3CFD-44CF-84DE-353D27678B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2256"/>
              <a:ext cx="38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Line 54">
              <a:extLst>
                <a:ext uri="{FF2B5EF4-FFF2-40B4-BE49-F238E27FC236}">
                  <a16:creationId xmlns:a16="http://schemas.microsoft.com/office/drawing/2014/main" id="{9EEA7956-5B73-4720-A75B-F427A8FA0B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2256"/>
              <a:ext cx="38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Line 55">
              <a:extLst>
                <a:ext uri="{FF2B5EF4-FFF2-40B4-BE49-F238E27FC236}">
                  <a16:creationId xmlns:a16="http://schemas.microsoft.com/office/drawing/2014/main" id="{A351C404-C0F7-4BBD-BF52-C99BDD6BE1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2208"/>
              <a:ext cx="38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Line 56">
              <a:extLst>
                <a:ext uri="{FF2B5EF4-FFF2-40B4-BE49-F238E27FC236}">
                  <a16:creationId xmlns:a16="http://schemas.microsoft.com/office/drawing/2014/main" id="{86E19AAF-6EF5-4FEA-8DE1-24666D49C8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2304"/>
              <a:ext cx="38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Line 57">
              <a:extLst>
                <a:ext uri="{FF2B5EF4-FFF2-40B4-BE49-F238E27FC236}">
                  <a16:creationId xmlns:a16="http://schemas.microsoft.com/office/drawing/2014/main" id="{122BF23A-6C51-41B1-8290-25F5746323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2304"/>
              <a:ext cx="38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Line 58">
              <a:extLst>
                <a:ext uri="{FF2B5EF4-FFF2-40B4-BE49-F238E27FC236}">
                  <a16:creationId xmlns:a16="http://schemas.microsoft.com/office/drawing/2014/main" id="{A586DAC7-EEEB-49B9-BD8F-8F62249630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2304"/>
              <a:ext cx="240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Line 59">
              <a:extLst>
                <a:ext uri="{FF2B5EF4-FFF2-40B4-BE49-F238E27FC236}">
                  <a16:creationId xmlns:a16="http://schemas.microsoft.com/office/drawing/2014/main" id="{5C0C2DDE-0EAC-4880-BF60-B08FBB1EFE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2208"/>
              <a:ext cx="240" cy="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3" name="Line 60">
            <a:extLst>
              <a:ext uri="{FF2B5EF4-FFF2-40B4-BE49-F238E27FC236}">
                <a16:creationId xmlns:a16="http://schemas.microsoft.com/office/drawing/2014/main" id="{86A8D2B4-E880-4585-8918-7F1E20693A2B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3245" y="5203546"/>
            <a:ext cx="16002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" name="Line 61">
            <a:extLst>
              <a:ext uri="{FF2B5EF4-FFF2-40B4-BE49-F238E27FC236}">
                <a16:creationId xmlns:a16="http://schemas.microsoft.com/office/drawing/2014/main" id="{FAB93629-3E76-4C50-B34B-BAC7161CE8BB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2645" y="5203546"/>
            <a:ext cx="22098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" name="Line 62">
            <a:extLst>
              <a:ext uri="{FF2B5EF4-FFF2-40B4-BE49-F238E27FC236}">
                <a16:creationId xmlns:a16="http://schemas.microsoft.com/office/drawing/2014/main" id="{AB4A4147-470D-4536-AE4E-EDD43F5D5CA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73445" y="5203546"/>
            <a:ext cx="12192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" name="Text Box 63">
            <a:extLst>
              <a:ext uri="{FF2B5EF4-FFF2-40B4-BE49-F238E27FC236}">
                <a16:creationId xmlns:a16="http://schemas.microsoft.com/office/drawing/2014/main" id="{9768E41A-B366-47A7-B279-8283AC5FBD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6645" y="5279746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2400">
                <a:latin typeface="Arial" panose="020B0604020202020204" pitchFamily="34" charset="0"/>
              </a:rPr>
              <a:t>A</a:t>
            </a:r>
            <a:endParaRPr lang="ru-RU" altLang="en-US" sz="2400">
              <a:latin typeface="Arial" panose="020B0604020202020204" pitchFamily="34" charset="0"/>
            </a:endParaRPr>
          </a:p>
        </p:txBody>
      </p:sp>
      <p:sp>
        <p:nvSpPr>
          <p:cNvPr id="67" name="Text Box 64">
            <a:extLst>
              <a:ext uri="{FF2B5EF4-FFF2-40B4-BE49-F238E27FC236}">
                <a16:creationId xmlns:a16="http://schemas.microsoft.com/office/drawing/2014/main" id="{B6897430-D447-47A6-A0C2-D0768AED90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8245" y="5279746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2400">
                <a:latin typeface="Arial" panose="020B0604020202020204" pitchFamily="34" charset="0"/>
              </a:rPr>
              <a:t>R</a:t>
            </a:r>
            <a:endParaRPr lang="ru-RU" altLang="en-US" sz="2400">
              <a:latin typeface="Arial" panose="020B0604020202020204" pitchFamily="34" charset="0"/>
            </a:endParaRPr>
          </a:p>
        </p:txBody>
      </p:sp>
      <p:sp>
        <p:nvSpPr>
          <p:cNvPr id="68" name="Text Box 65">
            <a:extLst>
              <a:ext uri="{FF2B5EF4-FFF2-40B4-BE49-F238E27FC236}">
                <a16:creationId xmlns:a16="http://schemas.microsoft.com/office/drawing/2014/main" id="{E8A70AC7-C06F-48D5-B576-9824BD20DE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4645" y="5279746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2400">
                <a:latin typeface="Arial" panose="020B0604020202020204" pitchFamily="34" charset="0"/>
              </a:rPr>
              <a:t>C</a:t>
            </a:r>
            <a:endParaRPr lang="ru-RU" altLang="en-US" sz="2400">
              <a:latin typeface="Arial" panose="020B0604020202020204" pitchFamily="34" charset="0"/>
            </a:endParaRPr>
          </a:p>
        </p:txBody>
      </p:sp>
      <p:grpSp>
        <p:nvGrpSpPr>
          <p:cNvPr id="69" name="Group 66">
            <a:extLst>
              <a:ext uri="{FF2B5EF4-FFF2-40B4-BE49-F238E27FC236}">
                <a16:creationId xmlns:a16="http://schemas.microsoft.com/office/drawing/2014/main" id="{C17CE37F-B228-463C-BD27-FA6560023F9B}"/>
              </a:ext>
            </a:extLst>
          </p:cNvPr>
          <p:cNvGrpSpPr>
            <a:grpSpLocks/>
          </p:cNvGrpSpPr>
          <p:nvPr/>
        </p:nvGrpSpPr>
        <p:grpSpPr bwMode="auto">
          <a:xfrm>
            <a:off x="4416245" y="3527146"/>
            <a:ext cx="2133600" cy="152400"/>
            <a:chOff x="2112" y="2208"/>
            <a:chExt cx="1344" cy="96"/>
          </a:xfrm>
        </p:grpSpPr>
        <p:sp>
          <p:nvSpPr>
            <p:cNvPr id="70" name="Line 67">
              <a:extLst>
                <a:ext uri="{FF2B5EF4-FFF2-40B4-BE49-F238E27FC236}">
                  <a16:creationId xmlns:a16="http://schemas.microsoft.com/office/drawing/2014/main" id="{0BD2DC4B-63B2-4CEC-B2FB-0FD28A8204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2208"/>
              <a:ext cx="240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Line 68">
              <a:extLst>
                <a:ext uri="{FF2B5EF4-FFF2-40B4-BE49-F238E27FC236}">
                  <a16:creationId xmlns:a16="http://schemas.microsoft.com/office/drawing/2014/main" id="{6A37ADCF-C103-43BF-93B7-54EFFA2636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2304"/>
              <a:ext cx="38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Line 69">
              <a:extLst>
                <a:ext uri="{FF2B5EF4-FFF2-40B4-BE49-F238E27FC236}">
                  <a16:creationId xmlns:a16="http://schemas.microsoft.com/office/drawing/2014/main" id="{FFFC9E14-09D1-4CEB-9157-921822DC92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2256"/>
              <a:ext cx="38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Line 70">
              <a:extLst>
                <a:ext uri="{FF2B5EF4-FFF2-40B4-BE49-F238E27FC236}">
                  <a16:creationId xmlns:a16="http://schemas.microsoft.com/office/drawing/2014/main" id="{867FCBD3-F6EC-4223-B2A4-BB22A271EC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2208"/>
              <a:ext cx="38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Line 71">
              <a:extLst>
                <a:ext uri="{FF2B5EF4-FFF2-40B4-BE49-F238E27FC236}">
                  <a16:creationId xmlns:a16="http://schemas.microsoft.com/office/drawing/2014/main" id="{2C74D31E-65D2-45FA-8043-68FF525884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2256"/>
              <a:ext cx="14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Line 72">
              <a:extLst>
                <a:ext uri="{FF2B5EF4-FFF2-40B4-BE49-F238E27FC236}">
                  <a16:creationId xmlns:a16="http://schemas.microsoft.com/office/drawing/2014/main" id="{5B460D12-39C0-4EEC-A736-20F673EDE3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2208"/>
              <a:ext cx="240" cy="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Line 73">
              <a:extLst>
                <a:ext uri="{FF2B5EF4-FFF2-40B4-BE49-F238E27FC236}">
                  <a16:creationId xmlns:a16="http://schemas.microsoft.com/office/drawing/2014/main" id="{84BB9C08-AEB3-4BDC-929F-D9C1DCE991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2256"/>
              <a:ext cx="240" cy="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90613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2.96296E-6 L 0.1 0.1888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" y="94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75 -0.00741 L -0.1 0.1868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875" y="969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  <p:bldP spid="67" grpId="0"/>
      <p:bldP spid="6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6E8A3AF-8A14-AC93-0E3C-6D6E62FC7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881D8-3E26-A68B-E1F3-9BC8F0979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Long reads help avoid mistakes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3D7324-67F1-CE32-3ABB-7B4F4E75A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7" name="Line 38">
            <a:extLst>
              <a:ext uri="{FF2B5EF4-FFF2-40B4-BE49-F238E27FC236}">
                <a16:creationId xmlns:a16="http://schemas.microsoft.com/office/drawing/2014/main" id="{557043B5-6A9F-9C36-5396-D03C2E44D4EC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4245" y="3908146"/>
            <a:ext cx="11430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40">
            <a:extLst>
              <a:ext uri="{FF2B5EF4-FFF2-40B4-BE49-F238E27FC236}">
                <a16:creationId xmlns:a16="http://schemas.microsoft.com/office/drawing/2014/main" id="{72F8D5E0-9FBF-225E-1684-FECA0AC8921F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7245" y="3908146"/>
            <a:ext cx="13716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Text Box 3">
            <a:extLst>
              <a:ext uri="{FF2B5EF4-FFF2-40B4-BE49-F238E27FC236}">
                <a16:creationId xmlns:a16="http://schemas.microsoft.com/office/drawing/2014/main" id="{D53CDCCA-5B02-8FC5-0159-F11D537266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3645" y="3984346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2400">
                <a:latin typeface="Arial" panose="020B0604020202020204" pitchFamily="34" charset="0"/>
              </a:rPr>
              <a:t>A</a:t>
            </a:r>
            <a:endParaRPr lang="ru-RU" altLang="en-US" sz="2400">
              <a:latin typeface="Arial" panose="020B0604020202020204" pitchFamily="34" charset="0"/>
            </a:endParaRPr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id="{D0259C26-55F3-0A89-C879-26119A94DA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9045" y="3984346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2400">
                <a:latin typeface="Arial" panose="020B0604020202020204" pitchFamily="34" charset="0"/>
              </a:rPr>
              <a:t>R</a:t>
            </a:r>
            <a:endParaRPr lang="ru-RU" altLang="en-US" sz="2400">
              <a:latin typeface="Arial" panose="020B0604020202020204" pitchFamily="34" charset="0"/>
            </a:endParaRPr>
          </a:p>
        </p:txBody>
      </p:sp>
      <p:sp>
        <p:nvSpPr>
          <p:cNvPr id="11" name="Text Box 5">
            <a:extLst>
              <a:ext uri="{FF2B5EF4-FFF2-40B4-BE49-F238E27FC236}">
                <a16:creationId xmlns:a16="http://schemas.microsoft.com/office/drawing/2014/main" id="{2B88799D-73A8-A80F-A1B6-70E12D6328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8245" y="3984346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2400">
                <a:latin typeface="Arial" panose="020B0604020202020204" pitchFamily="34" charset="0"/>
              </a:rPr>
              <a:t>B</a:t>
            </a:r>
            <a:endParaRPr lang="ru-RU" altLang="en-US" sz="2400">
              <a:latin typeface="Arial" panose="020B0604020202020204" pitchFamily="34" charset="0"/>
            </a:endParaRPr>
          </a:p>
        </p:txBody>
      </p:sp>
      <p:sp>
        <p:nvSpPr>
          <p:cNvPr id="12" name="Text Box 6">
            <a:extLst>
              <a:ext uri="{FF2B5EF4-FFF2-40B4-BE49-F238E27FC236}">
                <a16:creationId xmlns:a16="http://schemas.microsoft.com/office/drawing/2014/main" id="{710CDF8A-4E2D-D5E9-C417-0B9EFFBD3C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9845" y="3984346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2400">
                <a:latin typeface="Arial" panose="020B0604020202020204" pitchFamily="34" charset="0"/>
              </a:rPr>
              <a:t>R</a:t>
            </a:r>
            <a:endParaRPr lang="ru-RU" altLang="en-US" sz="2400">
              <a:latin typeface="Arial" panose="020B0604020202020204" pitchFamily="34" charset="0"/>
            </a:endParaRP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9FF8AB77-EC6C-50F8-8579-6ADBEA8132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0045" y="3984346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2400">
                <a:latin typeface="Arial" panose="020B0604020202020204" pitchFamily="34" charset="0"/>
              </a:rPr>
              <a:t>C</a:t>
            </a:r>
            <a:endParaRPr lang="ru-RU" altLang="en-US" sz="2400">
              <a:latin typeface="Arial" panose="020B0604020202020204" pitchFamily="34" charset="0"/>
            </a:endParaRPr>
          </a:p>
        </p:txBody>
      </p:sp>
      <p:sp>
        <p:nvSpPr>
          <p:cNvPr id="41" name="Line 36">
            <a:extLst>
              <a:ext uri="{FF2B5EF4-FFF2-40B4-BE49-F238E27FC236}">
                <a16:creationId xmlns:a16="http://schemas.microsoft.com/office/drawing/2014/main" id="{969395CB-422A-F738-9394-51892C55BBA0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4045" y="3908146"/>
            <a:ext cx="16002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" name="Line 37">
            <a:extLst>
              <a:ext uri="{FF2B5EF4-FFF2-40B4-BE49-F238E27FC236}">
                <a16:creationId xmlns:a16="http://schemas.microsoft.com/office/drawing/2014/main" id="{DD1DDF51-EB23-109C-871E-6A40DDE8D9F8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845" y="3908146"/>
            <a:ext cx="22098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" name="Line 39">
            <a:extLst>
              <a:ext uri="{FF2B5EF4-FFF2-40B4-BE49-F238E27FC236}">
                <a16:creationId xmlns:a16="http://schemas.microsoft.com/office/drawing/2014/main" id="{3999099A-B3B4-51BF-327F-9B2059B03F12}"/>
              </a:ext>
            </a:extLst>
          </p:cNvPr>
          <p:cNvSpPr>
            <a:spLocks noChangeShapeType="1"/>
          </p:cNvSpPr>
          <p:nvPr/>
        </p:nvSpPr>
        <p:spPr bwMode="auto">
          <a:xfrm>
            <a:off x="6168845" y="3908146"/>
            <a:ext cx="11430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" name="Line 42">
            <a:extLst>
              <a:ext uri="{FF2B5EF4-FFF2-40B4-BE49-F238E27FC236}">
                <a16:creationId xmlns:a16="http://schemas.microsoft.com/office/drawing/2014/main" id="{5874C009-00C3-46CA-249E-F1EE47E777F7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4045" y="3581705"/>
            <a:ext cx="3278430" cy="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" name="Line 43">
            <a:extLst>
              <a:ext uri="{FF2B5EF4-FFF2-40B4-BE49-F238E27FC236}">
                <a16:creationId xmlns:a16="http://schemas.microsoft.com/office/drawing/2014/main" id="{743FF068-0568-E1BB-0EE6-CF41528316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42592" y="3429000"/>
            <a:ext cx="3385868" cy="2629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" name="Line 44">
            <a:extLst>
              <a:ext uri="{FF2B5EF4-FFF2-40B4-BE49-F238E27FC236}">
                <a16:creationId xmlns:a16="http://schemas.microsoft.com/office/drawing/2014/main" id="{2480C189-09F8-60AD-D208-622440F1E9E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06819" y="3284925"/>
            <a:ext cx="2814825" cy="263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15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14034-77D8-022E-B2A3-D14410BC1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Choosing the right sequencing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50D82-A995-BF41-1C15-0A803F5DE1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4886560"/>
          </a:xfrm>
        </p:spPr>
        <p:txBody>
          <a:bodyPr>
            <a:normAutofit/>
          </a:bodyPr>
          <a:lstStyle/>
          <a:p>
            <a:r>
              <a:rPr lang="en-US" dirty="0"/>
              <a:t>The right sequencing strategy depends on your budget and availability of sequencing services</a:t>
            </a:r>
          </a:p>
          <a:p>
            <a:r>
              <a:rPr lang="en-US" dirty="0"/>
              <a:t>The simplest strategy: get 30-40x genome coverage with PacBio HiFi reads</a:t>
            </a:r>
          </a:p>
          <a:p>
            <a:r>
              <a:rPr lang="en-US" dirty="0"/>
              <a:t>Alternative strategy: get 30-40x genome coverage with Oxford Nanopore reads + 30-50x coverage with Illumina reads</a:t>
            </a:r>
          </a:p>
          <a:p>
            <a:pPr lvl="1"/>
            <a:r>
              <a:rPr lang="en-US" dirty="0"/>
              <a:t>Perform hybrid assembly (correct ONT with Illumina first)</a:t>
            </a:r>
          </a:p>
          <a:p>
            <a:pPr lvl="1"/>
            <a:r>
              <a:rPr lang="en-US" dirty="0"/>
              <a:t>Assemble ONT reads and then correct assembly with Illumina</a:t>
            </a:r>
          </a:p>
          <a:p>
            <a:r>
              <a:rPr lang="en-US" dirty="0"/>
              <a:t>For chromosome-sized scaffolds you may need ONT </a:t>
            </a:r>
            <a:r>
              <a:rPr lang="en-US" dirty="0" err="1"/>
              <a:t>Ultralongs</a:t>
            </a:r>
            <a:r>
              <a:rPr lang="en-US" dirty="0"/>
              <a:t> or Hi-C reads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842988-3176-633E-3FFF-D38CBE6FF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540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50DFB-D256-E157-4073-248A5BE2E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Assembly levels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21EAC-C3B9-51FD-3047-F3648FE70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Contigs </a:t>
            </a:r>
            <a:r>
              <a:rPr lang="en-US" dirty="0"/>
              <a:t>are contiguous genome sequences where all letters are known</a:t>
            </a:r>
          </a:p>
          <a:p>
            <a:endParaRPr lang="en-US" dirty="0"/>
          </a:p>
          <a:p>
            <a:r>
              <a:rPr lang="en-US" i="1" dirty="0"/>
              <a:t>Scaffolds </a:t>
            </a:r>
            <a:r>
              <a:rPr lang="en-US" dirty="0"/>
              <a:t>are ordered and oriented sets of contigs, gaps between contigs are of estimated size or set to a default value</a:t>
            </a:r>
          </a:p>
          <a:p>
            <a:endParaRPr lang="en-US" dirty="0"/>
          </a:p>
          <a:p>
            <a:r>
              <a:rPr lang="en-US" i="1" dirty="0"/>
              <a:t>Super-scaffolds </a:t>
            </a:r>
            <a:r>
              <a:rPr lang="en-US" dirty="0"/>
              <a:t>or </a:t>
            </a:r>
            <a:r>
              <a:rPr lang="en-US" i="1" dirty="0"/>
              <a:t>pseudo-chromosomes</a:t>
            </a:r>
            <a:r>
              <a:rPr lang="en-US" dirty="0"/>
              <a:t> are ordered and mostly oriented sets of scaffolds, gaps between scaffolds are typically not estimated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33FD4D-A828-0054-F7AB-9728B63FF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8225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274C5-4740-5855-AFB7-26CACFB96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Genome assembly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ECEFF-3BE4-B738-C1C4-E54F4109A5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Contig assembly uses reads:</a:t>
            </a:r>
          </a:p>
          <a:p>
            <a:pPr lvl="1"/>
            <a:r>
              <a:rPr lang="en-US" dirty="0"/>
              <a:t>Overlap Graph</a:t>
            </a:r>
          </a:p>
          <a:p>
            <a:pPr lvl="2"/>
            <a:r>
              <a:rPr lang="en-US" dirty="0"/>
              <a:t>String graph</a:t>
            </a:r>
          </a:p>
          <a:p>
            <a:pPr lvl="1"/>
            <a:r>
              <a:rPr lang="en-US" dirty="0"/>
              <a:t>K-mer (or DeBruijn) graph</a:t>
            </a:r>
          </a:p>
          <a:p>
            <a:endParaRPr lang="en-US" dirty="0"/>
          </a:p>
          <a:p>
            <a:r>
              <a:rPr lang="en-US" dirty="0"/>
              <a:t>Scaffolding/super-scaffolding uses </a:t>
            </a:r>
          </a:p>
          <a:p>
            <a:pPr lvl="1"/>
            <a:r>
              <a:rPr lang="en-US" dirty="0"/>
              <a:t>Long reads or</a:t>
            </a:r>
          </a:p>
          <a:p>
            <a:pPr lvl="1"/>
            <a:r>
              <a:rPr lang="en-US" dirty="0"/>
              <a:t>Oriented or unoriented pairs of reads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DD3369-4AB9-A4C6-6FB0-86C08D5F2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3818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DD977-6EE8-9D89-B3CF-756386D5A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Overlap-Layout-Consensus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5A9EB-82AE-BB09-E9ED-90F86F12A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675535"/>
            <a:ext cx="10972800" cy="1641014"/>
          </a:xfrm>
        </p:spPr>
        <p:txBody>
          <a:bodyPr>
            <a:normAutofit fontScale="92500"/>
          </a:bodyPr>
          <a:lstStyle/>
          <a:p>
            <a:r>
              <a:rPr lang="en-US" dirty="0"/>
              <a:t>Overlap – compute overlaps between reads based on sequence alignments</a:t>
            </a:r>
          </a:p>
          <a:p>
            <a:r>
              <a:rPr lang="en-US" dirty="0"/>
              <a:t>Layout – assemble overlapping reads (greedy or string graph)</a:t>
            </a:r>
          </a:p>
          <a:p>
            <a:r>
              <a:rPr lang="en-US" dirty="0"/>
              <a:t>Consensus – generate contig sequences, by majority vote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F78F64-ED1E-2680-64C7-C2BBA56F0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035770-7805-C415-05BF-3CEB5066A3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030" y="3230597"/>
            <a:ext cx="9469171" cy="367716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DF4ED00-9BC0-3ACF-C7D1-E05150A5391D}"/>
              </a:ext>
            </a:extLst>
          </p:cNvPr>
          <p:cNvSpPr/>
          <p:nvPr/>
        </p:nvSpPr>
        <p:spPr>
          <a:xfrm>
            <a:off x="904030" y="3581705"/>
            <a:ext cx="763525" cy="3054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A21602-2F0D-7CC9-7E91-0D74D52C85B3}"/>
              </a:ext>
            </a:extLst>
          </p:cNvPr>
          <p:cNvSpPr/>
          <p:nvPr/>
        </p:nvSpPr>
        <p:spPr>
          <a:xfrm>
            <a:off x="904100" y="6602350"/>
            <a:ext cx="1221570" cy="3054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4C91C7-C900-0B04-5E1F-796CAE63A6CB}"/>
              </a:ext>
            </a:extLst>
          </p:cNvPr>
          <p:cNvSpPr txBox="1"/>
          <p:nvPr/>
        </p:nvSpPr>
        <p:spPr>
          <a:xfrm>
            <a:off x="8831976" y="6368011"/>
            <a:ext cx="2254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Chaisson et al., (2015)</a:t>
            </a:r>
          </a:p>
        </p:txBody>
      </p:sp>
    </p:spTree>
    <p:extLst>
      <p:ext uri="{BB962C8B-B14F-4D97-AF65-F5344CB8AC3E}">
        <p14:creationId xmlns:p14="http://schemas.microsoft.com/office/powerpoint/2010/main" val="42333096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63191-A07C-EC5B-F575-CC060CA57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Overlap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CD492-2FE1-A6AC-961C-BCBC64609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overlap is an alignment between a pair of reads</a:t>
            </a:r>
          </a:p>
          <a:p>
            <a:r>
              <a:rPr lang="en-US" dirty="0"/>
              <a:t>Can be Inverse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Or Forward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59195-EE07-4E46-90B8-9D8E5D791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28</a:t>
            </a:fld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D7017AB-5EC6-1E4F-1A8D-9C2FA57012F4}"/>
              </a:ext>
            </a:extLst>
          </p:cNvPr>
          <p:cNvCxnSpPr/>
          <p:nvPr/>
        </p:nvCxnSpPr>
        <p:spPr>
          <a:xfrm>
            <a:off x="378373" y="2908738"/>
            <a:ext cx="24673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4BD1851-8193-CECF-02AA-EDAB445A061F}"/>
              </a:ext>
            </a:extLst>
          </p:cNvPr>
          <p:cNvCxnSpPr>
            <a:cxnSpLocks/>
          </p:cNvCxnSpPr>
          <p:nvPr/>
        </p:nvCxnSpPr>
        <p:spPr>
          <a:xfrm flipH="1">
            <a:off x="1807780" y="3171497"/>
            <a:ext cx="25671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5B20BA8-89DC-2FA9-DD96-73C94D3E7111}"/>
              </a:ext>
            </a:extLst>
          </p:cNvPr>
          <p:cNvCxnSpPr>
            <a:cxnSpLocks/>
          </p:cNvCxnSpPr>
          <p:nvPr/>
        </p:nvCxnSpPr>
        <p:spPr>
          <a:xfrm>
            <a:off x="2099441" y="4866289"/>
            <a:ext cx="24673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92EC32D-4522-04C2-C308-586B517FF026}"/>
              </a:ext>
            </a:extLst>
          </p:cNvPr>
          <p:cNvCxnSpPr>
            <a:cxnSpLocks/>
          </p:cNvCxnSpPr>
          <p:nvPr/>
        </p:nvCxnSpPr>
        <p:spPr>
          <a:xfrm>
            <a:off x="3297620" y="5136930"/>
            <a:ext cx="21756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F6031B4-C203-FA5B-66A8-22F123A6F5CD}"/>
              </a:ext>
            </a:extLst>
          </p:cNvPr>
          <p:cNvCxnSpPr/>
          <p:nvPr/>
        </p:nvCxnSpPr>
        <p:spPr>
          <a:xfrm>
            <a:off x="5985640" y="2956035"/>
            <a:ext cx="24673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65E5FC3-CE84-E716-9309-86B9F0CF7B93}"/>
              </a:ext>
            </a:extLst>
          </p:cNvPr>
          <p:cNvCxnSpPr>
            <a:cxnSpLocks/>
          </p:cNvCxnSpPr>
          <p:nvPr/>
        </p:nvCxnSpPr>
        <p:spPr>
          <a:xfrm flipH="1">
            <a:off x="4876799" y="3234559"/>
            <a:ext cx="25671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B4314DC-4970-22B2-A093-84B6AC5E0EC7}"/>
              </a:ext>
            </a:extLst>
          </p:cNvPr>
          <p:cNvCxnSpPr>
            <a:cxnSpLocks/>
          </p:cNvCxnSpPr>
          <p:nvPr/>
        </p:nvCxnSpPr>
        <p:spPr>
          <a:xfrm>
            <a:off x="9637985" y="3029607"/>
            <a:ext cx="24673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73E55E4-5C78-5204-9D40-3C621F55581D}"/>
              </a:ext>
            </a:extLst>
          </p:cNvPr>
          <p:cNvCxnSpPr>
            <a:cxnSpLocks/>
          </p:cNvCxnSpPr>
          <p:nvPr/>
        </p:nvCxnSpPr>
        <p:spPr>
          <a:xfrm flipH="1">
            <a:off x="10050517" y="3308131"/>
            <a:ext cx="104577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56468BC-ECFC-E53C-59CF-1F58AF9A525B}"/>
              </a:ext>
            </a:extLst>
          </p:cNvPr>
          <p:cNvCxnSpPr>
            <a:cxnSpLocks/>
          </p:cNvCxnSpPr>
          <p:nvPr/>
        </p:nvCxnSpPr>
        <p:spPr>
          <a:xfrm>
            <a:off x="7039303" y="4866289"/>
            <a:ext cx="90389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993E0C2-E495-D153-9E95-8139BAF3072A}"/>
              </a:ext>
            </a:extLst>
          </p:cNvPr>
          <p:cNvCxnSpPr>
            <a:cxnSpLocks/>
          </p:cNvCxnSpPr>
          <p:nvPr/>
        </p:nvCxnSpPr>
        <p:spPr>
          <a:xfrm>
            <a:off x="6674069" y="5136930"/>
            <a:ext cx="21756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D22675B-1F0B-B331-7B00-D8610ED78BA7}"/>
              </a:ext>
            </a:extLst>
          </p:cNvPr>
          <p:cNvCxnSpPr>
            <a:cxnSpLocks/>
          </p:cNvCxnSpPr>
          <p:nvPr/>
        </p:nvCxnSpPr>
        <p:spPr>
          <a:xfrm>
            <a:off x="9595944" y="4866289"/>
            <a:ext cx="21257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57D687A-A8FC-01A6-C7AD-FCD0E5728CE6}"/>
              </a:ext>
            </a:extLst>
          </p:cNvPr>
          <p:cNvCxnSpPr>
            <a:cxnSpLocks/>
          </p:cNvCxnSpPr>
          <p:nvPr/>
        </p:nvCxnSpPr>
        <p:spPr>
          <a:xfrm>
            <a:off x="9230710" y="5136930"/>
            <a:ext cx="21756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19855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24351-D258-4CF9-35DC-5DA336A34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0D301-9933-1BFC-2F12-01360FC14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Recording an overlap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77178-2F3B-D5F4-6B76-9838F78AB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Choose the first read, it is always forward, it specifies the coordinate system</a:t>
            </a:r>
          </a:p>
          <a:p>
            <a:r>
              <a:rPr lang="en-US" dirty="0"/>
              <a:t>Record </a:t>
            </a:r>
            <a:r>
              <a:rPr lang="en-US" u="sng" dirty="0"/>
              <a:t>orientation</a:t>
            </a:r>
          </a:p>
          <a:p>
            <a:r>
              <a:rPr lang="en-US" dirty="0"/>
              <a:t>Record </a:t>
            </a:r>
            <a:r>
              <a:rPr lang="en-US" u="sng" dirty="0"/>
              <a:t>overhangs</a:t>
            </a:r>
            <a:r>
              <a:rPr lang="en-US" dirty="0"/>
              <a:t> (A and B), read ends are coordinate starts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E6EB0-4E1D-273C-16E7-058A36AB0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29</a:t>
            </a:fld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5B38C69-BBAE-05A9-A115-558E236B2145}"/>
              </a:ext>
            </a:extLst>
          </p:cNvPr>
          <p:cNvCxnSpPr/>
          <p:nvPr/>
        </p:nvCxnSpPr>
        <p:spPr>
          <a:xfrm>
            <a:off x="3074276" y="4242807"/>
            <a:ext cx="24673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7F163AE-A04D-1CD0-30F3-A661E8686FAD}"/>
              </a:ext>
            </a:extLst>
          </p:cNvPr>
          <p:cNvCxnSpPr>
            <a:cxnSpLocks/>
          </p:cNvCxnSpPr>
          <p:nvPr/>
        </p:nvCxnSpPr>
        <p:spPr>
          <a:xfrm flipH="1">
            <a:off x="4503683" y="4505566"/>
            <a:ext cx="25671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Left Brace 4">
            <a:extLst>
              <a:ext uri="{FF2B5EF4-FFF2-40B4-BE49-F238E27FC236}">
                <a16:creationId xmlns:a16="http://schemas.microsoft.com/office/drawing/2014/main" id="{795DB698-3479-DFFD-D99D-47A81260FEF3}"/>
              </a:ext>
            </a:extLst>
          </p:cNvPr>
          <p:cNvSpPr/>
          <p:nvPr/>
        </p:nvSpPr>
        <p:spPr>
          <a:xfrm rot="5400000">
            <a:off x="3690444" y="3379189"/>
            <a:ext cx="197069" cy="1429407"/>
          </a:xfrm>
          <a:prstGeom prst="leftBrac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265E85D0-DEC2-786D-FA75-D5F821F31C93}"/>
              </a:ext>
            </a:extLst>
          </p:cNvPr>
          <p:cNvSpPr/>
          <p:nvPr/>
        </p:nvSpPr>
        <p:spPr>
          <a:xfrm rot="5400000">
            <a:off x="6207671" y="3381358"/>
            <a:ext cx="197069" cy="1529256"/>
          </a:xfrm>
          <a:prstGeom prst="leftBrac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F36052-A551-7EF7-84A8-2EDADC965467}"/>
              </a:ext>
            </a:extLst>
          </p:cNvPr>
          <p:cNvSpPr txBox="1"/>
          <p:nvPr/>
        </p:nvSpPr>
        <p:spPr>
          <a:xfrm>
            <a:off x="3154060" y="3610717"/>
            <a:ext cx="2144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A-overhang(positive)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5D4321-B0F3-F90E-945D-400709536CE9}"/>
              </a:ext>
            </a:extLst>
          </p:cNvPr>
          <p:cNvSpPr txBox="1"/>
          <p:nvPr/>
        </p:nvSpPr>
        <p:spPr>
          <a:xfrm>
            <a:off x="5671287" y="3607633"/>
            <a:ext cx="2189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B-overhang (positive)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1CC363E-C49C-325B-38EE-7BA5C27A7B5C}"/>
              </a:ext>
            </a:extLst>
          </p:cNvPr>
          <p:cNvCxnSpPr/>
          <p:nvPr/>
        </p:nvCxnSpPr>
        <p:spPr>
          <a:xfrm>
            <a:off x="1988444" y="5574996"/>
            <a:ext cx="24673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A6AAC9F-6034-4999-E659-6DE58B87E04E}"/>
              </a:ext>
            </a:extLst>
          </p:cNvPr>
          <p:cNvCxnSpPr>
            <a:cxnSpLocks/>
          </p:cNvCxnSpPr>
          <p:nvPr/>
        </p:nvCxnSpPr>
        <p:spPr>
          <a:xfrm>
            <a:off x="1313154" y="5774693"/>
            <a:ext cx="25671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5" name="Left Brace 14">
            <a:extLst>
              <a:ext uri="{FF2B5EF4-FFF2-40B4-BE49-F238E27FC236}">
                <a16:creationId xmlns:a16="http://schemas.microsoft.com/office/drawing/2014/main" id="{781BEAAC-98B5-D6E1-E6EF-5B361C493C36}"/>
              </a:ext>
            </a:extLst>
          </p:cNvPr>
          <p:cNvSpPr/>
          <p:nvPr/>
        </p:nvSpPr>
        <p:spPr>
          <a:xfrm rot="5400000">
            <a:off x="1552264" y="5079384"/>
            <a:ext cx="197069" cy="675288"/>
          </a:xfrm>
          <a:prstGeom prst="leftBrac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E359F35C-C5E5-1A62-F1C9-DF13B5514B43}"/>
              </a:ext>
            </a:extLst>
          </p:cNvPr>
          <p:cNvSpPr/>
          <p:nvPr/>
        </p:nvSpPr>
        <p:spPr>
          <a:xfrm rot="5400000">
            <a:off x="4069490" y="5126175"/>
            <a:ext cx="197069" cy="575438"/>
          </a:xfrm>
          <a:prstGeom prst="leftBrac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8B5B8F-364D-CC32-9CB5-FA9246DB45AD}"/>
              </a:ext>
            </a:extLst>
          </p:cNvPr>
          <p:cNvSpPr txBox="1"/>
          <p:nvPr/>
        </p:nvSpPr>
        <p:spPr>
          <a:xfrm>
            <a:off x="680863" y="4884360"/>
            <a:ext cx="2208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A-overhang(negative)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694879-675F-CAC9-B846-7FEE66F53A2F}"/>
              </a:ext>
            </a:extLst>
          </p:cNvPr>
          <p:cNvSpPr txBox="1"/>
          <p:nvPr/>
        </p:nvSpPr>
        <p:spPr>
          <a:xfrm>
            <a:off x="3417850" y="4892128"/>
            <a:ext cx="2253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B-overhang (negative)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A51BA27-2ACC-55E2-BAD3-309615A30880}"/>
              </a:ext>
            </a:extLst>
          </p:cNvPr>
          <p:cNvCxnSpPr/>
          <p:nvPr/>
        </p:nvCxnSpPr>
        <p:spPr>
          <a:xfrm>
            <a:off x="7507302" y="5587274"/>
            <a:ext cx="24673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31F82ED-B5C2-B6D7-26FD-F7F92388773D}"/>
              </a:ext>
            </a:extLst>
          </p:cNvPr>
          <p:cNvCxnSpPr>
            <a:cxnSpLocks/>
          </p:cNvCxnSpPr>
          <p:nvPr/>
        </p:nvCxnSpPr>
        <p:spPr>
          <a:xfrm flipH="1">
            <a:off x="6832013" y="5897329"/>
            <a:ext cx="40225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9" name="Left Brace 28">
            <a:extLst>
              <a:ext uri="{FF2B5EF4-FFF2-40B4-BE49-F238E27FC236}">
                <a16:creationId xmlns:a16="http://schemas.microsoft.com/office/drawing/2014/main" id="{341017AA-2D89-A69A-B1A8-6947562B11E5}"/>
              </a:ext>
            </a:extLst>
          </p:cNvPr>
          <p:cNvSpPr/>
          <p:nvPr/>
        </p:nvSpPr>
        <p:spPr>
          <a:xfrm rot="5400000">
            <a:off x="7071122" y="5091662"/>
            <a:ext cx="197069" cy="675288"/>
          </a:xfrm>
          <a:prstGeom prst="leftBrac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F21EA76-D682-65FE-61F1-ECC0A95D1D62}"/>
              </a:ext>
            </a:extLst>
          </p:cNvPr>
          <p:cNvSpPr txBox="1"/>
          <p:nvPr/>
        </p:nvSpPr>
        <p:spPr>
          <a:xfrm>
            <a:off x="6199721" y="4896638"/>
            <a:ext cx="2208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A-overhang(negative)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9CE81BC-2865-95EC-508A-F5F36E5C4114}"/>
              </a:ext>
            </a:extLst>
          </p:cNvPr>
          <p:cNvSpPr txBox="1"/>
          <p:nvPr/>
        </p:nvSpPr>
        <p:spPr>
          <a:xfrm>
            <a:off x="8936708" y="4904406"/>
            <a:ext cx="2189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B-overhang (positive)</a:t>
            </a:r>
          </a:p>
        </p:txBody>
      </p:sp>
      <p:sp>
        <p:nvSpPr>
          <p:cNvPr id="36" name="Left Brace 35">
            <a:extLst>
              <a:ext uri="{FF2B5EF4-FFF2-40B4-BE49-F238E27FC236}">
                <a16:creationId xmlns:a16="http://schemas.microsoft.com/office/drawing/2014/main" id="{4545E020-CC9B-60F1-60DC-15D4F96A4541}"/>
              </a:ext>
            </a:extLst>
          </p:cNvPr>
          <p:cNvSpPr/>
          <p:nvPr/>
        </p:nvSpPr>
        <p:spPr>
          <a:xfrm rot="5400000">
            <a:off x="10316047" y="4989332"/>
            <a:ext cx="197070" cy="879951"/>
          </a:xfrm>
          <a:prstGeom prst="leftBrac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F56B8B6-8083-272C-69C6-95B42E77FCD8}"/>
              </a:ext>
            </a:extLst>
          </p:cNvPr>
          <p:cNvSpPr txBox="1"/>
          <p:nvPr/>
        </p:nvSpPr>
        <p:spPr>
          <a:xfrm>
            <a:off x="7809989" y="6082150"/>
            <a:ext cx="1902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Contained overlap</a:t>
            </a:r>
          </a:p>
        </p:txBody>
      </p:sp>
    </p:spTree>
    <p:extLst>
      <p:ext uri="{BB962C8B-B14F-4D97-AF65-F5344CB8AC3E}">
        <p14:creationId xmlns:p14="http://schemas.microsoft.com/office/powerpoint/2010/main" val="15711479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4D909-1F99-FD81-A120-C8C3FB947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Overlap is not an alignment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7B2DB-C45E-AFC1-1EB0-F2CEEFD28E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there are indels, you can choose the longest stretch without them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Record R1, R2, orientation, A-hang, B-hang, overlap length or quality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F913B6-EBF2-F542-E2A1-77C724A17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EA95E3-2CA3-8460-1781-6C168D343E60}"/>
              </a:ext>
            </a:extLst>
          </p:cNvPr>
          <p:cNvSpPr txBox="1"/>
          <p:nvPr/>
        </p:nvSpPr>
        <p:spPr>
          <a:xfrm>
            <a:off x="1763768" y="2215083"/>
            <a:ext cx="67101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AGATAGACA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AGACATAG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CAGATAC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ATAGACA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AGACTATAG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CAGATAC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CTCGAT</a:t>
            </a:r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04B9E8-7C78-FAD0-98F5-363EF468A770}"/>
              </a:ext>
            </a:extLst>
          </p:cNvPr>
          <p:cNvSpPr txBox="1"/>
          <p:nvPr/>
        </p:nvSpPr>
        <p:spPr>
          <a:xfrm>
            <a:off x="1763768" y="2958752"/>
            <a:ext cx="67101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AGATAGACA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AGACATAG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CAGATAC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ATAGACA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AGACTATAG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CAGATAC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CTCGAT</a:t>
            </a:r>
            <a:endParaRPr lang="en-US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C8DA62-C26B-87C9-BC56-7247E1A030D8}"/>
              </a:ext>
            </a:extLst>
          </p:cNvPr>
          <p:cNvSpPr/>
          <p:nvPr/>
        </p:nvSpPr>
        <p:spPr>
          <a:xfrm>
            <a:off x="2128344" y="3021391"/>
            <a:ext cx="1623848" cy="534550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74FA7B-4E76-0D79-AC58-BCD016257757}"/>
              </a:ext>
            </a:extLst>
          </p:cNvPr>
          <p:cNvSpPr/>
          <p:nvPr/>
        </p:nvSpPr>
        <p:spPr>
          <a:xfrm>
            <a:off x="3752192" y="2270973"/>
            <a:ext cx="1941786" cy="534550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5672CF-467D-508A-E129-8125277AA5AF}"/>
              </a:ext>
            </a:extLst>
          </p:cNvPr>
          <p:cNvSpPr txBox="1"/>
          <p:nvPr/>
        </p:nvSpPr>
        <p:spPr>
          <a:xfrm>
            <a:off x="1729612" y="4237047"/>
            <a:ext cx="6710198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R1(+): AGATAGACA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AGACATAG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CAGATAC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R2(-): ATAGACA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AGACTATAG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CAGATAC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CTCGAT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/>
              <a:t>Overlap: </a:t>
            </a:r>
          </a:p>
          <a:p>
            <a:r>
              <a:rPr lang="en-US" sz="2800" b="1" dirty="0"/>
              <a:t>R1 R2 – 1 5 27 or</a:t>
            </a:r>
          </a:p>
          <a:p>
            <a:r>
              <a:rPr lang="en-US" sz="2800" b="1" dirty="0"/>
              <a:t>R1 R2 – 2 5 26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5F16AD-1890-4D7E-8B80-3C06FB189F27}"/>
              </a:ext>
            </a:extLst>
          </p:cNvPr>
          <p:cNvSpPr/>
          <p:nvPr/>
        </p:nvSpPr>
        <p:spPr>
          <a:xfrm>
            <a:off x="2906162" y="4544840"/>
            <a:ext cx="3705416" cy="282648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982319-37F9-4278-9C6B-0F9CD90353ED}"/>
              </a:ext>
            </a:extLst>
          </p:cNvPr>
          <p:cNvSpPr/>
          <p:nvPr/>
        </p:nvSpPr>
        <p:spPr>
          <a:xfrm>
            <a:off x="3040455" y="4250102"/>
            <a:ext cx="3571123" cy="282648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640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12262</TotalTime>
  <Words>1404</Words>
  <Application>Microsoft Office PowerPoint</Application>
  <PresentationFormat>Widescreen</PresentationFormat>
  <Paragraphs>208</Paragraphs>
  <Slides>30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Courier New</vt:lpstr>
      <vt:lpstr>Trebuchet MS</vt:lpstr>
      <vt:lpstr>Office Theme</vt:lpstr>
      <vt:lpstr>PowerPoint Presentation</vt:lpstr>
      <vt:lpstr>Overview</vt:lpstr>
      <vt:lpstr>Sequencing technologes: Illumina</vt:lpstr>
      <vt:lpstr>Sequencing technologes: Illumina</vt:lpstr>
      <vt:lpstr>Sequencing: GC bias</vt:lpstr>
      <vt:lpstr>Sequencing technologies:  PacBio CLR/HiFi</vt:lpstr>
      <vt:lpstr>Sequencing technologies:  PacBio CLR/HiFi</vt:lpstr>
      <vt:lpstr>Sequencing technologies:  PacBio CLR/HiFi</vt:lpstr>
      <vt:lpstr>Sequencing technologies:  PacBio CLR/HiFi</vt:lpstr>
      <vt:lpstr>Sequencing technologies: Oxford Nanopore</vt:lpstr>
      <vt:lpstr>Sequencing technologies: Oxford Nanopore</vt:lpstr>
      <vt:lpstr>Dealing with errors in the reads</vt:lpstr>
      <vt:lpstr>Types of sequencing reads</vt:lpstr>
      <vt:lpstr>Types of sequencing reads</vt:lpstr>
      <vt:lpstr>Types of sequencing reads</vt:lpstr>
      <vt:lpstr>Types of sequencing reads</vt:lpstr>
      <vt:lpstr>Types of sequencing reads</vt:lpstr>
      <vt:lpstr>Types of sequencing reads</vt:lpstr>
      <vt:lpstr>What kind of data do you get?</vt:lpstr>
      <vt:lpstr>Hi-C scaffolding: why it works?</vt:lpstr>
      <vt:lpstr>Sequencing: what could go wrong</vt:lpstr>
      <vt:lpstr>Repeat regions cause mistakes</vt:lpstr>
      <vt:lpstr>Long reads help avoid mistakes</vt:lpstr>
      <vt:lpstr>Choosing the right sequencing strategy</vt:lpstr>
      <vt:lpstr>Assembly levels</vt:lpstr>
      <vt:lpstr>Genome assembly strategies</vt:lpstr>
      <vt:lpstr>Overlap-Layout-Consensus</vt:lpstr>
      <vt:lpstr>Overlap</vt:lpstr>
      <vt:lpstr>Recording an overlap</vt:lpstr>
      <vt:lpstr>Overlap is not an alignment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</dc:creator>
  <cp:lastModifiedBy>Aleksey Zimin</cp:lastModifiedBy>
  <cp:revision>36</cp:revision>
  <dcterms:created xsi:type="dcterms:W3CDTF">2013-08-21T19:17:07Z</dcterms:created>
  <dcterms:modified xsi:type="dcterms:W3CDTF">2025-09-21T23:25:30Z</dcterms:modified>
</cp:coreProperties>
</file>