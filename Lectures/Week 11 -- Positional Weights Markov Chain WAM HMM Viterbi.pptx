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notesSlides/notesSlide1.xml" ContentType="application/vnd.openxmlformats-officedocument.presentationml.notesSlide+xml"/>
  <Override PartName="/ppt/ink/ink17.xml" ContentType="application/inkml+xml"/>
  <Override PartName="/ppt/ink/ink18.xml" ContentType="application/inkml+xml"/>
  <Override PartName="/ppt/ink/ink19.xml" ContentType="application/inkml+xml"/>
  <Override PartName="/ppt/ink/ink20.xml" ContentType="application/inkml+xml"/>
  <Override PartName="/ppt/notesSlides/notesSlide2.xml" ContentType="application/vnd.openxmlformats-officedocument.presentationml.notesSlide+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3"/>
  </p:notesMasterIdLst>
  <p:sldIdLst>
    <p:sldId id="272" r:id="rId2"/>
    <p:sldId id="841" r:id="rId3"/>
    <p:sldId id="851" r:id="rId4"/>
    <p:sldId id="880" r:id="rId5"/>
    <p:sldId id="881" r:id="rId6"/>
    <p:sldId id="854" r:id="rId7"/>
    <p:sldId id="855" r:id="rId8"/>
    <p:sldId id="811" r:id="rId9"/>
    <p:sldId id="857" r:id="rId10"/>
    <p:sldId id="858" r:id="rId11"/>
    <p:sldId id="859" r:id="rId12"/>
    <p:sldId id="860" r:id="rId13"/>
    <p:sldId id="856" r:id="rId14"/>
    <p:sldId id="852" r:id="rId15"/>
    <p:sldId id="853" r:id="rId16"/>
    <p:sldId id="866" r:id="rId17"/>
    <p:sldId id="868" r:id="rId18"/>
    <p:sldId id="869" r:id="rId19"/>
    <p:sldId id="898" r:id="rId20"/>
    <p:sldId id="899" r:id="rId21"/>
    <p:sldId id="861" r:id="rId22"/>
    <p:sldId id="902" r:id="rId23"/>
    <p:sldId id="901" r:id="rId24"/>
    <p:sldId id="903" r:id="rId25"/>
    <p:sldId id="862" r:id="rId26"/>
    <p:sldId id="870" r:id="rId27"/>
    <p:sldId id="863" r:id="rId28"/>
    <p:sldId id="864" r:id="rId29"/>
    <p:sldId id="865" r:id="rId30"/>
    <p:sldId id="871" r:id="rId31"/>
    <p:sldId id="872" r:id="rId32"/>
    <p:sldId id="873" r:id="rId33"/>
    <p:sldId id="874" r:id="rId34"/>
    <p:sldId id="875" r:id="rId35"/>
    <p:sldId id="876" r:id="rId36"/>
    <p:sldId id="877" r:id="rId37"/>
    <p:sldId id="878" r:id="rId38"/>
    <p:sldId id="879" r:id="rId39"/>
    <p:sldId id="882" r:id="rId40"/>
    <p:sldId id="883" r:id="rId41"/>
    <p:sldId id="884" r:id="rId42"/>
    <p:sldId id="885" r:id="rId43"/>
    <p:sldId id="886" r:id="rId44"/>
    <p:sldId id="887" r:id="rId45"/>
    <p:sldId id="888" r:id="rId46"/>
    <p:sldId id="890" r:id="rId47"/>
    <p:sldId id="891" r:id="rId48"/>
    <p:sldId id="894" r:id="rId49"/>
    <p:sldId id="895" r:id="rId50"/>
    <p:sldId id="892" r:id="rId51"/>
    <p:sldId id="896" r:id="rId52"/>
    <p:sldId id="893" r:id="rId53"/>
    <p:sldId id="897" r:id="rId54"/>
    <p:sldId id="908" r:id="rId55"/>
    <p:sldId id="904" r:id="rId56"/>
    <p:sldId id="905" r:id="rId57"/>
    <p:sldId id="906" r:id="rId58"/>
    <p:sldId id="907" r:id="rId59"/>
    <p:sldId id="557" r:id="rId60"/>
    <p:sldId id="559" r:id="rId61"/>
    <p:sldId id="560" r:id="rId6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18ACF"/>
    <a:srgbClr val="D68B1C"/>
    <a:srgbClr val="BE0260"/>
    <a:srgbClr val="D0005E"/>
    <a:srgbClr val="D09622"/>
    <a:srgbClr val="CC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AE049C7-D586-4610-81C5-339B86C590E4}" v="360" dt="2025-11-07T14:37:08.23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227" autoAdjust="0"/>
    <p:restoredTop sz="93721" autoAdjust="0"/>
  </p:normalViewPr>
  <p:slideViewPr>
    <p:cSldViewPr snapToGrid="0">
      <p:cViewPr varScale="1">
        <p:scale>
          <a:sx n="99" d="100"/>
          <a:sy n="99" d="100"/>
        </p:scale>
        <p:origin x="240" y="84"/>
      </p:cViewPr>
      <p:guideLst>
        <p:guide orient="horz" pos="2160"/>
        <p:guide pos="3840"/>
      </p:guideLst>
    </p:cSldViewPr>
  </p:slideViewPr>
  <p:notesTextViewPr>
    <p:cViewPr>
      <p:scale>
        <a:sx n="1" d="1"/>
        <a:sy n="1" d="1"/>
      </p:scale>
      <p:origin x="0" y="0"/>
    </p:cViewPr>
  </p:notesTextViewPr>
  <p:gridSpacing cx="152705" cy="152705"/>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notesMaster" Target="notesMasters/notesMaster1.xml"/><Relationship Id="rId68"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69"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ksey Zimin" userId="7f2637d0bc515791" providerId="LiveId" clId="{1C363C82-C939-44FC-A8A5-AEBBD531DAF7}"/>
    <pc:docChg chg="undo redo custSel addSld delSld modSld">
      <pc:chgData name="Aleksey Zimin" userId="7f2637d0bc515791" providerId="LiveId" clId="{1C363C82-C939-44FC-A8A5-AEBBD531DAF7}" dt="2025-11-05T08:48:01.946" v="2936" actId="6549"/>
      <pc:docMkLst>
        <pc:docMk/>
      </pc:docMkLst>
      <pc:sldChg chg="modSp mod">
        <pc:chgData name="Aleksey Zimin" userId="7f2637d0bc515791" providerId="LiveId" clId="{1C363C82-C939-44FC-A8A5-AEBBD531DAF7}" dt="2025-11-05T07:49:46.836" v="331" actId="20577"/>
        <pc:sldMkLst>
          <pc:docMk/>
          <pc:sldMk cId="1777305015" sldId="861"/>
        </pc:sldMkLst>
        <pc:spChg chg="mod">
          <ac:chgData name="Aleksey Zimin" userId="7f2637d0bc515791" providerId="LiveId" clId="{1C363C82-C939-44FC-A8A5-AEBBD531DAF7}" dt="2025-11-05T07:49:46.836" v="331" actId="20577"/>
          <ac:spMkLst>
            <pc:docMk/>
            <pc:sldMk cId="1777305015" sldId="861"/>
            <ac:spMk id="3" creationId="{12CE0587-976A-8645-BAF8-D412EA4D0C31}"/>
          </ac:spMkLst>
        </pc:spChg>
      </pc:sldChg>
      <pc:sldChg chg="modSp mod modAnim">
        <pc:chgData name="Aleksey Zimin" userId="7f2637d0bc515791" providerId="LiveId" clId="{1C363C82-C939-44FC-A8A5-AEBBD531DAF7}" dt="2025-11-05T07:57:15.236" v="514" actId="20577"/>
        <pc:sldMkLst>
          <pc:docMk/>
          <pc:sldMk cId="3443782089" sldId="862"/>
        </pc:sldMkLst>
        <pc:spChg chg="mod">
          <ac:chgData name="Aleksey Zimin" userId="7f2637d0bc515791" providerId="LiveId" clId="{1C363C82-C939-44FC-A8A5-AEBBD531DAF7}" dt="2025-11-05T07:57:15.236" v="514" actId="20577"/>
          <ac:spMkLst>
            <pc:docMk/>
            <pc:sldMk cId="3443782089" sldId="862"/>
            <ac:spMk id="2" creationId="{6148DCA8-073B-2BCE-940F-3DFA29F35218}"/>
          </ac:spMkLst>
        </pc:spChg>
        <pc:spChg chg="mod">
          <ac:chgData name="Aleksey Zimin" userId="7f2637d0bc515791" providerId="LiveId" clId="{1C363C82-C939-44FC-A8A5-AEBBD531DAF7}" dt="2025-11-05T07:56:13.164" v="498" actId="20577"/>
          <ac:spMkLst>
            <pc:docMk/>
            <pc:sldMk cId="3443782089" sldId="862"/>
            <ac:spMk id="3" creationId="{A353E0F9-6B84-78E0-8AA7-8A09E45285D9}"/>
          </ac:spMkLst>
        </pc:spChg>
      </pc:sldChg>
      <pc:sldChg chg="modSp mod">
        <pc:chgData name="Aleksey Zimin" userId="7f2637d0bc515791" providerId="LiveId" clId="{1C363C82-C939-44FC-A8A5-AEBBD531DAF7}" dt="2025-11-05T07:55:06.030" v="474" actId="20577"/>
        <pc:sldMkLst>
          <pc:docMk/>
          <pc:sldMk cId="1731479648" sldId="863"/>
        </pc:sldMkLst>
        <pc:spChg chg="mod">
          <ac:chgData name="Aleksey Zimin" userId="7f2637d0bc515791" providerId="LiveId" clId="{1C363C82-C939-44FC-A8A5-AEBBD531DAF7}" dt="2025-11-05T07:55:06.030" v="474" actId="20577"/>
          <ac:spMkLst>
            <pc:docMk/>
            <pc:sldMk cId="1731479648" sldId="863"/>
            <ac:spMk id="3" creationId="{8014B6AC-11A8-4B13-35A2-65F3080A2081}"/>
          </ac:spMkLst>
        </pc:spChg>
        <pc:spChg chg="mod">
          <ac:chgData name="Aleksey Zimin" userId="7f2637d0bc515791" providerId="LiveId" clId="{1C363C82-C939-44FC-A8A5-AEBBD531DAF7}" dt="2025-11-05T07:54:12.258" v="463" actId="1076"/>
          <ac:spMkLst>
            <pc:docMk/>
            <pc:sldMk cId="1731479648" sldId="863"/>
            <ac:spMk id="5" creationId="{E8A5BDDE-0405-DA21-B4BA-46E66DDFB1FF}"/>
          </ac:spMkLst>
        </pc:spChg>
      </pc:sldChg>
      <pc:sldChg chg="modSp">
        <pc:chgData name="Aleksey Zimin" userId="7f2637d0bc515791" providerId="LiveId" clId="{1C363C82-C939-44FC-A8A5-AEBBD531DAF7}" dt="2025-11-05T07:58:50.737" v="518" actId="113"/>
        <pc:sldMkLst>
          <pc:docMk/>
          <pc:sldMk cId="3640467478" sldId="866"/>
        </pc:sldMkLst>
        <pc:spChg chg="mod">
          <ac:chgData name="Aleksey Zimin" userId="7f2637d0bc515791" providerId="LiveId" clId="{1C363C82-C939-44FC-A8A5-AEBBD531DAF7}" dt="2025-11-05T07:58:50.737" v="518" actId="113"/>
          <ac:spMkLst>
            <pc:docMk/>
            <pc:sldMk cId="3640467478" sldId="866"/>
            <ac:spMk id="21" creationId="{BB50C94E-B231-39D3-72F0-7360E8C5C211}"/>
          </ac:spMkLst>
        </pc:spChg>
      </pc:sldChg>
      <pc:sldChg chg="modSp">
        <pc:chgData name="Aleksey Zimin" userId="7f2637d0bc515791" providerId="LiveId" clId="{1C363C82-C939-44FC-A8A5-AEBBD531DAF7}" dt="2025-11-05T07:59:01.377" v="520" actId="113"/>
        <pc:sldMkLst>
          <pc:docMk/>
          <pc:sldMk cId="749512955" sldId="868"/>
        </pc:sldMkLst>
        <pc:spChg chg="mod">
          <ac:chgData name="Aleksey Zimin" userId="7f2637d0bc515791" providerId="LiveId" clId="{1C363C82-C939-44FC-A8A5-AEBBD531DAF7}" dt="2025-11-05T07:59:01.377" v="520" actId="113"/>
          <ac:spMkLst>
            <pc:docMk/>
            <pc:sldMk cId="749512955" sldId="868"/>
            <ac:spMk id="21" creationId="{63EB80CD-B586-BD85-55F4-B87AF6C1ED9C}"/>
          </ac:spMkLst>
        </pc:spChg>
      </pc:sldChg>
      <pc:sldChg chg="modSp mod">
        <pc:chgData name="Aleksey Zimin" userId="7f2637d0bc515791" providerId="LiveId" clId="{1C363C82-C939-44FC-A8A5-AEBBD531DAF7}" dt="2025-11-05T07:58:21.623" v="515" actId="255"/>
        <pc:sldMkLst>
          <pc:docMk/>
          <pc:sldMk cId="1007581351" sldId="869"/>
        </pc:sldMkLst>
        <pc:spChg chg="mod">
          <ac:chgData name="Aleksey Zimin" userId="7f2637d0bc515791" providerId="LiveId" clId="{1C363C82-C939-44FC-A8A5-AEBBD531DAF7}" dt="2025-11-05T07:58:21.623" v="515" actId="255"/>
          <ac:spMkLst>
            <pc:docMk/>
            <pc:sldMk cId="1007581351" sldId="869"/>
            <ac:spMk id="21" creationId="{0894BA7D-F776-4BF8-E677-A0F6BD73892D}"/>
          </ac:spMkLst>
        </pc:spChg>
      </pc:sldChg>
      <pc:sldChg chg="modSp">
        <pc:chgData name="Aleksey Zimin" userId="7f2637d0bc515791" providerId="LiveId" clId="{1C363C82-C939-44FC-A8A5-AEBBD531DAF7}" dt="2025-11-05T08:48:01.946" v="2936" actId="6549"/>
        <pc:sldMkLst>
          <pc:docMk/>
          <pc:sldMk cId="2143161316" sldId="870"/>
        </pc:sldMkLst>
        <pc:spChg chg="mod">
          <ac:chgData name="Aleksey Zimin" userId="7f2637d0bc515791" providerId="LiveId" clId="{1C363C82-C939-44FC-A8A5-AEBBD531DAF7}" dt="2025-11-05T08:48:01.946" v="2936" actId="6549"/>
          <ac:spMkLst>
            <pc:docMk/>
            <pc:sldMk cId="2143161316" sldId="870"/>
            <ac:spMk id="3" creationId="{46FDFBAF-8918-9EF7-DB9F-8779A3510868}"/>
          </ac:spMkLst>
        </pc:spChg>
      </pc:sldChg>
      <pc:sldChg chg="modSp mod">
        <pc:chgData name="Aleksey Zimin" userId="7f2637d0bc515791" providerId="LiveId" clId="{1C363C82-C939-44FC-A8A5-AEBBD531DAF7}" dt="2025-11-05T08:03:58.273" v="1404" actId="20577"/>
        <pc:sldMkLst>
          <pc:docMk/>
          <pc:sldMk cId="3765495272" sldId="898"/>
        </pc:sldMkLst>
        <pc:spChg chg="mod">
          <ac:chgData name="Aleksey Zimin" userId="7f2637d0bc515791" providerId="LiveId" clId="{1C363C82-C939-44FC-A8A5-AEBBD531DAF7}" dt="2025-11-05T08:03:58.273" v="1404" actId="20577"/>
          <ac:spMkLst>
            <pc:docMk/>
            <pc:sldMk cId="3765495272" sldId="898"/>
            <ac:spMk id="3" creationId="{46A9CE8A-8961-BF4E-40DE-A60A651AE001}"/>
          </ac:spMkLst>
        </pc:spChg>
        <pc:cxnChg chg="mod">
          <ac:chgData name="Aleksey Zimin" userId="7f2637d0bc515791" providerId="LiveId" clId="{1C363C82-C939-44FC-A8A5-AEBBD531DAF7}" dt="2025-11-05T08:03:35.634" v="1355" actId="1076"/>
          <ac:cxnSpMkLst>
            <pc:docMk/>
            <pc:sldMk cId="3765495272" sldId="898"/>
            <ac:cxnSpMk id="50" creationId="{D66C14CA-88FE-1B7F-478F-6E161B35006D}"/>
          </ac:cxnSpMkLst>
        </pc:cxnChg>
        <pc:cxnChg chg="mod">
          <ac:chgData name="Aleksey Zimin" userId="7f2637d0bc515791" providerId="LiveId" clId="{1C363C82-C939-44FC-A8A5-AEBBD531DAF7}" dt="2025-11-05T08:03:31.085" v="1354" actId="1076"/>
          <ac:cxnSpMkLst>
            <pc:docMk/>
            <pc:sldMk cId="3765495272" sldId="898"/>
            <ac:cxnSpMk id="53" creationId="{B6E53995-9AB7-7CAF-24E4-BC605C1D4478}"/>
          </ac:cxnSpMkLst>
        </pc:cxnChg>
      </pc:sldChg>
      <pc:sldChg chg="addSp delSp modSp mod">
        <pc:chgData name="Aleksey Zimin" userId="7f2637d0bc515791" providerId="LiveId" clId="{1C363C82-C939-44FC-A8A5-AEBBD531DAF7}" dt="2025-11-05T08:13:41.605" v="2184" actId="20577"/>
        <pc:sldMkLst>
          <pc:docMk/>
          <pc:sldMk cId="3424257516" sldId="899"/>
        </pc:sldMkLst>
        <pc:spChg chg="mod">
          <ac:chgData name="Aleksey Zimin" userId="7f2637d0bc515791" providerId="LiveId" clId="{1C363C82-C939-44FC-A8A5-AEBBD531DAF7}" dt="2025-11-05T08:13:41.605" v="2184" actId="20577"/>
          <ac:spMkLst>
            <pc:docMk/>
            <pc:sldMk cId="3424257516" sldId="899"/>
            <ac:spMk id="3" creationId="{B814D584-A877-B46B-2BDD-8844F77B3C21}"/>
          </ac:spMkLst>
        </pc:spChg>
        <pc:spChg chg="mod">
          <ac:chgData name="Aleksey Zimin" userId="7f2637d0bc515791" providerId="LiveId" clId="{1C363C82-C939-44FC-A8A5-AEBBD531DAF7}" dt="2025-11-05T08:05:52.550" v="1567" actId="1076"/>
          <ac:spMkLst>
            <pc:docMk/>
            <pc:sldMk cId="3424257516" sldId="899"/>
            <ac:spMk id="6" creationId="{E012A8A2-7B59-9583-E70B-A8BBD1DB760D}"/>
          </ac:spMkLst>
        </pc:spChg>
        <pc:spChg chg="mod">
          <ac:chgData name="Aleksey Zimin" userId="7f2637d0bc515791" providerId="LiveId" clId="{1C363C82-C939-44FC-A8A5-AEBBD531DAF7}" dt="2025-11-05T08:05:52.550" v="1567" actId="1076"/>
          <ac:spMkLst>
            <pc:docMk/>
            <pc:sldMk cId="3424257516" sldId="899"/>
            <ac:spMk id="8" creationId="{C99FAF67-3970-E829-844D-FFB7DDFBE3BF}"/>
          </ac:spMkLst>
        </pc:spChg>
        <pc:spChg chg="mod">
          <ac:chgData name="Aleksey Zimin" userId="7f2637d0bc515791" providerId="LiveId" clId="{1C363C82-C939-44FC-A8A5-AEBBD531DAF7}" dt="2025-11-05T08:05:52.550" v="1567" actId="1076"/>
          <ac:spMkLst>
            <pc:docMk/>
            <pc:sldMk cId="3424257516" sldId="899"/>
            <ac:spMk id="9" creationId="{31C1D808-FD07-ECC4-51C1-161FE711A8EC}"/>
          </ac:spMkLst>
        </pc:spChg>
        <pc:spChg chg="mod">
          <ac:chgData name="Aleksey Zimin" userId="7f2637d0bc515791" providerId="LiveId" clId="{1C363C82-C939-44FC-A8A5-AEBBD531DAF7}" dt="2025-11-05T08:05:52.550" v="1567" actId="1076"/>
          <ac:spMkLst>
            <pc:docMk/>
            <pc:sldMk cId="3424257516" sldId="899"/>
            <ac:spMk id="10" creationId="{5E840975-F43F-D221-DAF2-3FA3E262660F}"/>
          </ac:spMkLst>
        </pc:spChg>
        <pc:inkChg chg="mod">
          <ac:chgData name="Aleksey Zimin" userId="7f2637d0bc515791" providerId="LiveId" clId="{1C363C82-C939-44FC-A8A5-AEBBD531DAF7}" dt="2025-11-05T08:05:52.550" v="1567" actId="1076"/>
          <ac:inkMkLst>
            <pc:docMk/>
            <pc:sldMk cId="3424257516" sldId="899"/>
            <ac:inkMk id="17" creationId="{B7564B40-3474-D2D5-A753-80979674E91C}"/>
          </ac:inkMkLst>
        </pc:inkChg>
        <pc:inkChg chg="mod">
          <ac:chgData name="Aleksey Zimin" userId="7f2637d0bc515791" providerId="LiveId" clId="{1C363C82-C939-44FC-A8A5-AEBBD531DAF7}" dt="2025-11-05T08:05:52.550" v="1567" actId="1076"/>
          <ac:inkMkLst>
            <pc:docMk/>
            <pc:sldMk cId="3424257516" sldId="899"/>
            <ac:inkMk id="35" creationId="{999367F5-72F6-1F10-94D1-AC3562320F55}"/>
          </ac:inkMkLst>
        </pc:inkChg>
        <pc:inkChg chg="mod">
          <ac:chgData name="Aleksey Zimin" userId="7f2637d0bc515791" providerId="LiveId" clId="{1C363C82-C939-44FC-A8A5-AEBBD531DAF7}" dt="2025-11-05T08:05:52.550" v="1567" actId="1076"/>
          <ac:inkMkLst>
            <pc:docMk/>
            <pc:sldMk cId="3424257516" sldId="899"/>
            <ac:inkMk id="36" creationId="{F243284D-89D7-C818-5E11-F04932EF5D6A}"/>
          </ac:inkMkLst>
        </pc:inkChg>
        <pc:inkChg chg="mod">
          <ac:chgData name="Aleksey Zimin" userId="7f2637d0bc515791" providerId="LiveId" clId="{1C363C82-C939-44FC-A8A5-AEBBD531DAF7}" dt="2025-11-05T08:05:52.550" v="1567" actId="1076"/>
          <ac:inkMkLst>
            <pc:docMk/>
            <pc:sldMk cId="3424257516" sldId="899"/>
            <ac:inkMk id="37" creationId="{B339E501-BD7A-3E1A-04A5-09336F8EBFB5}"/>
          </ac:inkMkLst>
        </pc:inkChg>
        <pc:cxnChg chg="add mod">
          <ac:chgData name="Aleksey Zimin" userId="7f2637d0bc515791" providerId="LiveId" clId="{1C363C82-C939-44FC-A8A5-AEBBD531DAF7}" dt="2025-11-05T08:13:38.476" v="2178" actId="1076"/>
          <ac:cxnSpMkLst>
            <pc:docMk/>
            <pc:sldMk cId="3424257516" sldId="899"/>
            <ac:cxnSpMk id="11" creationId="{02B53A1F-5215-7E33-ABC2-E4912E7AEA54}"/>
          </ac:cxnSpMkLst>
        </pc:cxnChg>
        <pc:cxnChg chg="add mod">
          <ac:chgData name="Aleksey Zimin" userId="7f2637d0bc515791" providerId="LiveId" clId="{1C363C82-C939-44FC-A8A5-AEBBD531DAF7}" dt="2025-11-05T08:13:35.851" v="2177" actId="1076"/>
          <ac:cxnSpMkLst>
            <pc:docMk/>
            <pc:sldMk cId="3424257516" sldId="899"/>
            <ac:cxnSpMk id="15" creationId="{FEC310AF-9D32-22C4-EE7F-BB6E5353A57C}"/>
          </ac:cxnSpMkLst>
        </pc:cxnChg>
        <pc:cxnChg chg="mod">
          <ac:chgData name="Aleksey Zimin" userId="7f2637d0bc515791" providerId="LiveId" clId="{1C363C82-C939-44FC-A8A5-AEBBD531DAF7}" dt="2025-11-05T08:05:52.550" v="1567" actId="1076"/>
          <ac:cxnSpMkLst>
            <pc:docMk/>
            <pc:sldMk cId="3424257516" sldId="899"/>
            <ac:cxnSpMk id="16" creationId="{5AB5E933-91BB-5398-BDBA-1A49671895DF}"/>
          </ac:cxnSpMkLst>
        </pc:cxnChg>
        <pc:cxnChg chg="mod">
          <ac:chgData name="Aleksey Zimin" userId="7f2637d0bc515791" providerId="LiveId" clId="{1C363C82-C939-44FC-A8A5-AEBBD531DAF7}" dt="2025-11-05T08:05:52.550" v="1567" actId="1076"/>
          <ac:cxnSpMkLst>
            <pc:docMk/>
            <pc:sldMk cId="3424257516" sldId="899"/>
            <ac:cxnSpMk id="38" creationId="{1F668BCA-890A-21E9-D316-C0E0CE0A80B4}"/>
          </ac:cxnSpMkLst>
        </pc:cxnChg>
        <pc:cxnChg chg="mod">
          <ac:chgData name="Aleksey Zimin" userId="7f2637d0bc515791" providerId="LiveId" clId="{1C363C82-C939-44FC-A8A5-AEBBD531DAF7}" dt="2025-11-05T08:05:41.596" v="1566" actId="1076"/>
          <ac:cxnSpMkLst>
            <pc:docMk/>
            <pc:sldMk cId="3424257516" sldId="899"/>
            <ac:cxnSpMk id="45" creationId="{7A79EF97-00D7-8D08-8121-C77B5B81D10E}"/>
          </ac:cxnSpMkLst>
        </pc:cxnChg>
        <pc:cxnChg chg="mod">
          <ac:chgData name="Aleksey Zimin" userId="7f2637d0bc515791" providerId="LiveId" clId="{1C363C82-C939-44FC-A8A5-AEBBD531DAF7}" dt="2025-11-05T08:13:30.930" v="2176" actId="1076"/>
          <ac:cxnSpMkLst>
            <pc:docMk/>
            <pc:sldMk cId="3424257516" sldId="899"/>
            <ac:cxnSpMk id="50" creationId="{DE188676-2728-DB3A-865C-39C679CB1E25}"/>
          </ac:cxnSpMkLst>
        </pc:cxnChg>
        <pc:cxnChg chg="mod">
          <ac:chgData name="Aleksey Zimin" userId="7f2637d0bc515791" providerId="LiveId" clId="{1C363C82-C939-44FC-A8A5-AEBBD531DAF7}" dt="2025-11-05T08:13:27.843" v="2175" actId="1076"/>
          <ac:cxnSpMkLst>
            <pc:docMk/>
            <pc:sldMk cId="3424257516" sldId="899"/>
            <ac:cxnSpMk id="53" creationId="{3BE28165-703F-50B1-AFFE-6326C6E7A967}"/>
          </ac:cxnSpMkLst>
        </pc:cxnChg>
      </pc:sldChg>
      <pc:sldChg chg="addSp modSp mod">
        <pc:chgData name="Aleksey Zimin" userId="7f2637d0bc515791" providerId="LiveId" clId="{1C363C82-C939-44FC-A8A5-AEBBD531DAF7}" dt="2025-11-05T08:43:42.488" v="2910"/>
        <pc:sldMkLst>
          <pc:docMk/>
          <pc:sldMk cId="1401334548" sldId="901"/>
        </pc:sldMkLst>
        <pc:spChg chg="mod">
          <ac:chgData name="Aleksey Zimin" userId="7f2637d0bc515791" providerId="LiveId" clId="{1C363C82-C939-44FC-A8A5-AEBBD531DAF7}" dt="2025-11-05T08:43:42.488" v="2910"/>
          <ac:spMkLst>
            <pc:docMk/>
            <pc:sldMk cId="1401334548" sldId="901"/>
            <ac:spMk id="3" creationId="{CB489B3A-38E8-7A0E-1E13-FE8DE2D3353B}"/>
          </ac:spMkLst>
        </pc:spChg>
        <pc:spChg chg="mod">
          <ac:chgData name="Aleksey Zimin" userId="7f2637d0bc515791" providerId="LiveId" clId="{1C363C82-C939-44FC-A8A5-AEBBD531DAF7}" dt="2025-11-05T08:29:00.278" v="2409" actId="1076"/>
          <ac:spMkLst>
            <pc:docMk/>
            <pc:sldMk cId="1401334548" sldId="901"/>
            <ac:spMk id="5" creationId="{C5DA5B8B-0AAD-041B-19F0-6E77511BBFCA}"/>
          </ac:spMkLst>
        </pc:spChg>
        <pc:spChg chg="mod">
          <ac:chgData name="Aleksey Zimin" userId="7f2637d0bc515791" providerId="LiveId" clId="{1C363C82-C939-44FC-A8A5-AEBBD531DAF7}" dt="2025-11-05T08:28:57.001" v="2408" actId="1076"/>
          <ac:spMkLst>
            <pc:docMk/>
            <pc:sldMk cId="1401334548" sldId="901"/>
            <ac:spMk id="6" creationId="{0F63BE1F-D971-12E0-5FCA-0638AC190084}"/>
          </ac:spMkLst>
        </pc:spChg>
        <pc:spChg chg="mod">
          <ac:chgData name="Aleksey Zimin" userId="7f2637d0bc515791" providerId="LiveId" clId="{1C363C82-C939-44FC-A8A5-AEBBD531DAF7}" dt="2025-11-05T08:29:05.346" v="2410" actId="1076"/>
          <ac:spMkLst>
            <pc:docMk/>
            <pc:sldMk cId="1401334548" sldId="901"/>
            <ac:spMk id="7" creationId="{0D318F84-24CA-D2E6-4ABE-2909459256F5}"/>
          </ac:spMkLst>
        </pc:spChg>
        <pc:spChg chg="add mod">
          <ac:chgData name="Aleksey Zimin" userId="7f2637d0bc515791" providerId="LiveId" clId="{1C363C82-C939-44FC-A8A5-AEBBD531DAF7}" dt="2025-11-05T08:29:16.392" v="2412" actId="1076"/>
          <ac:spMkLst>
            <pc:docMk/>
            <pc:sldMk cId="1401334548" sldId="901"/>
            <ac:spMk id="8" creationId="{318D31BC-AD0B-FE9A-369F-55708E1DC6C7}"/>
          </ac:spMkLst>
        </pc:spChg>
      </pc:sldChg>
      <pc:sldChg chg="addSp modSp new mod">
        <pc:chgData name="Aleksey Zimin" userId="7f2637d0bc515791" providerId="LiveId" clId="{1C363C82-C939-44FC-A8A5-AEBBD531DAF7}" dt="2025-11-05T07:56:57.557" v="506" actId="20577"/>
        <pc:sldMkLst>
          <pc:docMk/>
          <pc:sldMk cId="1208939962" sldId="902"/>
        </pc:sldMkLst>
        <pc:spChg chg="mod">
          <ac:chgData name="Aleksey Zimin" userId="7f2637d0bc515791" providerId="LiveId" clId="{1C363C82-C939-44FC-A8A5-AEBBD531DAF7}" dt="2025-11-05T07:45:35.386" v="11" actId="20577"/>
          <ac:spMkLst>
            <pc:docMk/>
            <pc:sldMk cId="1208939962" sldId="902"/>
            <ac:spMk id="2" creationId="{78ACBA8B-9259-2D6E-A91D-05614BD541F4}"/>
          </ac:spMkLst>
        </pc:spChg>
        <pc:spChg chg="mod">
          <ac:chgData name="Aleksey Zimin" userId="7f2637d0bc515791" providerId="LiveId" clId="{1C363C82-C939-44FC-A8A5-AEBBD531DAF7}" dt="2025-11-05T07:56:57.557" v="506" actId="20577"/>
          <ac:spMkLst>
            <pc:docMk/>
            <pc:sldMk cId="1208939962" sldId="902"/>
            <ac:spMk id="3" creationId="{41124C53-053A-062B-6B99-4EB1209BCFFA}"/>
          </ac:spMkLst>
        </pc:spChg>
        <pc:inkChg chg="add">
          <ac:chgData name="Aleksey Zimin" userId="7f2637d0bc515791" providerId="LiveId" clId="{1C363C82-C939-44FC-A8A5-AEBBD531DAF7}" dt="2025-11-05T07:52:50.948" v="459" actId="9405"/>
          <ac:inkMkLst>
            <pc:docMk/>
            <pc:sldMk cId="1208939962" sldId="902"/>
            <ac:inkMk id="5" creationId="{85E75B9D-65F8-8335-CF76-F7D2EE6CC642}"/>
          </ac:inkMkLst>
        </pc:inkChg>
      </pc:sldChg>
      <pc:sldChg chg="addSp delSp modSp new mod">
        <pc:chgData name="Aleksey Zimin" userId="7f2637d0bc515791" providerId="LiveId" clId="{1C363C82-C939-44FC-A8A5-AEBBD531DAF7}" dt="2025-11-05T08:44:49.694" v="2916" actId="20577"/>
        <pc:sldMkLst>
          <pc:docMk/>
          <pc:sldMk cId="1927832509" sldId="903"/>
        </pc:sldMkLst>
        <pc:spChg chg="mod">
          <ac:chgData name="Aleksey Zimin" userId="7f2637d0bc515791" providerId="LiveId" clId="{1C363C82-C939-44FC-A8A5-AEBBD531DAF7}" dt="2025-11-05T08:31:19.442" v="2453" actId="20577"/>
          <ac:spMkLst>
            <pc:docMk/>
            <pc:sldMk cId="1927832509" sldId="903"/>
            <ac:spMk id="2" creationId="{8E4CCE10-6DAD-808F-B2CC-C4FC0722C64A}"/>
          </ac:spMkLst>
        </pc:spChg>
        <pc:spChg chg="add mod">
          <ac:chgData name="Aleksey Zimin" userId="7f2637d0bc515791" providerId="LiveId" clId="{1C363C82-C939-44FC-A8A5-AEBBD531DAF7}" dt="2025-11-05T08:42:03.445" v="2896" actId="1076"/>
          <ac:spMkLst>
            <pc:docMk/>
            <pc:sldMk cId="1927832509" sldId="903"/>
            <ac:spMk id="6" creationId="{7392957A-6AFA-E6EE-BFF0-F9711B300A73}"/>
          </ac:spMkLst>
        </pc:spChg>
        <pc:spChg chg="add mod">
          <ac:chgData name="Aleksey Zimin" userId="7f2637d0bc515791" providerId="LiveId" clId="{1C363C82-C939-44FC-A8A5-AEBBD531DAF7}" dt="2025-11-05T08:41:28.758" v="2891" actId="1076"/>
          <ac:spMkLst>
            <pc:docMk/>
            <pc:sldMk cId="1927832509" sldId="903"/>
            <ac:spMk id="8" creationId="{B9EF1DA1-24B5-1D51-BA5A-1E2BC82DC350}"/>
          </ac:spMkLst>
        </pc:spChg>
        <pc:spChg chg="add mod">
          <ac:chgData name="Aleksey Zimin" userId="7f2637d0bc515791" providerId="LiveId" clId="{1C363C82-C939-44FC-A8A5-AEBBD531DAF7}" dt="2025-11-05T08:41:47.177" v="2893" actId="1076"/>
          <ac:spMkLst>
            <pc:docMk/>
            <pc:sldMk cId="1927832509" sldId="903"/>
            <ac:spMk id="10" creationId="{861AF165-9D0F-D604-FD7A-805D7293C929}"/>
          </ac:spMkLst>
        </pc:spChg>
        <pc:spChg chg="add mod">
          <ac:chgData name="Aleksey Zimin" userId="7f2637d0bc515791" providerId="LiveId" clId="{1C363C82-C939-44FC-A8A5-AEBBD531DAF7}" dt="2025-11-05T08:44:49.694" v="2916" actId="20577"/>
          <ac:spMkLst>
            <pc:docMk/>
            <pc:sldMk cId="1927832509" sldId="903"/>
            <ac:spMk id="12" creationId="{C0A98365-AF25-B956-D750-35857C7CA3FA}"/>
          </ac:spMkLst>
        </pc:spChg>
        <pc:picChg chg="add mod">
          <ac:chgData name="Aleksey Zimin" userId="7f2637d0bc515791" providerId="LiveId" clId="{1C363C82-C939-44FC-A8A5-AEBBD531DAF7}" dt="2025-11-05T08:31:25.478" v="2455"/>
          <ac:picMkLst>
            <pc:docMk/>
            <pc:sldMk cId="1927832509" sldId="903"/>
            <ac:picMk id="5" creationId="{1CB9A40F-DC97-079E-4832-D6ADA0639812}"/>
          </ac:picMkLst>
        </pc:picChg>
      </pc:sldChg>
    </pc:docChg>
  </pc:docChgLst>
  <pc:docChgLst>
    <pc:chgData name="Aleksey Zimin" userId="7f2637d0bc515791" providerId="LiveId" clId="{8553A319-8433-4677-8F80-E28D63617D4C}"/>
    <pc:docChg chg="undo redo custSel addSld delSld modSld sldOrd">
      <pc:chgData name="Aleksey Zimin" userId="7f2637d0bc515791" providerId="LiveId" clId="{8553A319-8433-4677-8F80-E28D63617D4C}" dt="2025-11-07T14:39:36.280" v="6842" actId="20577"/>
      <pc:docMkLst>
        <pc:docMk/>
      </pc:docMkLst>
      <pc:sldChg chg="modSp mod">
        <pc:chgData name="Aleksey Zimin" userId="7f2637d0bc515791" providerId="LiveId" clId="{8553A319-8433-4677-8F80-E28D63617D4C}" dt="2025-11-03T21:27:53.969" v="2488" actId="20577"/>
        <pc:sldMkLst>
          <pc:docMk/>
          <pc:sldMk cId="1052403946" sldId="272"/>
        </pc:sldMkLst>
        <pc:spChg chg="mod">
          <ac:chgData name="Aleksey Zimin" userId="7f2637d0bc515791" providerId="LiveId" clId="{8553A319-8433-4677-8F80-E28D63617D4C}" dt="2025-11-03T21:27:53.969" v="2488" actId="20577"/>
          <ac:spMkLst>
            <pc:docMk/>
            <pc:sldMk cId="1052403946" sldId="272"/>
            <ac:spMk id="6" creationId="{3DF0520F-6299-4676-8176-653C51F4D7A4}"/>
          </ac:spMkLst>
        </pc:spChg>
      </pc:sldChg>
      <pc:sldChg chg="modSp mod">
        <pc:chgData name="Aleksey Zimin" userId="7f2637d0bc515791" providerId="LiveId" clId="{8553A319-8433-4677-8F80-E28D63617D4C}" dt="2025-11-07T14:37:34.305" v="6799" actId="20577"/>
        <pc:sldMkLst>
          <pc:docMk/>
          <pc:sldMk cId="582660925" sldId="557"/>
        </pc:sldMkLst>
        <pc:spChg chg="mod">
          <ac:chgData name="Aleksey Zimin" userId="7f2637d0bc515791" providerId="LiveId" clId="{8553A319-8433-4677-8F80-E28D63617D4C}" dt="2025-11-07T14:37:34.305" v="6799" actId="20577"/>
          <ac:spMkLst>
            <pc:docMk/>
            <pc:sldMk cId="582660925" sldId="557"/>
            <ac:spMk id="2" creationId="{63591BA9-51AC-D3CF-5415-3A7693BA9A77}"/>
          </ac:spMkLst>
        </pc:spChg>
        <pc:spChg chg="mod">
          <ac:chgData name="Aleksey Zimin" userId="7f2637d0bc515791" providerId="LiveId" clId="{8553A319-8433-4677-8F80-E28D63617D4C}" dt="2025-11-07T14:27:36.808" v="5985" actId="33524"/>
          <ac:spMkLst>
            <pc:docMk/>
            <pc:sldMk cId="582660925" sldId="557"/>
            <ac:spMk id="3" creationId="{6424252B-75A5-A091-0B21-1EB810DA9B0E}"/>
          </ac:spMkLst>
        </pc:spChg>
      </pc:sldChg>
      <pc:sldChg chg="modSp mod ord modAnim">
        <pc:chgData name="Aleksey Zimin" userId="7f2637d0bc515791" providerId="LiveId" clId="{8553A319-8433-4677-8F80-E28D63617D4C}" dt="2025-11-04T16:38:58.442" v="4316"/>
        <pc:sldMkLst>
          <pc:docMk/>
          <pc:sldMk cId="688161546" sldId="853"/>
        </pc:sldMkLst>
        <pc:spChg chg="mod">
          <ac:chgData name="Aleksey Zimin" userId="7f2637d0bc515791" providerId="LiveId" clId="{8553A319-8433-4677-8F80-E28D63617D4C}" dt="2025-11-04T16:24:54.633" v="3979" actId="20577"/>
          <ac:spMkLst>
            <pc:docMk/>
            <pc:sldMk cId="688161546" sldId="853"/>
            <ac:spMk id="3" creationId="{A241362D-6289-93C2-9175-08BB8693B456}"/>
          </ac:spMkLst>
        </pc:spChg>
        <pc:picChg chg="mod">
          <ac:chgData name="Aleksey Zimin" userId="7f2637d0bc515791" providerId="LiveId" clId="{8553A319-8433-4677-8F80-E28D63617D4C}" dt="2025-11-04T16:24:57.215" v="3980" actId="1076"/>
          <ac:picMkLst>
            <pc:docMk/>
            <pc:sldMk cId="688161546" sldId="853"/>
            <ac:picMk id="6" creationId="{96420FFC-EA14-08C2-EC8D-168F81626249}"/>
          </ac:picMkLst>
        </pc:picChg>
      </pc:sldChg>
      <pc:sldChg chg="addSp delSp modSp mod">
        <pc:chgData name="Aleksey Zimin" userId="7f2637d0bc515791" providerId="LiveId" clId="{8553A319-8433-4677-8F80-E28D63617D4C}" dt="2025-11-04T18:43:15.935" v="5848" actId="20577"/>
        <pc:sldMkLst>
          <pc:docMk/>
          <pc:sldMk cId="1777305015" sldId="861"/>
        </pc:sldMkLst>
        <pc:spChg chg="mod">
          <ac:chgData name="Aleksey Zimin" userId="7f2637d0bc515791" providerId="LiveId" clId="{8553A319-8433-4677-8F80-E28D63617D4C}" dt="2025-11-04T17:30:44.338" v="4340" actId="20577"/>
          <ac:spMkLst>
            <pc:docMk/>
            <pc:sldMk cId="1777305015" sldId="861"/>
            <ac:spMk id="2" creationId="{AF2437D8-7DD7-C7AD-D3ED-0A62003EA336}"/>
          </ac:spMkLst>
        </pc:spChg>
        <pc:spChg chg="mod">
          <ac:chgData name="Aleksey Zimin" userId="7f2637d0bc515791" providerId="LiveId" clId="{8553A319-8433-4677-8F80-E28D63617D4C}" dt="2025-11-04T18:43:15.935" v="5848" actId="20577"/>
          <ac:spMkLst>
            <pc:docMk/>
            <pc:sldMk cId="1777305015" sldId="861"/>
            <ac:spMk id="3" creationId="{12CE0587-976A-8645-BAF8-D412EA4D0C31}"/>
          </ac:spMkLst>
        </pc:spChg>
      </pc:sldChg>
      <pc:sldChg chg="addSp modSp mod">
        <pc:chgData name="Aleksey Zimin" userId="7f2637d0bc515791" providerId="LiveId" clId="{8553A319-8433-4677-8F80-E28D63617D4C}" dt="2025-11-04T18:12:58.520" v="5277" actId="20577"/>
        <pc:sldMkLst>
          <pc:docMk/>
          <pc:sldMk cId="3443782089" sldId="862"/>
        </pc:sldMkLst>
        <pc:spChg chg="mod">
          <ac:chgData name="Aleksey Zimin" userId="7f2637d0bc515791" providerId="LiveId" clId="{8553A319-8433-4677-8F80-E28D63617D4C}" dt="2025-11-04T17:34:31.811" v="4434" actId="20577"/>
          <ac:spMkLst>
            <pc:docMk/>
            <pc:sldMk cId="3443782089" sldId="862"/>
            <ac:spMk id="2" creationId="{6148DCA8-073B-2BCE-940F-3DFA29F35218}"/>
          </ac:spMkLst>
        </pc:spChg>
        <pc:spChg chg="mod">
          <ac:chgData name="Aleksey Zimin" userId="7f2637d0bc515791" providerId="LiveId" clId="{8553A319-8433-4677-8F80-E28D63617D4C}" dt="2025-11-04T18:12:58.520" v="5277" actId="20577"/>
          <ac:spMkLst>
            <pc:docMk/>
            <pc:sldMk cId="3443782089" sldId="862"/>
            <ac:spMk id="3" creationId="{A353E0F9-6B84-78E0-8AA7-8A09E45285D9}"/>
          </ac:spMkLst>
        </pc:spChg>
        <pc:spChg chg="mod">
          <ac:chgData name="Aleksey Zimin" userId="7f2637d0bc515791" providerId="LiveId" clId="{8553A319-8433-4677-8F80-E28D63617D4C}" dt="2025-11-04T16:57:46.660" v="4333" actId="1076"/>
          <ac:spMkLst>
            <pc:docMk/>
            <pc:sldMk cId="3443782089" sldId="862"/>
            <ac:spMk id="6" creationId="{78DD4042-8A43-3B28-FB99-A424D208671D}"/>
          </ac:spMkLst>
        </pc:spChg>
        <pc:inkChg chg="add">
          <ac:chgData name="Aleksey Zimin" userId="7f2637d0bc515791" providerId="LiveId" clId="{8553A319-8433-4677-8F80-E28D63617D4C}" dt="2025-11-04T16:04:11.675" v="2513" actId="9405"/>
          <ac:inkMkLst>
            <pc:docMk/>
            <pc:sldMk cId="3443782089" sldId="862"/>
            <ac:inkMk id="5" creationId="{29AA2238-149C-70C6-B1BC-E94DD206EFD6}"/>
          </ac:inkMkLst>
        </pc:inkChg>
      </pc:sldChg>
      <pc:sldChg chg="modSp mod">
        <pc:chgData name="Aleksey Zimin" userId="7f2637d0bc515791" providerId="LiveId" clId="{8553A319-8433-4677-8F80-E28D63617D4C}" dt="2025-11-04T16:35:47.552" v="4265" actId="20577"/>
        <pc:sldMkLst>
          <pc:docMk/>
          <pc:sldMk cId="1731479648" sldId="863"/>
        </pc:sldMkLst>
        <pc:spChg chg="mod">
          <ac:chgData name="Aleksey Zimin" userId="7f2637d0bc515791" providerId="LiveId" clId="{8553A319-8433-4677-8F80-E28D63617D4C}" dt="2025-11-04T16:35:30.551" v="4252" actId="20577"/>
          <ac:spMkLst>
            <pc:docMk/>
            <pc:sldMk cId="1731479648" sldId="863"/>
            <ac:spMk id="2" creationId="{9FA55D9D-9CFA-E3E5-F3E9-76BB0B94B400}"/>
          </ac:spMkLst>
        </pc:spChg>
        <pc:spChg chg="mod">
          <ac:chgData name="Aleksey Zimin" userId="7f2637d0bc515791" providerId="LiveId" clId="{8553A319-8433-4677-8F80-E28D63617D4C}" dt="2025-11-04T16:35:47.552" v="4265" actId="20577"/>
          <ac:spMkLst>
            <pc:docMk/>
            <pc:sldMk cId="1731479648" sldId="863"/>
            <ac:spMk id="3" creationId="{8014B6AC-11A8-4B13-35A2-65F3080A2081}"/>
          </ac:spMkLst>
        </pc:spChg>
      </pc:sldChg>
      <pc:sldChg chg="modSp mod">
        <pc:chgData name="Aleksey Zimin" userId="7f2637d0bc515791" providerId="LiveId" clId="{8553A319-8433-4677-8F80-E28D63617D4C}" dt="2025-11-04T18:46:39.245" v="5981" actId="20577"/>
        <pc:sldMkLst>
          <pc:docMk/>
          <pc:sldMk cId="80240427" sldId="864"/>
        </pc:sldMkLst>
        <pc:spChg chg="mod">
          <ac:chgData name="Aleksey Zimin" userId="7f2637d0bc515791" providerId="LiveId" clId="{8553A319-8433-4677-8F80-E28D63617D4C}" dt="2025-11-04T17:35:13.586" v="4442" actId="14100"/>
          <ac:spMkLst>
            <pc:docMk/>
            <pc:sldMk cId="80240427" sldId="864"/>
            <ac:spMk id="2" creationId="{733C5DCC-C520-670E-6642-CE9D0E7199CB}"/>
          </ac:spMkLst>
        </pc:spChg>
        <pc:spChg chg="mod">
          <ac:chgData name="Aleksey Zimin" userId="7f2637d0bc515791" providerId="LiveId" clId="{8553A319-8433-4677-8F80-E28D63617D4C}" dt="2025-11-04T18:46:39.245" v="5981" actId="20577"/>
          <ac:spMkLst>
            <pc:docMk/>
            <pc:sldMk cId="80240427" sldId="864"/>
            <ac:spMk id="3" creationId="{CB50CE74-1411-C091-C2D9-3D46CF9D22E3}"/>
          </ac:spMkLst>
        </pc:spChg>
      </pc:sldChg>
      <pc:sldChg chg="modSp">
        <pc:chgData name="Aleksey Zimin" userId="7f2637d0bc515791" providerId="LiveId" clId="{8553A319-8433-4677-8F80-E28D63617D4C}" dt="2025-11-04T17:57:48.214" v="5037" actId="255"/>
        <pc:sldMkLst>
          <pc:docMk/>
          <pc:sldMk cId="749512955" sldId="868"/>
        </pc:sldMkLst>
        <pc:spChg chg="mod">
          <ac:chgData name="Aleksey Zimin" userId="7f2637d0bc515791" providerId="LiveId" clId="{8553A319-8433-4677-8F80-E28D63617D4C}" dt="2025-11-04T17:57:48.214" v="5037" actId="255"/>
          <ac:spMkLst>
            <pc:docMk/>
            <pc:sldMk cId="749512955" sldId="868"/>
            <ac:spMk id="21" creationId="{63EB80CD-B586-BD85-55F4-B87AF6C1ED9C}"/>
          </ac:spMkLst>
        </pc:spChg>
      </pc:sldChg>
      <pc:sldChg chg="modSp mod modAnim">
        <pc:chgData name="Aleksey Zimin" userId="7f2637d0bc515791" providerId="LiveId" clId="{8553A319-8433-4677-8F80-E28D63617D4C}" dt="2025-11-04T17:33:26.061" v="4426" actId="27636"/>
        <pc:sldMkLst>
          <pc:docMk/>
          <pc:sldMk cId="2143161316" sldId="870"/>
        </pc:sldMkLst>
        <pc:spChg chg="mod">
          <ac:chgData name="Aleksey Zimin" userId="7f2637d0bc515791" providerId="LiveId" clId="{8553A319-8433-4677-8F80-E28D63617D4C}" dt="2025-11-04T17:33:26.061" v="4426" actId="27636"/>
          <ac:spMkLst>
            <pc:docMk/>
            <pc:sldMk cId="2143161316" sldId="870"/>
            <ac:spMk id="3" creationId="{46FDFBAF-8918-9EF7-DB9F-8779A3510868}"/>
          </ac:spMkLst>
        </pc:spChg>
      </pc:sldChg>
      <pc:sldChg chg="addSp delSp modSp mod">
        <pc:chgData name="Aleksey Zimin" userId="7f2637d0bc515791" providerId="LiveId" clId="{8553A319-8433-4677-8F80-E28D63617D4C}" dt="2025-11-03T19:30:04.199" v="290" actId="1076"/>
        <pc:sldMkLst>
          <pc:docMk/>
          <pc:sldMk cId="702189588" sldId="882"/>
        </pc:sldMkLst>
        <pc:spChg chg="mod">
          <ac:chgData name="Aleksey Zimin" userId="7f2637d0bc515791" providerId="LiveId" clId="{8553A319-8433-4677-8F80-E28D63617D4C}" dt="2025-11-03T19:27:49.736" v="277" actId="1076"/>
          <ac:spMkLst>
            <pc:docMk/>
            <pc:sldMk cId="702189588" sldId="882"/>
            <ac:spMk id="3" creationId="{1E004E40-D459-3413-C789-D3A6249A7A21}"/>
          </ac:spMkLst>
        </pc:spChg>
        <pc:spChg chg="add mod">
          <ac:chgData name="Aleksey Zimin" userId="7f2637d0bc515791" providerId="LiveId" clId="{8553A319-8433-4677-8F80-E28D63617D4C}" dt="2025-11-03T19:28:07.937" v="278" actId="1076"/>
          <ac:spMkLst>
            <pc:docMk/>
            <pc:sldMk cId="702189588" sldId="882"/>
            <ac:spMk id="5" creationId="{E4D00B5C-8833-0573-6433-CDF16FFC3174}"/>
          </ac:spMkLst>
        </pc:spChg>
        <pc:spChg chg="add mod">
          <ac:chgData name="Aleksey Zimin" userId="7f2637d0bc515791" providerId="LiveId" clId="{8553A319-8433-4677-8F80-E28D63617D4C}" dt="2025-11-03T19:28:07.937" v="278" actId="1076"/>
          <ac:spMkLst>
            <pc:docMk/>
            <pc:sldMk cId="702189588" sldId="882"/>
            <ac:spMk id="12" creationId="{5E275128-51D8-4160-7033-96D9AEF08A83}"/>
          </ac:spMkLst>
        </pc:spChg>
        <pc:spChg chg="add mod">
          <ac:chgData name="Aleksey Zimin" userId="7f2637d0bc515791" providerId="LiveId" clId="{8553A319-8433-4677-8F80-E28D63617D4C}" dt="2025-11-03T19:28:07.937" v="278" actId="1076"/>
          <ac:spMkLst>
            <pc:docMk/>
            <pc:sldMk cId="702189588" sldId="882"/>
            <ac:spMk id="13" creationId="{2E881E24-0825-D9BE-3589-7B7020E83921}"/>
          </ac:spMkLst>
        </pc:spChg>
        <pc:spChg chg="add mod">
          <ac:chgData name="Aleksey Zimin" userId="7f2637d0bc515791" providerId="LiveId" clId="{8553A319-8433-4677-8F80-E28D63617D4C}" dt="2025-11-03T19:29:44.811" v="286" actId="20577"/>
          <ac:spMkLst>
            <pc:docMk/>
            <pc:sldMk cId="702189588" sldId="882"/>
            <ac:spMk id="14" creationId="{4EE1E9DE-2BE4-3551-D4F8-5D6090DD44B5}"/>
          </ac:spMkLst>
        </pc:spChg>
        <pc:spChg chg="add mod">
          <ac:chgData name="Aleksey Zimin" userId="7f2637d0bc515791" providerId="LiveId" clId="{8553A319-8433-4677-8F80-E28D63617D4C}" dt="2025-11-03T19:29:47" v="287" actId="20577"/>
          <ac:spMkLst>
            <pc:docMk/>
            <pc:sldMk cId="702189588" sldId="882"/>
            <ac:spMk id="16" creationId="{152400C1-5A91-B00F-70E1-31311B6AE0D5}"/>
          </ac:spMkLst>
        </pc:spChg>
        <pc:spChg chg="add mod">
          <ac:chgData name="Aleksey Zimin" userId="7f2637d0bc515791" providerId="LiveId" clId="{8553A319-8433-4677-8F80-E28D63617D4C}" dt="2025-11-03T19:29:54.856" v="288" actId="1076"/>
          <ac:spMkLst>
            <pc:docMk/>
            <pc:sldMk cId="702189588" sldId="882"/>
            <ac:spMk id="25" creationId="{58063C21-A161-3C73-63C1-1151A03E276F}"/>
          </ac:spMkLst>
        </pc:spChg>
        <pc:spChg chg="add mod">
          <ac:chgData name="Aleksey Zimin" userId="7f2637d0bc515791" providerId="LiveId" clId="{8553A319-8433-4677-8F80-E28D63617D4C}" dt="2025-11-03T19:29:54.856" v="288" actId="1076"/>
          <ac:spMkLst>
            <pc:docMk/>
            <pc:sldMk cId="702189588" sldId="882"/>
            <ac:spMk id="26" creationId="{45E84933-3B96-B7B4-31B8-874CE728A0D4}"/>
          </ac:spMkLst>
        </pc:spChg>
        <pc:spChg chg="add mod">
          <ac:chgData name="Aleksey Zimin" userId="7f2637d0bc515791" providerId="LiveId" clId="{8553A319-8433-4677-8F80-E28D63617D4C}" dt="2025-11-03T19:30:04.199" v="290" actId="1076"/>
          <ac:spMkLst>
            <pc:docMk/>
            <pc:sldMk cId="702189588" sldId="882"/>
            <ac:spMk id="29" creationId="{9233339F-F742-0CAF-3AAA-F7CFF71F34DA}"/>
          </ac:spMkLst>
        </pc:spChg>
        <pc:spChg chg="add mod">
          <ac:chgData name="Aleksey Zimin" userId="7f2637d0bc515791" providerId="LiveId" clId="{8553A319-8433-4677-8F80-E28D63617D4C}" dt="2025-11-03T19:29:59.423" v="289" actId="1076"/>
          <ac:spMkLst>
            <pc:docMk/>
            <pc:sldMk cId="702189588" sldId="882"/>
            <ac:spMk id="30" creationId="{FC2AA1FD-571E-DA41-2ED3-8CAC942F260D}"/>
          </ac:spMkLst>
        </pc:spChg>
        <pc:inkChg chg="add mod">
          <ac:chgData name="Aleksey Zimin" userId="7f2637d0bc515791" providerId="LiveId" clId="{8553A319-8433-4677-8F80-E28D63617D4C}" dt="2025-11-03T19:29:59.423" v="289" actId="1076"/>
          <ac:inkMkLst>
            <pc:docMk/>
            <pc:sldMk cId="702189588" sldId="882"/>
            <ac:inkMk id="27" creationId="{74198DD9-E962-1FF0-F53E-0E125156FE8E}"/>
          </ac:inkMkLst>
        </pc:inkChg>
        <pc:inkChg chg="add mod">
          <ac:chgData name="Aleksey Zimin" userId="7f2637d0bc515791" providerId="LiveId" clId="{8553A319-8433-4677-8F80-E28D63617D4C}" dt="2025-11-03T19:30:04.199" v="290" actId="1076"/>
          <ac:inkMkLst>
            <pc:docMk/>
            <pc:sldMk cId="702189588" sldId="882"/>
            <ac:inkMk id="28" creationId="{94FA7466-D832-6FE4-6427-054900F9CB3D}"/>
          </ac:inkMkLst>
        </pc:inkChg>
        <pc:cxnChg chg="add mod">
          <ac:chgData name="Aleksey Zimin" userId="7f2637d0bc515791" providerId="LiveId" clId="{8553A319-8433-4677-8F80-E28D63617D4C}" dt="2025-11-03T19:22:41.616" v="132" actId="14100"/>
          <ac:cxnSpMkLst>
            <pc:docMk/>
            <pc:sldMk cId="702189588" sldId="882"/>
            <ac:cxnSpMk id="7" creationId="{41837D1E-C824-4D38-3E44-175345078A28}"/>
          </ac:cxnSpMkLst>
        </pc:cxnChg>
        <pc:cxnChg chg="add mod">
          <ac:chgData name="Aleksey Zimin" userId="7f2637d0bc515791" providerId="LiveId" clId="{8553A319-8433-4677-8F80-E28D63617D4C}" dt="2025-11-03T19:22:52.424" v="135" actId="14100"/>
          <ac:cxnSpMkLst>
            <pc:docMk/>
            <pc:sldMk cId="702189588" sldId="882"/>
            <ac:cxnSpMk id="9" creationId="{DD98F8D4-32E2-D22F-CDAB-D4B025E2D5D2}"/>
          </ac:cxnSpMkLst>
        </pc:cxnChg>
        <pc:cxnChg chg="add mod">
          <ac:chgData name="Aleksey Zimin" userId="7f2637d0bc515791" providerId="LiveId" clId="{8553A319-8433-4677-8F80-E28D63617D4C}" dt="2025-11-03T19:29:54.856" v="288" actId="1076"/>
          <ac:cxnSpMkLst>
            <pc:docMk/>
            <pc:sldMk cId="702189588" sldId="882"/>
            <ac:cxnSpMk id="17" creationId="{A2786695-1B52-A7A6-6691-CF75F66DA301}"/>
          </ac:cxnSpMkLst>
        </pc:cxnChg>
        <pc:cxnChg chg="add mod">
          <ac:chgData name="Aleksey Zimin" userId="7f2637d0bc515791" providerId="LiveId" clId="{8553A319-8433-4677-8F80-E28D63617D4C}" dt="2025-11-03T19:29:54.856" v="288" actId="1076"/>
          <ac:cxnSpMkLst>
            <pc:docMk/>
            <pc:sldMk cId="702189588" sldId="882"/>
            <ac:cxnSpMk id="19" creationId="{500EEE9E-980C-529C-7B73-FFE2D84E5420}"/>
          </ac:cxnSpMkLst>
        </pc:cxnChg>
      </pc:sldChg>
      <pc:sldChg chg="modSp add mod">
        <pc:chgData name="Aleksey Zimin" userId="7f2637d0bc515791" providerId="LiveId" clId="{8553A319-8433-4677-8F80-E28D63617D4C}" dt="2025-11-03T19:35:56.363" v="626" actId="20577"/>
        <pc:sldMkLst>
          <pc:docMk/>
          <pc:sldMk cId="1452179586" sldId="883"/>
        </pc:sldMkLst>
        <pc:spChg chg="mod">
          <ac:chgData name="Aleksey Zimin" userId="7f2637d0bc515791" providerId="LiveId" clId="{8553A319-8433-4677-8F80-E28D63617D4C}" dt="2025-11-03T19:35:56.363" v="626" actId="20577"/>
          <ac:spMkLst>
            <pc:docMk/>
            <pc:sldMk cId="1452179586" sldId="883"/>
            <ac:spMk id="3" creationId="{4A7508DC-02E3-40FF-DD97-23370E304C90}"/>
          </ac:spMkLst>
        </pc:spChg>
      </pc:sldChg>
      <pc:sldChg chg="addSp modSp add mod">
        <pc:chgData name="Aleksey Zimin" userId="7f2637d0bc515791" providerId="LiveId" clId="{8553A319-8433-4677-8F80-E28D63617D4C}" dt="2025-11-03T20:32:38.572" v="1959" actId="20577"/>
        <pc:sldMkLst>
          <pc:docMk/>
          <pc:sldMk cId="3549718570" sldId="884"/>
        </pc:sldMkLst>
        <pc:spChg chg="mod">
          <ac:chgData name="Aleksey Zimin" userId="7f2637d0bc515791" providerId="LiveId" clId="{8553A319-8433-4677-8F80-E28D63617D4C}" dt="2025-11-03T20:02:53.120" v="1239" actId="113"/>
          <ac:spMkLst>
            <pc:docMk/>
            <pc:sldMk cId="3549718570" sldId="884"/>
            <ac:spMk id="3" creationId="{E27E8D11-182B-65B5-2D67-E39B819B0035}"/>
          </ac:spMkLst>
        </pc:spChg>
        <pc:spChg chg="add mod">
          <ac:chgData name="Aleksey Zimin" userId="7f2637d0bc515791" providerId="LiveId" clId="{8553A319-8433-4677-8F80-E28D63617D4C}" dt="2025-11-03T20:32:38.572" v="1959" actId="20577"/>
          <ac:spMkLst>
            <pc:docMk/>
            <pc:sldMk cId="3549718570" sldId="884"/>
            <ac:spMk id="10" creationId="{95053595-BADF-4C23-EF16-2321CE20CD0A}"/>
          </ac:spMkLst>
        </pc:spChg>
        <pc:picChg chg="add mod">
          <ac:chgData name="Aleksey Zimin" userId="7f2637d0bc515791" providerId="LiveId" clId="{8553A319-8433-4677-8F80-E28D63617D4C}" dt="2025-11-03T20:31:19.378" v="1906" actId="1076"/>
          <ac:picMkLst>
            <pc:docMk/>
            <pc:sldMk cId="3549718570" sldId="884"/>
            <ac:picMk id="8" creationId="{A4E4ABB4-3AB9-DDB5-60B9-79A733FB0CFB}"/>
          </ac:picMkLst>
        </pc:picChg>
      </pc:sldChg>
      <pc:sldChg chg="addSp modSp add mod">
        <pc:chgData name="Aleksey Zimin" userId="7f2637d0bc515791" providerId="LiveId" clId="{8553A319-8433-4677-8F80-E28D63617D4C}" dt="2025-11-03T20:28:37.784" v="1896" actId="20577"/>
        <pc:sldMkLst>
          <pc:docMk/>
          <pc:sldMk cId="941793736" sldId="885"/>
        </pc:sldMkLst>
        <pc:spChg chg="mod">
          <ac:chgData name="Aleksey Zimin" userId="7f2637d0bc515791" providerId="LiveId" clId="{8553A319-8433-4677-8F80-E28D63617D4C}" dt="2025-11-03T20:02:56.856" v="1240" actId="113"/>
          <ac:spMkLst>
            <pc:docMk/>
            <pc:sldMk cId="941793736" sldId="885"/>
            <ac:spMk id="3" creationId="{3C9C5ADF-09CC-14A1-E031-F2DC938B9829}"/>
          </ac:spMkLst>
        </pc:spChg>
        <pc:spChg chg="mod">
          <ac:chgData name="Aleksey Zimin" userId="7f2637d0bc515791" providerId="LiveId" clId="{8553A319-8433-4677-8F80-E28D63617D4C}" dt="2025-11-03T19:38:51.345" v="722" actId="1076"/>
          <ac:spMkLst>
            <pc:docMk/>
            <pc:sldMk cId="941793736" sldId="885"/>
            <ac:spMk id="5" creationId="{56FEA932-9DAB-7801-2761-66315AC986C7}"/>
          </ac:spMkLst>
        </pc:spChg>
        <pc:spChg chg="add mod">
          <ac:chgData name="Aleksey Zimin" userId="7f2637d0bc515791" providerId="LiveId" clId="{8553A319-8433-4677-8F80-E28D63617D4C}" dt="2025-11-03T20:28:37.784" v="1896" actId="20577"/>
          <ac:spMkLst>
            <pc:docMk/>
            <pc:sldMk cId="941793736" sldId="885"/>
            <ac:spMk id="6" creationId="{7607D650-3E93-BC0D-4C08-09A227AD354A}"/>
          </ac:spMkLst>
        </pc:spChg>
        <pc:spChg chg="add mod">
          <ac:chgData name="Aleksey Zimin" userId="7f2637d0bc515791" providerId="LiveId" clId="{8553A319-8433-4677-8F80-E28D63617D4C}" dt="2025-11-03T19:45:43.679" v="861" actId="1076"/>
          <ac:spMkLst>
            <pc:docMk/>
            <pc:sldMk cId="941793736" sldId="885"/>
            <ac:spMk id="11" creationId="{A998A6AA-09A9-E4F1-A9D7-FD298D159A57}"/>
          </ac:spMkLst>
        </pc:spChg>
        <pc:spChg chg="mod">
          <ac:chgData name="Aleksey Zimin" userId="7f2637d0bc515791" providerId="LiveId" clId="{8553A319-8433-4677-8F80-E28D63617D4C}" dt="2025-11-03T19:38:51.345" v="722" actId="1076"/>
          <ac:spMkLst>
            <pc:docMk/>
            <pc:sldMk cId="941793736" sldId="885"/>
            <ac:spMk id="12" creationId="{ADD76057-D642-7806-D58F-1779B42EAC64}"/>
          </ac:spMkLst>
        </pc:spChg>
        <pc:spChg chg="mod">
          <ac:chgData name="Aleksey Zimin" userId="7f2637d0bc515791" providerId="LiveId" clId="{8553A319-8433-4677-8F80-E28D63617D4C}" dt="2025-11-03T19:38:51.345" v="722" actId="1076"/>
          <ac:spMkLst>
            <pc:docMk/>
            <pc:sldMk cId="941793736" sldId="885"/>
            <ac:spMk id="13" creationId="{246D1124-EC66-4315-10D0-081B71D07B7F}"/>
          </ac:spMkLst>
        </pc:spChg>
        <pc:spChg chg="mod">
          <ac:chgData name="Aleksey Zimin" userId="7f2637d0bc515791" providerId="LiveId" clId="{8553A319-8433-4677-8F80-E28D63617D4C}" dt="2025-11-03T19:38:51.345" v="722" actId="1076"/>
          <ac:spMkLst>
            <pc:docMk/>
            <pc:sldMk cId="941793736" sldId="885"/>
            <ac:spMk id="14" creationId="{EA8FBE85-4D34-004F-987A-03D1B0304CD9}"/>
          </ac:spMkLst>
        </pc:spChg>
        <pc:spChg chg="add mod">
          <ac:chgData name="Aleksey Zimin" userId="7f2637d0bc515791" providerId="LiveId" clId="{8553A319-8433-4677-8F80-E28D63617D4C}" dt="2025-11-03T19:48:11.169" v="1028" actId="114"/>
          <ac:spMkLst>
            <pc:docMk/>
            <pc:sldMk cId="941793736" sldId="885"/>
            <ac:spMk id="15" creationId="{03E1730B-B539-4973-B04D-C977F07144F6}"/>
          </ac:spMkLst>
        </pc:spChg>
        <pc:spChg chg="mod">
          <ac:chgData name="Aleksey Zimin" userId="7f2637d0bc515791" providerId="LiveId" clId="{8553A319-8433-4677-8F80-E28D63617D4C}" dt="2025-11-03T19:38:51.345" v="722" actId="1076"/>
          <ac:spMkLst>
            <pc:docMk/>
            <pc:sldMk cId="941793736" sldId="885"/>
            <ac:spMk id="16" creationId="{8BEC7037-E4D7-7BAE-9C8F-AA19AE39ADFD}"/>
          </ac:spMkLst>
        </pc:spChg>
        <pc:spChg chg="add mod">
          <ac:chgData name="Aleksey Zimin" userId="7f2637d0bc515791" providerId="LiveId" clId="{8553A319-8433-4677-8F80-E28D63617D4C}" dt="2025-11-03T19:48:21.081" v="1031" actId="114"/>
          <ac:spMkLst>
            <pc:docMk/>
            <pc:sldMk cId="941793736" sldId="885"/>
            <ac:spMk id="24" creationId="{2C49823B-D7B2-432F-E88E-4A0D04A39672}"/>
          </ac:spMkLst>
        </pc:spChg>
        <pc:spChg chg="mod">
          <ac:chgData name="Aleksey Zimin" userId="7f2637d0bc515791" providerId="LiveId" clId="{8553A319-8433-4677-8F80-E28D63617D4C}" dt="2025-11-03T19:38:51.345" v="722" actId="1076"/>
          <ac:spMkLst>
            <pc:docMk/>
            <pc:sldMk cId="941793736" sldId="885"/>
            <ac:spMk id="25" creationId="{80D9A03D-49CD-EA22-B420-804E7F96B24A}"/>
          </ac:spMkLst>
        </pc:spChg>
        <pc:spChg chg="mod">
          <ac:chgData name="Aleksey Zimin" userId="7f2637d0bc515791" providerId="LiveId" clId="{8553A319-8433-4677-8F80-E28D63617D4C}" dt="2025-11-03T19:38:51.345" v="722" actId="1076"/>
          <ac:spMkLst>
            <pc:docMk/>
            <pc:sldMk cId="941793736" sldId="885"/>
            <ac:spMk id="26" creationId="{700F0219-6BB7-4E7C-4AC7-54B2A5BB1E5C}"/>
          </ac:spMkLst>
        </pc:spChg>
        <pc:spChg chg="mod">
          <ac:chgData name="Aleksey Zimin" userId="7f2637d0bc515791" providerId="LiveId" clId="{8553A319-8433-4677-8F80-E28D63617D4C}" dt="2025-11-03T19:38:51.345" v="722" actId="1076"/>
          <ac:spMkLst>
            <pc:docMk/>
            <pc:sldMk cId="941793736" sldId="885"/>
            <ac:spMk id="29" creationId="{230F779E-563F-19DD-605A-20EDC1AC5F57}"/>
          </ac:spMkLst>
        </pc:spChg>
        <pc:spChg chg="mod">
          <ac:chgData name="Aleksey Zimin" userId="7f2637d0bc515791" providerId="LiveId" clId="{8553A319-8433-4677-8F80-E28D63617D4C}" dt="2025-11-03T19:38:51.345" v="722" actId="1076"/>
          <ac:spMkLst>
            <pc:docMk/>
            <pc:sldMk cId="941793736" sldId="885"/>
            <ac:spMk id="30" creationId="{10ABD210-2224-FC93-F1D8-C2235AC73F53}"/>
          </ac:spMkLst>
        </pc:spChg>
        <pc:inkChg chg="mod">
          <ac:chgData name="Aleksey Zimin" userId="7f2637d0bc515791" providerId="LiveId" clId="{8553A319-8433-4677-8F80-E28D63617D4C}" dt="2025-11-03T19:38:51.345" v="722" actId="1076"/>
          <ac:inkMkLst>
            <pc:docMk/>
            <pc:sldMk cId="941793736" sldId="885"/>
            <ac:inkMk id="28" creationId="{5C4C6E1D-FCF8-A7BC-5B96-8906A40803EC}"/>
          </ac:inkMkLst>
        </pc:inkChg>
        <pc:cxnChg chg="add mod">
          <ac:chgData name="Aleksey Zimin" userId="7f2637d0bc515791" providerId="LiveId" clId="{8553A319-8433-4677-8F80-E28D63617D4C}" dt="2025-11-03T19:47:04.550" v="974" actId="14100"/>
          <ac:cxnSpMkLst>
            <pc:docMk/>
            <pc:sldMk cId="941793736" sldId="885"/>
            <ac:cxnSpMk id="8" creationId="{5B44FF7F-3A92-FE2D-25CF-60CDC4012A93}"/>
          </ac:cxnSpMkLst>
        </pc:cxnChg>
        <pc:cxnChg chg="add mod">
          <ac:chgData name="Aleksey Zimin" userId="7f2637d0bc515791" providerId="LiveId" clId="{8553A319-8433-4677-8F80-E28D63617D4C}" dt="2025-11-03T19:47:59.667" v="1013" actId="20577"/>
          <ac:cxnSpMkLst>
            <pc:docMk/>
            <pc:sldMk cId="941793736" sldId="885"/>
            <ac:cxnSpMk id="18" creationId="{E70B330A-BD8E-5430-50B8-4A5A35E2ABCB}"/>
          </ac:cxnSpMkLst>
        </pc:cxnChg>
        <pc:cxnChg chg="add mod">
          <ac:chgData name="Aleksey Zimin" userId="7f2637d0bc515791" providerId="LiveId" clId="{8553A319-8433-4677-8F80-E28D63617D4C}" dt="2025-11-03T19:47:09.834" v="975"/>
          <ac:cxnSpMkLst>
            <pc:docMk/>
            <pc:sldMk cId="941793736" sldId="885"/>
            <ac:cxnSpMk id="23" creationId="{AD48E0BE-3D82-AF73-B276-DD51CC2D44E6}"/>
          </ac:cxnSpMkLst>
        </pc:cxnChg>
        <pc:cxnChg chg="add mod">
          <ac:chgData name="Aleksey Zimin" userId="7f2637d0bc515791" providerId="LiveId" clId="{8553A319-8433-4677-8F80-E28D63617D4C}" dt="2025-11-03T19:47:27.767" v="979" actId="14100"/>
          <ac:cxnSpMkLst>
            <pc:docMk/>
            <pc:sldMk cId="941793736" sldId="885"/>
            <ac:cxnSpMk id="31" creationId="{21CE15B0-47EC-AD2F-5BB2-20E0276C8898}"/>
          </ac:cxnSpMkLst>
        </pc:cxnChg>
      </pc:sldChg>
      <pc:sldChg chg="addSp delSp modSp add mod">
        <pc:chgData name="Aleksey Zimin" userId="7f2637d0bc515791" providerId="LiveId" clId="{8553A319-8433-4677-8F80-E28D63617D4C}" dt="2025-11-03T20:29:06.321" v="1900" actId="20577"/>
        <pc:sldMkLst>
          <pc:docMk/>
          <pc:sldMk cId="2352345771" sldId="886"/>
        </pc:sldMkLst>
        <pc:spChg chg="mod">
          <ac:chgData name="Aleksey Zimin" userId="7f2637d0bc515791" providerId="LiveId" clId="{8553A319-8433-4677-8F80-E28D63617D4C}" dt="2025-11-03T20:03:17.988" v="1243" actId="207"/>
          <ac:spMkLst>
            <pc:docMk/>
            <pc:sldMk cId="2352345771" sldId="886"/>
            <ac:spMk id="3" creationId="{C910ADDA-A0FC-A89D-6DCD-DF12C3CB423D}"/>
          </ac:spMkLst>
        </pc:spChg>
        <pc:spChg chg="mod">
          <ac:chgData name="Aleksey Zimin" userId="7f2637d0bc515791" providerId="LiveId" clId="{8553A319-8433-4677-8F80-E28D63617D4C}" dt="2025-11-03T20:28:57.255" v="1898" actId="20577"/>
          <ac:spMkLst>
            <pc:docMk/>
            <pc:sldMk cId="2352345771" sldId="886"/>
            <ac:spMk id="6" creationId="{467A5F7B-8CEF-5D1E-C6C0-5703C9D4D65F}"/>
          </ac:spMkLst>
        </pc:spChg>
        <pc:spChg chg="add mod">
          <ac:chgData name="Aleksey Zimin" userId="7f2637d0bc515791" providerId="LiveId" clId="{8553A319-8433-4677-8F80-E28D63617D4C}" dt="2025-11-03T20:29:06.321" v="1900" actId="20577"/>
          <ac:spMkLst>
            <pc:docMk/>
            <pc:sldMk cId="2352345771" sldId="886"/>
            <ac:spMk id="10" creationId="{C8BC214B-5B3C-57E5-6757-EAEC9FF0575B}"/>
          </ac:spMkLst>
        </pc:spChg>
      </pc:sldChg>
      <pc:sldChg chg="delSp modSp add mod">
        <pc:chgData name="Aleksey Zimin" userId="7f2637d0bc515791" providerId="LiveId" clId="{8553A319-8433-4677-8F80-E28D63617D4C}" dt="2025-11-03T20:08:45.870" v="1323" actId="1076"/>
        <pc:sldMkLst>
          <pc:docMk/>
          <pc:sldMk cId="3197633200" sldId="887"/>
        </pc:sldMkLst>
        <pc:spChg chg="mod">
          <ac:chgData name="Aleksey Zimin" userId="7f2637d0bc515791" providerId="LiveId" clId="{8553A319-8433-4677-8F80-E28D63617D4C}" dt="2025-11-03T20:08:30.601" v="1320" actId="20577"/>
          <ac:spMkLst>
            <pc:docMk/>
            <pc:sldMk cId="3197633200" sldId="887"/>
            <ac:spMk id="3" creationId="{AB61C6BE-2041-35F3-3B28-0A3B3F9025C8}"/>
          </ac:spMkLst>
        </pc:spChg>
        <pc:spChg chg="mod">
          <ac:chgData name="Aleksey Zimin" userId="7f2637d0bc515791" providerId="LiveId" clId="{8553A319-8433-4677-8F80-E28D63617D4C}" dt="2025-11-03T20:08:45.870" v="1323" actId="1076"/>
          <ac:spMkLst>
            <pc:docMk/>
            <pc:sldMk cId="3197633200" sldId="887"/>
            <ac:spMk id="5" creationId="{E577C657-FEBD-6103-9932-95AF30413860}"/>
          </ac:spMkLst>
        </pc:spChg>
        <pc:spChg chg="mod">
          <ac:chgData name="Aleksey Zimin" userId="7f2637d0bc515791" providerId="LiveId" clId="{8553A319-8433-4677-8F80-E28D63617D4C}" dt="2025-11-03T20:08:45.870" v="1323" actId="1076"/>
          <ac:spMkLst>
            <pc:docMk/>
            <pc:sldMk cId="3197633200" sldId="887"/>
            <ac:spMk id="12" creationId="{3FF821A0-B59A-A203-11DC-6273E1C8D880}"/>
          </ac:spMkLst>
        </pc:spChg>
        <pc:spChg chg="mod">
          <ac:chgData name="Aleksey Zimin" userId="7f2637d0bc515791" providerId="LiveId" clId="{8553A319-8433-4677-8F80-E28D63617D4C}" dt="2025-11-03T20:08:45.870" v="1323" actId="1076"/>
          <ac:spMkLst>
            <pc:docMk/>
            <pc:sldMk cId="3197633200" sldId="887"/>
            <ac:spMk id="13" creationId="{4B1FD3A1-AA3D-D987-8417-5E4CF4A784B2}"/>
          </ac:spMkLst>
        </pc:spChg>
        <pc:spChg chg="mod">
          <ac:chgData name="Aleksey Zimin" userId="7f2637d0bc515791" providerId="LiveId" clId="{8553A319-8433-4677-8F80-E28D63617D4C}" dt="2025-11-03T20:08:45.870" v="1323" actId="1076"/>
          <ac:spMkLst>
            <pc:docMk/>
            <pc:sldMk cId="3197633200" sldId="887"/>
            <ac:spMk id="14" creationId="{AA5291CE-F004-E685-F4FF-D5D4207D864D}"/>
          </ac:spMkLst>
        </pc:spChg>
        <pc:spChg chg="mod">
          <ac:chgData name="Aleksey Zimin" userId="7f2637d0bc515791" providerId="LiveId" clId="{8553A319-8433-4677-8F80-E28D63617D4C}" dt="2025-11-03T20:08:45.870" v="1323" actId="1076"/>
          <ac:spMkLst>
            <pc:docMk/>
            <pc:sldMk cId="3197633200" sldId="887"/>
            <ac:spMk id="16" creationId="{A7C7B471-A4E8-D3F5-7A09-997EDE56D8BF}"/>
          </ac:spMkLst>
        </pc:spChg>
        <pc:spChg chg="mod">
          <ac:chgData name="Aleksey Zimin" userId="7f2637d0bc515791" providerId="LiveId" clId="{8553A319-8433-4677-8F80-E28D63617D4C}" dt="2025-11-03T20:08:45.870" v="1323" actId="1076"/>
          <ac:spMkLst>
            <pc:docMk/>
            <pc:sldMk cId="3197633200" sldId="887"/>
            <ac:spMk id="25" creationId="{6DA3F4DE-931B-FFB9-E05A-2C5D2AE510CC}"/>
          </ac:spMkLst>
        </pc:spChg>
        <pc:spChg chg="mod">
          <ac:chgData name="Aleksey Zimin" userId="7f2637d0bc515791" providerId="LiveId" clId="{8553A319-8433-4677-8F80-E28D63617D4C}" dt="2025-11-03T20:08:45.870" v="1323" actId="1076"/>
          <ac:spMkLst>
            <pc:docMk/>
            <pc:sldMk cId="3197633200" sldId="887"/>
            <ac:spMk id="26" creationId="{5A879C79-0019-BA09-55C4-01EF3FCDD2A9}"/>
          </ac:spMkLst>
        </pc:spChg>
        <pc:spChg chg="mod">
          <ac:chgData name="Aleksey Zimin" userId="7f2637d0bc515791" providerId="LiveId" clId="{8553A319-8433-4677-8F80-E28D63617D4C}" dt="2025-11-03T20:08:45.870" v="1323" actId="1076"/>
          <ac:spMkLst>
            <pc:docMk/>
            <pc:sldMk cId="3197633200" sldId="887"/>
            <ac:spMk id="29" creationId="{D0A320EC-7F46-0796-DDB9-D13004868453}"/>
          </ac:spMkLst>
        </pc:spChg>
        <pc:spChg chg="mod">
          <ac:chgData name="Aleksey Zimin" userId="7f2637d0bc515791" providerId="LiveId" clId="{8553A319-8433-4677-8F80-E28D63617D4C}" dt="2025-11-03T20:08:45.870" v="1323" actId="1076"/>
          <ac:spMkLst>
            <pc:docMk/>
            <pc:sldMk cId="3197633200" sldId="887"/>
            <ac:spMk id="30" creationId="{D750B36E-962F-5E03-1E90-7396FA491A9F}"/>
          </ac:spMkLst>
        </pc:spChg>
        <pc:inkChg chg="mod">
          <ac:chgData name="Aleksey Zimin" userId="7f2637d0bc515791" providerId="LiveId" clId="{8553A319-8433-4677-8F80-E28D63617D4C}" dt="2025-11-03T20:08:45.870" v="1323" actId="1076"/>
          <ac:inkMkLst>
            <pc:docMk/>
            <pc:sldMk cId="3197633200" sldId="887"/>
            <ac:inkMk id="27" creationId="{662B38B4-A41A-67EA-8A0A-5878B9F1406C}"/>
          </ac:inkMkLst>
        </pc:inkChg>
        <pc:inkChg chg="mod">
          <ac:chgData name="Aleksey Zimin" userId="7f2637d0bc515791" providerId="LiveId" clId="{8553A319-8433-4677-8F80-E28D63617D4C}" dt="2025-11-03T20:08:40.514" v="1322" actId="1076"/>
          <ac:inkMkLst>
            <pc:docMk/>
            <pc:sldMk cId="3197633200" sldId="887"/>
            <ac:inkMk id="28" creationId="{21E48CD5-8ED7-20F7-39A3-541DE932D956}"/>
          </ac:inkMkLst>
        </pc:inkChg>
      </pc:sldChg>
      <pc:sldChg chg="modSp add mod">
        <pc:chgData name="Aleksey Zimin" userId="7f2637d0bc515791" providerId="LiveId" clId="{8553A319-8433-4677-8F80-E28D63617D4C}" dt="2025-11-03T20:12:30.149" v="1551" actId="20577"/>
        <pc:sldMkLst>
          <pc:docMk/>
          <pc:sldMk cId="2537798046" sldId="888"/>
        </pc:sldMkLst>
        <pc:spChg chg="mod">
          <ac:chgData name="Aleksey Zimin" userId="7f2637d0bc515791" providerId="LiveId" clId="{8553A319-8433-4677-8F80-E28D63617D4C}" dt="2025-11-03T20:12:30.149" v="1551" actId="20577"/>
          <ac:spMkLst>
            <pc:docMk/>
            <pc:sldMk cId="2537798046" sldId="888"/>
            <ac:spMk id="3" creationId="{B849527A-14E6-96AD-7488-4AC360433817}"/>
          </ac:spMkLst>
        </pc:spChg>
        <pc:spChg chg="mod">
          <ac:chgData name="Aleksey Zimin" userId="7f2637d0bc515791" providerId="LiveId" clId="{8553A319-8433-4677-8F80-E28D63617D4C}" dt="2025-11-03T20:09:00.109" v="1328" actId="20577"/>
          <ac:spMkLst>
            <pc:docMk/>
            <pc:sldMk cId="2537798046" sldId="888"/>
            <ac:spMk id="12" creationId="{54E37393-F444-7840-A7D4-338583C70398}"/>
          </ac:spMkLst>
        </pc:spChg>
        <pc:spChg chg="mod">
          <ac:chgData name="Aleksey Zimin" userId="7f2637d0bc515791" providerId="LiveId" clId="{8553A319-8433-4677-8F80-E28D63617D4C}" dt="2025-11-03T20:09:02.972" v="1330" actId="20577"/>
          <ac:spMkLst>
            <pc:docMk/>
            <pc:sldMk cId="2537798046" sldId="888"/>
            <ac:spMk id="13" creationId="{E1C9B785-62F4-D44B-C80C-490A5EB36254}"/>
          </ac:spMkLst>
        </pc:spChg>
        <pc:spChg chg="mod">
          <ac:chgData name="Aleksey Zimin" userId="7f2637d0bc515791" providerId="LiveId" clId="{8553A319-8433-4677-8F80-E28D63617D4C}" dt="2025-11-03T20:11:34.361" v="1431" actId="20577"/>
          <ac:spMkLst>
            <pc:docMk/>
            <pc:sldMk cId="2537798046" sldId="888"/>
            <ac:spMk id="14" creationId="{7BB59851-821A-8094-AA7B-9DD70073DBCA}"/>
          </ac:spMkLst>
        </pc:spChg>
        <pc:spChg chg="mod">
          <ac:chgData name="Aleksey Zimin" userId="7f2637d0bc515791" providerId="LiveId" clId="{8553A319-8433-4677-8F80-E28D63617D4C}" dt="2025-11-03T20:11:35.909" v="1434" actId="20577"/>
          <ac:spMkLst>
            <pc:docMk/>
            <pc:sldMk cId="2537798046" sldId="888"/>
            <ac:spMk id="16" creationId="{709F47C8-9CAF-9575-4EE4-F6C3FEECACA8}"/>
          </ac:spMkLst>
        </pc:spChg>
        <pc:spChg chg="mod">
          <ac:chgData name="Aleksey Zimin" userId="7f2637d0bc515791" providerId="LiveId" clId="{8553A319-8433-4677-8F80-E28D63617D4C}" dt="2025-11-03T20:11:18.204" v="1424" actId="1076"/>
          <ac:spMkLst>
            <pc:docMk/>
            <pc:sldMk cId="2537798046" sldId="888"/>
            <ac:spMk id="25" creationId="{2AC32336-7B9B-65EA-E5AA-DBE52D3F82D8}"/>
          </ac:spMkLst>
        </pc:spChg>
        <pc:spChg chg="mod">
          <ac:chgData name="Aleksey Zimin" userId="7f2637d0bc515791" providerId="LiveId" clId="{8553A319-8433-4677-8F80-E28D63617D4C}" dt="2025-11-03T20:10:26.789" v="1383" actId="1076"/>
          <ac:spMkLst>
            <pc:docMk/>
            <pc:sldMk cId="2537798046" sldId="888"/>
            <ac:spMk id="26" creationId="{2675C1AD-9059-15EF-77E3-A35CB9C3670B}"/>
          </ac:spMkLst>
        </pc:spChg>
        <pc:spChg chg="mod">
          <ac:chgData name="Aleksey Zimin" userId="7f2637d0bc515791" providerId="LiveId" clId="{8553A319-8433-4677-8F80-E28D63617D4C}" dt="2025-11-03T20:10:19.028" v="1381" actId="1076"/>
          <ac:spMkLst>
            <pc:docMk/>
            <pc:sldMk cId="2537798046" sldId="888"/>
            <ac:spMk id="29" creationId="{4D3277C0-11C2-C212-D4F2-0F9A5D7D4F7C}"/>
          </ac:spMkLst>
        </pc:spChg>
        <pc:spChg chg="mod">
          <ac:chgData name="Aleksey Zimin" userId="7f2637d0bc515791" providerId="LiveId" clId="{8553A319-8433-4677-8F80-E28D63617D4C}" dt="2025-11-03T20:11:29.612" v="1428" actId="1076"/>
          <ac:spMkLst>
            <pc:docMk/>
            <pc:sldMk cId="2537798046" sldId="888"/>
            <ac:spMk id="30" creationId="{CC646632-9461-9334-6023-8EFD6FE1A7B5}"/>
          </ac:spMkLst>
        </pc:spChg>
        <pc:inkChg chg="mod">
          <ac:chgData name="Aleksey Zimin" userId="7f2637d0bc515791" providerId="LiveId" clId="{8553A319-8433-4677-8F80-E28D63617D4C}" dt="2025-11-03T20:11:27.332" v="1427" actId="1076"/>
          <ac:inkMkLst>
            <pc:docMk/>
            <pc:sldMk cId="2537798046" sldId="888"/>
            <ac:inkMk id="27" creationId="{9A4B3183-0557-32C1-755A-EE89B9ACE3BE}"/>
          </ac:inkMkLst>
        </pc:inkChg>
        <pc:inkChg chg="mod">
          <ac:chgData name="Aleksey Zimin" userId="7f2637d0bc515791" providerId="LiveId" clId="{8553A319-8433-4677-8F80-E28D63617D4C}" dt="2025-11-03T20:10:10.252" v="1380" actId="1076"/>
          <ac:inkMkLst>
            <pc:docMk/>
            <pc:sldMk cId="2537798046" sldId="888"/>
            <ac:inkMk id="28" creationId="{6E038DFD-8B9C-7BAD-A21E-4B3CC9494039}"/>
          </ac:inkMkLst>
        </pc:inkChg>
        <pc:cxnChg chg="mod">
          <ac:chgData name="Aleksey Zimin" userId="7f2637d0bc515791" providerId="LiveId" clId="{8553A319-8433-4677-8F80-E28D63617D4C}" dt="2025-11-03T20:11:15.284" v="1423" actId="1076"/>
          <ac:cxnSpMkLst>
            <pc:docMk/>
            <pc:sldMk cId="2537798046" sldId="888"/>
            <ac:cxnSpMk id="17" creationId="{1BA3060B-CA71-FA12-D2B1-7A8358B3ED6E}"/>
          </ac:cxnSpMkLst>
        </pc:cxnChg>
      </pc:sldChg>
      <pc:sldChg chg="add">
        <pc:chgData name="Aleksey Zimin" userId="7f2637d0bc515791" providerId="LiveId" clId="{8553A319-8433-4677-8F80-E28D63617D4C}" dt="2025-11-03T20:18:52.607" v="1764" actId="2890"/>
        <pc:sldMkLst>
          <pc:docMk/>
          <pc:sldMk cId="1574673349" sldId="890"/>
        </pc:sldMkLst>
      </pc:sldChg>
      <pc:sldChg chg="addSp delSp modSp add mod">
        <pc:chgData name="Aleksey Zimin" userId="7f2637d0bc515791" providerId="LiveId" clId="{8553A319-8433-4677-8F80-E28D63617D4C}" dt="2025-11-03T21:18:13.628" v="2311" actId="20577"/>
        <pc:sldMkLst>
          <pc:docMk/>
          <pc:sldMk cId="3699968443" sldId="891"/>
        </pc:sldMkLst>
        <pc:spChg chg="mod">
          <ac:chgData name="Aleksey Zimin" userId="7f2637d0bc515791" providerId="LiveId" clId="{8553A319-8433-4677-8F80-E28D63617D4C}" dt="2025-11-03T20:22:38.893" v="1836" actId="5793"/>
          <ac:spMkLst>
            <pc:docMk/>
            <pc:sldMk cId="3699968443" sldId="891"/>
            <ac:spMk id="3" creationId="{5969A435-D433-07A6-8B5E-BCE4BC84522E}"/>
          </ac:spMkLst>
        </pc:spChg>
        <pc:spChg chg="mod">
          <ac:chgData name="Aleksey Zimin" userId="7f2637d0bc515791" providerId="LiveId" clId="{8553A319-8433-4677-8F80-E28D63617D4C}" dt="2025-11-03T21:07:43.591" v="2251" actId="113"/>
          <ac:spMkLst>
            <pc:docMk/>
            <pc:sldMk cId="3699968443" sldId="891"/>
            <ac:spMk id="6" creationId="{50D01EF8-4402-C8E2-9971-B56E100D8CD5}"/>
          </ac:spMkLst>
        </pc:spChg>
        <pc:spChg chg="add mod">
          <ac:chgData name="Aleksey Zimin" userId="7f2637d0bc515791" providerId="LiveId" clId="{8553A319-8433-4677-8F80-E28D63617D4C}" dt="2025-11-03T21:18:13.628" v="2311" actId="20577"/>
          <ac:spMkLst>
            <pc:docMk/>
            <pc:sldMk cId="3699968443" sldId="891"/>
            <ac:spMk id="10" creationId="{5248F9EE-B4BC-1B3A-4E63-862CEA5D5FF7}"/>
          </ac:spMkLst>
        </pc:spChg>
      </pc:sldChg>
      <pc:sldChg chg="addSp delSp modSp add mod">
        <pc:chgData name="Aleksey Zimin" userId="7f2637d0bc515791" providerId="LiveId" clId="{8553A319-8433-4677-8F80-E28D63617D4C}" dt="2025-11-07T14:27:16.748" v="5982" actId="207"/>
        <pc:sldMkLst>
          <pc:docMk/>
          <pc:sldMk cId="752308720" sldId="892"/>
        </pc:sldMkLst>
        <pc:spChg chg="mod">
          <ac:chgData name="Aleksey Zimin" userId="7f2637d0bc515791" providerId="LiveId" clId="{8553A319-8433-4677-8F80-E28D63617D4C}" dt="2025-11-07T14:27:16.748" v="5982" actId="207"/>
          <ac:spMkLst>
            <pc:docMk/>
            <pc:sldMk cId="752308720" sldId="892"/>
            <ac:spMk id="3" creationId="{9D6954FC-4143-25A4-D0F9-899879DCFF09}"/>
          </ac:spMkLst>
        </pc:spChg>
        <pc:graphicFrameChg chg="add mod modGraphic">
          <ac:chgData name="Aleksey Zimin" userId="7f2637d0bc515791" providerId="LiveId" clId="{8553A319-8433-4677-8F80-E28D63617D4C}" dt="2025-11-03T20:40:42.844" v="2123" actId="20577"/>
          <ac:graphicFrameMkLst>
            <pc:docMk/>
            <pc:sldMk cId="752308720" sldId="892"/>
            <ac:graphicFrameMk id="8" creationId="{B9D9984B-E9E2-8840-E7CC-13FAF6F69EC1}"/>
          </ac:graphicFrameMkLst>
        </pc:graphicFrameChg>
        <pc:cxnChg chg="add mod">
          <ac:chgData name="Aleksey Zimin" userId="7f2637d0bc515791" providerId="LiveId" clId="{8553A319-8433-4677-8F80-E28D63617D4C}" dt="2025-11-03T21:19:44.494" v="2320" actId="14100"/>
          <ac:cxnSpMkLst>
            <pc:docMk/>
            <pc:sldMk cId="752308720" sldId="892"/>
            <ac:cxnSpMk id="37" creationId="{56D49546-E012-AEC5-CE31-BEA827415CE7}"/>
          </ac:cxnSpMkLst>
        </pc:cxnChg>
        <pc:cxnChg chg="add mod">
          <ac:chgData name="Aleksey Zimin" userId="7f2637d0bc515791" providerId="LiveId" clId="{8553A319-8433-4677-8F80-E28D63617D4C}" dt="2025-11-03T21:19:50.214" v="2323" actId="14100"/>
          <ac:cxnSpMkLst>
            <pc:docMk/>
            <pc:sldMk cId="752308720" sldId="892"/>
            <ac:cxnSpMk id="39" creationId="{A64A706A-D802-09AC-9EFC-623F8C25A58A}"/>
          </ac:cxnSpMkLst>
        </pc:cxnChg>
        <pc:cxnChg chg="add mod">
          <ac:chgData name="Aleksey Zimin" userId="7f2637d0bc515791" providerId="LiveId" clId="{8553A319-8433-4677-8F80-E28D63617D4C}" dt="2025-11-03T21:20:04.814" v="2328" actId="1076"/>
          <ac:cxnSpMkLst>
            <pc:docMk/>
            <pc:sldMk cId="752308720" sldId="892"/>
            <ac:cxnSpMk id="43" creationId="{436B0FBC-CE1C-014D-18E0-E43CCD765982}"/>
          </ac:cxnSpMkLst>
        </pc:cxnChg>
        <pc:cxnChg chg="add mod">
          <ac:chgData name="Aleksey Zimin" userId="7f2637d0bc515791" providerId="LiveId" clId="{8553A319-8433-4677-8F80-E28D63617D4C}" dt="2025-11-03T21:20:04.814" v="2328" actId="1076"/>
          <ac:cxnSpMkLst>
            <pc:docMk/>
            <pc:sldMk cId="752308720" sldId="892"/>
            <ac:cxnSpMk id="44" creationId="{0E5B8E87-5E0C-E484-CC70-6FAE56CE469E}"/>
          </ac:cxnSpMkLst>
        </pc:cxnChg>
        <pc:cxnChg chg="add mod">
          <ac:chgData name="Aleksey Zimin" userId="7f2637d0bc515791" providerId="LiveId" clId="{8553A319-8433-4677-8F80-E28D63617D4C}" dt="2025-11-03T21:20:11.343" v="2330" actId="1076"/>
          <ac:cxnSpMkLst>
            <pc:docMk/>
            <pc:sldMk cId="752308720" sldId="892"/>
            <ac:cxnSpMk id="45" creationId="{0C3E83A8-2A3C-21BD-96EF-F11AC1518989}"/>
          </ac:cxnSpMkLst>
        </pc:cxnChg>
        <pc:cxnChg chg="add mod">
          <ac:chgData name="Aleksey Zimin" userId="7f2637d0bc515791" providerId="LiveId" clId="{8553A319-8433-4677-8F80-E28D63617D4C}" dt="2025-11-03T21:20:11.343" v="2330" actId="1076"/>
          <ac:cxnSpMkLst>
            <pc:docMk/>
            <pc:sldMk cId="752308720" sldId="892"/>
            <ac:cxnSpMk id="46" creationId="{A682A854-33B1-B945-8F04-46AE8EF3545D}"/>
          </ac:cxnSpMkLst>
        </pc:cxnChg>
        <pc:cxnChg chg="add mod">
          <ac:chgData name="Aleksey Zimin" userId="7f2637d0bc515791" providerId="LiveId" clId="{8553A319-8433-4677-8F80-E28D63617D4C}" dt="2025-11-03T21:20:18.511" v="2332" actId="1076"/>
          <ac:cxnSpMkLst>
            <pc:docMk/>
            <pc:sldMk cId="752308720" sldId="892"/>
            <ac:cxnSpMk id="47" creationId="{47878DA0-24E9-B52B-8605-F3A8FC6CE4ED}"/>
          </ac:cxnSpMkLst>
        </pc:cxnChg>
        <pc:cxnChg chg="add mod">
          <ac:chgData name="Aleksey Zimin" userId="7f2637d0bc515791" providerId="LiveId" clId="{8553A319-8433-4677-8F80-E28D63617D4C}" dt="2025-11-03T21:20:26.374" v="2334" actId="14100"/>
          <ac:cxnSpMkLst>
            <pc:docMk/>
            <pc:sldMk cId="752308720" sldId="892"/>
            <ac:cxnSpMk id="48" creationId="{54C04903-636C-6488-6801-1AB4EEDC269F}"/>
          </ac:cxnSpMkLst>
        </pc:cxnChg>
        <pc:cxnChg chg="add mod">
          <ac:chgData name="Aleksey Zimin" userId="7f2637d0bc515791" providerId="LiveId" clId="{8553A319-8433-4677-8F80-E28D63617D4C}" dt="2025-11-03T21:20:35.656" v="2336" actId="1076"/>
          <ac:cxnSpMkLst>
            <pc:docMk/>
            <pc:sldMk cId="752308720" sldId="892"/>
            <ac:cxnSpMk id="50" creationId="{EF733F80-EB56-9DF5-891B-7649115CEF88}"/>
          </ac:cxnSpMkLst>
        </pc:cxnChg>
        <pc:cxnChg chg="add mod">
          <ac:chgData name="Aleksey Zimin" userId="7f2637d0bc515791" providerId="LiveId" clId="{8553A319-8433-4677-8F80-E28D63617D4C}" dt="2025-11-03T21:20:41.054" v="2338" actId="1076"/>
          <ac:cxnSpMkLst>
            <pc:docMk/>
            <pc:sldMk cId="752308720" sldId="892"/>
            <ac:cxnSpMk id="51" creationId="{F94A0F28-ECDC-5ABF-2134-780E32B5EB16}"/>
          </ac:cxnSpMkLst>
        </pc:cxnChg>
        <pc:cxnChg chg="add mod">
          <ac:chgData name="Aleksey Zimin" userId="7f2637d0bc515791" providerId="LiveId" clId="{8553A319-8433-4677-8F80-E28D63617D4C}" dt="2025-11-03T21:20:58.959" v="2340" actId="1076"/>
          <ac:cxnSpMkLst>
            <pc:docMk/>
            <pc:sldMk cId="752308720" sldId="892"/>
            <ac:cxnSpMk id="52" creationId="{F16FF031-AD16-6A23-0AE2-A29F442D3FCE}"/>
          </ac:cxnSpMkLst>
        </pc:cxnChg>
        <pc:cxnChg chg="add mod">
          <ac:chgData name="Aleksey Zimin" userId="7f2637d0bc515791" providerId="LiveId" clId="{8553A319-8433-4677-8F80-E28D63617D4C}" dt="2025-11-03T21:21:03.838" v="2342" actId="1076"/>
          <ac:cxnSpMkLst>
            <pc:docMk/>
            <pc:sldMk cId="752308720" sldId="892"/>
            <ac:cxnSpMk id="53" creationId="{3A231164-5FB9-077F-6276-16F5B3E39305}"/>
          </ac:cxnSpMkLst>
        </pc:cxnChg>
      </pc:sldChg>
      <pc:sldChg chg="modSp add mod">
        <pc:chgData name="Aleksey Zimin" userId="7f2637d0bc515791" providerId="LiveId" clId="{8553A319-8433-4677-8F80-E28D63617D4C}" dt="2025-11-07T14:27:23.375" v="5984" actId="207"/>
        <pc:sldMkLst>
          <pc:docMk/>
          <pc:sldMk cId="872453536" sldId="893"/>
        </pc:sldMkLst>
        <pc:spChg chg="mod">
          <ac:chgData name="Aleksey Zimin" userId="7f2637d0bc515791" providerId="LiveId" clId="{8553A319-8433-4677-8F80-E28D63617D4C}" dt="2025-11-07T14:27:23.375" v="5984" actId="207"/>
          <ac:spMkLst>
            <pc:docMk/>
            <pc:sldMk cId="872453536" sldId="893"/>
            <ac:spMk id="3" creationId="{70075A06-6D83-2F1A-07B3-FB04FB3C3E7F}"/>
          </ac:spMkLst>
        </pc:spChg>
        <pc:cxnChg chg="mod">
          <ac:chgData name="Aleksey Zimin" userId="7f2637d0bc515791" providerId="LiveId" clId="{8553A319-8433-4677-8F80-E28D63617D4C}" dt="2025-11-03T21:23:59.566" v="2377" actId="1076"/>
          <ac:cxnSpMkLst>
            <pc:docMk/>
            <pc:sldMk cId="872453536" sldId="893"/>
            <ac:cxnSpMk id="32" creationId="{ED92E898-934A-816F-2D4B-AEF1A2509180}"/>
          </ac:cxnSpMkLst>
        </pc:cxnChg>
      </pc:sldChg>
      <pc:sldChg chg="addSp modSp add mod">
        <pc:chgData name="Aleksey Zimin" userId="7f2637d0bc515791" providerId="LiveId" clId="{8553A319-8433-4677-8F80-E28D63617D4C}" dt="2025-11-03T21:18:38.417" v="2317" actId="6549"/>
        <pc:sldMkLst>
          <pc:docMk/>
          <pc:sldMk cId="2702561878" sldId="894"/>
        </pc:sldMkLst>
        <pc:spChg chg="add mod">
          <ac:chgData name="Aleksey Zimin" userId="7f2637d0bc515791" providerId="LiveId" clId="{8553A319-8433-4677-8F80-E28D63617D4C}" dt="2025-11-03T21:09:39.303" v="2282" actId="6549"/>
          <ac:spMkLst>
            <pc:docMk/>
            <pc:sldMk cId="2702561878" sldId="894"/>
            <ac:spMk id="8" creationId="{9345B030-0901-7137-02D1-41294CF03029}"/>
          </ac:spMkLst>
        </pc:spChg>
        <pc:spChg chg="mod">
          <ac:chgData name="Aleksey Zimin" userId="7f2637d0bc515791" providerId="LiveId" clId="{8553A319-8433-4677-8F80-E28D63617D4C}" dt="2025-11-03T21:18:21.162" v="2313" actId="20577"/>
          <ac:spMkLst>
            <pc:docMk/>
            <pc:sldMk cId="2702561878" sldId="894"/>
            <ac:spMk id="10" creationId="{092928E1-309C-82CC-5433-BF1BA91A35A3}"/>
          </ac:spMkLst>
        </pc:spChg>
        <pc:spChg chg="add mod">
          <ac:chgData name="Aleksey Zimin" userId="7f2637d0bc515791" providerId="LiveId" clId="{8553A319-8433-4677-8F80-E28D63617D4C}" dt="2025-11-03T21:09:23.023" v="2267" actId="1076"/>
          <ac:spMkLst>
            <pc:docMk/>
            <pc:sldMk cId="2702561878" sldId="894"/>
            <ac:spMk id="11" creationId="{B26D895C-F46C-748E-8484-3DABAA5CC9E9}"/>
          </ac:spMkLst>
        </pc:spChg>
        <pc:spChg chg="add mod">
          <ac:chgData name="Aleksey Zimin" userId="7f2637d0bc515791" providerId="LiveId" clId="{8553A319-8433-4677-8F80-E28D63617D4C}" dt="2025-11-03T21:18:38.417" v="2317" actId="6549"/>
          <ac:spMkLst>
            <pc:docMk/>
            <pc:sldMk cId="2702561878" sldId="894"/>
            <ac:spMk id="15" creationId="{FF721369-2FDA-447F-7223-E5700F53F534}"/>
          </ac:spMkLst>
        </pc:spChg>
        <pc:spChg chg="add mod">
          <ac:chgData name="Aleksey Zimin" userId="7f2637d0bc515791" providerId="LiveId" clId="{8553A319-8433-4677-8F80-E28D63617D4C}" dt="2025-11-03T21:10:18.552" v="2302" actId="1076"/>
          <ac:spMkLst>
            <pc:docMk/>
            <pc:sldMk cId="2702561878" sldId="894"/>
            <ac:spMk id="18" creationId="{5F32D477-882D-BC60-8AB1-4A2A79351211}"/>
          </ac:spMkLst>
        </pc:spChg>
      </pc:sldChg>
      <pc:sldChg chg="modSp add mod">
        <pc:chgData name="Aleksey Zimin" userId="7f2637d0bc515791" providerId="LiveId" clId="{8553A319-8433-4677-8F80-E28D63617D4C}" dt="2025-11-03T21:17:51.023" v="2309" actId="113"/>
        <pc:sldMkLst>
          <pc:docMk/>
          <pc:sldMk cId="1526773716" sldId="895"/>
        </pc:sldMkLst>
        <pc:spChg chg="mod">
          <ac:chgData name="Aleksey Zimin" userId="7f2637d0bc515791" providerId="LiveId" clId="{8553A319-8433-4677-8F80-E28D63617D4C}" dt="2025-11-03T21:10:35.401" v="2304" actId="113"/>
          <ac:spMkLst>
            <pc:docMk/>
            <pc:sldMk cId="1526773716" sldId="895"/>
            <ac:spMk id="6" creationId="{2E93069F-CBC2-F7DC-1549-1FEDA6C5C9D0}"/>
          </ac:spMkLst>
        </pc:spChg>
        <pc:spChg chg="mod">
          <ac:chgData name="Aleksey Zimin" userId="7f2637d0bc515791" providerId="LiveId" clId="{8553A319-8433-4677-8F80-E28D63617D4C}" dt="2025-11-03T21:17:51.023" v="2309" actId="113"/>
          <ac:spMkLst>
            <pc:docMk/>
            <pc:sldMk cId="1526773716" sldId="895"/>
            <ac:spMk id="10" creationId="{DF1201C8-F9D7-BB99-0797-D1EC388D1484}"/>
          </ac:spMkLst>
        </pc:spChg>
        <pc:spChg chg="mod">
          <ac:chgData name="Aleksey Zimin" userId="7f2637d0bc515791" providerId="LiveId" clId="{8553A319-8433-4677-8F80-E28D63617D4C}" dt="2025-11-03T21:17:22.301" v="2308" actId="20577"/>
          <ac:spMkLst>
            <pc:docMk/>
            <pc:sldMk cId="1526773716" sldId="895"/>
            <ac:spMk id="15" creationId="{9CCA705D-C9FB-E1F5-8A5C-CDFC85810C79}"/>
          </ac:spMkLst>
        </pc:spChg>
      </pc:sldChg>
      <pc:sldChg chg="modSp add mod">
        <pc:chgData name="Aleksey Zimin" userId="7f2637d0bc515791" providerId="LiveId" clId="{8553A319-8433-4677-8F80-E28D63617D4C}" dt="2025-11-07T14:27:20.071" v="5983" actId="207"/>
        <pc:sldMkLst>
          <pc:docMk/>
          <pc:sldMk cId="2253551215" sldId="896"/>
        </pc:sldMkLst>
        <pc:spChg chg="mod">
          <ac:chgData name="Aleksey Zimin" userId="7f2637d0bc515791" providerId="LiveId" clId="{8553A319-8433-4677-8F80-E28D63617D4C}" dt="2025-11-07T14:27:20.071" v="5983" actId="207"/>
          <ac:spMkLst>
            <pc:docMk/>
            <pc:sldMk cId="2253551215" sldId="896"/>
            <ac:spMk id="3" creationId="{E17F5083-295F-6E63-6FD2-C483D62B7CD7}"/>
          </ac:spMkLst>
        </pc:spChg>
        <pc:cxnChg chg="mod">
          <ac:chgData name="Aleksey Zimin" userId="7f2637d0bc515791" providerId="LiveId" clId="{8553A319-8433-4677-8F80-E28D63617D4C}" dt="2025-11-03T21:22:41.895" v="2369" actId="208"/>
          <ac:cxnSpMkLst>
            <pc:docMk/>
            <pc:sldMk cId="2253551215" sldId="896"/>
            <ac:cxnSpMk id="37" creationId="{E59BB902-625D-028B-4ED3-3EFC9ACAB179}"/>
          </ac:cxnSpMkLst>
        </pc:cxnChg>
        <pc:cxnChg chg="mod">
          <ac:chgData name="Aleksey Zimin" userId="7f2637d0bc515791" providerId="LiveId" clId="{8553A319-8433-4677-8F80-E28D63617D4C}" dt="2025-11-03T21:22:50.998" v="2370" actId="208"/>
          <ac:cxnSpMkLst>
            <pc:docMk/>
            <pc:sldMk cId="2253551215" sldId="896"/>
            <ac:cxnSpMk id="43" creationId="{B9A92606-CBDF-9EC8-E9C7-3AE242D51A0C}"/>
          </ac:cxnSpMkLst>
        </pc:cxnChg>
        <pc:cxnChg chg="mod">
          <ac:chgData name="Aleksey Zimin" userId="7f2637d0bc515791" providerId="LiveId" clId="{8553A319-8433-4677-8F80-E28D63617D4C}" dt="2025-11-03T21:22:55.861" v="2371" actId="208"/>
          <ac:cxnSpMkLst>
            <pc:docMk/>
            <pc:sldMk cId="2253551215" sldId="896"/>
            <ac:cxnSpMk id="46" creationId="{610C8D6A-D0E2-4019-B445-AA4D2EBFD722}"/>
          </ac:cxnSpMkLst>
        </pc:cxnChg>
        <pc:cxnChg chg="mod">
          <ac:chgData name="Aleksey Zimin" userId="7f2637d0bc515791" providerId="LiveId" clId="{8553A319-8433-4677-8F80-E28D63617D4C}" dt="2025-11-03T21:23:01.143" v="2372" actId="208"/>
          <ac:cxnSpMkLst>
            <pc:docMk/>
            <pc:sldMk cId="2253551215" sldId="896"/>
            <ac:cxnSpMk id="47" creationId="{1311DE8A-8403-D9C2-0171-D5D9EBB8B1D9}"/>
          </ac:cxnSpMkLst>
        </pc:cxnChg>
        <pc:cxnChg chg="mod">
          <ac:chgData name="Aleksey Zimin" userId="7f2637d0bc515791" providerId="LiveId" clId="{8553A319-8433-4677-8F80-E28D63617D4C}" dt="2025-11-03T21:23:05.655" v="2373" actId="208"/>
          <ac:cxnSpMkLst>
            <pc:docMk/>
            <pc:sldMk cId="2253551215" sldId="896"/>
            <ac:cxnSpMk id="50" creationId="{83C71346-B5E3-5B6D-1AC4-C3506E8C3731}"/>
          </ac:cxnSpMkLst>
        </pc:cxnChg>
        <pc:cxnChg chg="mod">
          <ac:chgData name="Aleksey Zimin" userId="7f2637d0bc515791" providerId="LiveId" clId="{8553A319-8433-4677-8F80-E28D63617D4C}" dt="2025-11-03T21:23:19.078" v="2376" actId="208"/>
          <ac:cxnSpMkLst>
            <pc:docMk/>
            <pc:sldMk cId="2253551215" sldId="896"/>
            <ac:cxnSpMk id="51" creationId="{456F2060-9BFA-E8C3-35C6-2B61E0D1E716}"/>
          </ac:cxnSpMkLst>
        </pc:cxnChg>
        <pc:cxnChg chg="mod">
          <ac:chgData name="Aleksey Zimin" userId="7f2637d0bc515791" providerId="LiveId" clId="{8553A319-8433-4677-8F80-E28D63617D4C}" dt="2025-11-03T21:23:09.911" v="2374" actId="208"/>
          <ac:cxnSpMkLst>
            <pc:docMk/>
            <pc:sldMk cId="2253551215" sldId="896"/>
            <ac:cxnSpMk id="52" creationId="{B6139335-AAC8-D89E-7134-4EEC136EFFF2}"/>
          </ac:cxnSpMkLst>
        </pc:cxnChg>
        <pc:cxnChg chg="mod">
          <ac:chgData name="Aleksey Zimin" userId="7f2637d0bc515791" providerId="LiveId" clId="{8553A319-8433-4677-8F80-E28D63617D4C}" dt="2025-11-03T21:23:14.175" v="2375" actId="208"/>
          <ac:cxnSpMkLst>
            <pc:docMk/>
            <pc:sldMk cId="2253551215" sldId="896"/>
            <ac:cxnSpMk id="53" creationId="{FD539DFC-9F79-8B66-72A0-50BC961F392A}"/>
          </ac:cxnSpMkLst>
        </pc:cxnChg>
      </pc:sldChg>
      <pc:sldChg chg="modSp new mod">
        <pc:chgData name="Aleksey Zimin" userId="7f2637d0bc515791" providerId="LiveId" clId="{8553A319-8433-4677-8F80-E28D63617D4C}" dt="2025-11-03T21:25:51.008" v="2486" actId="5793"/>
        <pc:sldMkLst>
          <pc:docMk/>
          <pc:sldMk cId="512676943" sldId="897"/>
        </pc:sldMkLst>
        <pc:spChg chg="mod">
          <ac:chgData name="Aleksey Zimin" userId="7f2637d0bc515791" providerId="LiveId" clId="{8553A319-8433-4677-8F80-E28D63617D4C}" dt="2025-11-03T21:24:41.059" v="2413" actId="20577"/>
          <ac:spMkLst>
            <pc:docMk/>
            <pc:sldMk cId="512676943" sldId="897"/>
            <ac:spMk id="2" creationId="{BD47C45D-7C74-5ADF-F4BA-A371030EE742}"/>
          </ac:spMkLst>
        </pc:spChg>
        <pc:spChg chg="mod">
          <ac:chgData name="Aleksey Zimin" userId="7f2637d0bc515791" providerId="LiveId" clId="{8553A319-8433-4677-8F80-E28D63617D4C}" dt="2025-11-03T21:25:51.008" v="2486" actId="5793"/>
          <ac:spMkLst>
            <pc:docMk/>
            <pc:sldMk cId="512676943" sldId="897"/>
            <ac:spMk id="3" creationId="{B842ED8A-7847-C033-1DBA-D4BE94A67E43}"/>
          </ac:spMkLst>
        </pc:spChg>
      </pc:sldChg>
      <pc:sldChg chg="addSp delSp modSp add mod ord">
        <pc:chgData name="Aleksey Zimin" userId="7f2637d0bc515791" providerId="LiveId" clId="{8553A319-8433-4677-8F80-E28D63617D4C}" dt="2025-11-04T18:07:48.694" v="5131" actId="1076"/>
        <pc:sldMkLst>
          <pc:docMk/>
          <pc:sldMk cId="3765495272" sldId="898"/>
        </pc:sldMkLst>
        <pc:spChg chg="mod">
          <ac:chgData name="Aleksey Zimin" userId="7f2637d0bc515791" providerId="LiveId" clId="{8553A319-8433-4677-8F80-E28D63617D4C}" dt="2025-11-04T18:07:40.680" v="5129" actId="20577"/>
          <ac:spMkLst>
            <pc:docMk/>
            <pc:sldMk cId="3765495272" sldId="898"/>
            <ac:spMk id="3" creationId="{46A9CE8A-8961-BF4E-40DE-A60A651AE001}"/>
          </ac:spMkLst>
        </pc:spChg>
        <pc:spChg chg="add mod">
          <ac:chgData name="Aleksey Zimin" userId="7f2637d0bc515791" providerId="LiveId" clId="{8553A319-8433-4677-8F80-E28D63617D4C}" dt="2025-11-04T16:02:30.413" v="2501" actId="20577"/>
          <ac:spMkLst>
            <pc:docMk/>
            <pc:sldMk cId="3765495272" sldId="898"/>
            <ac:spMk id="6" creationId="{84D88730-55CE-1903-FE19-C1BBC06C1308}"/>
          </ac:spMkLst>
        </pc:spChg>
        <pc:spChg chg="add mod">
          <ac:chgData name="Aleksey Zimin" userId="7f2637d0bc515791" providerId="LiveId" clId="{8553A319-8433-4677-8F80-E28D63617D4C}" dt="2025-11-04T16:02:35.482" v="2502" actId="20577"/>
          <ac:spMkLst>
            <pc:docMk/>
            <pc:sldMk cId="3765495272" sldId="898"/>
            <ac:spMk id="8" creationId="{461674E9-B7A4-E483-C0E4-1A2493297659}"/>
          </ac:spMkLst>
        </pc:spChg>
        <pc:spChg chg="add mod">
          <ac:chgData name="Aleksey Zimin" userId="7f2637d0bc515791" providerId="LiveId" clId="{8553A319-8433-4677-8F80-E28D63617D4C}" dt="2025-11-04T16:02:49.169" v="2507" actId="20577"/>
          <ac:spMkLst>
            <pc:docMk/>
            <pc:sldMk cId="3765495272" sldId="898"/>
            <ac:spMk id="9" creationId="{706E1422-10F4-B173-60AD-CC5AAD789030}"/>
          </ac:spMkLst>
        </pc:spChg>
        <pc:spChg chg="add mod">
          <ac:chgData name="Aleksey Zimin" userId="7f2637d0bc515791" providerId="LiveId" clId="{8553A319-8433-4677-8F80-E28D63617D4C}" dt="2025-11-04T16:02:51.638" v="2508" actId="20577"/>
          <ac:spMkLst>
            <pc:docMk/>
            <pc:sldMk cId="3765495272" sldId="898"/>
            <ac:spMk id="10" creationId="{41F1BB44-55C3-790B-8096-680B2C6C3776}"/>
          </ac:spMkLst>
        </pc:spChg>
        <pc:inkChg chg="add">
          <ac:chgData name="Aleksey Zimin" userId="7f2637d0bc515791" providerId="LiveId" clId="{8553A319-8433-4677-8F80-E28D63617D4C}" dt="2025-11-04T16:03:36.285" v="2512" actId="9405"/>
          <ac:inkMkLst>
            <pc:docMk/>
            <pc:sldMk cId="3765495272" sldId="898"/>
            <ac:inkMk id="17" creationId="{3F949105-0B45-D33B-883D-5C2A583F7E38}"/>
          </ac:inkMkLst>
        </pc:inkChg>
        <pc:inkChg chg="add mod">
          <ac:chgData name="Aleksey Zimin" userId="7f2637d0bc515791" providerId="LiveId" clId="{8553A319-8433-4677-8F80-E28D63617D4C}" dt="2025-11-04T16:11:13.289" v="2801" actId="1076"/>
          <ac:inkMkLst>
            <pc:docMk/>
            <pc:sldMk cId="3765495272" sldId="898"/>
            <ac:inkMk id="35" creationId="{23CB235E-5115-5714-4CFE-743E54F28F07}"/>
          </ac:inkMkLst>
        </pc:inkChg>
        <pc:inkChg chg="add mod">
          <ac:chgData name="Aleksey Zimin" userId="7f2637d0bc515791" providerId="LiveId" clId="{8553A319-8433-4677-8F80-E28D63617D4C}" dt="2025-11-04T16:11:29.088" v="2805" actId="1076"/>
          <ac:inkMkLst>
            <pc:docMk/>
            <pc:sldMk cId="3765495272" sldId="898"/>
            <ac:inkMk id="36" creationId="{4613518A-7DB2-48FB-6968-443E937B063A}"/>
          </ac:inkMkLst>
        </pc:inkChg>
        <pc:inkChg chg="add mod">
          <ac:chgData name="Aleksey Zimin" userId="7f2637d0bc515791" providerId="LiveId" clId="{8553A319-8433-4677-8F80-E28D63617D4C}" dt="2025-11-04T16:11:45.257" v="2810" actId="1076"/>
          <ac:inkMkLst>
            <pc:docMk/>
            <pc:sldMk cId="3765495272" sldId="898"/>
            <ac:inkMk id="37" creationId="{19FAC484-E233-B2DC-7236-C3766353B3B8}"/>
          </ac:inkMkLst>
        </pc:inkChg>
        <pc:cxnChg chg="add mod">
          <ac:chgData name="Aleksey Zimin" userId="7f2637d0bc515791" providerId="LiveId" clId="{8553A319-8433-4677-8F80-E28D63617D4C}" dt="2025-11-04T16:09:31.617" v="2780" actId="1076"/>
          <ac:cxnSpMkLst>
            <pc:docMk/>
            <pc:sldMk cId="3765495272" sldId="898"/>
            <ac:cxnSpMk id="12" creationId="{2F530CA4-291D-38A6-389D-70042A9E178C}"/>
          </ac:cxnSpMkLst>
        </pc:cxnChg>
        <pc:cxnChg chg="add">
          <ac:chgData name="Aleksey Zimin" userId="7f2637d0bc515791" providerId="LiveId" clId="{8553A319-8433-4677-8F80-E28D63617D4C}" dt="2025-11-04T16:03:12.795" v="2510" actId="11529"/>
          <ac:cxnSpMkLst>
            <pc:docMk/>
            <pc:sldMk cId="3765495272" sldId="898"/>
            <ac:cxnSpMk id="14" creationId="{4BE1B286-7046-5E13-08D3-A3A9851766F4}"/>
          </ac:cxnSpMkLst>
        </pc:cxnChg>
        <pc:cxnChg chg="add mod">
          <ac:chgData name="Aleksey Zimin" userId="7f2637d0bc515791" providerId="LiveId" clId="{8553A319-8433-4677-8F80-E28D63617D4C}" dt="2025-11-04T16:10:30.641" v="2794" actId="14100"/>
          <ac:cxnSpMkLst>
            <pc:docMk/>
            <pc:sldMk cId="3765495272" sldId="898"/>
            <ac:cxnSpMk id="16" creationId="{58809807-A0AC-755E-BA42-837D89BA896B}"/>
          </ac:cxnSpMkLst>
        </pc:cxnChg>
        <pc:cxnChg chg="add mod">
          <ac:chgData name="Aleksey Zimin" userId="7f2637d0bc515791" providerId="LiveId" clId="{8553A319-8433-4677-8F80-E28D63617D4C}" dt="2025-11-04T16:09:34.849" v="2781" actId="1076"/>
          <ac:cxnSpMkLst>
            <pc:docMk/>
            <pc:sldMk cId="3765495272" sldId="898"/>
            <ac:cxnSpMk id="18" creationId="{52B51CC2-844B-F65A-331D-E5AAC5DDE0F5}"/>
          </ac:cxnSpMkLst>
        </pc:cxnChg>
        <pc:cxnChg chg="add mod">
          <ac:chgData name="Aleksey Zimin" userId="7f2637d0bc515791" providerId="LiveId" clId="{8553A319-8433-4677-8F80-E28D63617D4C}" dt="2025-11-04T16:09:43.930" v="2783" actId="1076"/>
          <ac:cxnSpMkLst>
            <pc:docMk/>
            <pc:sldMk cId="3765495272" sldId="898"/>
            <ac:cxnSpMk id="23" creationId="{A0C22E34-9B1A-6FF9-6722-C167D1206891}"/>
          </ac:cxnSpMkLst>
        </pc:cxnChg>
        <pc:cxnChg chg="add mod">
          <ac:chgData name="Aleksey Zimin" userId="7f2637d0bc515791" providerId="LiveId" clId="{8553A319-8433-4677-8F80-E28D63617D4C}" dt="2025-11-04T16:09:43.930" v="2783" actId="1076"/>
          <ac:cxnSpMkLst>
            <pc:docMk/>
            <pc:sldMk cId="3765495272" sldId="898"/>
            <ac:cxnSpMk id="24" creationId="{D8AB1EB7-16F2-4116-B746-63ED3F3884C1}"/>
          </ac:cxnSpMkLst>
        </pc:cxnChg>
        <pc:cxnChg chg="add mod">
          <ac:chgData name="Aleksey Zimin" userId="7f2637d0bc515791" providerId="LiveId" clId="{8553A319-8433-4677-8F80-E28D63617D4C}" dt="2025-11-04T16:10:33.353" v="2795" actId="14100"/>
          <ac:cxnSpMkLst>
            <pc:docMk/>
            <pc:sldMk cId="3765495272" sldId="898"/>
            <ac:cxnSpMk id="25" creationId="{DF97A8D2-5B10-8B5C-2225-A87F6194982F}"/>
          </ac:cxnSpMkLst>
        </pc:cxnChg>
        <pc:cxnChg chg="add mod">
          <ac:chgData name="Aleksey Zimin" userId="7f2637d0bc515791" providerId="LiveId" clId="{8553A319-8433-4677-8F80-E28D63617D4C}" dt="2025-11-04T16:10:50.305" v="2797" actId="1076"/>
          <ac:cxnSpMkLst>
            <pc:docMk/>
            <pc:sldMk cId="3765495272" sldId="898"/>
            <ac:cxnSpMk id="33" creationId="{B10613DD-C423-8427-5E95-70334430298D}"/>
          </ac:cxnSpMkLst>
        </pc:cxnChg>
        <pc:cxnChg chg="add mod">
          <ac:chgData name="Aleksey Zimin" userId="7f2637d0bc515791" providerId="LiveId" clId="{8553A319-8433-4677-8F80-E28D63617D4C}" dt="2025-11-04T16:10:50.305" v="2797" actId="1076"/>
          <ac:cxnSpMkLst>
            <pc:docMk/>
            <pc:sldMk cId="3765495272" sldId="898"/>
            <ac:cxnSpMk id="34" creationId="{CB846A1B-05DF-02B3-5569-A3A9C1CECF20}"/>
          </ac:cxnSpMkLst>
        </pc:cxnChg>
        <pc:cxnChg chg="add mod">
          <ac:chgData name="Aleksey Zimin" userId="7f2637d0bc515791" providerId="LiveId" clId="{8553A319-8433-4677-8F80-E28D63617D4C}" dt="2025-11-04T16:12:00.784" v="2814" actId="14100"/>
          <ac:cxnSpMkLst>
            <pc:docMk/>
            <pc:sldMk cId="3765495272" sldId="898"/>
            <ac:cxnSpMk id="38" creationId="{7ACF8FDB-9316-7911-73BB-1103E226018A}"/>
          </ac:cxnSpMkLst>
        </pc:cxnChg>
        <pc:cxnChg chg="add mod">
          <ac:chgData name="Aleksey Zimin" userId="7f2637d0bc515791" providerId="LiveId" clId="{8553A319-8433-4677-8F80-E28D63617D4C}" dt="2025-11-04T16:12:09.913" v="2817" actId="14100"/>
          <ac:cxnSpMkLst>
            <pc:docMk/>
            <pc:sldMk cId="3765495272" sldId="898"/>
            <ac:cxnSpMk id="42" creationId="{BDB94326-5DF3-E91F-2C87-131B174A124A}"/>
          </ac:cxnSpMkLst>
        </pc:cxnChg>
        <pc:cxnChg chg="add mod">
          <ac:chgData name="Aleksey Zimin" userId="7f2637d0bc515791" providerId="LiveId" clId="{8553A319-8433-4677-8F80-E28D63617D4C}" dt="2025-11-04T16:12:20.320" v="2821" actId="14100"/>
          <ac:cxnSpMkLst>
            <pc:docMk/>
            <pc:sldMk cId="3765495272" sldId="898"/>
            <ac:cxnSpMk id="45" creationId="{B3BFF766-5FE9-0276-534A-876E4A9322B2}"/>
          </ac:cxnSpMkLst>
        </pc:cxnChg>
        <pc:cxnChg chg="add mod">
          <ac:chgData name="Aleksey Zimin" userId="7f2637d0bc515791" providerId="LiveId" clId="{8553A319-8433-4677-8F80-E28D63617D4C}" dt="2025-11-04T18:07:48.694" v="5131" actId="1076"/>
          <ac:cxnSpMkLst>
            <pc:docMk/>
            <pc:sldMk cId="3765495272" sldId="898"/>
            <ac:cxnSpMk id="50" creationId="{D66C14CA-88FE-1B7F-478F-6E161B35006D}"/>
          </ac:cxnSpMkLst>
        </pc:cxnChg>
        <pc:cxnChg chg="add mod">
          <ac:chgData name="Aleksey Zimin" userId="7f2637d0bc515791" providerId="LiveId" clId="{8553A319-8433-4677-8F80-E28D63617D4C}" dt="2025-11-04T18:07:45.550" v="5130" actId="1076"/>
          <ac:cxnSpMkLst>
            <pc:docMk/>
            <pc:sldMk cId="3765495272" sldId="898"/>
            <ac:cxnSpMk id="53" creationId="{B6E53995-9AB7-7CAF-24E4-BC605C1D4478}"/>
          </ac:cxnSpMkLst>
        </pc:cxnChg>
      </pc:sldChg>
      <pc:sldChg chg="modSp add mod">
        <pc:chgData name="Aleksey Zimin" userId="7f2637d0bc515791" providerId="LiveId" clId="{8553A319-8433-4677-8F80-E28D63617D4C}" dt="2025-11-04T16:28:36.418" v="4153" actId="20577"/>
        <pc:sldMkLst>
          <pc:docMk/>
          <pc:sldMk cId="3424257516" sldId="899"/>
        </pc:sldMkLst>
        <pc:spChg chg="mod">
          <ac:chgData name="Aleksey Zimin" userId="7f2637d0bc515791" providerId="LiveId" clId="{8553A319-8433-4677-8F80-E28D63617D4C}" dt="2025-11-04T16:17:51.723" v="3699" actId="20577"/>
          <ac:spMkLst>
            <pc:docMk/>
            <pc:sldMk cId="3424257516" sldId="899"/>
            <ac:spMk id="2" creationId="{8614983D-5AB3-5723-9340-BBD4D5C4A3AF}"/>
          </ac:spMkLst>
        </pc:spChg>
        <pc:spChg chg="mod">
          <ac:chgData name="Aleksey Zimin" userId="7f2637d0bc515791" providerId="LiveId" clId="{8553A319-8433-4677-8F80-E28D63617D4C}" dt="2025-11-04T16:28:36.418" v="4153" actId="20577"/>
          <ac:spMkLst>
            <pc:docMk/>
            <pc:sldMk cId="3424257516" sldId="899"/>
            <ac:spMk id="3" creationId="{B814D584-A877-B46B-2BDD-8844F77B3C21}"/>
          </ac:spMkLst>
        </pc:spChg>
        <pc:spChg chg="mod">
          <ac:chgData name="Aleksey Zimin" userId="7f2637d0bc515791" providerId="LiveId" clId="{8553A319-8433-4677-8F80-E28D63617D4C}" dt="2025-11-04T16:26:50.169" v="4118" actId="1076"/>
          <ac:spMkLst>
            <pc:docMk/>
            <pc:sldMk cId="3424257516" sldId="899"/>
            <ac:spMk id="6" creationId="{E012A8A2-7B59-9583-E70B-A8BBD1DB760D}"/>
          </ac:spMkLst>
        </pc:spChg>
        <pc:spChg chg="mod">
          <ac:chgData name="Aleksey Zimin" userId="7f2637d0bc515791" providerId="LiveId" clId="{8553A319-8433-4677-8F80-E28D63617D4C}" dt="2025-11-04T16:26:50.169" v="4118" actId="1076"/>
          <ac:spMkLst>
            <pc:docMk/>
            <pc:sldMk cId="3424257516" sldId="899"/>
            <ac:spMk id="8" creationId="{C99FAF67-3970-E829-844D-FFB7DDFBE3BF}"/>
          </ac:spMkLst>
        </pc:spChg>
        <pc:spChg chg="mod">
          <ac:chgData name="Aleksey Zimin" userId="7f2637d0bc515791" providerId="LiveId" clId="{8553A319-8433-4677-8F80-E28D63617D4C}" dt="2025-11-04T16:26:50.169" v="4118" actId="1076"/>
          <ac:spMkLst>
            <pc:docMk/>
            <pc:sldMk cId="3424257516" sldId="899"/>
            <ac:spMk id="9" creationId="{31C1D808-FD07-ECC4-51C1-161FE711A8EC}"/>
          </ac:spMkLst>
        </pc:spChg>
        <pc:spChg chg="mod">
          <ac:chgData name="Aleksey Zimin" userId="7f2637d0bc515791" providerId="LiveId" clId="{8553A319-8433-4677-8F80-E28D63617D4C}" dt="2025-11-04T16:26:50.169" v="4118" actId="1076"/>
          <ac:spMkLst>
            <pc:docMk/>
            <pc:sldMk cId="3424257516" sldId="899"/>
            <ac:spMk id="10" creationId="{5E840975-F43F-D221-DAF2-3FA3E262660F}"/>
          </ac:spMkLst>
        </pc:spChg>
        <pc:inkChg chg="mod">
          <ac:chgData name="Aleksey Zimin" userId="7f2637d0bc515791" providerId="LiveId" clId="{8553A319-8433-4677-8F80-E28D63617D4C}" dt="2025-11-04T16:26:50.169" v="4118" actId="1076"/>
          <ac:inkMkLst>
            <pc:docMk/>
            <pc:sldMk cId="3424257516" sldId="899"/>
            <ac:inkMk id="17" creationId="{B7564B40-3474-D2D5-A753-80979674E91C}"/>
          </ac:inkMkLst>
        </pc:inkChg>
        <pc:inkChg chg="mod">
          <ac:chgData name="Aleksey Zimin" userId="7f2637d0bc515791" providerId="LiveId" clId="{8553A319-8433-4677-8F80-E28D63617D4C}" dt="2025-11-04T16:26:50.169" v="4118" actId="1076"/>
          <ac:inkMkLst>
            <pc:docMk/>
            <pc:sldMk cId="3424257516" sldId="899"/>
            <ac:inkMk id="35" creationId="{999367F5-72F6-1F10-94D1-AC3562320F55}"/>
          </ac:inkMkLst>
        </pc:inkChg>
        <pc:inkChg chg="mod">
          <ac:chgData name="Aleksey Zimin" userId="7f2637d0bc515791" providerId="LiveId" clId="{8553A319-8433-4677-8F80-E28D63617D4C}" dt="2025-11-04T16:26:50.169" v="4118" actId="1076"/>
          <ac:inkMkLst>
            <pc:docMk/>
            <pc:sldMk cId="3424257516" sldId="899"/>
            <ac:inkMk id="36" creationId="{F243284D-89D7-C818-5E11-F04932EF5D6A}"/>
          </ac:inkMkLst>
        </pc:inkChg>
        <pc:inkChg chg="mod">
          <ac:chgData name="Aleksey Zimin" userId="7f2637d0bc515791" providerId="LiveId" clId="{8553A319-8433-4677-8F80-E28D63617D4C}" dt="2025-11-04T16:26:50.169" v="4118" actId="1076"/>
          <ac:inkMkLst>
            <pc:docMk/>
            <pc:sldMk cId="3424257516" sldId="899"/>
            <ac:inkMk id="37" creationId="{B339E501-BD7A-3E1A-04A5-09336F8EBFB5}"/>
          </ac:inkMkLst>
        </pc:inkChg>
        <pc:cxnChg chg="mod">
          <ac:chgData name="Aleksey Zimin" userId="7f2637d0bc515791" providerId="LiveId" clId="{8553A319-8433-4677-8F80-E28D63617D4C}" dt="2025-11-04T16:26:50.169" v="4118" actId="1076"/>
          <ac:cxnSpMkLst>
            <pc:docMk/>
            <pc:sldMk cId="3424257516" sldId="899"/>
            <ac:cxnSpMk id="23" creationId="{30ACC0FA-F7DD-F775-B632-6C806D860BEE}"/>
          </ac:cxnSpMkLst>
        </pc:cxnChg>
        <pc:cxnChg chg="mod">
          <ac:chgData name="Aleksey Zimin" userId="7f2637d0bc515791" providerId="LiveId" clId="{8553A319-8433-4677-8F80-E28D63617D4C}" dt="2025-11-04T16:26:50.169" v="4118" actId="1076"/>
          <ac:cxnSpMkLst>
            <pc:docMk/>
            <pc:sldMk cId="3424257516" sldId="899"/>
            <ac:cxnSpMk id="34" creationId="{908DF921-36C7-DB95-9BA8-5A737AA962BA}"/>
          </ac:cxnSpMkLst>
        </pc:cxnChg>
        <pc:cxnChg chg="mod">
          <ac:chgData name="Aleksey Zimin" userId="7f2637d0bc515791" providerId="LiveId" clId="{8553A319-8433-4677-8F80-E28D63617D4C}" dt="2025-11-04T16:26:59.047" v="4120" actId="1076"/>
          <ac:cxnSpMkLst>
            <pc:docMk/>
            <pc:sldMk cId="3424257516" sldId="899"/>
            <ac:cxnSpMk id="50" creationId="{DE188676-2728-DB3A-865C-39C679CB1E25}"/>
          </ac:cxnSpMkLst>
        </pc:cxnChg>
        <pc:cxnChg chg="mod">
          <ac:chgData name="Aleksey Zimin" userId="7f2637d0bc515791" providerId="LiveId" clId="{8553A319-8433-4677-8F80-E28D63617D4C}" dt="2025-11-04T16:26:54.143" v="4119" actId="1076"/>
          <ac:cxnSpMkLst>
            <pc:docMk/>
            <pc:sldMk cId="3424257516" sldId="899"/>
            <ac:cxnSpMk id="53" creationId="{3BE28165-703F-50B1-AFFE-6326C6E7A967}"/>
          </ac:cxnSpMkLst>
        </pc:cxnChg>
      </pc:sldChg>
      <pc:sldChg chg="modSp add mod">
        <pc:chgData name="Aleksey Zimin" userId="7f2637d0bc515791" providerId="LiveId" clId="{8553A319-8433-4677-8F80-E28D63617D4C}" dt="2025-11-04T18:45:09.906" v="5927" actId="20577"/>
        <pc:sldMkLst>
          <pc:docMk/>
          <pc:sldMk cId="1401334548" sldId="901"/>
        </pc:sldMkLst>
        <pc:spChg chg="mod">
          <ac:chgData name="Aleksey Zimin" userId="7f2637d0bc515791" providerId="LiveId" clId="{8553A319-8433-4677-8F80-E28D63617D4C}" dt="2025-11-04T18:45:09.906" v="5927" actId="20577"/>
          <ac:spMkLst>
            <pc:docMk/>
            <pc:sldMk cId="1401334548" sldId="901"/>
            <ac:spMk id="3" creationId="{CB489B3A-38E8-7A0E-1E13-FE8DE2D3353B}"/>
          </ac:spMkLst>
        </pc:spChg>
        <pc:spChg chg="mod">
          <ac:chgData name="Aleksey Zimin" userId="7f2637d0bc515791" providerId="LiveId" clId="{8553A319-8433-4677-8F80-E28D63617D4C}" dt="2025-11-04T18:44:21.003" v="5922" actId="1076"/>
          <ac:spMkLst>
            <pc:docMk/>
            <pc:sldMk cId="1401334548" sldId="901"/>
            <ac:spMk id="5" creationId="{C5DA5B8B-0AAD-041B-19F0-6E77511BBFCA}"/>
          </ac:spMkLst>
        </pc:spChg>
        <pc:spChg chg="mod">
          <ac:chgData name="Aleksey Zimin" userId="7f2637d0bc515791" providerId="LiveId" clId="{8553A319-8433-4677-8F80-E28D63617D4C}" dt="2025-11-04T18:43:58.971" v="5909" actId="1076"/>
          <ac:spMkLst>
            <pc:docMk/>
            <pc:sldMk cId="1401334548" sldId="901"/>
            <ac:spMk id="6" creationId="{0F63BE1F-D971-12E0-5FCA-0638AC190084}"/>
          </ac:spMkLst>
        </pc:spChg>
        <pc:spChg chg="mod">
          <ac:chgData name="Aleksey Zimin" userId="7f2637d0bc515791" providerId="LiveId" clId="{8553A319-8433-4677-8F80-E28D63617D4C}" dt="2025-11-04T18:44:01.115" v="5910" actId="1076"/>
          <ac:spMkLst>
            <pc:docMk/>
            <pc:sldMk cId="1401334548" sldId="901"/>
            <ac:spMk id="7" creationId="{0D318F84-24CA-D2E6-4ABE-2909459256F5}"/>
          </ac:spMkLst>
        </pc:spChg>
      </pc:sldChg>
      <pc:sldChg chg="modSp new mod">
        <pc:chgData name="Aleksey Zimin" userId="7f2637d0bc515791" providerId="LiveId" clId="{8553A319-8433-4677-8F80-E28D63617D4C}" dt="2025-11-07T14:32:59.511" v="6691" actId="20577"/>
        <pc:sldMkLst>
          <pc:docMk/>
          <pc:sldMk cId="4101191634" sldId="904"/>
        </pc:sldMkLst>
        <pc:spChg chg="mod">
          <ac:chgData name="Aleksey Zimin" userId="7f2637d0bc515791" providerId="LiveId" clId="{8553A319-8433-4677-8F80-E28D63617D4C}" dt="2025-11-07T14:28:21.528" v="6028" actId="20577"/>
          <ac:spMkLst>
            <pc:docMk/>
            <pc:sldMk cId="4101191634" sldId="904"/>
            <ac:spMk id="2" creationId="{C0BB9A8F-5566-1A79-CD86-91D3828803F2}"/>
          </ac:spMkLst>
        </pc:spChg>
        <pc:spChg chg="mod">
          <ac:chgData name="Aleksey Zimin" userId="7f2637d0bc515791" providerId="LiveId" clId="{8553A319-8433-4677-8F80-E28D63617D4C}" dt="2025-11-07T14:32:59.511" v="6691" actId="20577"/>
          <ac:spMkLst>
            <pc:docMk/>
            <pc:sldMk cId="4101191634" sldId="904"/>
            <ac:spMk id="3" creationId="{197A7719-33AD-3C56-8D13-83C68C1C8D05}"/>
          </ac:spMkLst>
        </pc:spChg>
      </pc:sldChg>
      <pc:sldChg chg="modSp new mod">
        <pc:chgData name="Aleksey Zimin" userId="7f2637d0bc515791" providerId="LiveId" clId="{8553A319-8433-4677-8F80-E28D63617D4C}" dt="2025-11-07T14:36:11.735" v="6748" actId="20577"/>
        <pc:sldMkLst>
          <pc:docMk/>
          <pc:sldMk cId="1351066996" sldId="905"/>
        </pc:sldMkLst>
        <pc:spChg chg="mod">
          <ac:chgData name="Aleksey Zimin" userId="7f2637d0bc515791" providerId="LiveId" clId="{8553A319-8433-4677-8F80-E28D63617D4C}" dt="2025-11-07T14:34:14.457" v="6724" actId="20577"/>
          <ac:spMkLst>
            <pc:docMk/>
            <pc:sldMk cId="1351066996" sldId="905"/>
            <ac:spMk id="2" creationId="{1C82A11A-5645-6CFF-B26C-7B07CA28D3A1}"/>
          </ac:spMkLst>
        </pc:spChg>
        <pc:spChg chg="mod">
          <ac:chgData name="Aleksey Zimin" userId="7f2637d0bc515791" providerId="LiveId" clId="{8553A319-8433-4677-8F80-E28D63617D4C}" dt="2025-11-07T14:36:11.735" v="6748" actId="20577"/>
          <ac:spMkLst>
            <pc:docMk/>
            <pc:sldMk cId="1351066996" sldId="905"/>
            <ac:spMk id="3" creationId="{6258EF31-2952-59EC-61BC-29F953630F6D}"/>
          </ac:spMkLst>
        </pc:spChg>
      </pc:sldChg>
      <pc:sldChg chg="modSp new mod">
        <pc:chgData name="Aleksey Zimin" userId="7f2637d0bc515791" providerId="LiveId" clId="{8553A319-8433-4677-8F80-E28D63617D4C}" dt="2025-11-07T14:35:44.113" v="6747" actId="27636"/>
        <pc:sldMkLst>
          <pc:docMk/>
          <pc:sldMk cId="1016114428" sldId="906"/>
        </pc:sldMkLst>
        <pc:spChg chg="mod">
          <ac:chgData name="Aleksey Zimin" userId="7f2637d0bc515791" providerId="LiveId" clId="{8553A319-8433-4677-8F80-E28D63617D4C}" dt="2025-11-07T14:35:30.592" v="6743" actId="20577"/>
          <ac:spMkLst>
            <pc:docMk/>
            <pc:sldMk cId="1016114428" sldId="906"/>
            <ac:spMk id="2" creationId="{D9B6169F-B2C0-93AB-D759-FD4DEBA40CC3}"/>
          </ac:spMkLst>
        </pc:spChg>
        <pc:spChg chg="mod">
          <ac:chgData name="Aleksey Zimin" userId="7f2637d0bc515791" providerId="LiveId" clId="{8553A319-8433-4677-8F80-E28D63617D4C}" dt="2025-11-07T14:35:44.113" v="6747" actId="27636"/>
          <ac:spMkLst>
            <pc:docMk/>
            <pc:sldMk cId="1016114428" sldId="906"/>
            <ac:spMk id="3" creationId="{BE208FB0-3474-A3C7-B323-C5BD46C3A5FD}"/>
          </ac:spMkLst>
        </pc:spChg>
      </pc:sldChg>
      <pc:sldChg chg="modSp new mod">
        <pc:chgData name="Aleksey Zimin" userId="7f2637d0bc515791" providerId="LiveId" clId="{8553A319-8433-4677-8F80-E28D63617D4C}" dt="2025-11-07T14:37:08.314" v="6773" actId="27636"/>
        <pc:sldMkLst>
          <pc:docMk/>
          <pc:sldMk cId="3477854863" sldId="907"/>
        </pc:sldMkLst>
        <pc:spChg chg="mod">
          <ac:chgData name="Aleksey Zimin" userId="7f2637d0bc515791" providerId="LiveId" clId="{8553A319-8433-4677-8F80-E28D63617D4C}" dt="2025-11-07T14:37:05.440" v="6771" actId="20577"/>
          <ac:spMkLst>
            <pc:docMk/>
            <pc:sldMk cId="3477854863" sldId="907"/>
            <ac:spMk id="2" creationId="{5E876A8C-E7D6-3257-9E0F-5BBA4262CB35}"/>
          </ac:spMkLst>
        </pc:spChg>
        <pc:spChg chg="mod">
          <ac:chgData name="Aleksey Zimin" userId="7f2637d0bc515791" providerId="LiveId" clId="{8553A319-8433-4677-8F80-E28D63617D4C}" dt="2025-11-07T14:37:08.314" v="6773" actId="27636"/>
          <ac:spMkLst>
            <pc:docMk/>
            <pc:sldMk cId="3477854863" sldId="907"/>
            <ac:spMk id="3" creationId="{24432F2C-BBCF-C71E-3A6F-9B8D4C171AD1}"/>
          </ac:spMkLst>
        </pc:spChg>
      </pc:sldChg>
      <pc:sldChg chg="modSp new mod">
        <pc:chgData name="Aleksey Zimin" userId="7f2637d0bc515791" providerId="LiveId" clId="{8553A319-8433-4677-8F80-E28D63617D4C}" dt="2025-11-07T14:39:36.280" v="6842" actId="20577"/>
        <pc:sldMkLst>
          <pc:docMk/>
          <pc:sldMk cId="1153982227" sldId="908"/>
        </pc:sldMkLst>
        <pc:spChg chg="mod">
          <ac:chgData name="Aleksey Zimin" userId="7f2637d0bc515791" providerId="LiveId" clId="{8553A319-8433-4677-8F80-E28D63617D4C}" dt="2025-11-07T14:39:00.870" v="6807" actId="20577"/>
          <ac:spMkLst>
            <pc:docMk/>
            <pc:sldMk cId="1153982227" sldId="908"/>
            <ac:spMk id="2" creationId="{37574075-C915-FC5E-C147-C6C97667092A}"/>
          </ac:spMkLst>
        </pc:spChg>
        <pc:spChg chg="mod">
          <ac:chgData name="Aleksey Zimin" userId="7f2637d0bc515791" providerId="LiveId" clId="{8553A319-8433-4677-8F80-E28D63617D4C}" dt="2025-11-07T14:39:36.280" v="6842" actId="20577"/>
          <ac:spMkLst>
            <pc:docMk/>
            <pc:sldMk cId="1153982227" sldId="908"/>
            <ac:spMk id="3" creationId="{BF929749-20A1-096D-C027-9B4BA423F86E}"/>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4:10:10.409"/>
    </inkml:context>
    <inkml:brush xml:id="br0">
      <inkml:brushProperty name="width" value="0.035" units="cm"/>
      <inkml:brushProperty name="height" value="0.035" units="cm"/>
    </inkml:brush>
  </inkml:definitions>
  <inkml:trace contextRef="#ctx0" brushRef="#br0">1 971 24575,'4'-2'0,"1"1"0,-1-1 0,0 0 0,1 0 0,-1 0 0,0-1 0,0 1 0,0-1 0,-1 0 0,1 0 0,-1-1 0,4-3 0,1-1 0,191-195 0,23-19 0,-173 180 0,2 2 0,2 3 0,1 2 0,66-32 0,-51 39 0,2 3 0,100-22 0,149-14 0,93 7 0,-183 27 0,121 6 0,-137 14 0,520-3 0,-454 12 0,-187 3 0,0 4 0,116 28 0,-126-21 0,299 65 0,-105-20 0,-22 7 0,-212-55 0,79 33 0,-19-4 0,12 6 0,6 3 0,-83-37 0,-1 1 0,-1 2 0,0 1 0,-1 3 0,-1 0 0,38 33 0,-14-13 0,-41-30 0,0 2 0,0 0 0,-1 0 0,15 18 0,10 13 0,3-1 0,88 67 0,-118-98 0,0 1 0,-1 1 0,18 24 0,5 5 0,73 92 0,-59-71 0,-46-59 0,12 18 0,-16-16 0,-14-8 0,11 0 0,0-1 0,1 1 0,-1-1 0,1 0 0,-1 1 0,1-1 0,-1 0 0,1 0 0,0-1 0,0 1 0,0 0 0,0-1 0,0 1 0,1-1 0,-1 0 0,-1-3 0,-20-56 0,13 29 0,6 20 0,0-1 0,1 0 0,1 0 0,0 0 0,1-21 0,-7-40 0,23 103 0,-9-19 0,0 2 0,-1-1 0,7 19 0,24 132 0,-36-161 0,0 0 0,0 1 0,1-1 0,-1 0 0,0 1 0,0-1 0,0 1 0,0-1 0,0 1 0,0-1 0,1 0 0,-1 1 0,0-1 0,0 1 0,0-1 0,0 1 0,-1-1 0,1 1 0,0-1 0,0 0 0,0 1 0,0-1 0,0 1 0,0-1 0,-1 1 0,1-1 0,0 0 0,0 1 0,-1-1 0,1 0 0,0 1 0,-1-1 0,1 0 0,0 1 0,-1-1 0,1 0 0,-1 1 0,-18-6 0,-27-24 0,40 25 0,-126-79 0,131 83 0,0-1 0,0 1 0,0 0 0,0-1 0,1 1 0,-1-1 0,0 0 0,0 1 0,1-1 0,-1 0 0,0 1 0,1-1 0,-1 0 0,0 0 0,1 1 0,-1-1 0,1 0 0,0 0 0,-1 0 0,1 0 0,0 0 0,-1 0 0,1 1 0,0-1 0,0 0 0,0-2 0,0 3 0,1-1 0,0 0 0,0 0 0,0 1 0,0-1 0,0 1 0,-1-1 0,1 1 0,0-1 0,0 1 0,0-1 0,0 1 0,1 0 0,-1 0 0,0 0 0,0-1 0,0 1 0,2 0 0,4 0 0,0 0 0,0 0 0,0 1 0,-1-1 0,1 2 0,13 3 0,-16-3-151,-1 0-1,0 0 0,1 0 0,-1 0 1,0 1-1,0 0 0,-1 0 1,5 4-1,4 9-6674</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4:10:18.130"/>
    </inkml:context>
    <inkml:brush xml:id="br0">
      <inkml:brushProperty name="width" value="0.035" units="cm"/>
      <inkml:brushProperty name="height" value="0.035" units="cm"/>
    </inkml:brush>
  </inkml:definitions>
  <inkml:trace contextRef="#ctx0" brushRef="#br0">6951 62 24575,'-48'44'0,"-2"-1"0,-71 46 0,-114 58 0,234-147 0,-217 122 0,174-100 0,-1-3 0,-2-1 0,-49 12 0,-497 132 0,375-97 0,-135 31 0,4-31 0,-362 20 0,519-80 0,-54 6 0,-679 16 0,647-29 0,133-10 0,34 2 0,18 4 0,1-4 0,0-3 0,0-5 0,-118-39 0,131 32 0,23 8 0,-65-31 0,-298-133 0,391 165 0,0 0 0,1-2 0,0 0 0,-41-40 0,41 32 0,-30-39 0,-14-13 0,40 49 0,-16-15 0,1-2 0,2-2 0,-49-72 0,19-3 0,71 124 0,4 11 0,4 15 0,23 41 0,56 100 0,-14-41 0,-65-121 0,-3-8 0,-3-17 0,-6-26 0,1 24 0,-1-1 0,-1 2 0,0-1 0,-2 1 0,-1 0 0,0 1 0,-27-35 0,-19-31 0,53 78 0,1 1 0,0-1 0,0 0 0,0 0 0,0 0 0,1 0 0,-2-13 0,8 22 0,-1 1 0,0 0 0,0 0 0,0 0 0,0 0 0,0 0 0,0 0 0,-1 1 0,3 4 0,22 30 0,3 0 0,1-2 0,1-2 0,3 0 0,44 33 0,-53-43 0,-22-12 0,-22-11 0,11-3-170,1 0-1,-1 0 0,0-1 1,1 0-1,-1 0 0,1-1 1,-9-6-1,2 0-6655</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4:10:27.757"/>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4:10:36.607"/>
    </inkml:context>
    <inkml:brush xml:id="br0">
      <inkml:brushProperty name="width" value="0.035" units="cm"/>
      <inkml:brushProperty name="height" value="0.035" units="cm"/>
    </inkml:brush>
  </inkml:definitions>
  <inkml:trace contextRef="#ctx0" brushRef="#br0">3809 1271 24575,'0'-14'0,"-2"1"0,1 0 0,-2 0 0,0 0 0,0 0 0,-1 1 0,-10-21 0,-51-84 0,22 44 0,14 13 0,-3 2 0,-3 2 0,-2 1 0,-79-89 0,51 78 0,-132-103 0,166 150 0,0 2 0,-1 0 0,-1 2 0,-40-12 0,9 3 0,-69-27 0,-1 5 0,-3 7 0,-214-33 0,238 59 0,0 4 0,-148 9 0,-219 51 0,450-46 0,-1 1 0,1 1 0,0 2 0,0 0 0,1 2 0,1 2 0,0 0 0,0 2 0,1 1 0,-26 21 0,-3 7 0,1 2 0,2 3 0,3 1 0,2 3 0,2 2 0,2 2 0,-61 107 0,53-70 0,19-38 0,3 2 0,-43 113 0,-25 152 0,72-246 0,16-53 0,2 1 0,1 0 0,1 0 0,0 0 0,0 28 0,4-9 0,-14 514 0,17-513 0,3 0 0,1 0 0,2 0 0,2-1 0,25 72 0,-21-79 0,10 35 0,45 94 0,-33-107 0,2-1 0,3-1 0,78 83 0,-94-112 0,0-2 0,2 0 0,1-2 0,1-1 0,1-2 0,50 30 0,28 4 0,1-4 0,3-6 0,2-4 0,2-5 0,0-5 0,3-5 0,0-6 0,1-4 0,146-1 0,214-17 0,-458 0 0,0-1 0,0 0 0,0-2 0,-1 0 0,24-11 0,-17 7 0,40-16 0,97-52 0,-57 24 0,92-47 0,-169 83 0,-1-2 0,-1-1 0,-1-2 0,35-34 0,-27 23 0,61-45 0,-62 52 0,0-2 0,42-44 0,-45 40 0,-20 22 0,-1 0 0,0-2 0,15-22 0,-25 34 0,1 0 0,-1 0 0,0-1 0,0 1 0,0 0 0,1 0 0,-1 0 0,0-1 0,0 1 0,0 0 0,0 0 0,0 0 0,0-1 0,1 1 0,-1 0 0,0 0 0,0-1 0,0 1 0,0 0 0,0 0 0,0-1 0,0 1 0,0 0 0,0 0 0,0-1 0,0 1 0,0 0 0,0 0 0,-1-1 0,1 1 0,0 0 0,0 0 0,0-1 0,0 1 0,0 0 0,0 0 0,-1-1 0,1 1 0,0 0 0,0 0 0,0 0 0,-1-1 0,-13 2 0,-17 11 0,7 0 0,-1-2 0,1 2 0,1 1 0,0 1 0,-30 24 0,44-30 0,-25 21 0,32-23 0,22-16 0,74-57 0,-71 49 0,0 1 0,1 2 0,0 0 0,32-14 0,-56 29 0,1-1 0,0 1 0,0-1 0,0 1 0,-1-1 0,1 1 0,0 0 0,0 0 0,0-1 0,0 1 0,0 0 0,0 0 0,0 0 0,0 0 0,-1 0 0,1 0 0,0 0 0,0 0 0,0 0 0,0 1 0,0-1 0,0 0 0,0 1 0,-1-1 0,1 0 0,0 1 0,0-1 0,1 2 0,-2-1 0,1 0 0,-1 1 0,1-1 0,-1 1 0,1-1 0,-1 0 0,0 1 0,0-1 0,0 1 0,0-1 0,0 1 0,0-1 0,0 1 0,0-1 0,-1 3 0,-20 53 0,-39 81 0,21-51 0,39-87 0,0 0 0,1 0 0,-1 1 0,0-1 0,0 0 0,0 0 0,0 0 0,0 0 0,0 1 0,0-1 0,0 0 0,0 0 0,0 0 0,0 0 0,0 1 0,0-1 0,0 0 0,0 0 0,0 0 0,-1 0 0,1 1 0,0-1 0,0 0 0,0 0 0,0 0 0,0 0 0,0 0 0,0 1 0,0-1 0,-1 0 0,1 0 0,0 0 0,0 0 0,0 0 0,0 0 0,0 0 0,-1 0 0,1 0 0,0 0 0,0 1 0,0-1 0,0 0 0,0 0 0,-1 0 0,1 0 0,0 0 0,0 0 0,0 0 0,0 0 0,-1 0 0,1 0 0,0 0 0,0-1 0,0 1 0,0 0 0,-1 0 0,1 0 0,0 0 0,0 0 0,0 0 0,0 0 0,0 0 0,-1 0 0,1 0 0,0-1 0,0 1 0,0 0 0,-4-18 0,2-24 0,2 16-227,1 0-1,1 0 1,1 0-1,1 0 1,15-44-1,-14 56-6598</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4:10:10.409"/>
    </inkml:context>
    <inkml:brush xml:id="br0">
      <inkml:brushProperty name="width" value="0.035" units="cm"/>
      <inkml:brushProperty name="height" value="0.035" units="cm"/>
    </inkml:brush>
  </inkml:definitions>
  <inkml:trace contextRef="#ctx0" brushRef="#br0">1 971 24575,'4'-2'0,"1"1"0,-1-1 0,0 0 0,1 0 0,-1 0 0,0-1 0,0 1 0,0-1 0,-1 0 0,1 0 0,-1-1 0,4-3 0,1-1 0,191-195 0,23-19 0,-173 180 0,2 2 0,2 3 0,1 2 0,66-32 0,-51 39 0,2 3 0,100-22 0,149-14 0,93 7 0,-183 27 0,121 6 0,-137 14 0,520-3 0,-454 12 0,-187 3 0,0 4 0,116 28 0,-126-21 0,299 65 0,-105-20 0,-22 7 0,-212-55 0,79 33 0,-19-4 0,12 6 0,6 3 0,-83-37 0,-1 1 0,-1 2 0,0 1 0,-1 3 0,-1 0 0,38 33 0,-14-13 0,-41-30 0,0 2 0,0 0 0,-1 0 0,15 18 0,10 13 0,3-1 0,88 67 0,-118-98 0,0 1 0,-1 1 0,18 24 0,5 5 0,73 92 0,-59-71 0,-46-59 0,12 18 0,-16-16 0,-14-8 0,11 0 0,0-1 0,1 1 0,-1-1 0,1 0 0,-1 1 0,1-1 0,-1 0 0,1 0 0,0-1 0,0 1 0,0 0 0,0-1 0,0 1 0,1-1 0,-1 0 0,-1-3 0,-20-56 0,13 29 0,6 20 0,0-1 0,1 0 0,1 0 0,0 0 0,1-21 0,-7-40 0,23 103 0,-9-19 0,0 2 0,-1-1 0,7 19 0,24 132 0,-36-161 0,0 0 0,0 1 0,1-1 0,-1 0 0,0 1 0,0-1 0,0 1 0,0-1 0,0 1 0,0-1 0,1 0 0,-1 1 0,0-1 0,0 1 0,0-1 0,0 1 0,-1-1 0,1 1 0,0-1 0,0 0 0,0 1 0,0-1 0,0 1 0,0-1 0,-1 1 0,1-1 0,0 0 0,0 1 0,-1-1 0,1 0 0,0 1 0,-1-1 0,1 0 0,0 1 0,-1-1 0,1 0 0,-1 1 0,-18-6 0,-27-24 0,40 25 0,-126-79 0,131 83 0,0-1 0,0 1 0,0 0 0,0-1 0,1 1 0,-1-1 0,0 0 0,0 1 0,1-1 0,-1 0 0,0 1 0,1-1 0,-1 0 0,0 0 0,1 1 0,-1-1 0,1 0 0,0 0 0,-1 0 0,1 0 0,0 0 0,-1 0 0,1 1 0,0-1 0,0 0 0,0-2 0,0 3 0,1-1 0,0 0 0,0 0 0,0 1 0,0-1 0,0 1 0,-1-1 0,1 1 0,0-1 0,0 1 0,0-1 0,0 1 0,1 0 0,-1 0 0,0 0 0,0-1 0,0 1 0,2 0 0,4 0 0,0 0 0,0 0 0,0 1 0,-1-1 0,1 2 0,13 3 0,-16-3-151,-1 0-1,0 0 0,1 0 0,-1 0 1,0 1-1,0 0 0,-1 0 1,5 4-1,4 9-6674</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4:10:18.130"/>
    </inkml:context>
    <inkml:brush xml:id="br0">
      <inkml:brushProperty name="width" value="0.035" units="cm"/>
      <inkml:brushProperty name="height" value="0.035" units="cm"/>
    </inkml:brush>
  </inkml:definitions>
  <inkml:trace contextRef="#ctx0" brushRef="#br0">6951 62 24575,'-48'44'0,"-2"-1"0,-71 46 0,-114 58 0,234-147 0,-217 122 0,174-100 0,-1-3 0,-2-1 0,-49 12 0,-497 132 0,375-97 0,-135 31 0,4-31 0,-362 20 0,519-80 0,-54 6 0,-679 16 0,647-29 0,133-10 0,34 2 0,18 4 0,1-4 0,0-3 0,0-5 0,-118-39 0,131 32 0,23 8 0,-65-31 0,-298-133 0,391 165 0,0 0 0,1-2 0,0 0 0,-41-40 0,41 32 0,-30-39 0,-14-13 0,40 49 0,-16-15 0,1-2 0,2-2 0,-49-72 0,19-3 0,71 124 0,4 11 0,4 15 0,23 41 0,56 100 0,-14-41 0,-65-121 0,-3-8 0,-3-17 0,-6-26 0,1 24 0,-1-1 0,-1 2 0,0-1 0,-2 1 0,-1 0 0,0 1 0,-27-35 0,-19-31 0,53 78 0,1 1 0,0-1 0,0 0 0,0 0 0,0 0 0,1 0 0,-2-13 0,8 22 0,-1 1 0,0 0 0,0 0 0,0 0 0,0 0 0,0 0 0,0 0 0,-1 1 0,3 4 0,22 30 0,3 0 0,1-2 0,1-2 0,3 0 0,44 33 0,-53-43 0,-22-12 0,-22-11 0,11-3-170,1 0-1,-1 0 0,0-1 1,1 0-1,-1 0 0,1-1 1,-9-6-1,2 0-6655</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4:10:27.757"/>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4:10:36.607"/>
    </inkml:context>
    <inkml:brush xml:id="br0">
      <inkml:brushProperty name="width" value="0.035" units="cm"/>
      <inkml:brushProperty name="height" value="0.035" units="cm"/>
    </inkml:brush>
  </inkml:definitions>
  <inkml:trace contextRef="#ctx0" brushRef="#br0">3809 1271 24575,'0'-14'0,"-2"1"0,1 0 0,-2 0 0,0 0 0,0 0 0,-1 1 0,-10-21 0,-51-84 0,22 44 0,14 13 0,-3 2 0,-3 2 0,-2 1 0,-79-89 0,51 78 0,-132-103 0,166 150 0,0 2 0,-1 0 0,-1 2 0,-40-12 0,9 3 0,-69-27 0,-1 5 0,-3 7 0,-214-33 0,238 59 0,0 4 0,-148 9 0,-219 51 0,450-46 0,-1 1 0,1 1 0,0 2 0,0 0 0,1 2 0,1 2 0,0 0 0,0 2 0,1 1 0,-26 21 0,-3 7 0,1 2 0,2 3 0,3 1 0,2 3 0,2 2 0,2 2 0,-61 107 0,53-70 0,19-38 0,3 2 0,-43 113 0,-25 152 0,72-246 0,16-53 0,2 1 0,1 0 0,1 0 0,0 0 0,0 28 0,4-9 0,-14 514 0,17-513 0,3 0 0,1 0 0,2 0 0,2-1 0,25 72 0,-21-79 0,10 35 0,45 94 0,-33-107 0,2-1 0,3-1 0,78 83 0,-94-112 0,0-2 0,2 0 0,1-2 0,1-1 0,1-2 0,50 30 0,28 4 0,1-4 0,3-6 0,2-4 0,2-5 0,0-5 0,3-5 0,0-6 0,1-4 0,146-1 0,214-17 0,-458 0 0,0-1 0,0 0 0,0-2 0,-1 0 0,24-11 0,-17 7 0,40-16 0,97-52 0,-57 24 0,92-47 0,-169 83 0,-1-2 0,-1-1 0,-1-2 0,35-34 0,-27 23 0,61-45 0,-62 52 0,0-2 0,42-44 0,-45 40 0,-20 22 0,-1 0 0,0-2 0,15-22 0,-25 34 0,1 0 0,-1 0 0,0-1 0,0 1 0,0 0 0,1 0 0,-1 0 0,0-1 0,0 1 0,0 0 0,0 0 0,0 0 0,0-1 0,1 1 0,-1 0 0,0 0 0,0-1 0,0 1 0,0 0 0,0 0 0,0-1 0,0 1 0,0 0 0,0 0 0,0-1 0,0 1 0,0 0 0,0 0 0,-1-1 0,1 1 0,0 0 0,0 0 0,0-1 0,0 1 0,0 0 0,0 0 0,-1-1 0,1 1 0,0 0 0,0 0 0,0 0 0,-1-1 0,-13 2 0,-17 11 0,7 0 0,-1-2 0,1 2 0,1 1 0,0 1 0,-30 24 0,44-30 0,-25 21 0,32-23 0,22-16 0,74-57 0,-71 49 0,0 1 0,1 2 0,0 0 0,32-14 0,-56 29 0,1-1 0,0 1 0,0-1 0,0 1 0,-1-1 0,1 1 0,0 0 0,0 0 0,0-1 0,0 1 0,0 0 0,0 0 0,0 0 0,0 0 0,-1 0 0,1 0 0,0 0 0,0 0 0,0 0 0,0 1 0,0-1 0,0 0 0,0 1 0,-1-1 0,1 0 0,0 1 0,0-1 0,1 2 0,-2-1 0,1 0 0,-1 1 0,1-1 0,-1 1 0,1-1 0,-1 0 0,0 1 0,0-1 0,0 1 0,0-1 0,0 1 0,0-1 0,0 1 0,0-1 0,-1 3 0,-20 53 0,-39 81 0,21-51 0,39-87 0,0 0 0,1 0 0,-1 1 0,0-1 0,0 0 0,0 0 0,0 0 0,0 0 0,0 1 0,0-1 0,0 0 0,0 0 0,0 0 0,0 0 0,0 1 0,0-1 0,0 0 0,0 0 0,0 0 0,-1 0 0,1 1 0,0-1 0,0 0 0,0 0 0,0 0 0,0 0 0,0 0 0,0 1 0,0-1 0,-1 0 0,1 0 0,0 0 0,0 0 0,0 0 0,0 0 0,0 0 0,-1 0 0,1 0 0,0 0 0,0 1 0,0-1 0,0 0 0,0 0 0,-1 0 0,1 0 0,0 0 0,0 0 0,0 0 0,0 0 0,-1 0 0,1 0 0,0 0 0,0-1 0,0 1 0,0 0 0,-1 0 0,1 0 0,0 0 0,0 0 0,0 0 0,0 0 0,0 0 0,-1 0 0,1 0 0,0-1 0,0 1 0,0 0 0,-4-18 0,2-24 0,2 16-227,1 0-1,1 0 1,1 0-1,1 0 1,15-44-1,-14 56-6598</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4:10:10.409"/>
    </inkml:context>
    <inkml:brush xml:id="br0">
      <inkml:brushProperty name="width" value="0.035" units="cm"/>
      <inkml:brushProperty name="height" value="0.035" units="cm"/>
    </inkml:brush>
  </inkml:definitions>
  <inkml:trace contextRef="#ctx0" brushRef="#br0">1 971 24575,'4'-2'0,"1"1"0,-1-1 0,0 0 0,1 0 0,-1 0 0,0-1 0,0 1 0,0-1 0,-1 0 0,1 0 0,-1-1 0,4-3 0,1-1 0,191-195 0,23-19 0,-173 180 0,2 2 0,2 3 0,1 2 0,66-32 0,-51 39 0,2 3 0,100-22 0,149-14 0,93 7 0,-183 27 0,121 6 0,-137 14 0,520-3 0,-454 12 0,-187 3 0,0 4 0,116 28 0,-126-21 0,299 65 0,-105-20 0,-22 7 0,-212-55 0,79 33 0,-19-4 0,12 6 0,6 3 0,-83-37 0,-1 1 0,-1 2 0,0 1 0,-1 3 0,-1 0 0,38 33 0,-14-13 0,-41-30 0,0 2 0,0 0 0,-1 0 0,15 18 0,10 13 0,3-1 0,88 67 0,-118-98 0,0 1 0,-1 1 0,18 24 0,5 5 0,73 92 0,-59-71 0,-46-59 0,12 18 0,-16-16 0,-14-8 0,11 0 0,0-1 0,1 1 0,-1-1 0,1 0 0,-1 1 0,1-1 0,-1 0 0,1 0 0,0-1 0,0 1 0,0 0 0,0-1 0,0 1 0,1-1 0,-1 0 0,-1-3 0,-20-56 0,13 29 0,6 20 0,0-1 0,1 0 0,1 0 0,0 0 0,1-21 0,-7-40 0,23 103 0,-9-19 0,0 2 0,-1-1 0,7 19 0,24 132 0,-36-161 0,0 0 0,0 1 0,1-1 0,-1 0 0,0 1 0,0-1 0,0 1 0,0-1 0,0 1 0,0-1 0,1 0 0,-1 1 0,0-1 0,0 1 0,0-1 0,0 1 0,-1-1 0,1 1 0,0-1 0,0 0 0,0 1 0,0-1 0,0 1 0,0-1 0,-1 1 0,1-1 0,0 0 0,0 1 0,-1-1 0,1 0 0,0 1 0,-1-1 0,1 0 0,0 1 0,-1-1 0,1 0 0,-1 1 0,-18-6 0,-27-24 0,40 25 0,-126-79 0,131 83 0,0-1 0,0 1 0,0 0 0,0-1 0,1 1 0,-1-1 0,0 0 0,0 1 0,1-1 0,-1 0 0,0 1 0,1-1 0,-1 0 0,0 0 0,1 1 0,-1-1 0,1 0 0,0 0 0,-1 0 0,1 0 0,0 0 0,-1 0 0,1 1 0,0-1 0,0 0 0,0-2 0,0 3 0,1-1 0,0 0 0,0 0 0,0 1 0,0-1 0,0 1 0,-1-1 0,1 1 0,0-1 0,0 1 0,0-1 0,0 1 0,1 0 0,-1 0 0,0 0 0,0-1 0,0 1 0,2 0 0,4 0 0,0 0 0,0 0 0,0 1 0,-1-1 0,1 2 0,13 3 0,-16-3-151,-1 0-1,0 0 0,1 0 0,-1 0 1,0 1-1,0 0 0,-1 0 1,5 4-1,4 9-6674</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4:10:18.130"/>
    </inkml:context>
    <inkml:brush xml:id="br0">
      <inkml:brushProperty name="width" value="0.035" units="cm"/>
      <inkml:brushProperty name="height" value="0.035" units="cm"/>
    </inkml:brush>
  </inkml:definitions>
  <inkml:trace contextRef="#ctx0" brushRef="#br0">6951 62 24575,'-48'44'0,"-2"-1"0,-71 46 0,-114 58 0,234-147 0,-217 122 0,174-100 0,-1-3 0,-2-1 0,-49 12 0,-497 132 0,375-97 0,-135 31 0,4-31 0,-362 20 0,519-80 0,-54 6 0,-679 16 0,647-29 0,133-10 0,34 2 0,18 4 0,1-4 0,0-3 0,0-5 0,-118-39 0,131 32 0,23 8 0,-65-31 0,-298-133 0,391 165 0,0 0 0,1-2 0,0 0 0,-41-40 0,41 32 0,-30-39 0,-14-13 0,40 49 0,-16-15 0,1-2 0,2-2 0,-49-72 0,19-3 0,71 124 0,4 11 0,4 15 0,23 41 0,56 100 0,-14-41 0,-65-121 0,-3-8 0,-3-17 0,-6-26 0,1 24 0,-1-1 0,-1 2 0,0-1 0,-2 1 0,-1 0 0,0 1 0,-27-35 0,-19-31 0,53 78 0,1 1 0,0-1 0,0 0 0,0 0 0,0 0 0,1 0 0,-2-13 0,8 22 0,-1 1 0,0 0 0,0 0 0,0 0 0,0 0 0,0 0 0,0 0 0,-1 1 0,3 4 0,22 30 0,3 0 0,1-2 0,1-2 0,3 0 0,44 33 0,-53-43 0,-22-12 0,-22-11 0,11-3-170,1 0-1,-1 0 0,0-1 1,1 0-1,-1 0 0,1-1 1,-9-6-1,2 0-6655</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4:10:27.757"/>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4:10:36.607"/>
    </inkml:context>
    <inkml:brush xml:id="br0">
      <inkml:brushProperty name="width" value="0.035" units="cm"/>
      <inkml:brushProperty name="height" value="0.035" units="cm"/>
    </inkml:brush>
  </inkml:definitions>
  <inkml:trace contextRef="#ctx0" brushRef="#br0">3809 1271 24575,'0'-14'0,"-2"1"0,1 0 0,-2 0 0,0 0 0,0 0 0,-1 1 0,-10-21 0,-51-84 0,22 44 0,14 13 0,-3 2 0,-3 2 0,-2 1 0,-79-89 0,51 78 0,-132-103 0,166 150 0,0 2 0,-1 0 0,-1 2 0,-40-12 0,9 3 0,-69-27 0,-1 5 0,-3 7 0,-214-33 0,238 59 0,0 4 0,-148 9 0,-219 51 0,450-46 0,-1 1 0,1 1 0,0 2 0,0 0 0,1 2 0,1 2 0,0 0 0,0 2 0,1 1 0,-26 21 0,-3 7 0,1 2 0,2 3 0,3 1 0,2 3 0,2 2 0,2 2 0,-61 107 0,53-70 0,19-38 0,3 2 0,-43 113 0,-25 152 0,72-246 0,16-53 0,2 1 0,1 0 0,1 0 0,0 0 0,0 28 0,4-9 0,-14 514 0,17-513 0,3 0 0,1 0 0,2 0 0,2-1 0,25 72 0,-21-79 0,10 35 0,45 94 0,-33-107 0,2-1 0,3-1 0,78 83 0,-94-112 0,0-2 0,2 0 0,1-2 0,1-1 0,1-2 0,50 30 0,28 4 0,1-4 0,3-6 0,2-4 0,2-5 0,0-5 0,3-5 0,0-6 0,1-4 0,146-1 0,214-17 0,-458 0 0,0-1 0,0 0 0,0-2 0,-1 0 0,24-11 0,-17 7 0,40-16 0,97-52 0,-57 24 0,92-47 0,-169 83 0,-1-2 0,-1-1 0,-1-2 0,35-34 0,-27 23 0,61-45 0,-62 52 0,0-2 0,42-44 0,-45 40 0,-20 22 0,-1 0 0,0-2 0,15-22 0,-25 34 0,1 0 0,-1 0 0,0-1 0,0 1 0,0 0 0,1 0 0,-1 0 0,0-1 0,0 1 0,0 0 0,0 0 0,0 0 0,0-1 0,1 1 0,-1 0 0,0 0 0,0-1 0,0 1 0,0 0 0,0 0 0,0-1 0,0 1 0,0 0 0,0 0 0,0-1 0,0 1 0,0 0 0,0 0 0,-1-1 0,1 1 0,0 0 0,0 0 0,0-1 0,0 1 0,0 0 0,0 0 0,-1-1 0,1 1 0,0 0 0,0 0 0,0 0 0,-1-1 0,-13 2 0,-17 11 0,7 0 0,-1-2 0,1 2 0,1 1 0,0 1 0,-30 24 0,44-30 0,-25 21 0,32-23 0,22-16 0,74-57 0,-71 49 0,0 1 0,1 2 0,0 0 0,32-14 0,-56 29 0,1-1 0,0 1 0,0-1 0,0 1 0,-1-1 0,1 1 0,0 0 0,0 0 0,0-1 0,0 1 0,0 0 0,0 0 0,0 0 0,0 0 0,-1 0 0,1 0 0,0 0 0,0 0 0,0 0 0,0 1 0,0-1 0,0 0 0,0 1 0,-1-1 0,1 0 0,0 1 0,0-1 0,1 2 0,-2-1 0,1 0 0,-1 1 0,1-1 0,-1 1 0,1-1 0,-1 0 0,0 1 0,0-1 0,0 1 0,0-1 0,0 1 0,0-1 0,0 1 0,0-1 0,-1 3 0,-20 53 0,-39 81 0,21-51 0,39-87 0,0 0 0,1 0 0,-1 1 0,0-1 0,0 0 0,0 0 0,0 0 0,0 0 0,0 1 0,0-1 0,0 0 0,0 0 0,0 0 0,0 0 0,0 1 0,0-1 0,0 0 0,0 0 0,0 0 0,-1 0 0,1 1 0,0-1 0,0 0 0,0 0 0,0 0 0,0 0 0,0 0 0,0 1 0,0-1 0,-1 0 0,1 0 0,0 0 0,0 0 0,0 0 0,0 0 0,0 0 0,-1 0 0,1 0 0,0 0 0,0 1 0,0-1 0,0 0 0,0 0 0,-1 0 0,1 0 0,0 0 0,0 0 0,0 0 0,0 0 0,-1 0 0,1 0 0,0 0 0,0-1 0,0 1 0,0 0 0,-1 0 0,1 0 0,0 0 0,0 0 0,0 0 0,0 0 0,0 0 0,-1 0 0,1 0 0,0-1 0,0 1 0,0 0 0,-4-18 0,2-24 0,2 16-227,1 0-1,1 0 1,1 0-1,1 0 1,15-44-1,-14 56-6598</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4:59:53.481"/>
    </inkml:context>
    <inkml:brush xml:id="br0">
      <inkml:brushProperty name="width" value="0.035" units="cm"/>
      <inkml:brushProperty name="height" value="0.035" units="cm"/>
    </inkml:brush>
  </inkml:definitions>
  <inkml:trace contextRef="#ctx0" brushRef="#br0">1 971 24575,'4'-2'0,"1"1"0,-1-1 0,0 0 0,1 0 0,-1 0 0,0-1 0,0 1 0,0-1 0,-1 0 0,1 0 0,-1-1 0,4-3 0,1-1 0,191-195 0,23-19 0,-173 180 0,2 2 0,2 3 0,1 2 0,66-32 0,-51 39 0,2 3 0,100-22 0,149-14 0,93 7 0,-183 27 0,121 6 0,-137 14 0,520-3 0,-454 12 0,-187 3 0,0 4 0,116 28 0,-126-21 0,299 65 0,-105-20 0,-22 7 0,-212-55 0,79 33 0,-19-4 0,12 6 0,6 3 0,-83-37 0,-1 1 0,-1 2 0,0 1 0,-1 3 0,-1 0 0,38 33 0,-14-13 0,-41-30 0,0 2 0,0 0 0,-1 0 0,15 18 0,10 13 0,3-1 0,88 67 0,-118-98 0,0 1 0,-1 1 0,18 24 0,5 5 0,73 92 0,-59-71 0,-46-59 0,12 18 0,-16-16 0,-14-8 0,11 0 0,0-1 0,1 1 0,-1-1 0,1 0 0,-1 1 0,1-1 0,-1 0 0,1 0 0,0-1 0,0 1 0,0 0 0,0-1 0,0 1 0,1-1 0,-1 0 0,-1-3 0,-20-56 0,13 29 0,6 20 0,0-1 0,1 0 0,1 0 0,0 0 0,1-21 0,-7-40 0,23 103 0,-9-19 0,0 2 0,-1-1 0,7 19 0,24 132 0,-36-161 0,0 0 0,0 1 0,1-1 0,-1 0 0,0 1 0,0-1 0,0 1 0,0-1 0,0 1 0,0-1 0,1 0 0,-1 1 0,0-1 0,0 1 0,0-1 0,0 1 0,-1-1 0,1 1 0,0-1 0,0 0 0,0 1 0,0-1 0,0 1 0,0-1 0,-1 1 0,1-1 0,0 0 0,0 1 0,-1-1 0,1 0 0,0 1 0,-1-1 0,1 0 0,0 1 0,-1-1 0,1 0 0,-1 1 0,-18-6 0,-27-24 0,40 25 0,-126-79 0,131 83 0,0-1 0,0 1 0,0 0 0,0-1 0,1 1 0,-1-1 0,0 0 0,0 1 0,1-1 0,-1 0 0,0 1 0,1-1 0,-1 0 0,0 0 0,1 1 0,-1-1 0,1 0 0,0 0 0,-1 0 0,1 0 0,0 0 0,-1 0 0,1 1 0,0-1 0,0 0 0,0-2 0,0 3 0,1-1 0,0 0 0,0 0 0,0 1 0,0-1 0,0 1 0,-1-1 0,1 1 0,0-1 0,0 1 0,0-1 0,0 1 0,1 0 0,-1 0 0,0 0 0,0-1 0,0 1 0,2 0 0,4 0 0,0 0 0,0 0 0,0 1 0,-1-1 0,1 2 0,13 3 0,-16-3-151,-1 0-1,0 0 0,1 0 0,-1 0 1,0 1-1,0 0 0,-1 0 1,5 4-1,4 9-6674</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4:59:53.482"/>
    </inkml:context>
    <inkml:brush xml:id="br0">
      <inkml:brushProperty name="width" value="0.035" units="cm"/>
      <inkml:brushProperty name="height" value="0.035" units="cm"/>
    </inkml:brush>
  </inkml:definitions>
  <inkml:trace contextRef="#ctx0" brushRef="#br0">6951 62 24575,'-48'44'0,"-2"-1"0,-71 46 0,-114 58 0,234-147 0,-217 122 0,174-100 0,-1-3 0,-2-1 0,-49 12 0,-497 132 0,375-97 0,-135 31 0,4-31 0,-362 20 0,519-80 0,-54 6 0,-679 16 0,647-29 0,133-10 0,34 2 0,18 4 0,1-4 0,0-3 0,0-5 0,-118-39 0,131 32 0,23 8 0,-65-31 0,-298-133 0,391 165 0,0 0 0,1-2 0,0 0 0,-41-40 0,41 32 0,-30-39 0,-14-13 0,40 49 0,-16-15 0,1-2 0,2-2 0,-49-72 0,19-3 0,71 124 0,4 11 0,4 15 0,23 41 0,56 100 0,-14-41 0,-65-121 0,-3-8 0,-3-17 0,-6-26 0,1 24 0,-1-1 0,-1 2 0,0-1 0,-2 1 0,-1 0 0,0 1 0,-27-35 0,-19-31 0,53 78 0,1 1 0,0-1 0,0 0 0,0 0 0,0 0 0,1 0 0,-2-13 0,8 22 0,-1 1 0,0 0 0,0 0 0,0 0 0,0 0 0,0 0 0,0 0 0,-1 1 0,3 4 0,22 30 0,3 0 0,1-2 0,1-2 0,3 0 0,44 33 0,-53-43 0,-22-12 0,-22-11 0,11-3-170,1 0-1,-1 0 0,0-1 1,1 0-1,-1 0 0,1-1 1,-9-6-1,2 0-6655</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4:59:53.483"/>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4:59:53.484"/>
    </inkml:context>
    <inkml:brush xml:id="br0">
      <inkml:brushProperty name="width" value="0.035" units="cm"/>
      <inkml:brushProperty name="height" value="0.035" units="cm"/>
    </inkml:brush>
  </inkml:definitions>
  <inkml:trace contextRef="#ctx0" brushRef="#br0">3809 1271 24575,'0'-14'0,"-2"1"0,1 0 0,-2 0 0,0 0 0,0 0 0,-1 1 0,-10-21 0,-51-84 0,22 44 0,14 13 0,-3 2 0,-3 2 0,-2 1 0,-79-89 0,51 78 0,-132-103 0,166 150 0,0 2 0,-1 0 0,-1 2 0,-40-12 0,9 3 0,-69-27 0,-1 5 0,-3 7 0,-214-33 0,238 59 0,0 4 0,-148 9 0,-219 51 0,450-46 0,-1 1 0,1 1 0,0 2 0,0 0 0,1 2 0,1 2 0,0 0 0,0 2 0,1 1 0,-26 21 0,-3 7 0,1 2 0,2 3 0,3 1 0,2 3 0,2 2 0,2 2 0,-61 107 0,53-70 0,19-38 0,3 2 0,-43 113 0,-25 152 0,72-246 0,16-53 0,2 1 0,1 0 0,1 0 0,0 0 0,0 28 0,4-9 0,-14 514 0,17-513 0,3 0 0,1 0 0,2 0 0,2-1 0,25 72 0,-21-79 0,10 35 0,45 94 0,-33-107 0,2-1 0,3-1 0,78 83 0,-94-112 0,0-2 0,2 0 0,1-2 0,1-1 0,1-2 0,50 30 0,28 4 0,1-4 0,3-6 0,2-4 0,2-5 0,0-5 0,3-5 0,0-6 0,1-4 0,146-1 0,214-17 0,-458 0 0,0-1 0,0 0 0,0-2 0,-1 0 0,24-11 0,-17 7 0,40-16 0,97-52 0,-57 24 0,92-47 0,-169 83 0,-1-2 0,-1-1 0,-1-2 0,35-34 0,-27 23 0,61-45 0,-62 52 0,0-2 0,42-44 0,-45 40 0,-20 22 0,-1 0 0,0-2 0,15-22 0,-25 34 0,1 0 0,-1 0 0,0-1 0,0 1 0,0 0 0,1 0 0,-1 0 0,0-1 0,0 1 0,0 0 0,0 0 0,0 0 0,0-1 0,1 1 0,-1 0 0,0 0 0,0-1 0,0 1 0,0 0 0,0 0 0,0-1 0,0 1 0,0 0 0,0 0 0,0-1 0,0 1 0,0 0 0,0 0 0,-1-1 0,1 1 0,0 0 0,0 0 0,0-1 0,0 1 0,0 0 0,0 0 0,-1-1 0,1 1 0,0 0 0,0 0 0,0 0 0,-1-1 0,-13 2 0,-17 11 0,7 0 0,-1-2 0,1 2 0,1 1 0,0 1 0,-30 24 0,44-30 0,-25 21 0,32-23 0,22-16 0,74-57 0,-71 49 0,0 1 0,1 2 0,0 0 0,32-14 0,-56 29 0,1-1 0,0 1 0,0-1 0,0 1 0,-1-1 0,1 1 0,0 0 0,0 0 0,0-1 0,0 1 0,0 0 0,0 0 0,0 0 0,0 0 0,-1 0 0,1 0 0,0 0 0,0 0 0,0 0 0,0 1 0,0-1 0,0 0 0,0 1 0,-1-1 0,1 0 0,0 1 0,0-1 0,1 2 0,-2-1 0,1 0 0,-1 1 0,1-1 0,-1 1 0,1-1 0,-1 0 0,0 1 0,0-1 0,0 1 0,0-1 0,0 1 0,0-1 0,0 1 0,0-1 0,-1 3 0,-20 53 0,-39 81 0,21-51 0,39-87 0,0 0 0,1 0 0,-1 1 0,0-1 0,0 0 0,0 0 0,0 0 0,0 0 0,0 1 0,0-1 0,0 0 0,0 0 0,0 0 0,0 0 0,0 1 0,0-1 0,0 0 0,0 0 0,0 0 0,-1 0 0,1 1 0,0-1 0,0 0 0,0 0 0,0 0 0,0 0 0,0 0 0,0 1 0,0-1 0,-1 0 0,1 0 0,0 0 0,0 0 0,0 0 0,0 0 0,0 0 0,-1 0 0,1 0 0,0 0 0,0 1 0,0-1 0,0 0 0,0 0 0,-1 0 0,1 0 0,0 0 0,0 0 0,0 0 0,0 0 0,-1 0 0,1 0 0,0 0 0,0-1 0,0 1 0,0 0 0,-1 0 0,1 0 0,0 0 0,0 0 0,0 0 0,0 0 0,0 0 0,-1 0 0,1 0 0,0-1 0,0 1 0,0 0 0,-4-18 0,2-24 0,2 16-227,1 0-1,1 0 1,1 0-1,1 0 1,15-44-1,-14 56-6598</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4T16:03:36.284"/>
    </inkml:context>
    <inkml:brush xml:id="br0">
      <inkml:brushProperty name="width" value="0.035" units="cm"/>
      <inkml:brushProperty name="height" value="0.035" units="cm"/>
    </inkml:brush>
  </inkml:definitions>
  <inkml:trace contextRef="#ctx0" brushRef="#br0">1286 1900 24575,'-7'1'0,"1"0"0,-1 1 0,1 0 0,-1 0 0,1 0 0,-12 7 0,-12 4 0,-163 41 0,156-46 0,0-2 0,0-1 0,-51-1 0,55-5 0,-152-7 0,162 5 0,0-1 0,1-1 0,-1-1 0,1-1 0,-42-19 0,37 12 0,1 0 0,1-2 0,0-1 0,1-1 0,0-1 0,2-1 0,0-1 0,2-1 0,-21-27 0,19 20 0,2-1 0,1-1 0,1-1 0,-15-38 0,24 46 0,1 0 0,1 0 0,1-1 0,1 0 0,1 0 0,0-45 0,6-538 0,-1 592 0,1 1 0,0 0 0,1 0 0,1 0 0,0 0 0,1 1 0,11-23 0,1 3 0,41-60 0,-27 51 0,1 2 0,3 2 0,0 1 0,45-35 0,-60 56 0,1 0 0,1 2 0,0 1 0,1 0 0,1 2 0,0 0 0,44-13 0,3-1 0,-44 15 0,0 2 0,34-8 0,-61 17 0,48-10 0,0 2 0,79-2 0,-47 9 0,109 4 0,-160 3 0,-1 0 0,0 2 0,0 1 0,0 1 0,50 27 0,-59-28 0,1 3 0,-1 1 0,0 0 0,-1 1 0,0 2 0,24 26 0,-1-2 0,-26-25 0,-1 0 0,0 2 0,-1-1 0,-1 2 0,-1 0 0,17 34 0,-9-6 0,24 83 0,-39-114 0,1 0 0,0-1 0,0 0 0,2-1 0,0 1 0,14 20 0,-21-34 0,1 0 0,-1 0 0,0 0 0,1 0 0,-1 0 0,0 0 0,1 0 0,-1 0 0,0 0 0,1 0 0,-1-1 0,0 1 0,0 0 0,1 0 0,-1 0 0,0 0 0,1-1 0,-1 1 0,0 0 0,0 0 0,1 0 0,-1-1 0,0 1 0,0 0 0,0-1 0,0 1 0,1 0 0,-1 0 0,0-1 0,0 1 0,0 0 0,0-1 0,0 1 0,0 0 0,0-1 0,0 1 0,0 0 0,0-1 0,0 1 0,0 0 0,0-1 0,0 1 0,0 0 0,0-1 0,0 1 0,0 0 0,0-1 0,1-19 0,-3-199 0,3 286 0,-3 88 0,2-153 0,0 1 0,0-1 0,0 1 0,0-1 0,-1 1 0,0-1 0,1 0 0,-1 1 0,0-1 0,0 1 0,0-1 0,0 0 0,-1 0 0,1 0 0,-1 0 0,-1 2 0,2-3 0,-1 0 0,1-1 0,0 1 0,-1-1 0,1 0 0,-1 1 0,1-1 0,-1 0 0,1 0 0,-1 0 0,1 0 0,-1 0 0,1 0 0,-1 0 0,1-1 0,0 1 0,-1-1 0,1 1 0,-1-1 0,1 1 0,0-1 0,-1 0 0,1 1 0,0-1 0,0 0 0,0 0 0,-1 0 0,0-2 0,-20-12 0,12 10 0,1-1 0,0-1 0,0 1 0,1-1 0,-1-1 0,2 0 0,-1 0 0,1 0 0,-11-18 0,74 85 0,-27-27-1365,-15-20-5461</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4T16:10:56.332"/>
    </inkml:context>
    <inkml:brush xml:id="br0">
      <inkml:brushProperty name="width" value="0.035" units="cm"/>
      <inkml:brushProperty name="height" value="0.035" units="cm"/>
    </inkml:brush>
  </inkml:definitions>
  <inkml:trace contextRef="#ctx0" brushRef="#br0">1286 1900 24575,'-7'1'0,"1"0"0,-1 1 0,1 0 0,-1 0 0,1 0 0,-12 7 0,-12 4 0,-163 41 0,156-46 0,0-2 0,0-1 0,-51-1 0,55-5 0,-152-7 0,162 5 0,0-1 0,1-1 0,-1-1 0,1-1 0,-42-19 0,37 12 0,1 0 0,1-2 0,0-1 0,1-1 0,0-1 0,2-1 0,0-1 0,2-1 0,-21-27 0,19 20 0,2-1 0,1-1 0,1-1 0,-15-38 0,24 46 0,1 0 0,1 0 0,1-1 0,1 0 0,1 0 0,0-45 0,6-538 0,-1 592 0,1 1 0,0 0 0,1 0 0,1 0 0,0 0 0,1 1 0,11-23 0,1 3 0,41-60 0,-27 51 0,1 2 0,3 2 0,0 1 0,45-35 0,-60 56 0,1 0 0,1 2 0,0 1 0,1 0 0,1 2 0,0 0 0,44-13 0,3-1 0,-44 15 0,0 2 0,34-8 0,-61 17 0,48-10 0,0 2 0,79-2 0,-47 9 0,109 4 0,-160 3 0,-1 0 0,0 2 0,0 1 0,0 1 0,50 27 0,-59-28 0,1 3 0,-1 1 0,0 0 0,-1 1 0,0 2 0,24 26 0,-1-2 0,-26-25 0,-1 0 0,0 2 0,-1-1 0,-1 2 0,-1 0 0,17 34 0,-9-6 0,24 83 0,-39-114 0,1 0 0,0-1 0,0 0 0,2-1 0,0 1 0,14 20 0,-21-34 0,1 0 0,-1 0 0,0 0 0,1 0 0,-1 0 0,0 0 0,1 0 0,-1 0 0,0 0 0,1 0 0,-1-1 0,0 1 0,0 0 0,1 0 0,-1 0 0,0 0 0,1-1 0,-1 1 0,0 0 0,0 0 0,1 0 0,-1-1 0,0 1 0,0 0 0,0-1 0,0 1 0,1 0 0,-1 0 0,0-1 0,0 1 0,0 0 0,0-1 0,0 1 0,0 0 0,0-1 0,0 1 0,0 0 0,0-1 0,0 1 0,0 0 0,0-1 0,0 1 0,0 0 0,0-1 0,0 1 0,0 0 0,0-1 0,1-19 0,-3-199 0,3 286 0,-3 88 0,2-153 0,0 1 0,0-1 0,0 1 0,0-1 0,-1 1 0,0-1 0,1 0 0,-1 1 0,0-1 0,0 1 0,0-1 0,0 0 0,-1 0 0,1 0 0,-1 0 0,-1 2 0,2-3 0,-1 0 0,1-1 0,0 1 0,-1-1 0,1 0 0,-1 1 0,1-1 0,-1 0 0,1 0 0,-1 0 0,1 0 0,-1 0 0,1 0 0,-1 0 0,1-1 0,0 1 0,-1-1 0,1 1 0,-1-1 0,1 1 0,0-1 0,-1 0 0,1 1 0,0-1 0,0 0 0,0 0 0,-1 0 0,0-2 0,-20-12 0,12 10 0,1-1 0,0-1 0,0 1 0,1-1 0,-1-1 0,2 0 0,-1 0 0,1 0 0,-11-18 0,74 85 0,-27-27-1365,-15-20-5461</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4T16:11:15.323"/>
    </inkml:context>
    <inkml:brush xml:id="br0">
      <inkml:brushProperty name="width" value="0.035" units="cm"/>
      <inkml:brushProperty name="height" value="0.035" units="cm"/>
    </inkml:brush>
  </inkml:definitions>
  <inkml:trace contextRef="#ctx0" brushRef="#br0">1286 1900 24575,'-7'1'0,"1"0"0,-1 1 0,1 0 0,-1 0 0,1 0 0,-12 7 0,-12 4 0,-163 41 0,156-46 0,0-2 0,0-1 0,-51-1 0,55-5 0,-152-7 0,162 5 0,0-1 0,1-1 0,-1-1 0,1-1 0,-42-19 0,37 12 0,1 0 0,1-2 0,0-1 0,1-1 0,0-1 0,2-1 0,0-1 0,2-1 0,-21-27 0,19 20 0,2-1 0,1-1 0,1-1 0,-15-38 0,24 46 0,1 0 0,1 0 0,1-1 0,1 0 0,1 0 0,0-45 0,6-538 0,-1 592 0,1 1 0,0 0 0,1 0 0,1 0 0,0 0 0,1 1 0,11-23 0,1 3 0,41-60 0,-27 51 0,1 2 0,3 2 0,0 1 0,45-35 0,-60 56 0,1 0 0,1 2 0,0 1 0,1 0 0,1 2 0,0 0 0,44-13 0,3-1 0,-44 15 0,0 2 0,34-8 0,-61 17 0,48-10 0,0 2 0,79-2 0,-47 9 0,109 4 0,-160 3 0,-1 0 0,0 2 0,0 1 0,0 1 0,50 27 0,-59-28 0,1 3 0,-1 1 0,0 0 0,-1 1 0,0 2 0,24 26 0,-1-2 0,-26-25 0,-1 0 0,0 2 0,-1-1 0,-1 2 0,-1 0 0,17 34 0,-9-6 0,24 83 0,-39-114 0,1 0 0,0-1 0,0 0 0,2-1 0,0 1 0,14 20 0,-21-34 0,1 0 0,-1 0 0,0 0 0,1 0 0,-1 0 0,0 0 0,1 0 0,-1 0 0,0 0 0,1 0 0,-1-1 0,0 1 0,0 0 0,1 0 0,-1 0 0,0 0 0,1-1 0,-1 1 0,0 0 0,0 0 0,1 0 0,-1-1 0,0 1 0,0 0 0,0-1 0,0 1 0,1 0 0,-1 0 0,0-1 0,0 1 0,0 0 0,0-1 0,0 1 0,0 0 0,0-1 0,0 1 0,0 0 0,0-1 0,0 1 0,0 0 0,0-1 0,0 1 0,0 0 0,0-1 0,0 1 0,0 0 0,0-1 0,1-19 0,-3-199 0,3 286 0,-3 88 0,2-153 0,0 1 0,0-1 0,0 1 0,0-1 0,-1 1 0,0-1 0,1 0 0,-1 1 0,0-1 0,0 1 0,0-1 0,0 0 0,-1 0 0,1 0 0,-1 0 0,-1 2 0,2-3 0,-1 0 0,1-1 0,0 1 0,-1-1 0,1 0 0,-1 1 0,1-1 0,-1 0 0,1 0 0,-1 0 0,1 0 0,-1 0 0,1 0 0,-1 0 0,1-1 0,0 1 0,-1-1 0,1 1 0,-1-1 0,1 1 0,0-1 0,-1 0 0,1 1 0,0-1 0,0 0 0,0 0 0,-1 0 0,0-2 0,-20-12 0,12 10 0,1-1 0,0-1 0,0 1 0,1-1 0,-1-1 0,2 0 0,-1 0 0,1 0 0,-11-18 0,74 85 0,-27-27-1365,-15-20-5461</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4T16:11:31.345"/>
    </inkml:context>
    <inkml:brush xml:id="br0">
      <inkml:brushProperty name="width" value="0.035" units="cm"/>
      <inkml:brushProperty name="height" value="0.035" units="cm"/>
    </inkml:brush>
  </inkml:definitions>
  <inkml:trace contextRef="#ctx0" brushRef="#br0">1286 1900 24575,'-7'1'0,"1"0"0,-1 1 0,1 0 0,-1 0 0,1 0 0,-12 7 0,-12 4 0,-163 41 0,156-46 0,0-2 0,0-1 0,-51-1 0,55-5 0,-152-7 0,162 5 0,0-1 0,1-1 0,-1-1 0,1-1 0,-42-19 0,37 12 0,1 0 0,1-2 0,0-1 0,1-1 0,0-1 0,2-1 0,0-1 0,2-1 0,-21-27 0,19 20 0,2-1 0,1-1 0,1-1 0,-15-38 0,24 46 0,1 0 0,1 0 0,1-1 0,1 0 0,1 0 0,0-45 0,6-538 0,-1 592 0,1 1 0,0 0 0,1 0 0,1 0 0,0 0 0,1 1 0,11-23 0,1 3 0,41-60 0,-27 51 0,1 2 0,3 2 0,0 1 0,45-35 0,-60 56 0,1 0 0,1 2 0,0 1 0,1 0 0,1 2 0,0 0 0,44-13 0,3-1 0,-44 15 0,0 2 0,34-8 0,-61 17 0,48-10 0,0 2 0,79-2 0,-47 9 0,109 4 0,-160 3 0,-1 0 0,0 2 0,0 1 0,0 1 0,50 27 0,-59-28 0,1 3 0,-1 1 0,0 0 0,-1 1 0,0 2 0,24 26 0,-1-2 0,-26-25 0,-1 0 0,0 2 0,-1-1 0,-1 2 0,-1 0 0,17 34 0,-9-6 0,24 83 0,-39-114 0,1 0 0,0-1 0,0 0 0,2-1 0,0 1 0,14 20 0,-21-34 0,1 0 0,-1 0 0,0 0 0,1 0 0,-1 0 0,0 0 0,1 0 0,-1 0 0,0 0 0,1 0 0,-1-1 0,0 1 0,0 0 0,1 0 0,-1 0 0,0 0 0,1-1 0,-1 1 0,0 0 0,0 0 0,1 0 0,-1-1 0,0 1 0,0 0 0,0-1 0,0 1 0,1 0 0,-1 0 0,0-1 0,0 1 0,0 0 0,0-1 0,0 1 0,0 0 0,0-1 0,0 1 0,0 0 0,0-1 0,0 1 0,0 0 0,0-1 0,0 1 0,0 0 0,0-1 0,0 1 0,0 0 0,0-1 0,1-19 0,-3-199 0,3 286 0,-3 88 0,2-153 0,0 1 0,0-1 0,0 1 0,0-1 0,-1 1 0,0-1 0,1 0 0,-1 1 0,0-1 0,0 1 0,0-1 0,0 0 0,-1 0 0,1 0 0,-1 0 0,-1 2 0,2-3 0,-1 0 0,1-1 0,0 1 0,-1-1 0,1 0 0,-1 1 0,1-1 0,-1 0 0,1 0 0,-1 0 0,1 0 0,-1 0 0,1 0 0,-1 0 0,1-1 0,0 1 0,-1-1 0,1 1 0,-1-1 0,1 1 0,0-1 0,-1 0 0,1 1 0,0-1 0,0 0 0,0 0 0,-1 0 0,0-2 0,-20-12 0,12 10 0,1-1 0,0-1 0,0 1 0,1-1 0,-1-1 0,2 0 0,-1 0 0,1 0 0,-11-18 0,74 85 0,-27-27-1365,-15-20-5461</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4T16:03:36.284"/>
    </inkml:context>
    <inkml:brush xml:id="br0">
      <inkml:brushProperty name="width" value="0.035" units="cm"/>
      <inkml:brushProperty name="height" value="0.035" units="cm"/>
    </inkml:brush>
  </inkml:definitions>
  <inkml:trace contextRef="#ctx0" brushRef="#br0">1286 1900 24575,'-7'1'0,"1"0"0,-1 1 0,1 0 0,-1 0 0,1 0 0,-12 7 0,-12 4 0,-163 41 0,156-46 0,0-2 0,0-1 0,-51-1 0,55-5 0,-152-7 0,162 5 0,0-1 0,1-1 0,-1-1 0,1-1 0,-42-19 0,37 12 0,1 0 0,1-2 0,0-1 0,1-1 0,0-1 0,2-1 0,0-1 0,2-1 0,-21-27 0,19 20 0,2-1 0,1-1 0,1-1 0,-15-38 0,24 46 0,1 0 0,1 0 0,1-1 0,1 0 0,1 0 0,0-45 0,6-538 0,-1 592 0,1 1 0,0 0 0,1 0 0,1 0 0,0 0 0,1 1 0,11-23 0,1 3 0,41-60 0,-27 51 0,1 2 0,3 2 0,0 1 0,45-35 0,-60 56 0,1 0 0,1 2 0,0 1 0,1 0 0,1 2 0,0 0 0,44-13 0,3-1 0,-44 15 0,0 2 0,34-8 0,-61 17 0,48-10 0,0 2 0,79-2 0,-47 9 0,109 4 0,-160 3 0,-1 0 0,0 2 0,0 1 0,0 1 0,50 27 0,-59-28 0,1 3 0,-1 1 0,0 0 0,-1 1 0,0 2 0,24 26 0,-1-2 0,-26-25 0,-1 0 0,0 2 0,-1-1 0,-1 2 0,-1 0 0,17 34 0,-9-6 0,24 83 0,-39-114 0,1 0 0,0-1 0,0 0 0,2-1 0,0 1 0,14 20 0,-21-34 0,1 0 0,-1 0 0,0 0 0,1 0 0,-1 0 0,0 0 0,1 0 0,-1 0 0,0 0 0,1 0 0,-1-1 0,0 1 0,0 0 0,1 0 0,-1 0 0,0 0 0,1-1 0,-1 1 0,0 0 0,0 0 0,1 0 0,-1-1 0,0 1 0,0 0 0,0-1 0,0 1 0,1 0 0,-1 0 0,0-1 0,0 1 0,0 0 0,0-1 0,0 1 0,0 0 0,0-1 0,0 1 0,0 0 0,0-1 0,0 1 0,0 0 0,0-1 0,0 1 0,0 0 0,0-1 0,0 1 0,0 0 0,0-1 0,1-19 0,-3-199 0,3 286 0,-3 88 0,2-153 0,0 1 0,0-1 0,0 1 0,0-1 0,-1 1 0,0-1 0,1 0 0,-1 1 0,0-1 0,0 1 0,0-1 0,0 0 0,-1 0 0,1 0 0,-1 0 0,-1 2 0,2-3 0,-1 0 0,1-1 0,0 1 0,-1-1 0,1 0 0,-1 1 0,1-1 0,-1 0 0,1 0 0,-1 0 0,1 0 0,-1 0 0,1 0 0,-1 0 0,1-1 0,0 1 0,-1-1 0,1 1 0,-1-1 0,1 1 0,0-1 0,-1 0 0,1 1 0,0-1 0,0 0 0,0 0 0,-1 0 0,0-2 0,-20-12 0,12 10 0,1-1 0,0-1 0,0 1 0,1-1 0,-1-1 0,2 0 0,-1 0 0,1 0 0,-11-18 0,74 85 0,-27-27-1365,-15-20-5461</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4T16:10:56.332"/>
    </inkml:context>
    <inkml:brush xml:id="br0">
      <inkml:brushProperty name="width" value="0.035" units="cm"/>
      <inkml:brushProperty name="height" value="0.035" units="cm"/>
    </inkml:brush>
  </inkml:definitions>
  <inkml:trace contextRef="#ctx0" brushRef="#br0">1286 1900 24575,'-7'1'0,"1"0"0,-1 1 0,1 0 0,-1 0 0,1 0 0,-12 7 0,-12 4 0,-163 41 0,156-46 0,0-2 0,0-1 0,-51-1 0,55-5 0,-152-7 0,162 5 0,0-1 0,1-1 0,-1-1 0,1-1 0,-42-19 0,37 12 0,1 0 0,1-2 0,0-1 0,1-1 0,0-1 0,2-1 0,0-1 0,2-1 0,-21-27 0,19 20 0,2-1 0,1-1 0,1-1 0,-15-38 0,24 46 0,1 0 0,1 0 0,1-1 0,1 0 0,1 0 0,0-45 0,6-538 0,-1 592 0,1 1 0,0 0 0,1 0 0,1 0 0,0 0 0,1 1 0,11-23 0,1 3 0,41-60 0,-27 51 0,1 2 0,3 2 0,0 1 0,45-35 0,-60 56 0,1 0 0,1 2 0,0 1 0,1 0 0,1 2 0,0 0 0,44-13 0,3-1 0,-44 15 0,0 2 0,34-8 0,-61 17 0,48-10 0,0 2 0,79-2 0,-47 9 0,109 4 0,-160 3 0,-1 0 0,0 2 0,0 1 0,0 1 0,50 27 0,-59-28 0,1 3 0,-1 1 0,0 0 0,-1 1 0,0 2 0,24 26 0,-1-2 0,-26-25 0,-1 0 0,0 2 0,-1-1 0,-1 2 0,-1 0 0,17 34 0,-9-6 0,24 83 0,-39-114 0,1 0 0,0-1 0,0 0 0,2-1 0,0 1 0,14 20 0,-21-34 0,1 0 0,-1 0 0,0 0 0,1 0 0,-1 0 0,0 0 0,1 0 0,-1 0 0,0 0 0,1 0 0,-1-1 0,0 1 0,0 0 0,1 0 0,-1 0 0,0 0 0,1-1 0,-1 1 0,0 0 0,0 0 0,1 0 0,-1-1 0,0 1 0,0 0 0,0-1 0,0 1 0,1 0 0,-1 0 0,0-1 0,0 1 0,0 0 0,0-1 0,0 1 0,0 0 0,0-1 0,0 1 0,0 0 0,0-1 0,0 1 0,0 0 0,0-1 0,0 1 0,0 0 0,0-1 0,0 1 0,0 0 0,0-1 0,1-19 0,-3-199 0,3 286 0,-3 88 0,2-153 0,0 1 0,0-1 0,0 1 0,0-1 0,-1 1 0,0-1 0,1 0 0,-1 1 0,0-1 0,0 1 0,0-1 0,0 0 0,-1 0 0,1 0 0,-1 0 0,-1 2 0,2-3 0,-1 0 0,1-1 0,0 1 0,-1-1 0,1 0 0,-1 1 0,1-1 0,-1 0 0,1 0 0,-1 0 0,1 0 0,-1 0 0,1 0 0,-1 0 0,1-1 0,0 1 0,-1-1 0,1 1 0,-1-1 0,1 1 0,0-1 0,-1 0 0,1 1 0,0-1 0,0 0 0,0 0 0,-1 0 0,0-2 0,-20-12 0,12 10 0,1-1 0,0-1 0,0 1 0,1-1 0,-1-1 0,2 0 0,-1 0 0,1 0 0,-11-18 0,74 85 0,-27-27-1365,-15-20-5461</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4T16:11:15.323"/>
    </inkml:context>
    <inkml:brush xml:id="br0">
      <inkml:brushProperty name="width" value="0.035" units="cm"/>
      <inkml:brushProperty name="height" value="0.035" units="cm"/>
    </inkml:brush>
  </inkml:definitions>
  <inkml:trace contextRef="#ctx0" brushRef="#br0">1286 1900 24575,'-7'1'0,"1"0"0,-1 1 0,1 0 0,-1 0 0,1 0 0,-12 7 0,-12 4 0,-163 41 0,156-46 0,0-2 0,0-1 0,-51-1 0,55-5 0,-152-7 0,162 5 0,0-1 0,1-1 0,-1-1 0,1-1 0,-42-19 0,37 12 0,1 0 0,1-2 0,0-1 0,1-1 0,0-1 0,2-1 0,0-1 0,2-1 0,-21-27 0,19 20 0,2-1 0,1-1 0,1-1 0,-15-38 0,24 46 0,1 0 0,1 0 0,1-1 0,1 0 0,1 0 0,0-45 0,6-538 0,-1 592 0,1 1 0,0 0 0,1 0 0,1 0 0,0 0 0,1 1 0,11-23 0,1 3 0,41-60 0,-27 51 0,1 2 0,3 2 0,0 1 0,45-35 0,-60 56 0,1 0 0,1 2 0,0 1 0,1 0 0,1 2 0,0 0 0,44-13 0,3-1 0,-44 15 0,0 2 0,34-8 0,-61 17 0,48-10 0,0 2 0,79-2 0,-47 9 0,109 4 0,-160 3 0,-1 0 0,0 2 0,0 1 0,0 1 0,50 27 0,-59-28 0,1 3 0,-1 1 0,0 0 0,-1 1 0,0 2 0,24 26 0,-1-2 0,-26-25 0,-1 0 0,0 2 0,-1-1 0,-1 2 0,-1 0 0,17 34 0,-9-6 0,24 83 0,-39-114 0,1 0 0,0-1 0,0 0 0,2-1 0,0 1 0,14 20 0,-21-34 0,1 0 0,-1 0 0,0 0 0,1 0 0,-1 0 0,0 0 0,1 0 0,-1 0 0,0 0 0,1 0 0,-1-1 0,0 1 0,0 0 0,1 0 0,-1 0 0,0 0 0,1-1 0,-1 1 0,0 0 0,0 0 0,1 0 0,-1-1 0,0 1 0,0 0 0,0-1 0,0 1 0,1 0 0,-1 0 0,0-1 0,0 1 0,0 0 0,0-1 0,0 1 0,0 0 0,0-1 0,0 1 0,0 0 0,0-1 0,0 1 0,0 0 0,0-1 0,0 1 0,0 0 0,0-1 0,0 1 0,0 0 0,0-1 0,1-19 0,-3-199 0,3 286 0,-3 88 0,2-153 0,0 1 0,0-1 0,0 1 0,0-1 0,-1 1 0,0-1 0,1 0 0,-1 1 0,0-1 0,0 1 0,0-1 0,0 0 0,-1 0 0,1 0 0,-1 0 0,-1 2 0,2-3 0,-1 0 0,1-1 0,0 1 0,-1-1 0,1 0 0,-1 1 0,1-1 0,-1 0 0,1 0 0,-1 0 0,1 0 0,-1 0 0,1 0 0,-1 0 0,1-1 0,0 1 0,-1-1 0,1 1 0,-1-1 0,1 1 0,0-1 0,-1 0 0,1 1 0,0-1 0,0 0 0,0 0 0,-1 0 0,0-2 0,-20-12 0,12 10 0,1-1 0,0-1 0,0 1 0,1-1 0,-1-1 0,2 0 0,-1 0 0,1 0 0,-11-18 0,74 85 0,-27-27-1365,-15-20-5461</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4T16:11:31.345"/>
    </inkml:context>
    <inkml:brush xml:id="br0">
      <inkml:brushProperty name="width" value="0.035" units="cm"/>
      <inkml:brushProperty name="height" value="0.035" units="cm"/>
    </inkml:brush>
  </inkml:definitions>
  <inkml:trace contextRef="#ctx0" brushRef="#br0">1286 1900 24575,'-7'1'0,"1"0"0,-1 1 0,1 0 0,-1 0 0,1 0 0,-12 7 0,-12 4 0,-163 41 0,156-46 0,0-2 0,0-1 0,-51-1 0,55-5 0,-152-7 0,162 5 0,0-1 0,1-1 0,-1-1 0,1-1 0,-42-19 0,37 12 0,1 0 0,1-2 0,0-1 0,1-1 0,0-1 0,2-1 0,0-1 0,2-1 0,-21-27 0,19 20 0,2-1 0,1-1 0,1-1 0,-15-38 0,24 46 0,1 0 0,1 0 0,1-1 0,1 0 0,1 0 0,0-45 0,6-538 0,-1 592 0,1 1 0,0 0 0,1 0 0,1 0 0,0 0 0,1 1 0,11-23 0,1 3 0,41-60 0,-27 51 0,1 2 0,3 2 0,0 1 0,45-35 0,-60 56 0,1 0 0,1 2 0,0 1 0,1 0 0,1 2 0,0 0 0,44-13 0,3-1 0,-44 15 0,0 2 0,34-8 0,-61 17 0,48-10 0,0 2 0,79-2 0,-47 9 0,109 4 0,-160 3 0,-1 0 0,0 2 0,0 1 0,0 1 0,50 27 0,-59-28 0,1 3 0,-1 1 0,0 0 0,-1 1 0,0 2 0,24 26 0,-1-2 0,-26-25 0,-1 0 0,0 2 0,-1-1 0,-1 2 0,-1 0 0,17 34 0,-9-6 0,24 83 0,-39-114 0,1 0 0,0-1 0,0 0 0,2-1 0,0 1 0,14 20 0,-21-34 0,1 0 0,-1 0 0,0 0 0,1 0 0,-1 0 0,0 0 0,1 0 0,-1 0 0,0 0 0,1 0 0,-1-1 0,0 1 0,0 0 0,1 0 0,-1 0 0,0 0 0,1-1 0,-1 1 0,0 0 0,0 0 0,1 0 0,-1-1 0,0 1 0,0 0 0,0-1 0,0 1 0,1 0 0,-1 0 0,0-1 0,0 1 0,0 0 0,0-1 0,0 1 0,0 0 0,0-1 0,0 1 0,0 0 0,0-1 0,0 1 0,0 0 0,0-1 0,0 1 0,0 0 0,0-1 0,0 1 0,0 0 0,0-1 0,1-19 0,-3-199 0,3 286 0,-3 88 0,2-153 0,0 1 0,0-1 0,0 1 0,0-1 0,-1 1 0,0-1 0,1 0 0,-1 1 0,0-1 0,0 1 0,0-1 0,0 0 0,-1 0 0,1 0 0,-1 0 0,-1 2 0,2-3 0,-1 0 0,1-1 0,0 1 0,-1-1 0,1 0 0,-1 1 0,1-1 0,-1 0 0,1 0 0,-1 0 0,1 0 0,-1 0 0,1 0 0,-1 0 0,1-1 0,0 1 0,-1-1 0,1 1 0,-1-1 0,1 1 0,0-1 0,-1 0 0,1 1 0,0-1 0,0 0 0,0 0 0,-1 0 0,0-2 0,-20-12 0,12 10 0,1-1 0,0-1 0,0 1 0,1-1 0,-1-1 0,2 0 0,-1 0 0,1 0 0,-11-18 0,74 85 0,-27-27-1365,-15-20-5461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5T07:52:50.944"/>
    </inkml:context>
    <inkml:brush xml:id="br0">
      <inkml:brushProperty name="width" value="0.035" units="cm"/>
      <inkml:brushProperty name="height" value="0.035" units="cm"/>
    </inkml:brush>
  </inkml:definitions>
  <inkml:trace contextRef="#ctx0" brushRef="#br0">870 788 24575,'1'-3'0,"0"0"0,0 0 0,0 1 0,0-1 0,0 0 0,1 1 0,-1-1 0,1 1 0,0 0 0,2-3 0,10-15 0,-5-3 0,0-1 0,-1 0 0,-1 0 0,-2 0 0,0-1 0,-2 0 0,0 0 0,-2-35 0,0 41 0,-1-1 0,-1 1 0,-1 0 0,-1 0 0,-1 0 0,0 0 0,-1 1 0,-13-31 0,11 34 0,-1 1 0,0 0 0,0 0 0,-2 1 0,1 0 0,-2 1 0,0 0 0,0 0 0,-1 1 0,0 1 0,-1 0 0,0 1 0,-1 0 0,0 1 0,-16-7 0,-10-1 0,-1 2 0,0 2 0,-1 1 0,-49-6 0,45 8 0,29 6 0,1 0 0,-1 0 0,-17 1 0,29 2 0,0 0 0,0 0 0,0 1 0,1 0 0,-1 0 0,0 0 0,1 1 0,-1-1 0,1 1 0,-1 0 0,1 0 0,0 1 0,0-1 0,-8 7 0,-8 9 0,1 1 0,0 0 0,2 1 0,0 1 0,-18 31 0,26-37 0,2 1 0,0-1 0,1 1 0,0 1 0,1-1 0,1 1 0,1-1 0,0 1 0,0 26 0,2 294 0,3-163 0,3-188 0,1-1 0,0 2 0,1-1 0,1 1 0,11-16 0,-12 19 0,3-3 0,-8 14 0,-2 0 0,-1 1 0,0-1 0,0 0 0,0 0 0,0 0 0,0 1 0,0-1 0,0 0 0,-1 0 0,1 0 0,0-1 0,-1 1 0,1 0 0,0 0 0,-2 0 0,-3 2 0,0-1 0,0 0 0,0 0 0,0-1 0,0 0 0,0 0 0,-1 0 0,-9 0 0,13-2 0,1 1 0,0 0 0,0 0 0,-1-1 0,1 0 0,0 1 0,0-1 0,0 0 0,0 0 0,0 0 0,0 0 0,0 0 0,0 0 0,1-1 0,-1 1 0,0-1 0,1 1 0,-1-1 0,1 0 0,-1 0 0,1 1 0,0-1 0,0 0 0,0 0 0,0 0 0,0 0 0,-1-3 0,-3-16 0,0 0 0,-4-31 0,12 100 0,-2-27 0,0 0 0,1 0 0,1 0 0,10 35 0,-13-55 0,0 0 0,0-1 0,0 1 0,0 0 0,0-1 0,1 1 0,-1 0 0,0-1 0,1 1 0,-1 0 0,1-1 0,-1 1 0,0 0 0,1-1 0,-1 1 0,1-1 0,-1 1 0,1-1 0,0 1 0,-1-1 0,1 0 0,0 1 0,-1-1 0,1 0 0,0 1 0,-1-1 0,1 0 0,0 0 0,-1 0 0,1 0 0,0 1 0,0-1 0,-1 0 0,2 0 0,0-1 0,0 0 0,0 0 0,0 0 0,-1-1 0,1 1 0,0 0 0,-1-1 0,1 1 0,-1-1 0,1 1 0,-1-1 0,2-1 0,28-53 0,-17 14 0,-2 3 0,-14 70 0,-2-2 0,-4 21 0,-15 52 0,24-101 0,-1-1 0,-1 1 0,1 0 0,0-1 0,0 1 0,0-1 0,0 1 0,0-1 0,0 1 0,-1 0 0,1-1 0,0 1 0,0-1 0,-1 1 0,1-1 0,0 1 0,-1-1 0,1 0 0,-1 1 0,1-1 0,0 1 0,-1-1 0,1 0 0,-1 1 0,1-1 0,-1 0 0,1 0 0,-1 1 0,0-1 0,1 0 0,-1 0 0,1 0 0,-1 0 0,1 1 0,-1-1 0,0 0 0,1 0 0,-1 0 0,1 0 0,-2-1 0,0 0 0,0 0 0,0-1 0,0 1 0,0-1 0,0 0 0,0 0 0,0 1 0,1-1 0,-1 0 0,-1-3 0,-28-55 0,25 39 0,2 0 0,-3-24 0,8 64 0,0-1 0,1 1 0,1-1 0,0 0 0,2 0 0,0 0 0,15 34 0,-20-52 0,0 1 0,0-1 0,1 1 0,-1-1 0,0 1 0,0-1 0,1 1 0,-1-1 0,0 1 0,1-1 0,-1 1 0,0-1 0,1 1 0,-1-1 0,1 0 0,-1 1 0,1-1 0,-1 0 0,1 1 0,-1-1 0,1 0 0,-1 0 0,1 1 0,-1-1 0,1 0 0,-1 0 0,1 0 0,0 0 0,-1 0 0,1 0 0,-1 0 0,1 0 0,0 0 0,-1 0 0,1 0 0,-1 0 0,2-1 0,14-19 0,5-36 0,-16 34 0,-2 0 0,2-27 0,-5 31 0,2 1 0,0-1 0,1 1 0,9-29 0,-10 40 0,9-17 0,-7 23 0,-2 17 0,-2 13 0,-1 1 0,-5 32 0,5-51 0,-2 0 0,1 0 0,-2 0 0,0 0 0,0 0 0,-1-1 0,-12 22 0,17-33 0,-1 1 0,1 0 0,0-1 0,-1 1 0,1 0 0,-1-1 0,1 1 0,-1-1 0,1 1 0,-1-1 0,0 1 0,1-1 0,-1 1 0,1-1 0,-1 1 0,0-1 0,1 0 0,-1 1 0,0-1 0,0 0 0,1 0 0,-1 1 0,0-1 0,0 0 0,1 0 0,-1 0 0,0 0 0,0 0 0,1 0 0,-2-1 0,0 1 0,1-1 0,-1 0 0,1 0 0,0 0 0,0 0 0,-1 0 0,1-1 0,0 1 0,0 0 0,0 0 0,0-1 0,0 1 0,0-3 0,-18-45 0,12 19-341,2 1 0,1-1-1,-1-50 1,5 62-6485</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4T16:04:11.674"/>
    </inkml:context>
    <inkml:brush xml:id="br0">
      <inkml:brushProperty name="width" value="0.035" units="cm"/>
      <inkml:brushProperty name="height" value="0.035" units="cm"/>
    </inkml:brush>
  </inkml:definitions>
  <inkml:trace contextRef="#ctx0" brushRef="#br0">0 1 24575</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6"/>
    </inkml:context>
    <inkml:brush xml:id="br0">
      <inkml:brushProperty name="width" value="0.035" units="cm"/>
      <inkml:brushProperty name="height" value="0.035" units="cm"/>
    </inkml:brush>
  </inkml:definitions>
  <inkml:trace contextRef="#ctx0" brushRef="#br0">1 971 24575,'4'-2'0,"1"1"0,-1-1 0,0 0 0,1 0 0,-1 0 0,0-1 0,0 1 0,0-1 0,-1 0 0,1 0 0,-1-1 0,4-3 0,1-1 0,191-195 0,23-19 0,-173 180 0,2 2 0,2 3 0,1 2 0,66-32 0,-51 39 0,2 3 0,100-22 0,149-14 0,93 7 0,-183 27 0,121 6 0,-137 14 0,520-3 0,-454 12 0,-187 3 0,0 4 0,116 28 0,-126-21 0,299 65 0,-105-20 0,-22 7 0,-212-55 0,79 33 0,-19-4 0,12 6 0,6 3 0,-83-37 0,-1 1 0,-1 2 0,0 1 0,-1 3 0,-1 0 0,38 33 0,-14-13 0,-41-30 0,0 2 0,0 0 0,-1 0 0,15 18 0,10 13 0,3-1 0,88 67 0,-118-98 0,0 1 0,-1 1 0,18 24 0,5 5 0,73 92 0,-59-71 0,-46-59 0,12 18 0,-16-16 0,-14-8 0,11 0 0,0-1 0,1 1 0,-1-1 0,1 0 0,-1 1 0,1-1 0,-1 0 0,1 0 0,0-1 0,0 1 0,0 0 0,0-1 0,0 1 0,1-1 0,-1 0 0,-1-3 0,-20-56 0,13 29 0,6 20 0,0-1 0,1 0 0,1 0 0,0 0 0,1-21 0,-7-40 0,23 103 0,-9-19 0,0 2 0,-1-1 0,7 19 0,24 132 0,-36-161 0,0 0 0,0 1 0,1-1 0,-1 0 0,0 1 0,0-1 0,0 1 0,0-1 0,0 1 0,0-1 0,1 0 0,-1 1 0,0-1 0,0 1 0,0-1 0,0 1 0,-1-1 0,1 1 0,0-1 0,0 0 0,0 1 0,0-1 0,0 1 0,0-1 0,-1 1 0,1-1 0,0 0 0,0 1 0,-1-1 0,1 0 0,0 1 0,-1-1 0,1 0 0,0 1 0,-1-1 0,1 0 0,-1 1 0,-18-6 0,-27-24 0,40 25 0,-126-79 0,131 83 0,0-1 0,0 1 0,0 0 0,0-1 0,1 1 0,-1-1 0,0 0 0,0 1 0,1-1 0,-1 0 0,0 1 0,1-1 0,-1 0 0,0 0 0,1 1 0,-1-1 0,1 0 0,0 0 0,-1 0 0,1 0 0,0 0 0,-1 0 0,1 1 0,0-1 0,0 0 0,0-2 0,0 3 0,1-1 0,0 0 0,0 0 0,0 1 0,0-1 0,0 1 0,-1-1 0,1 1 0,0-1 0,0 1 0,0-1 0,0 1 0,1 0 0,-1 0 0,0 0 0,0-1 0,0 1 0,2 0 0,4 0 0,0 0 0,0 0 0,0 1 0,-1-1 0,1 2 0,13 3 0,-16-3-151,-1 0-1,0 0 0,1 0 0,-1 0 1,0 1-1,0 0 0,-1 0 1,5 4-1,4 9-6674</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7"/>
    </inkml:context>
    <inkml:brush xml:id="br0">
      <inkml:brushProperty name="width" value="0.035" units="cm"/>
      <inkml:brushProperty name="height" value="0.035" units="cm"/>
    </inkml:brush>
  </inkml:definitions>
  <inkml:trace contextRef="#ctx0" brushRef="#br0">6951 62 24575,'-48'44'0,"-2"-1"0,-71 46 0,-114 58 0,234-147 0,-217 122 0,174-100 0,-1-3 0,-2-1 0,-49 12 0,-497 132 0,375-97 0,-135 31 0,4-31 0,-362 20 0,519-80 0,-54 6 0,-679 16 0,647-29 0,133-10 0,34 2 0,18 4 0,1-4 0,0-3 0,0-5 0,-118-39 0,131 32 0,23 8 0,-65-31 0,-298-133 0,391 165 0,0 0 0,1-2 0,0 0 0,-41-40 0,41 32 0,-30-39 0,-14-13 0,40 49 0,-16-15 0,1-2 0,2-2 0,-49-72 0,19-3 0,71 124 0,4 11 0,4 15 0,23 41 0,56 100 0,-14-41 0,-65-121 0,-3-8 0,-3-17 0,-6-26 0,1 24 0,-1-1 0,-1 2 0,0-1 0,-2 1 0,-1 0 0,0 1 0,-27-35 0,-19-31 0,53 78 0,1 1 0,0-1 0,0 0 0,0 0 0,0 0 0,1 0 0,-2-13 0,8 22 0,-1 1 0,0 0 0,0 0 0,0 0 0,0 0 0,0 0 0,0 0 0,-1 1 0,3 4 0,22 30 0,3 0 0,1-2 0,1-2 0,3 0 0,44 33 0,-53-43 0,-22-12 0,-22-11 0,11-3-170,1 0-1,-1 0 0,0-1 1,1 0-1,-1 0 0,1-1 1,-9-6-1,2 0-6655</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7"/>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8"/>
    </inkml:context>
    <inkml:brush xml:id="br0">
      <inkml:brushProperty name="width" value="0.035" units="cm"/>
      <inkml:brushProperty name="height" value="0.035" units="cm"/>
    </inkml:brush>
  </inkml:definitions>
  <inkml:trace contextRef="#ctx0" brushRef="#br0">3809 1271 24575,'0'-14'0,"-2"1"0,1 0 0,-2 0 0,0 0 0,0 0 0,-1 1 0,-10-21 0,-51-84 0,22 44 0,14 13 0,-3 2 0,-3 2 0,-2 1 0,-79-89 0,51 78 0,-132-103 0,166 150 0,0 2 0,-1 0 0,-1 2 0,-40-12 0,9 3 0,-69-27 0,-1 5 0,-3 7 0,-214-33 0,238 59 0,0 4 0,-148 9 0,-219 51 0,450-46 0,-1 1 0,1 1 0,0 2 0,0 0 0,1 2 0,1 2 0,0 0 0,0 2 0,1 1 0,-26 21 0,-3 7 0,1 2 0,2 3 0,3 1 0,2 3 0,2 2 0,2 2 0,-61 107 0,53-70 0,19-38 0,3 2 0,-43 113 0,-25 152 0,72-246 0,16-53 0,2 1 0,1 0 0,1 0 0,0 0 0,0 28 0,4-9 0,-14 514 0,17-513 0,3 0 0,1 0 0,2 0 0,2-1 0,25 72 0,-21-79 0,10 35 0,45 94 0,-33-107 0,2-1 0,3-1 0,78 83 0,-94-112 0,0-2 0,2 0 0,1-2 0,1-1 0,1-2 0,50 30 0,28 4 0,1-4 0,3-6 0,2-4 0,2-5 0,0-5 0,3-5 0,0-6 0,1-4 0,146-1 0,214-17 0,-458 0 0,0-1 0,0 0 0,0-2 0,-1 0 0,24-11 0,-17 7 0,40-16 0,97-52 0,-57 24 0,92-47 0,-169 83 0,-1-2 0,-1-1 0,-1-2 0,35-34 0,-27 23 0,61-45 0,-62 52 0,0-2 0,42-44 0,-45 40 0,-20 22 0,-1 0 0,0-2 0,15-22 0,-25 34 0,1 0 0,-1 0 0,0-1 0,0 1 0,0 0 0,1 0 0,-1 0 0,0-1 0,0 1 0,0 0 0,0 0 0,0 0 0,0-1 0,1 1 0,-1 0 0,0 0 0,0-1 0,0 1 0,0 0 0,0 0 0,0-1 0,0 1 0,0 0 0,0 0 0,0-1 0,0 1 0,0 0 0,0 0 0,-1-1 0,1 1 0,0 0 0,0 0 0,0-1 0,0 1 0,0 0 0,0 0 0,-1-1 0,1 1 0,0 0 0,0 0 0,0 0 0,-1-1 0,-13 2 0,-17 11 0,7 0 0,-1-2 0,1 2 0,1 1 0,0 1 0,-30 24 0,44-30 0,-25 21 0,32-23 0,22-16 0,74-57 0,-71 49 0,0 1 0,1 2 0,0 0 0,32-14 0,-56 29 0,1-1 0,0 1 0,0-1 0,0 1 0,-1-1 0,1 1 0,0 0 0,0 0 0,0-1 0,0 1 0,0 0 0,0 0 0,0 0 0,0 0 0,-1 0 0,1 0 0,0 0 0,0 0 0,0 0 0,0 1 0,0-1 0,0 0 0,0 1 0,-1-1 0,1 0 0,0 1 0,0-1 0,1 2 0,-2-1 0,1 0 0,-1 1 0,1-1 0,-1 1 0,1-1 0,-1 0 0,0 1 0,0-1 0,0 1 0,0-1 0,0 1 0,0-1 0,0 1 0,0-1 0,-1 3 0,-20 53 0,-39 81 0,21-51 0,39-87 0,0 0 0,1 0 0,-1 1 0,0-1 0,0 0 0,0 0 0,0 0 0,0 0 0,0 1 0,0-1 0,0 0 0,0 0 0,0 0 0,0 0 0,0 1 0,0-1 0,0 0 0,0 0 0,0 0 0,-1 0 0,1 1 0,0-1 0,0 0 0,0 0 0,0 0 0,0 0 0,0 0 0,0 1 0,0-1 0,-1 0 0,1 0 0,0 0 0,0 0 0,0 0 0,0 0 0,0 0 0,-1 0 0,1 0 0,0 0 0,0 1 0,0-1 0,0 0 0,0 0 0,-1 0 0,1 0 0,0 0 0,0 0 0,0 0 0,0 0 0,-1 0 0,1 0 0,0 0 0,0-1 0,0 1 0,0 0 0,-1 0 0,1 0 0,0 0 0,0 0 0,0 0 0,0 0 0,0 0 0,-1 0 0,1 0 0,0-1 0,0 1 0,0 0 0,-4-18 0,2-24 0,2 16-227,1 0-1,1 0 1,1 0-1,1 0 1,15-44-1,-14 56-6598</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6"/>
    </inkml:context>
    <inkml:brush xml:id="br0">
      <inkml:brushProperty name="width" value="0.035" units="cm"/>
      <inkml:brushProperty name="height" value="0.035" units="cm"/>
    </inkml:brush>
  </inkml:definitions>
  <inkml:trace contextRef="#ctx0" brushRef="#br0">1 971 24575,'4'-2'0,"1"1"0,-1-1 0,0 0 0,1 0 0,-1 0 0,0-1 0,0 1 0,0-1 0,-1 0 0,1 0 0,-1-1 0,4-3 0,1-1 0,191-195 0,23-19 0,-173 180 0,2 2 0,2 3 0,1 2 0,66-32 0,-51 39 0,2 3 0,100-22 0,149-14 0,93 7 0,-183 27 0,121 6 0,-137 14 0,520-3 0,-454 12 0,-187 3 0,0 4 0,116 28 0,-126-21 0,299 65 0,-105-20 0,-22 7 0,-212-55 0,79 33 0,-19-4 0,12 6 0,6 3 0,-83-37 0,-1 1 0,-1 2 0,0 1 0,-1 3 0,-1 0 0,38 33 0,-14-13 0,-41-30 0,0 2 0,0 0 0,-1 0 0,15 18 0,10 13 0,3-1 0,88 67 0,-118-98 0,0 1 0,-1 1 0,18 24 0,5 5 0,73 92 0,-59-71 0,-46-59 0,12 18 0,-16-16 0,-14-8 0,11 0 0,0-1 0,1 1 0,-1-1 0,1 0 0,-1 1 0,1-1 0,-1 0 0,1 0 0,0-1 0,0 1 0,0 0 0,0-1 0,0 1 0,1-1 0,-1 0 0,-1-3 0,-20-56 0,13 29 0,6 20 0,0-1 0,1 0 0,1 0 0,0 0 0,1-21 0,-7-40 0,23 103 0,-9-19 0,0 2 0,-1-1 0,7 19 0,24 132 0,-36-161 0,0 0 0,0 1 0,1-1 0,-1 0 0,0 1 0,0-1 0,0 1 0,0-1 0,0 1 0,0-1 0,1 0 0,-1 1 0,0-1 0,0 1 0,0-1 0,0 1 0,-1-1 0,1 1 0,0-1 0,0 0 0,0 1 0,0-1 0,0 1 0,0-1 0,-1 1 0,1-1 0,0 0 0,0 1 0,-1-1 0,1 0 0,0 1 0,-1-1 0,1 0 0,0 1 0,-1-1 0,1 0 0,-1 1 0,-18-6 0,-27-24 0,40 25 0,-126-79 0,131 83 0,0-1 0,0 1 0,0 0 0,0-1 0,1 1 0,-1-1 0,0 0 0,0 1 0,1-1 0,-1 0 0,0 1 0,1-1 0,-1 0 0,0 0 0,1 1 0,-1-1 0,1 0 0,0 0 0,-1 0 0,1 0 0,0 0 0,-1 0 0,1 1 0,0-1 0,0 0 0,0-2 0,0 3 0,1-1 0,0 0 0,0 0 0,0 1 0,0-1 0,0 1 0,-1-1 0,1 1 0,0-1 0,0 1 0,0-1 0,0 1 0,1 0 0,-1 0 0,0 0 0,0-1 0,0 1 0,2 0 0,4 0 0,0 0 0,0 0 0,0 1 0,-1-1 0,1 2 0,13 3 0,-16-3-151,-1 0-1,0 0 0,1 0 0,-1 0 1,0 1-1,0 0 0,-1 0 1,5 4-1,4 9-6674</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7"/>
    </inkml:context>
    <inkml:brush xml:id="br0">
      <inkml:brushProperty name="width" value="0.035" units="cm"/>
      <inkml:brushProperty name="height" value="0.035" units="cm"/>
    </inkml:brush>
  </inkml:definitions>
  <inkml:trace contextRef="#ctx0" brushRef="#br0">6951 62 24575,'-48'44'0,"-2"-1"0,-71 46 0,-114 58 0,234-147 0,-217 122 0,174-100 0,-1-3 0,-2-1 0,-49 12 0,-497 132 0,375-97 0,-135 31 0,4-31 0,-362 20 0,519-80 0,-54 6 0,-679 16 0,647-29 0,133-10 0,34 2 0,18 4 0,1-4 0,0-3 0,0-5 0,-118-39 0,131 32 0,23 8 0,-65-31 0,-298-133 0,391 165 0,0 0 0,1-2 0,0 0 0,-41-40 0,41 32 0,-30-39 0,-14-13 0,40 49 0,-16-15 0,1-2 0,2-2 0,-49-72 0,19-3 0,71 124 0,4 11 0,4 15 0,23 41 0,56 100 0,-14-41 0,-65-121 0,-3-8 0,-3-17 0,-6-26 0,1 24 0,-1-1 0,-1 2 0,0-1 0,-2 1 0,-1 0 0,0 1 0,-27-35 0,-19-31 0,53 78 0,1 1 0,0-1 0,0 0 0,0 0 0,0 0 0,1 0 0,-2-13 0,8 22 0,-1 1 0,0 0 0,0 0 0,0 0 0,0 0 0,0 0 0,0 0 0,-1 1 0,3 4 0,22 30 0,3 0 0,1-2 0,1-2 0,3 0 0,44 33 0,-53-43 0,-22-12 0,-22-11 0,11-3-170,1 0-1,-1 0 0,0-1 1,1 0-1,-1 0 0,1-1 1,-9-6-1,2 0-6655</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7"/>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8"/>
    </inkml:context>
    <inkml:brush xml:id="br0">
      <inkml:brushProperty name="width" value="0.035" units="cm"/>
      <inkml:brushProperty name="height" value="0.035" units="cm"/>
    </inkml:brush>
  </inkml:definitions>
  <inkml:trace contextRef="#ctx0" brushRef="#br0">3809 1271 24575,'0'-14'0,"-2"1"0,1 0 0,-2 0 0,0 0 0,0 0 0,-1 1 0,-10-21 0,-51-84 0,22 44 0,14 13 0,-3 2 0,-3 2 0,-2 1 0,-79-89 0,51 78 0,-132-103 0,166 150 0,0 2 0,-1 0 0,-1 2 0,-40-12 0,9 3 0,-69-27 0,-1 5 0,-3 7 0,-214-33 0,238 59 0,0 4 0,-148 9 0,-219 51 0,450-46 0,-1 1 0,1 1 0,0 2 0,0 0 0,1 2 0,1 2 0,0 0 0,0 2 0,1 1 0,-26 21 0,-3 7 0,1 2 0,2 3 0,3 1 0,2 3 0,2 2 0,2 2 0,-61 107 0,53-70 0,19-38 0,3 2 0,-43 113 0,-25 152 0,72-246 0,16-53 0,2 1 0,1 0 0,1 0 0,0 0 0,0 28 0,4-9 0,-14 514 0,17-513 0,3 0 0,1 0 0,2 0 0,2-1 0,25 72 0,-21-79 0,10 35 0,45 94 0,-33-107 0,2-1 0,3-1 0,78 83 0,-94-112 0,0-2 0,2 0 0,1-2 0,1-1 0,1-2 0,50 30 0,28 4 0,1-4 0,3-6 0,2-4 0,2-5 0,0-5 0,3-5 0,0-6 0,1-4 0,146-1 0,214-17 0,-458 0 0,0-1 0,0 0 0,0-2 0,-1 0 0,24-11 0,-17 7 0,40-16 0,97-52 0,-57 24 0,92-47 0,-169 83 0,-1-2 0,-1-1 0,-1-2 0,35-34 0,-27 23 0,61-45 0,-62 52 0,0-2 0,42-44 0,-45 40 0,-20 22 0,-1 0 0,0-2 0,15-22 0,-25 34 0,1 0 0,-1 0 0,0-1 0,0 1 0,0 0 0,1 0 0,-1 0 0,0-1 0,0 1 0,0 0 0,0 0 0,0 0 0,0-1 0,1 1 0,-1 0 0,0 0 0,0-1 0,0 1 0,0 0 0,0 0 0,0-1 0,0 1 0,0 0 0,0 0 0,0-1 0,0 1 0,0 0 0,0 0 0,-1-1 0,1 1 0,0 0 0,0 0 0,0-1 0,0 1 0,0 0 0,0 0 0,-1-1 0,1 1 0,0 0 0,0 0 0,0 0 0,-1-1 0,-13 2 0,-17 11 0,7 0 0,-1-2 0,1 2 0,1 1 0,0 1 0,-30 24 0,44-30 0,-25 21 0,32-23 0,22-16 0,74-57 0,-71 49 0,0 1 0,1 2 0,0 0 0,32-14 0,-56 29 0,1-1 0,0 1 0,0-1 0,0 1 0,-1-1 0,1 1 0,0 0 0,0 0 0,0-1 0,0 1 0,0 0 0,0 0 0,0 0 0,0 0 0,-1 0 0,1 0 0,0 0 0,0 0 0,0 0 0,0 1 0,0-1 0,0 0 0,0 1 0,-1-1 0,1 0 0,0 1 0,0-1 0,1 2 0,-2-1 0,1 0 0,-1 1 0,1-1 0,-1 1 0,1-1 0,-1 0 0,0 1 0,0-1 0,0 1 0,0-1 0,0 1 0,0-1 0,0 1 0,0-1 0,-1 3 0,-20 53 0,-39 81 0,21-51 0,39-87 0,0 0 0,1 0 0,-1 1 0,0-1 0,0 0 0,0 0 0,0 0 0,0 0 0,0 1 0,0-1 0,0 0 0,0 0 0,0 0 0,0 0 0,0 1 0,0-1 0,0 0 0,0 0 0,0 0 0,-1 0 0,1 1 0,0-1 0,0 0 0,0 0 0,0 0 0,0 0 0,0 0 0,0 1 0,0-1 0,-1 0 0,1 0 0,0 0 0,0 0 0,0 0 0,0 0 0,0 0 0,-1 0 0,1 0 0,0 0 0,0 1 0,0-1 0,0 0 0,0 0 0,-1 0 0,1 0 0,0 0 0,0 0 0,0 0 0,0 0 0,-1 0 0,1 0 0,0 0 0,0-1 0,0 1 0,0 0 0,-1 0 0,1 0 0,0 0 0,0 0 0,0 0 0,0 0 0,0 0 0,-1 0 0,1 0 0,0-1 0,0 1 0,0 0 0,-4-18 0,2-24 0,2 16-227,1 0-1,1 0 1,1 0-1,1 0 1,15-44-1,-14 56-6598</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6"/>
    </inkml:context>
    <inkml:brush xml:id="br0">
      <inkml:brushProperty name="width" value="0.035" units="cm"/>
      <inkml:brushProperty name="height" value="0.035" units="cm"/>
    </inkml:brush>
  </inkml:definitions>
  <inkml:trace contextRef="#ctx0" brushRef="#br0">1 971 24575,'4'-2'0,"1"1"0,-1-1 0,0 0 0,1 0 0,-1 0 0,0-1 0,0 1 0,0-1 0,-1 0 0,1 0 0,-1-1 0,4-3 0,1-1 0,191-195 0,23-19 0,-173 180 0,2 2 0,2 3 0,1 2 0,66-32 0,-51 39 0,2 3 0,100-22 0,149-14 0,93 7 0,-183 27 0,121 6 0,-137 14 0,520-3 0,-454 12 0,-187 3 0,0 4 0,116 28 0,-126-21 0,299 65 0,-105-20 0,-22 7 0,-212-55 0,79 33 0,-19-4 0,12 6 0,6 3 0,-83-37 0,-1 1 0,-1 2 0,0 1 0,-1 3 0,-1 0 0,38 33 0,-14-13 0,-41-30 0,0 2 0,0 0 0,-1 0 0,15 18 0,10 13 0,3-1 0,88 67 0,-118-98 0,0 1 0,-1 1 0,18 24 0,5 5 0,73 92 0,-59-71 0,-46-59 0,12 18 0,-16-16 0,-14-8 0,11 0 0,0-1 0,1 1 0,-1-1 0,1 0 0,-1 1 0,1-1 0,-1 0 0,1 0 0,0-1 0,0 1 0,0 0 0,0-1 0,0 1 0,1-1 0,-1 0 0,-1-3 0,-20-56 0,13 29 0,6 20 0,0-1 0,1 0 0,1 0 0,0 0 0,1-21 0,-7-40 0,23 103 0,-9-19 0,0 2 0,-1-1 0,7 19 0,24 132 0,-36-161 0,0 0 0,0 1 0,1-1 0,-1 0 0,0 1 0,0-1 0,0 1 0,0-1 0,0 1 0,0-1 0,1 0 0,-1 1 0,0-1 0,0 1 0,0-1 0,0 1 0,-1-1 0,1 1 0,0-1 0,0 0 0,0 1 0,0-1 0,0 1 0,0-1 0,-1 1 0,1-1 0,0 0 0,0 1 0,-1-1 0,1 0 0,0 1 0,-1-1 0,1 0 0,0 1 0,-1-1 0,1 0 0,-1 1 0,-18-6 0,-27-24 0,40 25 0,-126-79 0,131 83 0,0-1 0,0 1 0,0 0 0,0-1 0,1 1 0,-1-1 0,0 0 0,0 1 0,1-1 0,-1 0 0,0 1 0,1-1 0,-1 0 0,0 0 0,1 1 0,-1-1 0,1 0 0,0 0 0,-1 0 0,1 0 0,0 0 0,-1 0 0,1 1 0,0-1 0,0 0 0,0-2 0,0 3 0,1-1 0,0 0 0,0 0 0,0 1 0,0-1 0,0 1 0,-1-1 0,1 1 0,0-1 0,0 1 0,0-1 0,0 1 0,1 0 0,-1 0 0,0 0 0,0-1 0,0 1 0,2 0 0,4 0 0,0 0 0,0 0 0,0 1 0,-1-1 0,1 2 0,13 3 0,-16-3-151,-1 0-1,0 0 0,1 0 0,-1 0 1,0 1-1,0 0 0,-1 0 1,5 4-1,4 9-6674</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7"/>
    </inkml:context>
    <inkml:brush xml:id="br0">
      <inkml:brushProperty name="width" value="0.035" units="cm"/>
      <inkml:brushProperty name="height" value="0.035" units="cm"/>
    </inkml:brush>
  </inkml:definitions>
  <inkml:trace contextRef="#ctx0" brushRef="#br0">6951 62 24575,'-48'44'0,"-2"-1"0,-71 46 0,-114 58 0,234-147 0,-217 122 0,174-100 0,-1-3 0,-2-1 0,-49 12 0,-497 132 0,375-97 0,-135 31 0,4-31 0,-362 20 0,519-80 0,-54 6 0,-679 16 0,647-29 0,133-10 0,34 2 0,18 4 0,1-4 0,0-3 0,0-5 0,-118-39 0,131 32 0,23 8 0,-65-31 0,-298-133 0,391 165 0,0 0 0,1-2 0,0 0 0,-41-40 0,41 32 0,-30-39 0,-14-13 0,40 49 0,-16-15 0,1-2 0,2-2 0,-49-72 0,19-3 0,71 124 0,4 11 0,4 15 0,23 41 0,56 100 0,-14-41 0,-65-121 0,-3-8 0,-3-17 0,-6-26 0,1 24 0,-1-1 0,-1 2 0,0-1 0,-2 1 0,-1 0 0,0 1 0,-27-35 0,-19-31 0,53 78 0,1 1 0,0-1 0,0 0 0,0 0 0,0 0 0,1 0 0,-2-13 0,8 22 0,-1 1 0,0 0 0,0 0 0,0 0 0,0 0 0,0 0 0,0 0 0,-1 1 0,3 4 0,22 30 0,3 0 0,1-2 0,1-2 0,3 0 0,44 33 0,-53-43 0,-22-12 0,-22-11 0,11-3-170,1 0-1,-1 0 0,0-1 1,1 0-1,-1 0 0,1-1 1,-9-6-1,2 0-6655</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7"/>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8"/>
    </inkml:context>
    <inkml:brush xml:id="br0">
      <inkml:brushProperty name="width" value="0.035" units="cm"/>
      <inkml:brushProperty name="height" value="0.035" units="cm"/>
    </inkml:brush>
  </inkml:definitions>
  <inkml:trace contextRef="#ctx0" brushRef="#br0">3809 1271 24575,'0'-14'0,"-2"1"0,1 0 0,-2 0 0,0 0 0,0 0 0,-1 1 0,-10-21 0,-51-84 0,22 44 0,14 13 0,-3 2 0,-3 2 0,-2 1 0,-79-89 0,51 78 0,-132-103 0,166 150 0,0 2 0,-1 0 0,-1 2 0,-40-12 0,9 3 0,-69-27 0,-1 5 0,-3 7 0,-214-33 0,238 59 0,0 4 0,-148 9 0,-219 51 0,450-46 0,-1 1 0,1 1 0,0 2 0,0 0 0,1 2 0,1 2 0,0 0 0,0 2 0,1 1 0,-26 21 0,-3 7 0,1 2 0,2 3 0,3 1 0,2 3 0,2 2 0,2 2 0,-61 107 0,53-70 0,19-38 0,3 2 0,-43 113 0,-25 152 0,72-246 0,16-53 0,2 1 0,1 0 0,1 0 0,0 0 0,0 28 0,4-9 0,-14 514 0,17-513 0,3 0 0,1 0 0,2 0 0,2-1 0,25 72 0,-21-79 0,10 35 0,45 94 0,-33-107 0,2-1 0,3-1 0,78 83 0,-94-112 0,0-2 0,2 0 0,1-2 0,1-1 0,1-2 0,50 30 0,28 4 0,1-4 0,3-6 0,2-4 0,2-5 0,0-5 0,3-5 0,0-6 0,1-4 0,146-1 0,214-17 0,-458 0 0,0-1 0,0 0 0,0-2 0,-1 0 0,24-11 0,-17 7 0,40-16 0,97-52 0,-57 24 0,92-47 0,-169 83 0,-1-2 0,-1-1 0,-1-2 0,35-34 0,-27 23 0,61-45 0,-62 52 0,0-2 0,42-44 0,-45 40 0,-20 22 0,-1 0 0,0-2 0,15-22 0,-25 34 0,1 0 0,-1 0 0,0-1 0,0 1 0,0 0 0,1 0 0,-1 0 0,0-1 0,0 1 0,0 0 0,0 0 0,0 0 0,0-1 0,1 1 0,-1 0 0,0 0 0,0-1 0,0 1 0,0 0 0,0 0 0,0-1 0,0 1 0,0 0 0,0 0 0,0-1 0,0 1 0,0 0 0,0 0 0,-1-1 0,1 1 0,0 0 0,0 0 0,0-1 0,0 1 0,0 0 0,0 0 0,-1-1 0,1 1 0,0 0 0,0 0 0,0 0 0,-1-1 0,-13 2 0,-17 11 0,7 0 0,-1-2 0,1 2 0,1 1 0,0 1 0,-30 24 0,44-30 0,-25 21 0,32-23 0,22-16 0,74-57 0,-71 49 0,0 1 0,1 2 0,0 0 0,32-14 0,-56 29 0,1-1 0,0 1 0,0-1 0,0 1 0,-1-1 0,1 1 0,0 0 0,0 0 0,0-1 0,0 1 0,0 0 0,0 0 0,0 0 0,0 0 0,-1 0 0,1 0 0,0 0 0,0 0 0,0 0 0,0 1 0,0-1 0,0 0 0,0 1 0,-1-1 0,1 0 0,0 1 0,0-1 0,1 2 0,-2-1 0,1 0 0,-1 1 0,1-1 0,-1 1 0,1-1 0,-1 0 0,0 1 0,0-1 0,0 1 0,0-1 0,0 1 0,0-1 0,0 1 0,0-1 0,-1 3 0,-20 53 0,-39 81 0,21-51 0,39-87 0,0 0 0,1 0 0,-1 1 0,0-1 0,0 0 0,0 0 0,0 0 0,0 0 0,0 1 0,0-1 0,0 0 0,0 0 0,0 0 0,0 0 0,0 1 0,0-1 0,0 0 0,0 0 0,0 0 0,-1 0 0,1 1 0,0-1 0,0 0 0,0 0 0,0 0 0,0 0 0,0 0 0,0 1 0,0-1 0,-1 0 0,1 0 0,0 0 0,0 0 0,0 0 0,0 0 0,0 0 0,-1 0 0,1 0 0,0 0 0,0 1 0,0-1 0,0 0 0,0 0 0,-1 0 0,1 0 0,0 0 0,0 0 0,0 0 0,0 0 0,-1 0 0,1 0 0,0 0 0,0-1 0,0 1 0,0 0 0,-1 0 0,1 0 0,0 0 0,0 0 0,0 0 0,0 0 0,0 0 0,-1 0 0,1 0 0,0-1 0,0 1 0,0 0 0,-4-18 0,2-24 0,2 16-227,1 0-1,1 0 1,1 0-1,1 0 1,15-44-1,-14 56-6598</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6"/>
    </inkml:context>
    <inkml:brush xml:id="br0">
      <inkml:brushProperty name="width" value="0.035" units="cm"/>
      <inkml:brushProperty name="height" value="0.035" units="cm"/>
    </inkml:brush>
  </inkml:definitions>
  <inkml:trace contextRef="#ctx0" brushRef="#br0">1 971 24575,'4'-2'0,"1"1"0,-1-1 0,0 0 0,1 0 0,-1 0 0,0-1 0,0 1 0,0-1 0,-1 0 0,1 0 0,-1-1 0,4-3 0,1-1 0,191-195 0,23-19 0,-173 180 0,2 2 0,2 3 0,1 2 0,66-32 0,-51 39 0,2 3 0,100-22 0,149-14 0,93 7 0,-183 27 0,121 6 0,-137 14 0,520-3 0,-454 12 0,-187 3 0,0 4 0,116 28 0,-126-21 0,299 65 0,-105-20 0,-22 7 0,-212-55 0,79 33 0,-19-4 0,12 6 0,6 3 0,-83-37 0,-1 1 0,-1 2 0,0 1 0,-1 3 0,-1 0 0,38 33 0,-14-13 0,-41-30 0,0 2 0,0 0 0,-1 0 0,15 18 0,10 13 0,3-1 0,88 67 0,-118-98 0,0 1 0,-1 1 0,18 24 0,5 5 0,73 92 0,-59-71 0,-46-59 0,12 18 0,-16-16 0,-14-8 0,11 0 0,0-1 0,1 1 0,-1-1 0,1 0 0,-1 1 0,1-1 0,-1 0 0,1 0 0,0-1 0,0 1 0,0 0 0,0-1 0,0 1 0,1-1 0,-1 0 0,-1-3 0,-20-56 0,13 29 0,6 20 0,0-1 0,1 0 0,1 0 0,0 0 0,1-21 0,-7-40 0,23 103 0,-9-19 0,0 2 0,-1-1 0,7 19 0,24 132 0,-36-161 0,0 0 0,0 1 0,1-1 0,-1 0 0,0 1 0,0-1 0,0 1 0,0-1 0,0 1 0,0-1 0,1 0 0,-1 1 0,0-1 0,0 1 0,0-1 0,0 1 0,-1-1 0,1 1 0,0-1 0,0 0 0,0 1 0,0-1 0,0 1 0,0-1 0,-1 1 0,1-1 0,0 0 0,0 1 0,-1-1 0,1 0 0,0 1 0,-1-1 0,1 0 0,0 1 0,-1-1 0,1 0 0,-1 1 0,-18-6 0,-27-24 0,40 25 0,-126-79 0,131 83 0,0-1 0,0 1 0,0 0 0,0-1 0,1 1 0,-1-1 0,0 0 0,0 1 0,1-1 0,-1 0 0,0 1 0,1-1 0,-1 0 0,0 0 0,1 1 0,-1-1 0,1 0 0,0 0 0,-1 0 0,1 0 0,0 0 0,-1 0 0,1 1 0,0-1 0,0 0 0,0-2 0,0 3 0,1-1 0,0 0 0,0 0 0,0 1 0,0-1 0,0 1 0,-1-1 0,1 1 0,0-1 0,0 1 0,0-1 0,0 1 0,1 0 0,-1 0 0,0 0 0,0-1 0,0 1 0,2 0 0,4 0 0,0 0 0,0 0 0,0 1 0,-1-1 0,1 2 0,13 3 0,-16-3-151,-1 0-1,0 0 0,1 0 0,-1 0 1,0 1-1,0 0 0,-1 0 1,5 4-1,4 9-6674</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7"/>
    </inkml:context>
    <inkml:brush xml:id="br0">
      <inkml:brushProperty name="width" value="0.035" units="cm"/>
      <inkml:brushProperty name="height" value="0.035" units="cm"/>
    </inkml:brush>
  </inkml:definitions>
  <inkml:trace contextRef="#ctx0" brushRef="#br0">6951 62 24575,'-48'44'0,"-2"-1"0,-71 46 0,-114 58 0,234-147 0,-217 122 0,174-100 0,-1-3 0,-2-1 0,-49 12 0,-497 132 0,375-97 0,-135 31 0,4-31 0,-362 20 0,519-80 0,-54 6 0,-679 16 0,647-29 0,133-10 0,34 2 0,18 4 0,1-4 0,0-3 0,0-5 0,-118-39 0,131 32 0,23 8 0,-65-31 0,-298-133 0,391 165 0,0 0 0,1-2 0,0 0 0,-41-40 0,41 32 0,-30-39 0,-14-13 0,40 49 0,-16-15 0,1-2 0,2-2 0,-49-72 0,19-3 0,71 124 0,4 11 0,4 15 0,23 41 0,56 100 0,-14-41 0,-65-121 0,-3-8 0,-3-17 0,-6-26 0,1 24 0,-1-1 0,-1 2 0,0-1 0,-2 1 0,-1 0 0,0 1 0,-27-35 0,-19-31 0,53 78 0,1 1 0,0-1 0,0 0 0,0 0 0,0 0 0,1 0 0,-2-13 0,8 22 0,-1 1 0,0 0 0,0 0 0,0 0 0,0 0 0,0 0 0,0 0 0,-1 1 0,3 4 0,22 30 0,3 0 0,1-2 0,1-2 0,3 0 0,44 33 0,-53-43 0,-22-12 0,-22-11 0,11-3-170,1 0-1,-1 0 0,0-1 1,1 0-1,-1 0 0,1-1 1,-9-6-1,2 0-6655</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7"/>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8"/>
    </inkml:context>
    <inkml:brush xml:id="br0">
      <inkml:brushProperty name="width" value="0.035" units="cm"/>
      <inkml:brushProperty name="height" value="0.035" units="cm"/>
    </inkml:brush>
  </inkml:definitions>
  <inkml:trace contextRef="#ctx0" brushRef="#br0">3809 1271 24575,'0'-14'0,"-2"1"0,1 0 0,-2 0 0,0 0 0,0 0 0,-1 1 0,-10-21 0,-51-84 0,22 44 0,14 13 0,-3 2 0,-3 2 0,-2 1 0,-79-89 0,51 78 0,-132-103 0,166 150 0,0 2 0,-1 0 0,-1 2 0,-40-12 0,9 3 0,-69-27 0,-1 5 0,-3 7 0,-214-33 0,238 59 0,0 4 0,-148 9 0,-219 51 0,450-46 0,-1 1 0,1 1 0,0 2 0,0 0 0,1 2 0,1 2 0,0 0 0,0 2 0,1 1 0,-26 21 0,-3 7 0,1 2 0,2 3 0,3 1 0,2 3 0,2 2 0,2 2 0,-61 107 0,53-70 0,19-38 0,3 2 0,-43 113 0,-25 152 0,72-246 0,16-53 0,2 1 0,1 0 0,1 0 0,0 0 0,0 28 0,4-9 0,-14 514 0,17-513 0,3 0 0,1 0 0,2 0 0,2-1 0,25 72 0,-21-79 0,10 35 0,45 94 0,-33-107 0,2-1 0,3-1 0,78 83 0,-94-112 0,0-2 0,2 0 0,1-2 0,1-1 0,1-2 0,50 30 0,28 4 0,1-4 0,3-6 0,2-4 0,2-5 0,0-5 0,3-5 0,0-6 0,1-4 0,146-1 0,214-17 0,-458 0 0,0-1 0,0 0 0,0-2 0,-1 0 0,24-11 0,-17 7 0,40-16 0,97-52 0,-57 24 0,92-47 0,-169 83 0,-1-2 0,-1-1 0,-1-2 0,35-34 0,-27 23 0,61-45 0,-62 52 0,0-2 0,42-44 0,-45 40 0,-20 22 0,-1 0 0,0-2 0,15-22 0,-25 34 0,1 0 0,-1 0 0,0-1 0,0 1 0,0 0 0,1 0 0,-1 0 0,0-1 0,0 1 0,0 0 0,0 0 0,0 0 0,0-1 0,1 1 0,-1 0 0,0 0 0,0-1 0,0 1 0,0 0 0,0 0 0,0-1 0,0 1 0,0 0 0,0 0 0,0-1 0,0 1 0,0 0 0,0 0 0,-1-1 0,1 1 0,0 0 0,0 0 0,0-1 0,0 1 0,0 0 0,0 0 0,-1-1 0,1 1 0,0 0 0,0 0 0,0 0 0,-1-1 0,-13 2 0,-17 11 0,7 0 0,-1-2 0,1 2 0,1 1 0,0 1 0,-30 24 0,44-30 0,-25 21 0,32-23 0,22-16 0,74-57 0,-71 49 0,0 1 0,1 2 0,0 0 0,32-14 0,-56 29 0,1-1 0,0 1 0,0-1 0,0 1 0,-1-1 0,1 1 0,0 0 0,0 0 0,0-1 0,0 1 0,0 0 0,0 0 0,0 0 0,0 0 0,-1 0 0,1 0 0,0 0 0,0 0 0,0 0 0,0 1 0,0-1 0,0 0 0,0 1 0,-1-1 0,1 0 0,0 1 0,0-1 0,1 2 0,-2-1 0,1 0 0,-1 1 0,1-1 0,-1 1 0,1-1 0,-1 0 0,0 1 0,0-1 0,0 1 0,0-1 0,0 1 0,0-1 0,0 1 0,0-1 0,-1 3 0,-20 53 0,-39 81 0,21-51 0,39-87 0,0 0 0,1 0 0,-1 1 0,0-1 0,0 0 0,0 0 0,0 0 0,0 0 0,0 1 0,0-1 0,0 0 0,0 0 0,0 0 0,0 0 0,0 1 0,0-1 0,0 0 0,0 0 0,0 0 0,-1 0 0,1 1 0,0-1 0,0 0 0,0 0 0,0 0 0,0 0 0,0 0 0,0 1 0,0-1 0,-1 0 0,1 0 0,0 0 0,0 0 0,0 0 0,0 0 0,0 0 0,-1 0 0,1 0 0,0 0 0,0 1 0,0-1 0,0 0 0,0 0 0,-1 0 0,1 0 0,0 0 0,0 0 0,0 0 0,0 0 0,-1 0 0,1 0 0,0 0 0,0-1 0,0 1 0,0 0 0,-1 0 0,1 0 0,0 0 0,0 0 0,0 0 0,0 0 0,0 0 0,-1 0 0,1 0 0,0-1 0,0 1 0,0 0 0,-4-18 0,2-24 0,2 16-227,1 0-1,1 0 1,1 0-1,1 0 1,15-44-1,-14 56-6598</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6"/>
    </inkml:context>
    <inkml:brush xml:id="br0">
      <inkml:brushProperty name="width" value="0.035" units="cm"/>
      <inkml:brushProperty name="height" value="0.035" units="cm"/>
    </inkml:brush>
  </inkml:definitions>
  <inkml:trace contextRef="#ctx0" brushRef="#br0">1 971 24575,'4'-2'0,"1"1"0,-1-1 0,0 0 0,1 0 0,-1 0 0,0-1 0,0 1 0,0-1 0,-1 0 0,1 0 0,-1-1 0,4-3 0,1-1 0,191-195 0,23-19 0,-173 180 0,2 2 0,2 3 0,1 2 0,66-32 0,-51 39 0,2 3 0,100-22 0,149-14 0,93 7 0,-183 27 0,121 6 0,-137 14 0,520-3 0,-454 12 0,-187 3 0,0 4 0,116 28 0,-126-21 0,299 65 0,-105-20 0,-22 7 0,-212-55 0,79 33 0,-19-4 0,12 6 0,6 3 0,-83-37 0,-1 1 0,-1 2 0,0 1 0,-1 3 0,-1 0 0,38 33 0,-14-13 0,-41-30 0,0 2 0,0 0 0,-1 0 0,15 18 0,10 13 0,3-1 0,88 67 0,-118-98 0,0 1 0,-1 1 0,18 24 0,5 5 0,73 92 0,-59-71 0,-46-59 0,12 18 0,-16-16 0,-14-8 0,11 0 0,0-1 0,1 1 0,-1-1 0,1 0 0,-1 1 0,1-1 0,-1 0 0,1 0 0,0-1 0,0 1 0,0 0 0,0-1 0,0 1 0,1-1 0,-1 0 0,-1-3 0,-20-56 0,13 29 0,6 20 0,0-1 0,1 0 0,1 0 0,0 0 0,1-21 0,-7-40 0,23 103 0,-9-19 0,0 2 0,-1-1 0,7 19 0,24 132 0,-36-161 0,0 0 0,0 1 0,1-1 0,-1 0 0,0 1 0,0-1 0,0 1 0,0-1 0,0 1 0,0-1 0,1 0 0,-1 1 0,0-1 0,0 1 0,0-1 0,0 1 0,-1-1 0,1 1 0,0-1 0,0 0 0,0 1 0,0-1 0,0 1 0,0-1 0,-1 1 0,1-1 0,0 0 0,0 1 0,-1-1 0,1 0 0,0 1 0,-1-1 0,1 0 0,0 1 0,-1-1 0,1 0 0,-1 1 0,-18-6 0,-27-24 0,40 25 0,-126-79 0,131 83 0,0-1 0,0 1 0,0 0 0,0-1 0,1 1 0,-1-1 0,0 0 0,0 1 0,1-1 0,-1 0 0,0 1 0,1-1 0,-1 0 0,0 0 0,1 1 0,-1-1 0,1 0 0,0 0 0,-1 0 0,1 0 0,0 0 0,-1 0 0,1 1 0,0-1 0,0 0 0,0-2 0,0 3 0,1-1 0,0 0 0,0 0 0,0 1 0,0-1 0,0 1 0,-1-1 0,1 1 0,0-1 0,0 1 0,0-1 0,0 1 0,1 0 0,-1 0 0,0 0 0,0-1 0,0 1 0,2 0 0,4 0 0,0 0 0,0 0 0,0 1 0,-1-1 0,1 2 0,13 3 0,-16-3-151,-1 0-1,0 0 0,1 0 0,-1 0 1,0 1-1,0 0 0,-1 0 1,5 4-1,4 9-6674</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7"/>
    </inkml:context>
    <inkml:brush xml:id="br0">
      <inkml:brushProperty name="width" value="0.035" units="cm"/>
      <inkml:brushProperty name="height" value="0.035" units="cm"/>
    </inkml:brush>
  </inkml:definitions>
  <inkml:trace contextRef="#ctx0" brushRef="#br0">6951 62 24575,'-48'44'0,"-2"-1"0,-71 46 0,-114 58 0,234-147 0,-217 122 0,174-100 0,-1-3 0,-2-1 0,-49 12 0,-497 132 0,375-97 0,-135 31 0,4-31 0,-362 20 0,519-80 0,-54 6 0,-679 16 0,647-29 0,133-10 0,34 2 0,18 4 0,1-4 0,0-3 0,0-5 0,-118-39 0,131 32 0,23 8 0,-65-31 0,-298-133 0,391 165 0,0 0 0,1-2 0,0 0 0,-41-40 0,41 32 0,-30-39 0,-14-13 0,40 49 0,-16-15 0,1-2 0,2-2 0,-49-72 0,19-3 0,71 124 0,4 11 0,4 15 0,23 41 0,56 100 0,-14-41 0,-65-121 0,-3-8 0,-3-17 0,-6-26 0,1 24 0,-1-1 0,-1 2 0,0-1 0,-2 1 0,-1 0 0,0 1 0,-27-35 0,-19-31 0,53 78 0,1 1 0,0-1 0,0 0 0,0 0 0,0 0 0,1 0 0,-2-13 0,8 22 0,-1 1 0,0 0 0,0 0 0,0 0 0,0 0 0,0 0 0,0 0 0,-1 1 0,3 4 0,22 30 0,3 0 0,1-2 0,1-2 0,3 0 0,44 33 0,-53-43 0,-22-12 0,-22-11 0,11-3-170,1 0-1,-1 0 0,0-1 1,1 0-1,-1 0 0,1-1 1,-9-6-1,2 0-6655</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7"/>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8"/>
    </inkml:context>
    <inkml:brush xml:id="br0">
      <inkml:brushProperty name="width" value="0.035" units="cm"/>
      <inkml:brushProperty name="height" value="0.035" units="cm"/>
    </inkml:brush>
  </inkml:definitions>
  <inkml:trace contextRef="#ctx0" brushRef="#br0">3809 1271 24575,'0'-14'0,"-2"1"0,1 0 0,-2 0 0,0 0 0,0 0 0,-1 1 0,-10-21 0,-51-84 0,22 44 0,14 13 0,-3 2 0,-3 2 0,-2 1 0,-79-89 0,51 78 0,-132-103 0,166 150 0,0 2 0,-1 0 0,-1 2 0,-40-12 0,9 3 0,-69-27 0,-1 5 0,-3 7 0,-214-33 0,238 59 0,0 4 0,-148 9 0,-219 51 0,450-46 0,-1 1 0,1 1 0,0 2 0,0 0 0,1 2 0,1 2 0,0 0 0,0 2 0,1 1 0,-26 21 0,-3 7 0,1 2 0,2 3 0,3 1 0,2 3 0,2 2 0,2 2 0,-61 107 0,53-70 0,19-38 0,3 2 0,-43 113 0,-25 152 0,72-246 0,16-53 0,2 1 0,1 0 0,1 0 0,0 0 0,0 28 0,4-9 0,-14 514 0,17-513 0,3 0 0,1 0 0,2 0 0,2-1 0,25 72 0,-21-79 0,10 35 0,45 94 0,-33-107 0,2-1 0,3-1 0,78 83 0,-94-112 0,0-2 0,2 0 0,1-2 0,1-1 0,1-2 0,50 30 0,28 4 0,1-4 0,3-6 0,2-4 0,2-5 0,0-5 0,3-5 0,0-6 0,1-4 0,146-1 0,214-17 0,-458 0 0,0-1 0,0 0 0,0-2 0,-1 0 0,24-11 0,-17 7 0,40-16 0,97-52 0,-57 24 0,92-47 0,-169 83 0,-1-2 0,-1-1 0,-1-2 0,35-34 0,-27 23 0,61-45 0,-62 52 0,0-2 0,42-44 0,-45 40 0,-20 22 0,-1 0 0,0-2 0,15-22 0,-25 34 0,1 0 0,-1 0 0,0-1 0,0 1 0,0 0 0,1 0 0,-1 0 0,0-1 0,0 1 0,0 0 0,0 0 0,0 0 0,0-1 0,1 1 0,-1 0 0,0 0 0,0-1 0,0 1 0,0 0 0,0 0 0,0-1 0,0 1 0,0 0 0,0 0 0,0-1 0,0 1 0,0 0 0,0 0 0,-1-1 0,1 1 0,0 0 0,0 0 0,0-1 0,0 1 0,0 0 0,0 0 0,-1-1 0,1 1 0,0 0 0,0 0 0,0 0 0,-1-1 0,-13 2 0,-17 11 0,7 0 0,-1-2 0,1 2 0,1 1 0,0 1 0,-30 24 0,44-30 0,-25 21 0,32-23 0,22-16 0,74-57 0,-71 49 0,0 1 0,1 2 0,0 0 0,32-14 0,-56 29 0,1-1 0,0 1 0,0-1 0,0 1 0,-1-1 0,1 1 0,0 0 0,0 0 0,0-1 0,0 1 0,0 0 0,0 0 0,0 0 0,0 0 0,-1 0 0,1 0 0,0 0 0,0 0 0,0 0 0,0 1 0,0-1 0,0 0 0,0 1 0,-1-1 0,1 0 0,0 1 0,0-1 0,1 2 0,-2-1 0,1 0 0,-1 1 0,1-1 0,-1 1 0,1-1 0,-1 0 0,0 1 0,0-1 0,0 1 0,0-1 0,0 1 0,0-1 0,0 1 0,0-1 0,-1 3 0,-20 53 0,-39 81 0,21-51 0,39-87 0,0 0 0,1 0 0,-1 1 0,0-1 0,0 0 0,0 0 0,0 0 0,0 0 0,0 1 0,0-1 0,0 0 0,0 0 0,0 0 0,0 0 0,0 1 0,0-1 0,0 0 0,0 0 0,0 0 0,-1 0 0,1 1 0,0-1 0,0 0 0,0 0 0,0 0 0,0 0 0,0 0 0,0 1 0,0-1 0,-1 0 0,1 0 0,0 0 0,0 0 0,0 0 0,0 0 0,0 0 0,-1 0 0,1 0 0,0 0 0,0 1 0,0-1 0,0 0 0,0 0 0,-1 0 0,1 0 0,0 0 0,0 0 0,0 0 0,0 0 0,-1 0 0,1 0 0,0 0 0,0-1 0,0 1 0,0 0 0,-1 0 0,1 0 0,0 0 0,0 0 0,0 0 0,0 0 0,0 0 0,-1 0 0,1 0 0,0-1 0,0 1 0,0 0 0,-4-18 0,2-24 0,2 16-227,1 0-1,1 0 1,1 0-1,1 0 1,15-44-1,-14 56-6598</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6"/>
    </inkml:context>
    <inkml:brush xml:id="br0">
      <inkml:brushProperty name="width" value="0.035" units="cm"/>
      <inkml:brushProperty name="height" value="0.035" units="cm"/>
    </inkml:brush>
  </inkml:definitions>
  <inkml:trace contextRef="#ctx0" brushRef="#br0">1 971 24575,'4'-2'0,"1"1"0,-1-1 0,0 0 0,1 0 0,-1 0 0,0-1 0,0 1 0,0-1 0,-1 0 0,1 0 0,-1-1 0,4-3 0,1-1 0,191-195 0,23-19 0,-173 180 0,2 2 0,2 3 0,1 2 0,66-32 0,-51 39 0,2 3 0,100-22 0,149-14 0,93 7 0,-183 27 0,121 6 0,-137 14 0,520-3 0,-454 12 0,-187 3 0,0 4 0,116 28 0,-126-21 0,299 65 0,-105-20 0,-22 7 0,-212-55 0,79 33 0,-19-4 0,12 6 0,6 3 0,-83-37 0,-1 1 0,-1 2 0,0 1 0,-1 3 0,-1 0 0,38 33 0,-14-13 0,-41-30 0,0 2 0,0 0 0,-1 0 0,15 18 0,10 13 0,3-1 0,88 67 0,-118-98 0,0 1 0,-1 1 0,18 24 0,5 5 0,73 92 0,-59-71 0,-46-59 0,12 18 0,-16-16 0,-14-8 0,11 0 0,0-1 0,1 1 0,-1-1 0,1 0 0,-1 1 0,1-1 0,-1 0 0,1 0 0,0-1 0,0 1 0,0 0 0,0-1 0,0 1 0,1-1 0,-1 0 0,-1-3 0,-20-56 0,13 29 0,6 20 0,0-1 0,1 0 0,1 0 0,0 0 0,1-21 0,-7-40 0,23 103 0,-9-19 0,0 2 0,-1-1 0,7 19 0,24 132 0,-36-161 0,0 0 0,0 1 0,1-1 0,-1 0 0,0 1 0,0-1 0,0 1 0,0-1 0,0 1 0,0-1 0,1 0 0,-1 1 0,0-1 0,0 1 0,0-1 0,0 1 0,-1-1 0,1 1 0,0-1 0,0 0 0,0 1 0,0-1 0,0 1 0,0-1 0,-1 1 0,1-1 0,0 0 0,0 1 0,-1-1 0,1 0 0,0 1 0,-1-1 0,1 0 0,0 1 0,-1-1 0,1 0 0,-1 1 0,-18-6 0,-27-24 0,40 25 0,-126-79 0,131 83 0,0-1 0,0 1 0,0 0 0,0-1 0,1 1 0,-1-1 0,0 0 0,0 1 0,1-1 0,-1 0 0,0 1 0,1-1 0,-1 0 0,0 0 0,1 1 0,-1-1 0,1 0 0,0 0 0,-1 0 0,1 0 0,0 0 0,-1 0 0,1 1 0,0-1 0,0 0 0,0-2 0,0 3 0,1-1 0,0 0 0,0 0 0,0 1 0,0-1 0,0 1 0,-1-1 0,1 1 0,0-1 0,0 1 0,0-1 0,0 1 0,1 0 0,-1 0 0,0 0 0,0-1 0,0 1 0,2 0 0,4 0 0,0 0 0,0 0 0,0 1 0,-1-1 0,1 2 0,13 3 0,-16-3-151,-1 0-1,0 0 0,1 0 0,-1 0 1,0 1-1,0 0 0,-1 0 1,5 4-1,4 9-6674</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7"/>
    </inkml:context>
    <inkml:brush xml:id="br0">
      <inkml:brushProperty name="width" value="0.035" units="cm"/>
      <inkml:brushProperty name="height" value="0.035" units="cm"/>
    </inkml:brush>
  </inkml:definitions>
  <inkml:trace contextRef="#ctx0" brushRef="#br0">6951 62 24575,'-48'44'0,"-2"-1"0,-71 46 0,-114 58 0,234-147 0,-217 122 0,174-100 0,-1-3 0,-2-1 0,-49 12 0,-497 132 0,375-97 0,-135 31 0,4-31 0,-362 20 0,519-80 0,-54 6 0,-679 16 0,647-29 0,133-10 0,34 2 0,18 4 0,1-4 0,0-3 0,0-5 0,-118-39 0,131 32 0,23 8 0,-65-31 0,-298-133 0,391 165 0,0 0 0,1-2 0,0 0 0,-41-40 0,41 32 0,-30-39 0,-14-13 0,40 49 0,-16-15 0,1-2 0,2-2 0,-49-72 0,19-3 0,71 124 0,4 11 0,4 15 0,23 41 0,56 100 0,-14-41 0,-65-121 0,-3-8 0,-3-17 0,-6-26 0,1 24 0,-1-1 0,-1 2 0,0-1 0,-2 1 0,-1 0 0,0 1 0,-27-35 0,-19-31 0,53 78 0,1 1 0,0-1 0,0 0 0,0 0 0,0 0 0,1 0 0,-2-13 0,8 22 0,-1 1 0,0 0 0,0 0 0,0 0 0,0 0 0,0 0 0,0 0 0,-1 1 0,3 4 0,22 30 0,3 0 0,1-2 0,1-2 0,3 0 0,44 33 0,-53-43 0,-22-12 0,-22-11 0,11-3-170,1 0-1,-1 0 0,0-1 1,1 0-1,-1 0 0,1-1 1,-9-6-1,2 0-6655</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7"/>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8"/>
    </inkml:context>
    <inkml:brush xml:id="br0">
      <inkml:brushProperty name="width" value="0.035" units="cm"/>
      <inkml:brushProperty name="height" value="0.035" units="cm"/>
    </inkml:brush>
  </inkml:definitions>
  <inkml:trace contextRef="#ctx0" brushRef="#br0">3809 1271 24575,'0'-14'0,"-2"1"0,1 0 0,-2 0 0,0 0 0,0 0 0,-1 1 0,-10-21 0,-51-84 0,22 44 0,14 13 0,-3 2 0,-3 2 0,-2 1 0,-79-89 0,51 78 0,-132-103 0,166 150 0,0 2 0,-1 0 0,-1 2 0,-40-12 0,9 3 0,-69-27 0,-1 5 0,-3 7 0,-214-33 0,238 59 0,0 4 0,-148 9 0,-219 51 0,450-46 0,-1 1 0,1 1 0,0 2 0,0 0 0,1 2 0,1 2 0,0 0 0,0 2 0,1 1 0,-26 21 0,-3 7 0,1 2 0,2 3 0,3 1 0,2 3 0,2 2 0,2 2 0,-61 107 0,53-70 0,19-38 0,3 2 0,-43 113 0,-25 152 0,72-246 0,16-53 0,2 1 0,1 0 0,1 0 0,0 0 0,0 28 0,4-9 0,-14 514 0,17-513 0,3 0 0,1 0 0,2 0 0,2-1 0,25 72 0,-21-79 0,10 35 0,45 94 0,-33-107 0,2-1 0,3-1 0,78 83 0,-94-112 0,0-2 0,2 0 0,1-2 0,1-1 0,1-2 0,50 30 0,28 4 0,1-4 0,3-6 0,2-4 0,2-5 0,0-5 0,3-5 0,0-6 0,1-4 0,146-1 0,214-17 0,-458 0 0,0-1 0,0 0 0,0-2 0,-1 0 0,24-11 0,-17 7 0,40-16 0,97-52 0,-57 24 0,92-47 0,-169 83 0,-1-2 0,-1-1 0,-1-2 0,35-34 0,-27 23 0,61-45 0,-62 52 0,0-2 0,42-44 0,-45 40 0,-20 22 0,-1 0 0,0-2 0,15-22 0,-25 34 0,1 0 0,-1 0 0,0-1 0,0 1 0,0 0 0,1 0 0,-1 0 0,0-1 0,0 1 0,0 0 0,0 0 0,0 0 0,0-1 0,1 1 0,-1 0 0,0 0 0,0-1 0,0 1 0,0 0 0,0 0 0,0-1 0,0 1 0,0 0 0,0 0 0,0-1 0,0 1 0,0 0 0,0 0 0,-1-1 0,1 1 0,0 0 0,0 0 0,0-1 0,0 1 0,0 0 0,0 0 0,-1-1 0,1 1 0,0 0 0,0 0 0,0 0 0,-1-1 0,-13 2 0,-17 11 0,7 0 0,-1-2 0,1 2 0,1 1 0,0 1 0,-30 24 0,44-30 0,-25 21 0,32-23 0,22-16 0,74-57 0,-71 49 0,0 1 0,1 2 0,0 0 0,32-14 0,-56 29 0,1-1 0,0 1 0,0-1 0,0 1 0,-1-1 0,1 1 0,0 0 0,0 0 0,0-1 0,0 1 0,0 0 0,0 0 0,0 0 0,0 0 0,-1 0 0,1 0 0,0 0 0,0 0 0,0 0 0,0 1 0,0-1 0,0 0 0,0 1 0,-1-1 0,1 0 0,0 1 0,0-1 0,1 2 0,-2-1 0,1 0 0,-1 1 0,1-1 0,-1 1 0,1-1 0,-1 0 0,0 1 0,0-1 0,0 1 0,0-1 0,0 1 0,0-1 0,0 1 0,0-1 0,-1 3 0,-20 53 0,-39 81 0,21-51 0,39-87 0,0 0 0,1 0 0,-1 1 0,0-1 0,0 0 0,0 0 0,0 0 0,0 0 0,0 1 0,0-1 0,0 0 0,0 0 0,0 0 0,0 0 0,0 1 0,0-1 0,0 0 0,0 0 0,0 0 0,-1 0 0,1 1 0,0-1 0,0 0 0,0 0 0,0 0 0,0 0 0,0 0 0,0 1 0,0-1 0,-1 0 0,1 0 0,0 0 0,0 0 0,0 0 0,0 0 0,0 0 0,-1 0 0,1 0 0,0 0 0,0 1 0,0-1 0,0 0 0,0 0 0,-1 0 0,1 0 0,0 0 0,0 0 0,0 0 0,0 0 0,-1 0 0,1 0 0,0 0 0,0-1 0,0 1 0,0 0 0,-1 0 0,1 0 0,0 0 0,0 0 0,0 0 0,0 0 0,0 0 0,-1 0 0,1 0 0,0-1 0,0 1 0,0 0 0,-4-18 0,2-24 0,2 16-227,1 0-1,1 0 1,1 0-1,1 0 1,15-44-1,-14 56-6598</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6"/>
    </inkml:context>
    <inkml:brush xml:id="br0">
      <inkml:brushProperty name="width" value="0.035" units="cm"/>
      <inkml:brushProperty name="height" value="0.035" units="cm"/>
    </inkml:brush>
  </inkml:definitions>
  <inkml:trace contextRef="#ctx0" brushRef="#br0">1 971 24575,'4'-2'0,"1"1"0,-1-1 0,0 0 0,1 0 0,-1 0 0,0-1 0,0 1 0,0-1 0,-1 0 0,1 0 0,-1-1 0,4-3 0,1-1 0,191-195 0,23-19 0,-173 180 0,2 2 0,2 3 0,1 2 0,66-32 0,-51 39 0,2 3 0,100-22 0,149-14 0,93 7 0,-183 27 0,121 6 0,-137 14 0,520-3 0,-454 12 0,-187 3 0,0 4 0,116 28 0,-126-21 0,299 65 0,-105-20 0,-22 7 0,-212-55 0,79 33 0,-19-4 0,12 6 0,6 3 0,-83-37 0,-1 1 0,-1 2 0,0 1 0,-1 3 0,-1 0 0,38 33 0,-14-13 0,-41-30 0,0 2 0,0 0 0,-1 0 0,15 18 0,10 13 0,3-1 0,88 67 0,-118-98 0,0 1 0,-1 1 0,18 24 0,5 5 0,73 92 0,-59-71 0,-46-59 0,12 18 0,-16-16 0,-14-8 0,11 0 0,0-1 0,1 1 0,-1-1 0,1 0 0,-1 1 0,1-1 0,-1 0 0,1 0 0,0-1 0,0 1 0,0 0 0,0-1 0,0 1 0,1-1 0,-1 0 0,-1-3 0,-20-56 0,13 29 0,6 20 0,0-1 0,1 0 0,1 0 0,0 0 0,1-21 0,-7-40 0,23 103 0,-9-19 0,0 2 0,-1-1 0,7 19 0,24 132 0,-36-161 0,0 0 0,0 1 0,1-1 0,-1 0 0,0 1 0,0-1 0,0 1 0,0-1 0,0 1 0,0-1 0,1 0 0,-1 1 0,0-1 0,0 1 0,0-1 0,0 1 0,-1-1 0,1 1 0,0-1 0,0 0 0,0 1 0,0-1 0,0 1 0,0-1 0,-1 1 0,1-1 0,0 0 0,0 1 0,-1-1 0,1 0 0,0 1 0,-1-1 0,1 0 0,0 1 0,-1-1 0,1 0 0,-1 1 0,-18-6 0,-27-24 0,40 25 0,-126-79 0,131 83 0,0-1 0,0 1 0,0 0 0,0-1 0,1 1 0,-1-1 0,0 0 0,0 1 0,1-1 0,-1 0 0,0 1 0,1-1 0,-1 0 0,0 0 0,1 1 0,-1-1 0,1 0 0,0 0 0,-1 0 0,1 0 0,0 0 0,-1 0 0,1 1 0,0-1 0,0 0 0,0-2 0,0 3 0,1-1 0,0 0 0,0 0 0,0 1 0,0-1 0,0 1 0,-1-1 0,1 1 0,0-1 0,0 1 0,0-1 0,0 1 0,1 0 0,-1 0 0,0 0 0,0-1 0,0 1 0,2 0 0,4 0 0,0 0 0,0 0 0,0 1 0,-1-1 0,1 2 0,13 3 0,-16-3-151,-1 0-1,0 0 0,1 0 0,-1 0 1,0 1-1,0 0 0,-1 0 1,5 4-1,4 9-6674</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7"/>
    </inkml:context>
    <inkml:brush xml:id="br0">
      <inkml:brushProperty name="width" value="0.035" units="cm"/>
      <inkml:brushProperty name="height" value="0.035" units="cm"/>
    </inkml:brush>
  </inkml:definitions>
  <inkml:trace contextRef="#ctx0" brushRef="#br0">6951 62 24575,'-48'44'0,"-2"-1"0,-71 46 0,-114 58 0,234-147 0,-217 122 0,174-100 0,-1-3 0,-2-1 0,-49 12 0,-497 132 0,375-97 0,-135 31 0,4-31 0,-362 20 0,519-80 0,-54 6 0,-679 16 0,647-29 0,133-10 0,34 2 0,18 4 0,1-4 0,0-3 0,0-5 0,-118-39 0,131 32 0,23 8 0,-65-31 0,-298-133 0,391 165 0,0 0 0,1-2 0,0 0 0,-41-40 0,41 32 0,-30-39 0,-14-13 0,40 49 0,-16-15 0,1-2 0,2-2 0,-49-72 0,19-3 0,71 124 0,4 11 0,4 15 0,23 41 0,56 100 0,-14-41 0,-65-121 0,-3-8 0,-3-17 0,-6-26 0,1 24 0,-1-1 0,-1 2 0,0-1 0,-2 1 0,-1 0 0,0 1 0,-27-35 0,-19-31 0,53 78 0,1 1 0,0-1 0,0 0 0,0 0 0,0 0 0,1 0 0,-2-13 0,8 22 0,-1 1 0,0 0 0,0 0 0,0 0 0,0 0 0,0 0 0,0 0 0,-1 1 0,3 4 0,22 30 0,3 0 0,1-2 0,1-2 0,3 0 0,44 33 0,-53-43 0,-22-12 0,-22-11 0,11-3-170,1 0-1,-1 0 0,0-1 1,1 0-1,-1 0 0,1-1 1,-9-6-1,2 0-6655</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7"/>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8"/>
    </inkml:context>
    <inkml:brush xml:id="br0">
      <inkml:brushProperty name="width" value="0.035" units="cm"/>
      <inkml:brushProperty name="height" value="0.035" units="cm"/>
    </inkml:brush>
  </inkml:definitions>
  <inkml:trace contextRef="#ctx0" brushRef="#br0">3809 1271 24575,'0'-14'0,"-2"1"0,1 0 0,-2 0 0,0 0 0,0 0 0,-1 1 0,-10-21 0,-51-84 0,22 44 0,14 13 0,-3 2 0,-3 2 0,-2 1 0,-79-89 0,51 78 0,-132-103 0,166 150 0,0 2 0,-1 0 0,-1 2 0,-40-12 0,9 3 0,-69-27 0,-1 5 0,-3 7 0,-214-33 0,238 59 0,0 4 0,-148 9 0,-219 51 0,450-46 0,-1 1 0,1 1 0,0 2 0,0 0 0,1 2 0,1 2 0,0 0 0,0 2 0,1 1 0,-26 21 0,-3 7 0,1 2 0,2 3 0,3 1 0,2 3 0,2 2 0,2 2 0,-61 107 0,53-70 0,19-38 0,3 2 0,-43 113 0,-25 152 0,72-246 0,16-53 0,2 1 0,1 0 0,1 0 0,0 0 0,0 28 0,4-9 0,-14 514 0,17-513 0,3 0 0,1 0 0,2 0 0,2-1 0,25 72 0,-21-79 0,10 35 0,45 94 0,-33-107 0,2-1 0,3-1 0,78 83 0,-94-112 0,0-2 0,2 0 0,1-2 0,1-1 0,1-2 0,50 30 0,28 4 0,1-4 0,3-6 0,2-4 0,2-5 0,0-5 0,3-5 0,0-6 0,1-4 0,146-1 0,214-17 0,-458 0 0,0-1 0,0 0 0,0-2 0,-1 0 0,24-11 0,-17 7 0,40-16 0,97-52 0,-57 24 0,92-47 0,-169 83 0,-1-2 0,-1-1 0,-1-2 0,35-34 0,-27 23 0,61-45 0,-62 52 0,0-2 0,42-44 0,-45 40 0,-20 22 0,-1 0 0,0-2 0,15-22 0,-25 34 0,1 0 0,-1 0 0,0-1 0,0 1 0,0 0 0,1 0 0,-1 0 0,0-1 0,0 1 0,0 0 0,0 0 0,0 0 0,0-1 0,1 1 0,-1 0 0,0 0 0,0-1 0,0 1 0,0 0 0,0 0 0,0-1 0,0 1 0,0 0 0,0 0 0,0-1 0,0 1 0,0 0 0,0 0 0,-1-1 0,1 1 0,0 0 0,0 0 0,0-1 0,0 1 0,0 0 0,0 0 0,-1-1 0,1 1 0,0 0 0,0 0 0,0 0 0,-1-1 0,-13 2 0,-17 11 0,7 0 0,-1-2 0,1 2 0,1 1 0,0 1 0,-30 24 0,44-30 0,-25 21 0,32-23 0,22-16 0,74-57 0,-71 49 0,0 1 0,1 2 0,0 0 0,32-14 0,-56 29 0,1-1 0,0 1 0,0-1 0,0 1 0,-1-1 0,1 1 0,0 0 0,0 0 0,0-1 0,0 1 0,0 0 0,0 0 0,0 0 0,0 0 0,-1 0 0,1 0 0,0 0 0,0 0 0,0 0 0,0 1 0,0-1 0,0 0 0,0 1 0,-1-1 0,1 0 0,0 1 0,0-1 0,1 2 0,-2-1 0,1 0 0,-1 1 0,1-1 0,-1 1 0,1-1 0,-1 0 0,0 1 0,0-1 0,0 1 0,0-1 0,0 1 0,0-1 0,0 1 0,0-1 0,-1 3 0,-20 53 0,-39 81 0,21-51 0,39-87 0,0 0 0,1 0 0,-1 1 0,0-1 0,0 0 0,0 0 0,0 0 0,0 0 0,0 1 0,0-1 0,0 0 0,0 0 0,0 0 0,0 0 0,0 1 0,0-1 0,0 0 0,0 0 0,0 0 0,-1 0 0,1 1 0,0-1 0,0 0 0,0 0 0,0 0 0,0 0 0,0 0 0,0 1 0,0-1 0,-1 0 0,1 0 0,0 0 0,0 0 0,0 0 0,0 0 0,0 0 0,-1 0 0,1 0 0,0 0 0,0 1 0,0-1 0,0 0 0,0 0 0,-1 0 0,1 0 0,0 0 0,0 0 0,0 0 0,0 0 0,-1 0 0,1 0 0,0 0 0,0-1 0,0 1 0,0 0 0,-1 0 0,1 0 0,0 0 0,0 0 0,0 0 0,0 0 0,0 0 0,-1 0 0,1 0 0,0-1 0,0 1 0,0 0 0,-4-18 0,2-24 0,2 16-227,1 0-1,1 0 1,1 0-1,1 0 1,15-44-1,-14 56-6598</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6"/>
    </inkml:context>
    <inkml:brush xml:id="br0">
      <inkml:brushProperty name="width" value="0.035" units="cm"/>
      <inkml:brushProperty name="height" value="0.035" units="cm"/>
    </inkml:brush>
  </inkml:definitions>
  <inkml:trace contextRef="#ctx0" brushRef="#br0">1 971 24575,'4'-2'0,"1"1"0,-1-1 0,0 0 0,1 0 0,-1 0 0,0-1 0,0 1 0,0-1 0,-1 0 0,1 0 0,-1-1 0,4-3 0,1-1 0,191-195 0,23-19 0,-173 180 0,2 2 0,2 3 0,1 2 0,66-32 0,-51 39 0,2 3 0,100-22 0,149-14 0,93 7 0,-183 27 0,121 6 0,-137 14 0,520-3 0,-454 12 0,-187 3 0,0 4 0,116 28 0,-126-21 0,299 65 0,-105-20 0,-22 7 0,-212-55 0,79 33 0,-19-4 0,12 6 0,6 3 0,-83-37 0,-1 1 0,-1 2 0,0 1 0,-1 3 0,-1 0 0,38 33 0,-14-13 0,-41-30 0,0 2 0,0 0 0,-1 0 0,15 18 0,10 13 0,3-1 0,88 67 0,-118-98 0,0 1 0,-1 1 0,18 24 0,5 5 0,73 92 0,-59-71 0,-46-59 0,12 18 0,-16-16 0,-14-8 0,11 0 0,0-1 0,1 1 0,-1-1 0,1 0 0,-1 1 0,1-1 0,-1 0 0,1 0 0,0-1 0,0 1 0,0 0 0,0-1 0,0 1 0,1-1 0,-1 0 0,-1-3 0,-20-56 0,13 29 0,6 20 0,0-1 0,1 0 0,1 0 0,0 0 0,1-21 0,-7-40 0,23 103 0,-9-19 0,0 2 0,-1-1 0,7 19 0,24 132 0,-36-161 0,0 0 0,0 1 0,1-1 0,-1 0 0,0 1 0,0-1 0,0 1 0,0-1 0,0 1 0,0-1 0,1 0 0,-1 1 0,0-1 0,0 1 0,0-1 0,0 1 0,-1-1 0,1 1 0,0-1 0,0 0 0,0 1 0,0-1 0,0 1 0,0-1 0,-1 1 0,1-1 0,0 0 0,0 1 0,-1-1 0,1 0 0,0 1 0,-1-1 0,1 0 0,0 1 0,-1-1 0,1 0 0,-1 1 0,-18-6 0,-27-24 0,40 25 0,-126-79 0,131 83 0,0-1 0,0 1 0,0 0 0,0-1 0,1 1 0,-1-1 0,0 0 0,0 1 0,1-1 0,-1 0 0,0 1 0,1-1 0,-1 0 0,0 0 0,1 1 0,-1-1 0,1 0 0,0 0 0,-1 0 0,1 0 0,0 0 0,-1 0 0,1 1 0,0-1 0,0 0 0,0-2 0,0 3 0,1-1 0,0 0 0,0 0 0,0 1 0,0-1 0,0 1 0,-1-1 0,1 1 0,0-1 0,0 1 0,0-1 0,0 1 0,1 0 0,-1 0 0,0 0 0,0-1 0,0 1 0,2 0 0,4 0 0,0 0 0,0 0 0,0 1 0,-1-1 0,1 2 0,13 3 0,-16-3-151,-1 0-1,0 0 0,1 0 0,-1 0 1,0 1-1,0 0 0,-1 0 1,5 4-1,4 9-6674</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7"/>
    </inkml:context>
    <inkml:brush xml:id="br0">
      <inkml:brushProperty name="width" value="0.035" units="cm"/>
      <inkml:brushProperty name="height" value="0.035" units="cm"/>
    </inkml:brush>
  </inkml:definitions>
  <inkml:trace contextRef="#ctx0" brushRef="#br0">6951 62 24575,'-48'44'0,"-2"-1"0,-71 46 0,-114 58 0,234-147 0,-217 122 0,174-100 0,-1-3 0,-2-1 0,-49 12 0,-497 132 0,375-97 0,-135 31 0,4-31 0,-362 20 0,519-80 0,-54 6 0,-679 16 0,647-29 0,133-10 0,34 2 0,18 4 0,1-4 0,0-3 0,0-5 0,-118-39 0,131 32 0,23 8 0,-65-31 0,-298-133 0,391 165 0,0 0 0,1-2 0,0 0 0,-41-40 0,41 32 0,-30-39 0,-14-13 0,40 49 0,-16-15 0,1-2 0,2-2 0,-49-72 0,19-3 0,71 124 0,4 11 0,4 15 0,23 41 0,56 100 0,-14-41 0,-65-121 0,-3-8 0,-3-17 0,-6-26 0,1 24 0,-1-1 0,-1 2 0,0-1 0,-2 1 0,-1 0 0,0 1 0,-27-35 0,-19-31 0,53 78 0,1 1 0,0-1 0,0 0 0,0 0 0,0 0 0,1 0 0,-2-13 0,8 22 0,-1 1 0,0 0 0,0 0 0,0 0 0,0 0 0,0 0 0,0 0 0,-1 1 0,3 4 0,22 30 0,3 0 0,1-2 0,1-2 0,3 0 0,44 33 0,-53-43 0,-22-12 0,-22-11 0,11-3-170,1 0-1,-1 0 0,0-1 1,1 0-1,-1 0 0,1-1 1,-9-6-1,2 0-6655</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7"/>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5:17:00.378"/>
    </inkml:context>
    <inkml:brush xml:id="br0">
      <inkml:brushProperty name="width" value="0.035" units="cm"/>
      <inkml:brushProperty name="height" value="0.035" units="cm"/>
    </inkml:brush>
  </inkml:definitions>
  <inkml:trace contextRef="#ctx0" brushRef="#br0">3809 1271 24575,'0'-14'0,"-2"1"0,1 0 0,-2 0 0,0 0 0,0 0 0,-1 1 0,-10-21 0,-51-84 0,22 44 0,14 13 0,-3 2 0,-3 2 0,-2 1 0,-79-89 0,51 78 0,-132-103 0,166 150 0,0 2 0,-1 0 0,-1 2 0,-40-12 0,9 3 0,-69-27 0,-1 5 0,-3 7 0,-214-33 0,238 59 0,0 4 0,-148 9 0,-219 51 0,450-46 0,-1 1 0,1 1 0,0 2 0,0 0 0,1 2 0,1 2 0,0 0 0,0 2 0,1 1 0,-26 21 0,-3 7 0,1 2 0,2 3 0,3 1 0,2 3 0,2 2 0,2 2 0,-61 107 0,53-70 0,19-38 0,3 2 0,-43 113 0,-25 152 0,72-246 0,16-53 0,2 1 0,1 0 0,1 0 0,0 0 0,0 28 0,4-9 0,-14 514 0,17-513 0,3 0 0,1 0 0,2 0 0,2-1 0,25 72 0,-21-79 0,10 35 0,45 94 0,-33-107 0,2-1 0,3-1 0,78 83 0,-94-112 0,0-2 0,2 0 0,1-2 0,1-1 0,1-2 0,50 30 0,28 4 0,1-4 0,3-6 0,2-4 0,2-5 0,0-5 0,3-5 0,0-6 0,1-4 0,146-1 0,214-17 0,-458 0 0,0-1 0,0 0 0,0-2 0,-1 0 0,24-11 0,-17 7 0,40-16 0,97-52 0,-57 24 0,92-47 0,-169 83 0,-1-2 0,-1-1 0,-1-2 0,35-34 0,-27 23 0,61-45 0,-62 52 0,0-2 0,42-44 0,-45 40 0,-20 22 0,-1 0 0,0-2 0,15-22 0,-25 34 0,1 0 0,-1 0 0,0-1 0,0 1 0,0 0 0,1 0 0,-1 0 0,0-1 0,0 1 0,0 0 0,0 0 0,0 0 0,0-1 0,1 1 0,-1 0 0,0 0 0,0-1 0,0 1 0,0 0 0,0 0 0,0-1 0,0 1 0,0 0 0,0 0 0,0-1 0,0 1 0,0 0 0,0 0 0,-1-1 0,1 1 0,0 0 0,0 0 0,0-1 0,0 1 0,0 0 0,0 0 0,-1-1 0,1 1 0,0 0 0,0 0 0,0 0 0,-1-1 0,-13 2 0,-17 11 0,7 0 0,-1-2 0,1 2 0,1 1 0,0 1 0,-30 24 0,44-30 0,-25 21 0,32-23 0,22-16 0,74-57 0,-71 49 0,0 1 0,1 2 0,0 0 0,32-14 0,-56 29 0,1-1 0,0 1 0,0-1 0,0 1 0,-1-1 0,1 1 0,0 0 0,0 0 0,0-1 0,0 1 0,0 0 0,0 0 0,0 0 0,0 0 0,-1 0 0,1 0 0,0 0 0,0 0 0,0 0 0,0 1 0,0-1 0,0 0 0,0 1 0,-1-1 0,1 0 0,0 1 0,0-1 0,1 2 0,-2-1 0,1 0 0,-1 1 0,1-1 0,-1 1 0,1-1 0,-1 0 0,0 1 0,0-1 0,0 1 0,0-1 0,0 1 0,0-1 0,0 1 0,0-1 0,-1 3 0,-20 53 0,-39 81 0,21-51 0,39-87 0,0 0 0,1 0 0,-1 1 0,0-1 0,0 0 0,0 0 0,0 0 0,0 0 0,0 1 0,0-1 0,0 0 0,0 0 0,0 0 0,0 0 0,0 1 0,0-1 0,0 0 0,0 0 0,0 0 0,-1 0 0,1 1 0,0-1 0,0 0 0,0 0 0,0 0 0,0 0 0,0 0 0,0 1 0,0-1 0,-1 0 0,1 0 0,0 0 0,0 0 0,0 0 0,0 0 0,0 0 0,-1 0 0,1 0 0,0 0 0,0 1 0,0-1 0,0 0 0,0 0 0,-1 0 0,1 0 0,0 0 0,0 0 0,0 0 0,0 0 0,-1 0 0,1 0 0,0 0 0,0-1 0,0 1 0,0 0 0,-1 0 0,1 0 0,0 0 0,0 0 0,0 0 0,0 0 0,0 0 0,-1 0 0,1 0 0,0-1 0,0 1 0,0 0 0,-4-18 0,2-24 0,2 16-227,1 0-1,1 0 1,1 0-1,1 0 1,15-44-1,-14 56-6598</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6:23:32.824"/>
    </inkml:context>
    <inkml:brush xml:id="br0">
      <inkml:brushProperty name="width" value="0.035" units="cm"/>
      <inkml:brushProperty name="height" value="0.035" units="cm"/>
    </inkml:brush>
  </inkml:definitions>
  <inkml:trace contextRef="#ctx0" brushRef="#br0">1 971 24575,'4'-2'0,"1"1"0,-1-1 0,0 0 0,1 0 0,-1 0 0,0-1 0,0 1 0,0-1 0,-1 0 0,1 0 0,-1-1 0,4-3 0,1-1 0,191-195 0,23-19 0,-173 180 0,2 2 0,2 3 0,1 2 0,66-32 0,-51 39 0,2 3 0,100-22 0,149-14 0,93 7 0,-183 27 0,121 6 0,-137 14 0,520-3 0,-454 12 0,-187 3 0,0 4 0,116 28 0,-126-21 0,299 65 0,-105-20 0,-22 7 0,-212-55 0,79 33 0,-19-4 0,12 6 0,6 3 0,-83-37 0,-1 1 0,-1 2 0,0 1 0,-1 3 0,-1 0 0,38 33 0,-14-13 0,-41-30 0,0 2 0,0 0 0,-1 0 0,15 18 0,10 13 0,3-1 0,88 67 0,-118-98 0,0 1 0,-1 1 0,18 24 0,5 5 0,73 92 0,-59-71 0,-46-59 0,12 18 0,-16-16 0,-14-8 0,11 0 0,0-1 0,1 1 0,-1-1 0,1 0 0,-1 1 0,1-1 0,-1 0 0,1 0 0,0-1 0,0 1 0,0 0 0,0-1 0,0 1 0,1-1 0,-1 0 0,-1-3 0,-20-56 0,13 29 0,6 20 0,0-1 0,1 0 0,1 0 0,0 0 0,1-21 0,-7-40 0,23 103 0,-9-19 0,0 2 0,-1-1 0,7 19 0,24 132 0,-36-161 0,0 0 0,0 1 0,1-1 0,-1 0 0,0 1 0,0-1 0,0 1 0,0-1 0,0 1 0,0-1 0,1 0 0,-1 1 0,0-1 0,0 1 0,0-1 0,0 1 0,-1-1 0,1 1 0,0-1 0,0 0 0,0 1 0,0-1 0,0 1 0,0-1 0,-1 1 0,1-1 0,0 0 0,0 1 0,-1-1 0,1 0 0,0 1 0,-1-1 0,1 0 0,0 1 0,-1-1 0,1 0 0,-1 1 0,-18-6 0,-27-24 0,40 25 0,-126-79 0,131 83 0,0-1 0,0 1 0,0 0 0,0-1 0,1 1 0,-1-1 0,0 0 0,0 1 0,1-1 0,-1 0 0,0 1 0,1-1 0,-1 0 0,0 0 0,1 1 0,-1-1 0,1 0 0,0 0 0,-1 0 0,1 0 0,0 0 0,-1 0 0,1 1 0,0-1 0,0 0 0,0-2 0,0 3 0,1-1 0,0 0 0,0 0 0,0 1 0,0-1 0,0 1 0,-1-1 0,1 1 0,0-1 0,0 1 0,0-1 0,0 1 0,1 0 0,-1 0 0,0 0 0,0-1 0,0 1 0,2 0 0,4 0 0,0 0 0,0 0 0,0 1 0,-1-1 0,1 2 0,13 3 0,-16-3-151,-1 0-1,0 0 0,1 0 0,-1 0 1,0 1-1,0 0 0,-1 0 1,5 4-1,4 9-6674</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6:23:32.825"/>
    </inkml:context>
    <inkml:brush xml:id="br0">
      <inkml:brushProperty name="width" value="0.035" units="cm"/>
      <inkml:brushProperty name="height" value="0.035" units="cm"/>
    </inkml:brush>
  </inkml:definitions>
  <inkml:trace contextRef="#ctx0" brushRef="#br0">6951 62 24575,'-48'44'0,"-2"-1"0,-71 46 0,-114 58 0,234-147 0,-217 122 0,174-100 0,-1-3 0,-2-1 0,-49 12 0,-497 132 0,375-97 0,-135 31 0,4-31 0,-362 20 0,519-80 0,-54 6 0,-679 16 0,647-29 0,133-10 0,34 2 0,18 4 0,1-4 0,0-3 0,0-5 0,-118-39 0,131 32 0,23 8 0,-65-31 0,-298-133 0,391 165 0,0 0 0,1-2 0,0 0 0,-41-40 0,41 32 0,-30-39 0,-14-13 0,40 49 0,-16-15 0,1-2 0,2-2 0,-49-72 0,19-3 0,71 124 0,4 11 0,4 15 0,23 41 0,56 100 0,-14-41 0,-65-121 0,-3-8 0,-3-17 0,-6-26 0,1 24 0,-1-1 0,-1 2 0,0-1 0,-2 1 0,-1 0 0,0 1 0,-27-35 0,-19-31 0,53 78 0,1 1 0,0-1 0,0 0 0,0 0 0,0 0 0,1 0 0,-2-13 0,8 22 0,-1 1 0,0 0 0,0 0 0,0 0 0,0 0 0,0 0 0,0 0 0,-1 1 0,3 4 0,22 30 0,3 0 0,1-2 0,1-2 0,3 0 0,44 33 0,-53-43 0,-22-12 0,-22-11 0,11-3-170,1 0-1,-1 0 0,0-1 1,1 0-1,-1 0 0,1-1 1,-9-6-1,2 0-6655</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6:23:32.826"/>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16:23:32.827"/>
    </inkml:context>
    <inkml:brush xml:id="br0">
      <inkml:brushProperty name="width" value="0.035" units="cm"/>
      <inkml:brushProperty name="height" value="0.035" units="cm"/>
    </inkml:brush>
  </inkml:definitions>
  <inkml:trace contextRef="#ctx0" brushRef="#br0">3809 1271 24575,'0'-14'0,"-2"1"0,1 0 0,-2 0 0,0 0 0,0 0 0,-1 1 0,-10-21 0,-51-84 0,22 44 0,14 13 0,-3 2 0,-3 2 0,-2 1 0,-79-89 0,51 78 0,-132-103 0,166 150 0,0 2 0,-1 0 0,-1 2 0,-40-12 0,9 3 0,-69-27 0,-1 5 0,-3 7 0,-214-33 0,238 59 0,0 4 0,-148 9 0,-219 51 0,450-46 0,-1 1 0,1 1 0,0 2 0,0 0 0,1 2 0,1 2 0,0 0 0,0 2 0,1 1 0,-26 21 0,-3 7 0,1 2 0,2 3 0,3 1 0,2 3 0,2 2 0,2 2 0,-61 107 0,53-70 0,19-38 0,3 2 0,-43 113 0,-25 152 0,72-246 0,16-53 0,2 1 0,1 0 0,1 0 0,0 0 0,0 28 0,4-9 0,-14 514 0,17-513 0,3 0 0,1 0 0,2 0 0,2-1 0,25 72 0,-21-79 0,10 35 0,45 94 0,-33-107 0,2-1 0,3-1 0,78 83 0,-94-112 0,0-2 0,2 0 0,1-2 0,1-1 0,1-2 0,50 30 0,28 4 0,1-4 0,3-6 0,2-4 0,2-5 0,0-5 0,3-5 0,0-6 0,1-4 0,146-1 0,214-17 0,-458 0 0,0-1 0,0 0 0,0-2 0,-1 0 0,24-11 0,-17 7 0,40-16 0,97-52 0,-57 24 0,92-47 0,-169 83 0,-1-2 0,-1-1 0,-1-2 0,35-34 0,-27 23 0,61-45 0,-62 52 0,0-2 0,42-44 0,-45 40 0,-20 22 0,-1 0 0,0-2 0,15-22 0,-25 34 0,1 0 0,-1 0 0,0-1 0,0 1 0,0 0 0,1 0 0,-1 0 0,0-1 0,0 1 0,0 0 0,0 0 0,0 0 0,0-1 0,1 1 0,-1 0 0,0 0 0,0-1 0,0 1 0,0 0 0,0 0 0,0-1 0,0 1 0,0 0 0,0 0 0,0-1 0,0 1 0,0 0 0,0 0 0,-1-1 0,1 1 0,0 0 0,0 0 0,0-1 0,0 1 0,0 0 0,0 0 0,-1-1 0,1 1 0,0 0 0,0 0 0,0 0 0,-1-1 0,-13 2 0,-17 11 0,7 0 0,-1-2 0,1 2 0,1 1 0,0 1 0,-30 24 0,44-30 0,-25 21 0,32-23 0,22-16 0,74-57 0,-71 49 0,0 1 0,1 2 0,0 0 0,32-14 0,-56 29 0,1-1 0,0 1 0,0-1 0,0 1 0,-1-1 0,1 1 0,0 0 0,0 0 0,0-1 0,0 1 0,0 0 0,0 0 0,0 0 0,0 0 0,-1 0 0,1 0 0,0 0 0,0 0 0,0 0 0,0 1 0,0-1 0,0 0 0,0 1 0,-1-1 0,1 0 0,0 1 0,0-1 0,1 2 0,-2-1 0,1 0 0,-1 1 0,1-1 0,-1 1 0,1-1 0,-1 0 0,0 1 0,0-1 0,0 1 0,0-1 0,0 1 0,0-1 0,0 1 0,0-1 0,-1 3 0,-20 53 0,-39 81 0,21-51 0,39-87 0,0 0 0,1 0 0,-1 1 0,0-1 0,0 0 0,0 0 0,0 0 0,0 0 0,0 1 0,0-1 0,0 0 0,0 0 0,0 0 0,0 0 0,0 1 0,0-1 0,0 0 0,0 0 0,0 0 0,-1 0 0,1 1 0,0-1 0,0 0 0,0 0 0,0 0 0,0 0 0,0 0 0,0 1 0,0-1 0,-1 0 0,1 0 0,0 0 0,0 0 0,0 0 0,0 0 0,0 0 0,-1 0 0,1 0 0,0 0 0,0 1 0,0-1 0,0 0 0,0 0 0,-1 0 0,1 0 0,0 0 0,0 0 0,0 0 0,0 0 0,-1 0 0,1 0 0,0 0 0,0-1 0,0 1 0,0 0 0,-1 0 0,1 0 0,0 0 0,0 0 0,0 0 0,0 0 0,0 0 0,-1 0 0,1 0 0,0-1 0,0 1 0,0 0 0,-4-18 0,2-24 0,2 16-227,1 0-1,1 0 1,1 0-1,1 0 1,15-44-1,-14 56-6598</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17.456"/>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28.090"/>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17.456"/>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28.090"/>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17.456"/>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28.090"/>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17.456"/>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28.090"/>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17.456"/>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28.090"/>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17.456"/>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28.090"/>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17.456"/>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28.090"/>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17.456"/>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28.090"/>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17.456"/>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28.090"/>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17.456"/>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28.090"/>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17.456"/>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28.090"/>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17.456"/>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28.090"/>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17.456"/>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28.090"/>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17.456"/>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9:26:28.090"/>
    </inkml:context>
    <inkml:brush xml:id="br0">
      <inkml:brushProperty name="width" value="0.035" units="cm"/>
      <inkml:brushProperty name="height" value="0.035" units="cm"/>
    </inkml:brush>
  </inkml:definitions>
  <inkml:trace contextRef="#ctx0" brushRef="#br0">82 868 24575,'31'-41'0,"2"1"0,67-63 0,-39 42 0,-17 16 0,1 1 0,96-68 0,-67 61 0,138-88 0,-172 117 0,1 1 0,0 2 0,71-21 0,-23 14 0,0 4 0,173-20 0,101 4 0,47 37 0,-358 4 0,-2 2 0,1 3 0,-1 1 0,0 3 0,-1 2 0,0 3 0,-1 1 0,-1 2 0,62 37 0,-66-29 0,0 2 0,-2 1 0,71 71 0,-55-41 0,83 114 0,-83-90 0,-3 2 0,-4 2 0,-4 3 0,36 100 0,-63-141 0,-3-10 0,11 43 0,-2 9 0,-10-45 0,-3 1 0,8 60 0,-11 49 0,-12 178 0,0-287 0,-2 0 0,-2-1 0,-2 0 0,-2 0 0,-3-1 0,-33 80 0,5-36 0,-4-3 0,-110 159 0,65-127 0,-132 134 0,173-201 0,14-13 0,-1-2 0,-2-1 0,-1-2 0,-75 50 0,53-50 0,-1-3 0,-1-2 0,-77 24 0,95-41 0,-1-1 0,1-2 0,-2-2 0,1-3 0,-79 0 0,35-6 0,51 3 0,0-2 0,-1-2 0,1-2 0,0-1 0,-76-21 0,-199-100 0,182 75 0,73 30 0,-88-45 0,92 36 0,1-2 0,2-2 0,2-3 0,1-1 0,-57-58 0,75 62 0,-190-188 0,197 197 0,2-2 0,0 0 0,-24-40 0,-3-2 0,27 40 0,1 0 0,2-2 0,1 0 0,1-1 0,-23-59 0,35 66 0,-3-4 0,5 33 0,0 21 0,2-11 0,0-1 0,1 1 0,1-1 0,0 1 0,1-1 0,1 1 0,0-1 0,1 0 0,0 0 0,1 0 0,0 0 0,1 0 0,0-1 0,11 17 0,28 65 0,-44-94 0,0 0 0,1 0 0,-1 1 0,0-1 0,0 0 0,0 0 0,0 0 0,0 0 0,0 0 0,0 0 0,0 0 0,0 0 0,1 0 0,-1 0 0,0 0 0,0 1 0,0-1 0,0 0 0,0 0 0,0 0 0,0 0 0,1 0 0,-1 0 0,0 0 0,0 0 0,0 0 0,0 0 0,0 0 0,0 0 0,1 0 0,-1 0 0,0 0 0,0-1 0,0 1 0,0 0 0,0 0 0,0 0 0,1 0 0,-1 0 0,0 0 0,0 0 0,0 0 0,0 0 0,0 0 0,0 0 0,0 0 0,0-1 0,0 1 0,0 0 0,0 0 0,1 0 0,-1 0 0,0 0 0,0 0 0,0-1 0,0 1 0,0 0 0,0 0 0,0 0 0,0 0 0,0 0 0,0-1 0,4-15 0,-1-17 0,-3 8 0,-2 1 0,-6-35 0,-3-37 0,11 90 0,-1 0 0,0 0 0,0 0 0,0 1 0,-1-1 0,1 1 0,-2-1 0,1 1 0,0-1 0,-1 1 0,0 0 0,0 0 0,-8-8 0,34 63 0,-2-19 0,41 47 0,-41-55 0,-2 2 0,33 52 0,-143-211 0,86 128-105,0 0 0,0 1 0,0 0 0,-1 0 0,0 1 0,0 0 0,0 0 0,-1 0 0,1 0 0,-1 1 0,0 0 0,-14-3 0,5 2-6721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C61B90-1233-4265-A8E1-4CB85DE126FB}" type="datetimeFigureOut">
              <a:rPr lang="en-US" smtClean="0"/>
              <a:t>11/7/2025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313FD6-7C7B-4426-BFC4-490AC0CFBE05}" type="slidenum">
              <a:rPr lang="en-US" smtClean="0"/>
              <a:t>‹#›</a:t>
            </a:fld>
            <a:endParaRPr lang="en-US"/>
          </a:p>
        </p:txBody>
      </p:sp>
    </p:spTree>
    <p:extLst>
      <p:ext uri="{BB962C8B-B14F-4D97-AF65-F5344CB8AC3E}">
        <p14:creationId xmlns:p14="http://schemas.microsoft.com/office/powerpoint/2010/main" val="15639771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6313FD6-7C7B-4426-BFC4-490AC0CFBE05}" type="slidenum">
              <a:rPr lang="en-US" smtClean="0"/>
              <a:t>19</a:t>
            </a:fld>
            <a:endParaRPr lang="en-US"/>
          </a:p>
        </p:txBody>
      </p:sp>
    </p:spTree>
    <p:extLst>
      <p:ext uri="{BB962C8B-B14F-4D97-AF65-F5344CB8AC3E}">
        <p14:creationId xmlns:p14="http://schemas.microsoft.com/office/powerpoint/2010/main" val="14175725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C1BD8-BCC8-C0EF-A9DF-C9DD97B1B0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4DDA73-1811-089C-435B-4F57048422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0D8221-502F-E885-72EA-55CAE9B87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1FC282-F475-4084-534F-F11AEBF72907}"/>
              </a:ext>
            </a:extLst>
          </p:cNvPr>
          <p:cNvSpPr>
            <a:spLocks noGrp="1"/>
          </p:cNvSpPr>
          <p:nvPr>
            <p:ph type="sldNum" sz="quarter" idx="5"/>
          </p:nvPr>
        </p:nvSpPr>
        <p:spPr/>
        <p:txBody>
          <a:bodyPr/>
          <a:lstStyle/>
          <a:p>
            <a:fld id="{A6313FD6-7C7B-4426-BFC4-490AC0CFBE05}" type="slidenum">
              <a:rPr lang="en-US" smtClean="0"/>
              <a:t>20</a:t>
            </a:fld>
            <a:endParaRPr lang="en-US"/>
          </a:p>
        </p:txBody>
      </p:sp>
    </p:spTree>
    <p:extLst>
      <p:ext uri="{BB962C8B-B14F-4D97-AF65-F5344CB8AC3E}">
        <p14:creationId xmlns:p14="http://schemas.microsoft.com/office/powerpoint/2010/main" val="12987707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598620" y="1138426"/>
            <a:ext cx="10363200" cy="1374345"/>
          </a:xfrm>
          <a:effectLst>
            <a:outerShdw blurRad="50800" dist="38100" dir="2700000" algn="tl" rotWithShape="0">
              <a:prstClr val="black">
                <a:alpha val="40000"/>
              </a:prstClr>
            </a:outerShdw>
          </a:effectLst>
        </p:spPr>
        <p:txBody>
          <a:bodyPr>
            <a:normAutofit/>
          </a:bodyPr>
          <a:lstStyle>
            <a:lvl1pPr algn="l">
              <a:defRPr sz="3600">
                <a:solidFill>
                  <a:schemeClr val="bg1"/>
                </a:solidFill>
              </a:defRPr>
            </a:lvl1pPr>
          </a:lstStyle>
          <a:p>
            <a:r>
              <a:rPr lang="en-US" dirty="0"/>
              <a:t>Click to edit </a:t>
            </a:r>
            <a:br>
              <a:rPr lang="en-US" dirty="0"/>
            </a:br>
            <a:r>
              <a:rPr lang="en-US" dirty="0"/>
              <a:t>Master title style</a:t>
            </a:r>
          </a:p>
        </p:txBody>
      </p:sp>
      <p:sp>
        <p:nvSpPr>
          <p:cNvPr id="3" name="Subtitle 2"/>
          <p:cNvSpPr>
            <a:spLocks noGrp="1"/>
          </p:cNvSpPr>
          <p:nvPr>
            <p:ph type="subTitle" idx="1"/>
          </p:nvPr>
        </p:nvSpPr>
        <p:spPr>
          <a:xfrm>
            <a:off x="2838293" y="4650641"/>
            <a:ext cx="8534400" cy="1374345"/>
          </a:xfrm>
        </p:spPr>
        <p:txBody>
          <a:bodyPr>
            <a:normAutofit/>
          </a:bodyPr>
          <a:lstStyle>
            <a:lvl1pPr marL="0" indent="0" algn="r">
              <a:buNone/>
              <a:defRPr sz="2600">
                <a:solidFill>
                  <a:schemeClr val="tx2">
                    <a:lumMod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a:t>
            </a:r>
          </a:p>
          <a:p>
            <a:r>
              <a:rPr lang="en-US" dirty="0"/>
              <a:t>Master subtitle style</a:t>
            </a:r>
          </a:p>
        </p:txBody>
      </p:sp>
      <p:sp>
        <p:nvSpPr>
          <p:cNvPr id="4" name="Date Placeholder 3"/>
          <p:cNvSpPr>
            <a:spLocks noGrp="1"/>
          </p:cNvSpPr>
          <p:nvPr>
            <p:ph type="dt" sz="half" idx="10"/>
          </p:nvPr>
        </p:nvSpPr>
        <p:spPr/>
        <p:txBody>
          <a:bodyPr/>
          <a:lstStyle/>
          <a:p>
            <a:fld id="{E2773EFF-6084-460D-96FA-2FA787A98816}" type="datetime1">
              <a:rPr lang="en-US" smtClean="0"/>
              <a:t>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2538751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98620" y="680310"/>
            <a:ext cx="10972800" cy="458115"/>
          </a:xfrm>
        </p:spPr>
        <p:txBody>
          <a:bodyPr>
            <a:normAutofit/>
          </a:bodyPr>
          <a:lstStyle>
            <a:lvl1pPr algn="l">
              <a:defRPr sz="3600">
                <a:solidFill>
                  <a:schemeClr val="bg1"/>
                </a:solidFill>
              </a:defRPr>
            </a:lvl1pPr>
          </a:lstStyle>
          <a:p>
            <a:r>
              <a:rPr lang="en-US" dirty="0"/>
              <a:t>Click to edit Master title style</a:t>
            </a:r>
          </a:p>
        </p:txBody>
      </p:sp>
      <p:sp>
        <p:nvSpPr>
          <p:cNvPr id="3" name="Content Placeholder 2"/>
          <p:cNvSpPr>
            <a:spLocks noGrp="1"/>
          </p:cNvSpPr>
          <p:nvPr>
            <p:ph idx="1"/>
          </p:nvPr>
        </p:nvSpPr>
        <p:spPr>
          <a:xfrm>
            <a:off x="598620" y="1596540"/>
            <a:ext cx="10972800" cy="3918803"/>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93FF86A1-0F17-41D8-9FFA-9520AF33BFC6}" type="datetime1">
              <a:rPr lang="en-US" smtClean="0"/>
              <a:t>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644713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431081" y="527605"/>
            <a:ext cx="9354927" cy="610820"/>
          </a:xfrm>
        </p:spPr>
        <p:txBody>
          <a:bodyPr>
            <a:normAutofit/>
          </a:bodyPr>
          <a:lstStyle>
            <a:lvl1pPr algn="l">
              <a:defRPr sz="3600">
                <a:solidFill>
                  <a:srgbClr val="D0005E"/>
                </a:solidFill>
              </a:defRPr>
            </a:lvl1pPr>
          </a:lstStyle>
          <a:p>
            <a:r>
              <a:rPr lang="en-US" dirty="0"/>
              <a:t>Click to edit Master title style</a:t>
            </a:r>
          </a:p>
        </p:txBody>
      </p:sp>
      <p:sp>
        <p:nvSpPr>
          <p:cNvPr id="3" name="Content Placeholder 2"/>
          <p:cNvSpPr>
            <a:spLocks noGrp="1"/>
          </p:cNvSpPr>
          <p:nvPr>
            <p:ph idx="1"/>
          </p:nvPr>
        </p:nvSpPr>
        <p:spPr>
          <a:xfrm>
            <a:off x="2431082" y="1138425"/>
            <a:ext cx="9354927" cy="4275740"/>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tx2">
                    <a:lumMod val="5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41692F4-087A-4F4C-9829-F340F0646973}" type="datetime1">
              <a:rPr lang="en-US" smtClean="0"/>
              <a:t>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29391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3E80BFE-E826-4B70-BF6B-3710B05194AF}" type="datetime1">
              <a:rPr lang="en-US" smtClean="0"/>
              <a:t>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8634415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C5182DA-5425-42F9-BDB8-0DBDA15B981E}" type="datetime1">
              <a:rPr lang="en-US" smtClean="0"/>
              <a:t>11/7/2025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5567918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98620" y="527605"/>
            <a:ext cx="10972800" cy="610820"/>
          </a:xfrm>
        </p:spPr>
        <p:txBody>
          <a:bodyPr>
            <a:normAutofit/>
          </a:bodyPr>
          <a:lstStyle>
            <a:lvl1pPr algn="l">
              <a:defRPr sz="3600">
                <a:solidFill>
                  <a:schemeClr val="bg1"/>
                </a:solidFill>
              </a:defRPr>
            </a:lvl1pPr>
          </a:lstStyle>
          <a:p>
            <a:r>
              <a:rPr lang="en-US" dirty="0"/>
              <a:t>Click to edit Master title style</a:t>
            </a:r>
          </a:p>
        </p:txBody>
      </p:sp>
      <p:sp>
        <p:nvSpPr>
          <p:cNvPr id="3" name="Text Placeholder 2"/>
          <p:cNvSpPr>
            <a:spLocks noGrp="1"/>
          </p:cNvSpPr>
          <p:nvPr>
            <p:ph type="body" idx="1"/>
          </p:nvPr>
        </p:nvSpPr>
        <p:spPr>
          <a:xfrm>
            <a:off x="598620" y="1596539"/>
            <a:ext cx="5386917"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98620" y="2226402"/>
            <a:ext cx="5386917"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82388" y="1596539"/>
            <a:ext cx="5389033"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82388" y="2226402"/>
            <a:ext cx="5389033"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131B7164-C7F7-495E-9D5F-43BBDEBECF81}" type="datetime1">
              <a:rPr lang="en-US" smtClean="0"/>
              <a:t>11/7/2025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1229119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D6C5AB8-78AA-4DA3-952F-F5057D2DAAA5}" type="datetime1">
              <a:rPr lang="en-US" smtClean="0"/>
              <a:t>11/7/2025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0297731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CCB869-D2D8-4282-A525-D63712C1B900}" type="datetime1">
              <a:rPr lang="en-US" smtClean="0"/>
              <a:t>11/7/2025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2518640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5A8CF58-29B0-4D31-BE55-D9C1F05848B7}" type="datetime1">
              <a:rPr lang="en-US" smtClean="0"/>
              <a:t>11/7/2025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1744526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13692F8-B2BD-4E07-9A92-E5080B238DFA}" type="datetime1">
              <a:rPr lang="en-US" smtClean="0"/>
              <a:t>11/7/2025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776078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A88673-6F42-4090-A040-176AF0E6DEAE}" type="datetime1">
              <a:rPr lang="en-US" smtClean="0"/>
              <a:t>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4286657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715288-B7FB-4510-97B0-C840A6671DDD}" type="datetime1">
              <a:rPr lang="en-US" smtClean="0"/>
              <a:t>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8936099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65" name="Image"/>
          <p:cNvSpPr>
            <a:spLocks noGrp="1"/>
          </p:cNvSpPr>
          <p:nvPr>
            <p:ph type="pic" sz="half" idx="13"/>
          </p:nvPr>
        </p:nvSpPr>
        <p:spPr>
          <a:xfrm>
            <a:off x="6584950" y="1574800"/>
            <a:ext cx="4762500" cy="4648200"/>
          </a:xfrm>
          <a:prstGeom prst="rect">
            <a:avLst/>
          </a:prstGeom>
        </p:spPr>
        <p:txBody>
          <a:bodyPr lIns="91439" tIns="45719" rIns="91439" bIns="45719" anchor="t">
            <a:noAutofit/>
          </a:bodyPr>
          <a:lstStyle/>
          <a:p>
            <a:endParaRPr/>
          </a:p>
        </p:txBody>
      </p:sp>
      <p:sp>
        <p:nvSpPr>
          <p:cNvPr id="66" name="Title Text"/>
          <p:cNvSpPr txBox="1">
            <a:spLocks noGrp="1"/>
          </p:cNvSpPr>
          <p:nvPr>
            <p:ph type="title"/>
          </p:nvPr>
        </p:nvSpPr>
        <p:spPr>
          <a:prstGeom prst="rect">
            <a:avLst/>
          </a:prstGeom>
        </p:spPr>
        <p:txBody>
          <a:bodyPr/>
          <a:lstStyle/>
          <a:p>
            <a:r>
              <a:t>Title Text</a:t>
            </a:r>
          </a:p>
        </p:txBody>
      </p:sp>
      <p:sp>
        <p:nvSpPr>
          <p:cNvPr id="67" name="Body Level One…"/>
          <p:cNvSpPr txBox="1">
            <a:spLocks noGrp="1"/>
          </p:cNvSpPr>
          <p:nvPr>
            <p:ph type="body" sz="half" idx="1"/>
          </p:nvPr>
        </p:nvSpPr>
        <p:spPr>
          <a:xfrm>
            <a:off x="844550" y="1574800"/>
            <a:ext cx="5111750" cy="4648200"/>
          </a:xfrm>
          <a:prstGeom prst="rect">
            <a:avLst/>
          </a:prstGeom>
        </p:spPr>
        <p:txBody>
          <a:bodyPr/>
          <a:lstStyle>
            <a:lvl1pPr marL="279400" indent="-279400">
              <a:spcBef>
                <a:spcPts val="2250"/>
              </a:spcBef>
              <a:defRPr sz="1900"/>
            </a:lvl1pPr>
            <a:lvl2pPr marL="558800" indent="-279400">
              <a:spcBef>
                <a:spcPts val="2250"/>
              </a:spcBef>
              <a:defRPr sz="1900"/>
            </a:lvl2pPr>
            <a:lvl3pPr marL="838200" indent="-279400">
              <a:spcBef>
                <a:spcPts val="2250"/>
              </a:spcBef>
              <a:defRPr sz="1900"/>
            </a:lvl3pPr>
            <a:lvl4pPr marL="1117600" indent="-279400">
              <a:spcBef>
                <a:spcPts val="2250"/>
              </a:spcBef>
              <a:defRPr sz="1900"/>
            </a:lvl4pPr>
            <a:lvl5pPr marL="1397000" indent="-279400">
              <a:spcBef>
                <a:spcPts val="2250"/>
              </a:spcBef>
              <a:defRPr sz="1900"/>
            </a:lvl5pPr>
          </a:lstStyle>
          <a:p>
            <a:r>
              <a:t>Body Level One</a:t>
            </a:r>
          </a:p>
          <a:p>
            <a:pPr lvl="1"/>
            <a:r>
              <a:t>Body Level Two</a:t>
            </a:r>
          </a:p>
          <a:p>
            <a:pPr lvl="2"/>
            <a:r>
              <a:t>Body Level Three</a:t>
            </a:r>
          </a:p>
          <a:p>
            <a:pPr lvl="3"/>
            <a:r>
              <a:t>Body Level Four</a:t>
            </a:r>
          </a:p>
          <a:p>
            <a:pPr lvl="4"/>
            <a:r>
              <a:t>Body Level Five</a:t>
            </a:r>
          </a:p>
        </p:txBody>
      </p:sp>
      <p:sp>
        <p:nvSpPr>
          <p:cNvPr id="6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48939126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48" name="Title Text"/>
          <p:cNvSpPr txBox="1">
            <a:spLocks noGrp="1"/>
          </p:cNvSpPr>
          <p:nvPr>
            <p:ph type="title"/>
          </p:nvPr>
        </p:nvSpPr>
        <p:spPr>
          <a:prstGeom prst="rect">
            <a:avLst/>
          </a:prstGeom>
        </p:spPr>
        <p:txBody>
          <a:bodyPr/>
          <a:lstStyle/>
          <a:p>
            <a:r>
              <a:t>Title Text</a:t>
            </a:r>
          </a:p>
        </p:txBody>
      </p:sp>
      <p:sp>
        <p:nvSpPr>
          <p:cNvPr id="4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70607208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75" name="Body Level One…"/>
          <p:cNvSpPr txBox="1">
            <a:spLocks noGrp="1"/>
          </p:cNvSpPr>
          <p:nvPr>
            <p:ph type="body" idx="1"/>
          </p:nvPr>
        </p:nvSpPr>
        <p:spPr>
          <a:xfrm>
            <a:off x="844550" y="889000"/>
            <a:ext cx="10502900" cy="5080000"/>
          </a:xfrm>
          <a:prstGeom prst="rect">
            <a:avLst/>
          </a:prstGeom>
        </p:spPr>
        <p:txBody>
          <a:bodyPr/>
          <a:lstStyle>
            <a:lvl1pPr>
              <a:defRPr sz="2400">
                <a:latin typeface="Trebuchet MS"/>
                <a:ea typeface="Trebuchet MS"/>
                <a:cs typeface="Trebuchet MS"/>
                <a:sym typeface="Trebuchet MS"/>
              </a:defRPr>
            </a:lvl1pPr>
            <a:lvl2pPr>
              <a:defRPr sz="2400">
                <a:latin typeface="Trebuchet MS"/>
                <a:ea typeface="Trebuchet MS"/>
                <a:cs typeface="Trebuchet MS"/>
                <a:sym typeface="Trebuchet MS"/>
              </a:defRPr>
            </a:lvl2pPr>
            <a:lvl3pPr>
              <a:defRPr sz="2400">
                <a:latin typeface="Trebuchet MS"/>
                <a:ea typeface="Trebuchet MS"/>
                <a:cs typeface="Trebuchet MS"/>
                <a:sym typeface="Trebuchet MS"/>
              </a:defRPr>
            </a:lvl3pPr>
            <a:lvl4pPr>
              <a:defRPr sz="2400">
                <a:latin typeface="Trebuchet MS"/>
                <a:ea typeface="Trebuchet MS"/>
                <a:cs typeface="Trebuchet MS"/>
                <a:sym typeface="Trebuchet MS"/>
              </a:defRPr>
            </a:lvl4pPr>
            <a:lvl5pPr>
              <a:defRPr sz="2400">
                <a:latin typeface="Trebuchet MS"/>
                <a:ea typeface="Trebuchet MS"/>
                <a:cs typeface="Trebuchet MS"/>
                <a:sym typeface="Trebuchet MS"/>
              </a:defRPr>
            </a:lvl5pPr>
          </a:lstStyle>
          <a:p>
            <a:r>
              <a:t>Body Level One</a:t>
            </a:r>
          </a:p>
          <a:p>
            <a:pPr lvl="1"/>
            <a:r>
              <a:t>Body Level Two</a:t>
            </a:r>
          </a:p>
          <a:p>
            <a:pPr lvl="2"/>
            <a:r>
              <a:t>Body Level Three</a:t>
            </a:r>
          </a:p>
          <a:p>
            <a:pPr lvl="3"/>
            <a:r>
              <a:t>Body Level Four</a:t>
            </a:r>
          </a:p>
          <a:p>
            <a:pPr lvl="4"/>
            <a:r>
              <a:t>Body Level Five</a:t>
            </a:r>
          </a:p>
        </p:txBody>
      </p:sp>
      <p:sp>
        <p:nvSpPr>
          <p:cNvPr id="7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013942711"/>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08395F-151A-4402-98B5-C84E535B9AEF}" type="datetime1">
              <a:rPr lang="en-US" smtClean="0"/>
              <a:t>11/7/2025</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82CCC60-E8CD-4174-8B1A-7DF615B22EEF}" type="slidenum">
              <a:rPr lang="en-US" smtClean="0"/>
              <a:pPr/>
              <a:t>‹#›</a:t>
            </a:fld>
            <a:endParaRPr lang="en-US"/>
          </a:p>
        </p:txBody>
      </p:sp>
    </p:spTree>
    <p:extLst>
      <p:ext uri="{BB962C8B-B14F-4D97-AF65-F5344CB8AC3E}">
        <p14:creationId xmlns:p14="http://schemas.microsoft.com/office/powerpoint/2010/main" val="19440393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5" r:id="rId13"/>
    <p:sldLayoutId id="2147483666" r:id="rId14"/>
    <p:sldLayoutId id="2147483667" r:id="rId15"/>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30.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0.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image" Target="../media/image250.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27.png"/></Relationships>
</file>

<file path=ppt/slides/_rels/slide1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customXml" Target="../ink/ink4.xml"/><Relationship Id="rId3" Type="http://schemas.openxmlformats.org/officeDocument/2006/relationships/image" Target="../media/image32.png"/><Relationship Id="rId7" Type="http://schemas.openxmlformats.org/officeDocument/2006/relationships/image" Target="../media/image34.png"/><Relationship Id="rId2" Type="http://schemas.openxmlformats.org/officeDocument/2006/relationships/customXml" Target="../ink/ink1.xml"/><Relationship Id="rId1" Type="http://schemas.openxmlformats.org/officeDocument/2006/relationships/slideLayout" Target="../slideLayouts/slideLayout2.xml"/><Relationship Id="rId6" Type="http://schemas.openxmlformats.org/officeDocument/2006/relationships/customXml" Target="../ink/ink3.xml"/><Relationship Id="rId5" Type="http://schemas.openxmlformats.org/officeDocument/2006/relationships/image" Target="../media/image33.png"/><Relationship Id="rId4" Type="http://schemas.openxmlformats.org/officeDocument/2006/relationships/customXml" Target="../ink/ink2.xml"/><Relationship Id="rId9" Type="http://schemas.openxmlformats.org/officeDocument/2006/relationships/image" Target="../media/image35.png"/></Relationships>
</file>

<file path=ppt/slides/_rels/slide17.xml.rels><?xml version="1.0" encoding="UTF-8" standalone="yes"?>
<Relationships xmlns="http://schemas.openxmlformats.org/package/2006/relationships"><Relationship Id="rId8" Type="http://schemas.openxmlformats.org/officeDocument/2006/relationships/customXml" Target="../ink/ink8.xml"/><Relationship Id="rId3" Type="http://schemas.openxmlformats.org/officeDocument/2006/relationships/image" Target="../media/image36.png"/><Relationship Id="rId7" Type="http://schemas.openxmlformats.org/officeDocument/2006/relationships/image" Target="../media/image38.png"/><Relationship Id="rId2" Type="http://schemas.openxmlformats.org/officeDocument/2006/relationships/customXml" Target="../ink/ink5.xml"/><Relationship Id="rId1" Type="http://schemas.openxmlformats.org/officeDocument/2006/relationships/slideLayout" Target="../slideLayouts/slideLayout2.xml"/><Relationship Id="rId6" Type="http://schemas.openxmlformats.org/officeDocument/2006/relationships/customXml" Target="../ink/ink7.xml"/><Relationship Id="rId5" Type="http://schemas.openxmlformats.org/officeDocument/2006/relationships/image" Target="../media/image37.png"/><Relationship Id="rId4" Type="http://schemas.openxmlformats.org/officeDocument/2006/relationships/customXml" Target="../ink/ink6.xml"/><Relationship Id="rId9" Type="http://schemas.openxmlformats.org/officeDocument/2006/relationships/image" Target="../media/image39.png"/></Relationships>
</file>

<file path=ppt/slides/_rels/slide18.xml.rels><?xml version="1.0" encoding="UTF-8" standalone="yes"?>
<Relationships xmlns="http://schemas.openxmlformats.org/package/2006/relationships"><Relationship Id="rId8" Type="http://schemas.openxmlformats.org/officeDocument/2006/relationships/customXml" Target="../ink/ink12.xml"/><Relationship Id="rId13" Type="http://schemas.openxmlformats.org/officeDocument/2006/relationships/customXml" Target="../ink/ink15.xml"/><Relationship Id="rId3" Type="http://schemas.openxmlformats.org/officeDocument/2006/relationships/image" Target="../media/image36.png"/><Relationship Id="rId7" Type="http://schemas.openxmlformats.org/officeDocument/2006/relationships/image" Target="../media/image38.png"/><Relationship Id="rId12" Type="http://schemas.openxmlformats.org/officeDocument/2006/relationships/customXml" Target="../ink/ink14.xml"/><Relationship Id="rId2" Type="http://schemas.openxmlformats.org/officeDocument/2006/relationships/customXml" Target="../ink/ink9.xml"/><Relationship Id="rId16"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customXml" Target="../ink/ink11.xml"/><Relationship Id="rId11" Type="http://schemas.openxmlformats.org/officeDocument/2006/relationships/image" Target="../media/image40.png"/><Relationship Id="rId5" Type="http://schemas.openxmlformats.org/officeDocument/2006/relationships/image" Target="../media/image37.png"/><Relationship Id="rId15" Type="http://schemas.openxmlformats.org/officeDocument/2006/relationships/customXml" Target="../ink/ink16.xml"/><Relationship Id="rId10" Type="http://schemas.openxmlformats.org/officeDocument/2006/relationships/customXml" Target="../ink/ink13.xml"/><Relationship Id="rId4" Type="http://schemas.openxmlformats.org/officeDocument/2006/relationships/customXml" Target="../ink/ink10.xml"/><Relationship Id="rId9" Type="http://schemas.openxmlformats.org/officeDocument/2006/relationships/image" Target="../media/image39.png"/><Relationship Id="rId14" Type="http://schemas.openxmlformats.org/officeDocument/2006/relationships/image" Target="../media/image41.png"/></Relationships>
</file>

<file path=ppt/slides/_rels/slide19.xml.rels><?xml version="1.0" encoding="UTF-8" standalone="yes"?>
<Relationships xmlns="http://schemas.openxmlformats.org/package/2006/relationships"><Relationship Id="rId3" Type="http://schemas.openxmlformats.org/officeDocument/2006/relationships/customXml" Target="../ink/ink17.xml"/><Relationship Id="rId7" Type="http://schemas.openxmlformats.org/officeDocument/2006/relationships/customXml" Target="../ink/ink20.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customXml" Target="../ink/ink19.xml"/><Relationship Id="rId5" Type="http://schemas.openxmlformats.org/officeDocument/2006/relationships/customXml" Target="../ink/ink18.xml"/><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3" Type="http://schemas.openxmlformats.org/officeDocument/2006/relationships/customXml" Target="../ink/ink21.xml"/><Relationship Id="rId7" Type="http://schemas.openxmlformats.org/officeDocument/2006/relationships/customXml" Target="../ink/ink24.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customXml" Target="../ink/ink23.xml"/><Relationship Id="rId5" Type="http://schemas.openxmlformats.org/officeDocument/2006/relationships/customXml" Target="../ink/ink22.xml"/><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customXml" Target="../ink/ink2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image" Target="../media/image151.png"/><Relationship Id="rId4" Type="http://schemas.openxmlformats.org/officeDocument/2006/relationships/customXml" Target="../ink/ink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customXml" Target="../ink/ink30.xml"/><Relationship Id="rId3" Type="http://schemas.openxmlformats.org/officeDocument/2006/relationships/image" Target="../media/image32.png"/><Relationship Id="rId7" Type="http://schemas.openxmlformats.org/officeDocument/2006/relationships/image" Target="../media/image34.png"/><Relationship Id="rId2" Type="http://schemas.openxmlformats.org/officeDocument/2006/relationships/customXml" Target="../ink/ink27.xml"/><Relationship Id="rId1" Type="http://schemas.openxmlformats.org/officeDocument/2006/relationships/slideLayout" Target="../slideLayouts/slideLayout2.xml"/><Relationship Id="rId6" Type="http://schemas.openxmlformats.org/officeDocument/2006/relationships/customXml" Target="../ink/ink29.xml"/><Relationship Id="rId5" Type="http://schemas.openxmlformats.org/officeDocument/2006/relationships/image" Target="../media/image33.png"/><Relationship Id="rId10" Type="http://schemas.openxmlformats.org/officeDocument/2006/relationships/image" Target="../media/image8.png"/><Relationship Id="rId4" Type="http://schemas.openxmlformats.org/officeDocument/2006/relationships/customXml" Target="../ink/ink28.xml"/><Relationship Id="rId9" Type="http://schemas.openxmlformats.org/officeDocument/2006/relationships/image" Target="../media/image35.png"/></Relationships>
</file>

<file path=ppt/slides/_rels/slide30.xml.rels><?xml version="1.0" encoding="UTF-8" standalone="yes"?>
<Relationships xmlns="http://schemas.openxmlformats.org/package/2006/relationships"><Relationship Id="rId8" Type="http://schemas.openxmlformats.org/officeDocument/2006/relationships/customXml" Target="../ink/ink34.xml"/><Relationship Id="rId3" Type="http://schemas.openxmlformats.org/officeDocument/2006/relationships/image" Target="../media/image25.png"/><Relationship Id="rId7" Type="http://schemas.openxmlformats.org/officeDocument/2006/relationships/image" Target="../media/image31.png"/><Relationship Id="rId2" Type="http://schemas.openxmlformats.org/officeDocument/2006/relationships/customXml" Target="../ink/ink31.xml"/><Relationship Id="rId1" Type="http://schemas.openxmlformats.org/officeDocument/2006/relationships/slideLayout" Target="../slideLayouts/slideLayout2.xml"/><Relationship Id="rId6" Type="http://schemas.openxmlformats.org/officeDocument/2006/relationships/customXml" Target="../ink/ink33.xml"/><Relationship Id="rId5" Type="http://schemas.openxmlformats.org/officeDocument/2006/relationships/image" Target="../media/image28.png"/><Relationship Id="rId4" Type="http://schemas.openxmlformats.org/officeDocument/2006/relationships/customXml" Target="../ink/ink32.xml"/><Relationship Id="rId9" Type="http://schemas.openxmlformats.org/officeDocument/2006/relationships/image" Target="../media/image43.png"/></Relationships>
</file>

<file path=ppt/slides/_rels/slide31.xml.rels><?xml version="1.0" encoding="UTF-8" standalone="yes"?>
<Relationships xmlns="http://schemas.openxmlformats.org/package/2006/relationships"><Relationship Id="rId8" Type="http://schemas.openxmlformats.org/officeDocument/2006/relationships/customXml" Target="../ink/ink38.xml"/><Relationship Id="rId3" Type="http://schemas.openxmlformats.org/officeDocument/2006/relationships/image" Target="../media/image36.png"/><Relationship Id="rId7" Type="http://schemas.openxmlformats.org/officeDocument/2006/relationships/image" Target="../media/image38.png"/><Relationship Id="rId2" Type="http://schemas.openxmlformats.org/officeDocument/2006/relationships/customXml" Target="../ink/ink35.xml"/><Relationship Id="rId1" Type="http://schemas.openxmlformats.org/officeDocument/2006/relationships/slideLayout" Target="../slideLayouts/slideLayout2.xml"/><Relationship Id="rId6" Type="http://schemas.openxmlformats.org/officeDocument/2006/relationships/customXml" Target="../ink/ink37.xml"/><Relationship Id="rId5" Type="http://schemas.openxmlformats.org/officeDocument/2006/relationships/image" Target="../media/image37.png"/><Relationship Id="rId4" Type="http://schemas.openxmlformats.org/officeDocument/2006/relationships/customXml" Target="../ink/ink36.xml"/><Relationship Id="rId9" Type="http://schemas.openxmlformats.org/officeDocument/2006/relationships/image" Target="../media/image39.png"/></Relationships>
</file>

<file path=ppt/slides/_rels/slide32.xml.rels><?xml version="1.0" encoding="UTF-8" standalone="yes"?>
<Relationships xmlns="http://schemas.openxmlformats.org/package/2006/relationships"><Relationship Id="rId8" Type="http://schemas.openxmlformats.org/officeDocument/2006/relationships/customXml" Target="../ink/ink42.xml"/><Relationship Id="rId3" Type="http://schemas.openxmlformats.org/officeDocument/2006/relationships/image" Target="../media/image36.png"/><Relationship Id="rId7" Type="http://schemas.openxmlformats.org/officeDocument/2006/relationships/image" Target="../media/image38.png"/><Relationship Id="rId2" Type="http://schemas.openxmlformats.org/officeDocument/2006/relationships/customXml" Target="../ink/ink39.xml"/><Relationship Id="rId1" Type="http://schemas.openxmlformats.org/officeDocument/2006/relationships/slideLayout" Target="../slideLayouts/slideLayout2.xml"/><Relationship Id="rId6" Type="http://schemas.openxmlformats.org/officeDocument/2006/relationships/customXml" Target="../ink/ink41.xml"/><Relationship Id="rId5" Type="http://schemas.openxmlformats.org/officeDocument/2006/relationships/image" Target="../media/image37.png"/><Relationship Id="rId4" Type="http://schemas.openxmlformats.org/officeDocument/2006/relationships/customXml" Target="../ink/ink40.xml"/><Relationship Id="rId9" Type="http://schemas.openxmlformats.org/officeDocument/2006/relationships/image" Target="../media/image39.png"/></Relationships>
</file>

<file path=ppt/slides/_rels/slide33.xml.rels><?xml version="1.0" encoding="UTF-8" standalone="yes"?>
<Relationships xmlns="http://schemas.openxmlformats.org/package/2006/relationships"><Relationship Id="rId8" Type="http://schemas.openxmlformats.org/officeDocument/2006/relationships/customXml" Target="../ink/ink46.xml"/><Relationship Id="rId3" Type="http://schemas.openxmlformats.org/officeDocument/2006/relationships/image" Target="../media/image36.png"/><Relationship Id="rId7" Type="http://schemas.openxmlformats.org/officeDocument/2006/relationships/image" Target="../media/image38.png"/><Relationship Id="rId2" Type="http://schemas.openxmlformats.org/officeDocument/2006/relationships/customXml" Target="../ink/ink43.xml"/><Relationship Id="rId1" Type="http://schemas.openxmlformats.org/officeDocument/2006/relationships/slideLayout" Target="../slideLayouts/slideLayout2.xml"/><Relationship Id="rId6" Type="http://schemas.openxmlformats.org/officeDocument/2006/relationships/customXml" Target="../ink/ink45.xml"/><Relationship Id="rId5" Type="http://schemas.openxmlformats.org/officeDocument/2006/relationships/image" Target="../media/image37.png"/><Relationship Id="rId4" Type="http://schemas.openxmlformats.org/officeDocument/2006/relationships/customXml" Target="../ink/ink44.xml"/><Relationship Id="rId9" Type="http://schemas.openxmlformats.org/officeDocument/2006/relationships/image" Target="../media/image39.png"/></Relationships>
</file>

<file path=ppt/slides/_rels/slide34.xml.rels><?xml version="1.0" encoding="UTF-8" standalone="yes"?>
<Relationships xmlns="http://schemas.openxmlformats.org/package/2006/relationships"><Relationship Id="rId8" Type="http://schemas.openxmlformats.org/officeDocument/2006/relationships/customXml" Target="../ink/ink50.xml"/><Relationship Id="rId3" Type="http://schemas.openxmlformats.org/officeDocument/2006/relationships/image" Target="../media/image36.png"/><Relationship Id="rId7" Type="http://schemas.openxmlformats.org/officeDocument/2006/relationships/image" Target="../media/image38.png"/><Relationship Id="rId2" Type="http://schemas.openxmlformats.org/officeDocument/2006/relationships/customXml" Target="../ink/ink47.xml"/><Relationship Id="rId1" Type="http://schemas.openxmlformats.org/officeDocument/2006/relationships/slideLayout" Target="../slideLayouts/slideLayout2.xml"/><Relationship Id="rId6" Type="http://schemas.openxmlformats.org/officeDocument/2006/relationships/customXml" Target="../ink/ink49.xml"/><Relationship Id="rId5" Type="http://schemas.openxmlformats.org/officeDocument/2006/relationships/image" Target="../media/image37.png"/><Relationship Id="rId4" Type="http://schemas.openxmlformats.org/officeDocument/2006/relationships/customXml" Target="../ink/ink48.xml"/><Relationship Id="rId9" Type="http://schemas.openxmlformats.org/officeDocument/2006/relationships/image" Target="../media/image39.png"/></Relationships>
</file>

<file path=ppt/slides/_rels/slide35.xml.rels><?xml version="1.0" encoding="UTF-8" standalone="yes"?>
<Relationships xmlns="http://schemas.openxmlformats.org/package/2006/relationships"><Relationship Id="rId8" Type="http://schemas.openxmlformats.org/officeDocument/2006/relationships/customXml" Target="../ink/ink54.xml"/><Relationship Id="rId3" Type="http://schemas.openxmlformats.org/officeDocument/2006/relationships/image" Target="../media/image36.png"/><Relationship Id="rId7" Type="http://schemas.openxmlformats.org/officeDocument/2006/relationships/image" Target="../media/image38.png"/><Relationship Id="rId2" Type="http://schemas.openxmlformats.org/officeDocument/2006/relationships/customXml" Target="../ink/ink51.xml"/><Relationship Id="rId1" Type="http://schemas.openxmlformats.org/officeDocument/2006/relationships/slideLayout" Target="../slideLayouts/slideLayout2.xml"/><Relationship Id="rId6" Type="http://schemas.openxmlformats.org/officeDocument/2006/relationships/customXml" Target="../ink/ink53.xml"/><Relationship Id="rId5" Type="http://schemas.openxmlformats.org/officeDocument/2006/relationships/image" Target="../media/image37.png"/><Relationship Id="rId4" Type="http://schemas.openxmlformats.org/officeDocument/2006/relationships/customXml" Target="../ink/ink52.xml"/><Relationship Id="rId9" Type="http://schemas.openxmlformats.org/officeDocument/2006/relationships/image" Target="../media/image39.png"/></Relationships>
</file>

<file path=ppt/slides/_rels/slide36.xml.rels><?xml version="1.0" encoding="UTF-8" standalone="yes"?>
<Relationships xmlns="http://schemas.openxmlformats.org/package/2006/relationships"><Relationship Id="rId8" Type="http://schemas.openxmlformats.org/officeDocument/2006/relationships/customXml" Target="../ink/ink58.xml"/><Relationship Id="rId3" Type="http://schemas.openxmlformats.org/officeDocument/2006/relationships/image" Target="../media/image36.png"/><Relationship Id="rId7" Type="http://schemas.openxmlformats.org/officeDocument/2006/relationships/image" Target="../media/image38.png"/><Relationship Id="rId2" Type="http://schemas.openxmlformats.org/officeDocument/2006/relationships/customXml" Target="../ink/ink55.xml"/><Relationship Id="rId1" Type="http://schemas.openxmlformats.org/officeDocument/2006/relationships/slideLayout" Target="../slideLayouts/slideLayout2.xml"/><Relationship Id="rId6" Type="http://schemas.openxmlformats.org/officeDocument/2006/relationships/customXml" Target="../ink/ink57.xml"/><Relationship Id="rId5" Type="http://schemas.openxmlformats.org/officeDocument/2006/relationships/image" Target="../media/image37.png"/><Relationship Id="rId4" Type="http://schemas.openxmlformats.org/officeDocument/2006/relationships/customXml" Target="../ink/ink56.xml"/><Relationship Id="rId9" Type="http://schemas.openxmlformats.org/officeDocument/2006/relationships/image" Target="../media/image3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8" Type="http://schemas.openxmlformats.org/officeDocument/2006/relationships/customXml" Target="../ink/ink62.xml"/><Relationship Id="rId3" Type="http://schemas.openxmlformats.org/officeDocument/2006/relationships/image" Target="../media/image36.png"/><Relationship Id="rId7" Type="http://schemas.openxmlformats.org/officeDocument/2006/relationships/image" Target="../media/image48.png"/><Relationship Id="rId2" Type="http://schemas.openxmlformats.org/officeDocument/2006/relationships/customXml" Target="../ink/ink59.xml"/><Relationship Id="rId1" Type="http://schemas.openxmlformats.org/officeDocument/2006/relationships/slideLayout" Target="../slideLayouts/slideLayout2.xml"/><Relationship Id="rId6" Type="http://schemas.openxmlformats.org/officeDocument/2006/relationships/customXml" Target="../ink/ink61.xml"/><Relationship Id="rId5" Type="http://schemas.openxmlformats.org/officeDocument/2006/relationships/image" Target="../media/image47.png"/><Relationship Id="rId4" Type="http://schemas.openxmlformats.org/officeDocument/2006/relationships/customXml" Target="../ink/ink60.xml"/><Relationship Id="rId9" Type="http://schemas.openxmlformats.org/officeDocument/2006/relationships/image" Target="../media/image49.png"/></Relationships>
</file>

<file path=ppt/slides/_rels/slide3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customXml" Target="../ink/ink63.xml"/><Relationship Id="rId1" Type="http://schemas.openxmlformats.org/officeDocument/2006/relationships/slideLayout" Target="../slideLayouts/slideLayout2.xml"/><Relationship Id="rId4" Type="http://schemas.openxmlformats.org/officeDocument/2006/relationships/customXml" Target="../ink/ink64.xml"/></Relationships>
</file>

<file path=ppt/slides/_rels/slide40.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customXml" Target="../ink/ink65.xml"/><Relationship Id="rId1" Type="http://schemas.openxmlformats.org/officeDocument/2006/relationships/slideLayout" Target="../slideLayouts/slideLayout2.xml"/><Relationship Id="rId4" Type="http://schemas.openxmlformats.org/officeDocument/2006/relationships/customXml" Target="../ink/ink66.xml"/></Relationships>
</file>

<file path=ppt/slides/_rels/slide41.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customXml" Target="../ink/ink67.xml"/><Relationship Id="rId1" Type="http://schemas.openxmlformats.org/officeDocument/2006/relationships/slideLayout" Target="../slideLayouts/slideLayout2.xml"/><Relationship Id="rId5" Type="http://schemas.openxmlformats.org/officeDocument/2006/relationships/image" Target="../media/image44.png"/><Relationship Id="rId4" Type="http://schemas.openxmlformats.org/officeDocument/2006/relationships/customXml" Target="../ink/ink68.xml"/></Relationships>
</file>

<file path=ppt/slides/_rels/slide42.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customXml" Target="../ink/ink69.xml"/><Relationship Id="rId1" Type="http://schemas.openxmlformats.org/officeDocument/2006/relationships/slideLayout" Target="../slideLayouts/slideLayout2.xml"/><Relationship Id="rId5" Type="http://schemas.openxmlformats.org/officeDocument/2006/relationships/image" Target="../media/image45.png"/><Relationship Id="rId4" Type="http://schemas.openxmlformats.org/officeDocument/2006/relationships/customXml" Target="../ink/ink70.xml"/></Relationships>
</file>

<file path=ppt/slides/_rels/slide43.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customXml" Target="../ink/ink71.xml"/><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6.png"/><Relationship Id="rId4" Type="http://schemas.openxmlformats.org/officeDocument/2006/relationships/customXml" Target="../ink/ink72.xml"/></Relationships>
</file>

<file path=ppt/slides/_rels/slide44.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customXml" Target="../ink/ink73.xml"/><Relationship Id="rId1" Type="http://schemas.openxmlformats.org/officeDocument/2006/relationships/slideLayout" Target="../slideLayouts/slideLayout2.xml"/><Relationship Id="rId4" Type="http://schemas.openxmlformats.org/officeDocument/2006/relationships/customXml" Target="../ink/ink74.xml"/></Relationships>
</file>

<file path=ppt/slides/_rels/slide4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customXml" Target="../ink/ink75.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customXml" Target="../ink/ink76.xml"/></Relationships>
</file>

<file path=ppt/slides/_rels/slide46.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customXml" Target="../ink/ink77.xml"/><Relationship Id="rId1" Type="http://schemas.openxmlformats.org/officeDocument/2006/relationships/slideLayout" Target="../slideLayouts/slideLayout2.xml"/><Relationship Id="rId6" Type="http://schemas.openxmlformats.org/officeDocument/2006/relationships/image" Target="../media/image170.png"/><Relationship Id="rId5" Type="http://schemas.openxmlformats.org/officeDocument/2006/relationships/image" Target="../media/image160.png"/><Relationship Id="rId4" Type="http://schemas.openxmlformats.org/officeDocument/2006/relationships/customXml" Target="../ink/ink78.xml"/></Relationships>
</file>

<file path=ppt/slides/_rels/slide47.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customXml" Target="../ink/ink79.xml"/><Relationship Id="rId1" Type="http://schemas.openxmlformats.org/officeDocument/2006/relationships/slideLayout" Target="../slideLayouts/slideLayout2.xml"/><Relationship Id="rId6" Type="http://schemas.openxmlformats.org/officeDocument/2006/relationships/image" Target="../media/image200.png"/><Relationship Id="rId5" Type="http://schemas.openxmlformats.org/officeDocument/2006/relationships/image" Target="../media/image180.png"/><Relationship Id="rId4" Type="http://schemas.openxmlformats.org/officeDocument/2006/relationships/customXml" Target="../ink/ink80.xml"/></Relationships>
</file>

<file path=ppt/slides/_rels/slide4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customXml" Target="../ink/ink81.xml"/><Relationship Id="rId1" Type="http://schemas.openxmlformats.org/officeDocument/2006/relationships/slideLayout" Target="../slideLayouts/slideLayout2.xml"/><Relationship Id="rId6" Type="http://schemas.openxmlformats.org/officeDocument/2006/relationships/image" Target="../media/image200.png"/><Relationship Id="rId5" Type="http://schemas.openxmlformats.org/officeDocument/2006/relationships/image" Target="../media/image180.png"/><Relationship Id="rId4" Type="http://schemas.openxmlformats.org/officeDocument/2006/relationships/customXml" Target="../ink/ink82.xml"/></Relationships>
</file>

<file path=ppt/slides/_rels/slide4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customXml" Target="../ink/ink83.xml"/><Relationship Id="rId1" Type="http://schemas.openxmlformats.org/officeDocument/2006/relationships/slideLayout" Target="../slideLayouts/slideLayout2.xml"/><Relationship Id="rId6" Type="http://schemas.openxmlformats.org/officeDocument/2006/relationships/image" Target="../media/image231.png"/><Relationship Id="rId5" Type="http://schemas.openxmlformats.org/officeDocument/2006/relationships/image" Target="../media/image220.png"/><Relationship Id="rId4" Type="http://schemas.openxmlformats.org/officeDocument/2006/relationships/customXml" Target="../ink/ink84.xml"/></Relationships>
</file>

<file path=ppt/slides/_rels/slide50.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customXml" Target="../ink/ink85.xml"/><Relationship Id="rId1" Type="http://schemas.openxmlformats.org/officeDocument/2006/relationships/slideLayout" Target="../slideLayouts/slideLayout2.xml"/><Relationship Id="rId4" Type="http://schemas.openxmlformats.org/officeDocument/2006/relationships/customXml" Target="../ink/ink86.xml"/></Relationships>
</file>

<file path=ppt/slides/_rels/slide51.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customXml" Target="../ink/ink87.xml"/><Relationship Id="rId1" Type="http://schemas.openxmlformats.org/officeDocument/2006/relationships/slideLayout" Target="../slideLayouts/slideLayout2.xml"/><Relationship Id="rId4" Type="http://schemas.openxmlformats.org/officeDocument/2006/relationships/customXml" Target="../ink/ink88.xml"/></Relationships>
</file>

<file path=ppt/slides/_rels/slide52.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customXml" Target="../ink/ink89.xml"/><Relationship Id="rId1" Type="http://schemas.openxmlformats.org/officeDocument/2006/relationships/slideLayout" Target="../slideLayouts/slideLayout2.xml"/><Relationship Id="rId4" Type="http://schemas.openxmlformats.org/officeDocument/2006/relationships/customXml" Target="../ink/ink9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B027074-6C76-4B66-80C9-856F75BD8054}"/>
              </a:ext>
            </a:extLst>
          </p:cNvPr>
          <p:cNvSpPr>
            <a:spLocks noGrp="1"/>
          </p:cNvSpPr>
          <p:nvPr>
            <p:ph type="sldNum" sz="quarter" idx="12"/>
          </p:nvPr>
        </p:nvSpPr>
        <p:spPr/>
        <p:txBody>
          <a:bodyPr/>
          <a:lstStyle/>
          <a:p>
            <a:fld id="{B82CCC60-E8CD-4174-8B1A-7DF615B22EEF}" type="slidenum">
              <a:rPr lang="en-US" smtClean="0"/>
              <a:pPr/>
              <a:t>1</a:t>
            </a:fld>
            <a:endParaRPr lang="en-US"/>
          </a:p>
        </p:txBody>
      </p:sp>
      <p:sp>
        <p:nvSpPr>
          <p:cNvPr id="6" name="TextBox 5">
            <a:extLst>
              <a:ext uri="{FF2B5EF4-FFF2-40B4-BE49-F238E27FC236}">
                <a16:creationId xmlns:a16="http://schemas.microsoft.com/office/drawing/2014/main" id="{3DF0520F-6299-4676-8176-653C51F4D7A4}"/>
              </a:ext>
            </a:extLst>
          </p:cNvPr>
          <p:cNvSpPr txBox="1"/>
          <p:nvPr/>
        </p:nvSpPr>
        <p:spPr>
          <a:xfrm>
            <a:off x="1308659" y="2437886"/>
            <a:ext cx="9677025" cy="769441"/>
          </a:xfrm>
          <a:prstGeom prst="rect">
            <a:avLst/>
          </a:prstGeom>
          <a:noFill/>
        </p:spPr>
        <p:txBody>
          <a:bodyPr wrap="square">
            <a:spAutoFit/>
          </a:bodyPr>
          <a:lstStyle/>
          <a:p>
            <a:r>
              <a:rPr lang="en-US" sz="4400" b="1" i="1" dirty="0">
                <a:solidFill>
                  <a:srgbClr val="BE0260"/>
                </a:solidFill>
              </a:rPr>
              <a:t>Week 11</a:t>
            </a:r>
            <a:endParaRPr lang="en-US" sz="3200" b="1" dirty="0">
              <a:solidFill>
                <a:srgbClr val="BE0260"/>
              </a:solidFill>
            </a:endParaRPr>
          </a:p>
        </p:txBody>
      </p:sp>
      <p:sp>
        <p:nvSpPr>
          <p:cNvPr id="2" name="TextBox 1">
            <a:extLst>
              <a:ext uri="{FF2B5EF4-FFF2-40B4-BE49-F238E27FC236}">
                <a16:creationId xmlns:a16="http://schemas.microsoft.com/office/drawing/2014/main" id="{5C89679F-F038-40F8-96EA-47D38F6DFC66}"/>
              </a:ext>
            </a:extLst>
          </p:cNvPr>
          <p:cNvSpPr txBox="1"/>
          <p:nvPr/>
        </p:nvSpPr>
        <p:spPr>
          <a:xfrm>
            <a:off x="1308659" y="4376878"/>
            <a:ext cx="9574682" cy="1200329"/>
          </a:xfrm>
          <a:prstGeom prst="rect">
            <a:avLst/>
          </a:prstGeom>
          <a:noFill/>
        </p:spPr>
        <p:txBody>
          <a:bodyPr wrap="square" rtlCol="0">
            <a:spAutoFit/>
          </a:bodyPr>
          <a:lstStyle/>
          <a:p>
            <a:r>
              <a:rPr lang="en-US" sz="2400" dirty="0"/>
              <a:t>Alexey V. Zimin</a:t>
            </a:r>
            <a:br>
              <a:rPr lang="en-US" sz="2400" dirty="0"/>
            </a:br>
            <a:r>
              <a:rPr lang="en-US" sz="2400" dirty="0"/>
              <a:t> </a:t>
            </a:r>
          </a:p>
          <a:p>
            <a:pPr algn="just"/>
            <a:r>
              <a:rPr lang="en-US" sz="2400" dirty="0"/>
              <a:t>JHU </a:t>
            </a:r>
            <a:r>
              <a:rPr lang="en-US" sz="2400"/>
              <a:t>BME 580.417/707</a:t>
            </a:r>
            <a:endParaRPr lang="en-US" sz="2400" dirty="0"/>
          </a:p>
        </p:txBody>
      </p:sp>
    </p:spTree>
    <p:extLst>
      <p:ext uri="{BB962C8B-B14F-4D97-AF65-F5344CB8AC3E}">
        <p14:creationId xmlns:p14="http://schemas.microsoft.com/office/powerpoint/2010/main" val="10524039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3993AB-6DE7-8285-E0AC-5F1A18195D13}"/>
              </a:ext>
            </a:extLst>
          </p:cNvPr>
          <p:cNvSpPr>
            <a:spLocks noGrp="1"/>
          </p:cNvSpPr>
          <p:nvPr>
            <p:ph type="title"/>
          </p:nvPr>
        </p:nvSpPr>
        <p:spPr/>
        <p:txBody>
          <a:bodyPr>
            <a:normAutofit fontScale="90000"/>
          </a:bodyPr>
          <a:lstStyle/>
          <a:p>
            <a:r>
              <a:rPr lang="en-US" i="1" dirty="0"/>
              <a:t>Ab initio </a:t>
            </a:r>
            <a:r>
              <a:rPr lang="en-US" dirty="0"/>
              <a:t>gene finding</a:t>
            </a:r>
          </a:p>
        </p:txBody>
      </p:sp>
      <p:sp>
        <p:nvSpPr>
          <p:cNvPr id="3" name="Content Placeholder 2">
            <a:extLst>
              <a:ext uri="{FF2B5EF4-FFF2-40B4-BE49-F238E27FC236}">
                <a16:creationId xmlns:a16="http://schemas.microsoft.com/office/drawing/2014/main" id="{37266C4B-003F-16DC-7AF5-AFA961D396B3}"/>
              </a:ext>
            </a:extLst>
          </p:cNvPr>
          <p:cNvSpPr>
            <a:spLocks noGrp="1"/>
          </p:cNvSpPr>
          <p:nvPr>
            <p:ph idx="1"/>
          </p:nvPr>
        </p:nvSpPr>
        <p:spPr>
          <a:xfrm>
            <a:off x="598620" y="1596540"/>
            <a:ext cx="10972800" cy="4759811"/>
          </a:xfrm>
        </p:spPr>
        <p:txBody>
          <a:bodyPr>
            <a:normAutofit fontScale="92500"/>
          </a:bodyPr>
          <a:lstStyle/>
          <a:p>
            <a:r>
              <a:rPr lang="en-US" dirty="0"/>
              <a:t>Transcriptome sequencing data does not provide comprehensive picture of expression – not all transcripts are expressed in all cells at the same time:  </a:t>
            </a:r>
          </a:p>
          <a:p>
            <a:pPr lvl="1"/>
            <a:r>
              <a:rPr lang="en-US" dirty="0"/>
              <a:t>Sequence many different cells under many conditions (expensive)</a:t>
            </a:r>
          </a:p>
          <a:p>
            <a:pPr lvl="1"/>
            <a:r>
              <a:rPr lang="en-US" dirty="0"/>
              <a:t>Supplement transcriptome sequencing data with an </a:t>
            </a:r>
            <a:r>
              <a:rPr lang="en-US" i="1" dirty="0"/>
              <a:t>ab initio </a:t>
            </a:r>
            <a:r>
              <a:rPr lang="en-US" dirty="0"/>
              <a:t>gene finding algorithm to find transcripts that a not expressed</a:t>
            </a:r>
          </a:p>
          <a:p>
            <a:r>
              <a:rPr lang="en-US" dirty="0"/>
              <a:t>Assembled transcripts have errors: </a:t>
            </a:r>
          </a:p>
          <a:p>
            <a:pPr lvl="1"/>
            <a:r>
              <a:rPr lang="en-US" dirty="0"/>
              <a:t>Use machine learning algorithms to detect errors in assembled transcripts</a:t>
            </a:r>
          </a:p>
          <a:p>
            <a:r>
              <a:rPr lang="en-US" dirty="0"/>
              <a:t>Machine learning:</a:t>
            </a:r>
          </a:p>
          <a:p>
            <a:pPr lvl="1"/>
            <a:r>
              <a:rPr lang="en-US" dirty="0"/>
              <a:t>Positional Weights/Markov chain/Hidden Markov Models</a:t>
            </a:r>
          </a:p>
          <a:p>
            <a:pPr lvl="1"/>
            <a:r>
              <a:rPr lang="en-US" dirty="0"/>
              <a:t>Convolution Neural Networks?</a:t>
            </a:r>
          </a:p>
          <a:p>
            <a:pPr lvl="1"/>
            <a:endParaRPr lang="en-US" dirty="0"/>
          </a:p>
        </p:txBody>
      </p:sp>
      <p:sp>
        <p:nvSpPr>
          <p:cNvPr id="4" name="Slide Number Placeholder 3">
            <a:extLst>
              <a:ext uri="{FF2B5EF4-FFF2-40B4-BE49-F238E27FC236}">
                <a16:creationId xmlns:a16="http://schemas.microsoft.com/office/drawing/2014/main" id="{D2B4308B-AFA2-E9DC-AA64-E27C6EAAE005}"/>
              </a:ext>
            </a:extLst>
          </p:cNvPr>
          <p:cNvSpPr>
            <a:spLocks noGrp="1"/>
          </p:cNvSpPr>
          <p:nvPr>
            <p:ph type="sldNum" sz="quarter" idx="12"/>
          </p:nvPr>
        </p:nvSpPr>
        <p:spPr/>
        <p:txBody>
          <a:bodyPr/>
          <a:lstStyle/>
          <a:p>
            <a:fld id="{B82CCC60-E8CD-4174-8B1A-7DF615B22EEF}" type="slidenum">
              <a:rPr lang="en-US" smtClean="0"/>
              <a:pPr/>
              <a:t>2</a:t>
            </a:fld>
            <a:endParaRPr lang="en-US"/>
          </a:p>
        </p:txBody>
      </p:sp>
    </p:spTree>
    <p:extLst>
      <p:ext uri="{BB962C8B-B14F-4D97-AF65-F5344CB8AC3E}">
        <p14:creationId xmlns:p14="http://schemas.microsoft.com/office/powerpoint/2010/main" val="763290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25A960-9AED-42DD-A4CE-32DEB70A2854}"/>
              </a:ext>
            </a:extLst>
          </p:cNvPr>
          <p:cNvSpPr>
            <a:spLocks noGrp="1"/>
          </p:cNvSpPr>
          <p:nvPr>
            <p:ph type="title"/>
          </p:nvPr>
        </p:nvSpPr>
        <p:spPr/>
        <p:txBody>
          <a:bodyPr>
            <a:normAutofit fontScale="90000"/>
          </a:bodyPr>
          <a:lstStyle/>
          <a:p>
            <a:r>
              <a:rPr lang="en-US" dirty="0"/>
              <a:t>Machine learning algorithms</a:t>
            </a:r>
          </a:p>
        </p:txBody>
      </p:sp>
      <p:sp>
        <p:nvSpPr>
          <p:cNvPr id="3" name="Content Placeholder 2">
            <a:extLst>
              <a:ext uri="{FF2B5EF4-FFF2-40B4-BE49-F238E27FC236}">
                <a16:creationId xmlns:a16="http://schemas.microsoft.com/office/drawing/2014/main" id="{5387AFB0-4CD4-49AE-5635-A884EF4A400C}"/>
              </a:ext>
            </a:extLst>
          </p:cNvPr>
          <p:cNvSpPr>
            <a:spLocks noGrp="1"/>
          </p:cNvSpPr>
          <p:nvPr>
            <p:ph idx="1"/>
          </p:nvPr>
        </p:nvSpPr>
        <p:spPr>
          <a:xfrm>
            <a:off x="598620" y="1596540"/>
            <a:ext cx="10972800" cy="4818774"/>
          </a:xfrm>
        </p:spPr>
        <p:txBody>
          <a:bodyPr>
            <a:normAutofit/>
          </a:bodyPr>
          <a:lstStyle/>
          <a:p>
            <a:r>
              <a:rPr lang="en-US" dirty="0"/>
              <a:t>Protein coding and non-coding sequences have different patterns of letters</a:t>
            </a:r>
          </a:p>
          <a:p>
            <a:r>
              <a:rPr lang="en-US" dirty="0"/>
              <a:t>Spliceosome does not just cut out introns at GT-AG, it recognizes longer patterns around splice sites</a:t>
            </a:r>
          </a:p>
          <a:p>
            <a:r>
              <a:rPr lang="en-US" dirty="0"/>
              <a:t>We can look for the patterns with </a:t>
            </a:r>
            <a:r>
              <a:rPr lang="en-US" i="1" dirty="0"/>
              <a:t>machine learning </a:t>
            </a:r>
            <a:r>
              <a:rPr lang="en-US" dirty="0"/>
              <a:t>algorithms</a:t>
            </a:r>
          </a:p>
          <a:p>
            <a:r>
              <a:rPr lang="en-US" dirty="0"/>
              <a:t>We can model and test the patterns with:</a:t>
            </a:r>
          </a:p>
          <a:p>
            <a:pPr lvl="1"/>
            <a:r>
              <a:rPr lang="en-US" dirty="0"/>
              <a:t>Positional Probabilities or Positional Weights</a:t>
            </a:r>
          </a:p>
          <a:p>
            <a:pPr lvl="1"/>
            <a:r>
              <a:rPr lang="en-US" dirty="0"/>
              <a:t>Markov chains</a:t>
            </a:r>
          </a:p>
          <a:p>
            <a:pPr lvl="1"/>
            <a:r>
              <a:rPr lang="en-US" dirty="0"/>
              <a:t>Hidden Markov Models</a:t>
            </a:r>
          </a:p>
        </p:txBody>
      </p:sp>
      <p:sp>
        <p:nvSpPr>
          <p:cNvPr id="4" name="Slide Number Placeholder 3">
            <a:extLst>
              <a:ext uri="{FF2B5EF4-FFF2-40B4-BE49-F238E27FC236}">
                <a16:creationId xmlns:a16="http://schemas.microsoft.com/office/drawing/2014/main" id="{C00C02BC-5B68-B2F7-B466-6A9EF3BC48AA}"/>
              </a:ext>
            </a:extLst>
          </p:cNvPr>
          <p:cNvSpPr>
            <a:spLocks noGrp="1"/>
          </p:cNvSpPr>
          <p:nvPr>
            <p:ph type="sldNum" sz="quarter" idx="12"/>
          </p:nvPr>
        </p:nvSpPr>
        <p:spPr/>
        <p:txBody>
          <a:bodyPr/>
          <a:lstStyle/>
          <a:p>
            <a:fld id="{B82CCC60-E8CD-4174-8B1A-7DF615B22EEF}" type="slidenum">
              <a:rPr lang="en-US" smtClean="0"/>
              <a:pPr/>
              <a:t>3</a:t>
            </a:fld>
            <a:endParaRPr lang="en-US"/>
          </a:p>
        </p:txBody>
      </p:sp>
    </p:spTree>
    <p:extLst>
      <p:ext uri="{BB962C8B-B14F-4D97-AF65-F5344CB8AC3E}">
        <p14:creationId xmlns:p14="http://schemas.microsoft.com/office/powerpoint/2010/main" val="5234821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57A19-48C7-CAB5-3B42-7AC453F63A94}"/>
              </a:ext>
            </a:extLst>
          </p:cNvPr>
          <p:cNvSpPr>
            <a:spLocks noGrp="1"/>
          </p:cNvSpPr>
          <p:nvPr>
            <p:ph type="title"/>
          </p:nvPr>
        </p:nvSpPr>
        <p:spPr/>
        <p:txBody>
          <a:bodyPr>
            <a:normAutofit fontScale="90000"/>
          </a:bodyPr>
          <a:lstStyle/>
          <a:p>
            <a:r>
              <a:rPr lang="en-US" dirty="0"/>
              <a:t>Markov chains and HMMs</a:t>
            </a:r>
          </a:p>
        </p:txBody>
      </p:sp>
      <p:sp>
        <p:nvSpPr>
          <p:cNvPr id="3" name="Content Placeholder 2">
            <a:extLst>
              <a:ext uri="{FF2B5EF4-FFF2-40B4-BE49-F238E27FC236}">
                <a16:creationId xmlns:a16="http://schemas.microsoft.com/office/drawing/2014/main" id="{0ED79247-BA8E-D544-D04F-7E5DFFA98AC1}"/>
              </a:ext>
            </a:extLst>
          </p:cNvPr>
          <p:cNvSpPr>
            <a:spLocks noGrp="1"/>
          </p:cNvSpPr>
          <p:nvPr>
            <p:ph idx="1"/>
          </p:nvPr>
        </p:nvSpPr>
        <p:spPr>
          <a:xfrm>
            <a:off x="598620" y="1596540"/>
            <a:ext cx="10972800" cy="5124936"/>
          </a:xfrm>
        </p:spPr>
        <p:txBody>
          <a:bodyPr>
            <a:normAutofit fontScale="92500" lnSpcReduction="10000"/>
          </a:bodyPr>
          <a:lstStyle/>
          <a:p>
            <a:r>
              <a:rPr lang="en-US" dirty="0"/>
              <a:t>We can use Positional Probabilities and Markov chains to test whether the sequence patterns around features (such as splice sites GT-AG) correspond to what is expected, which allows us to:</a:t>
            </a:r>
          </a:p>
          <a:p>
            <a:pPr lvl="1"/>
            <a:r>
              <a:rPr lang="en-US" dirty="0"/>
              <a:t>Look for new features</a:t>
            </a:r>
          </a:p>
          <a:p>
            <a:pPr lvl="1"/>
            <a:r>
              <a:rPr lang="en-US" dirty="0"/>
              <a:t>Test for correctness of existing features obtained from the data </a:t>
            </a:r>
          </a:p>
          <a:p>
            <a:pPr lvl="1"/>
            <a:endParaRPr lang="en-US" dirty="0"/>
          </a:p>
          <a:p>
            <a:r>
              <a:rPr lang="en-US" dirty="0"/>
              <a:t>We will consider application of Positional Probabilities and Markov chains to splice site prediction/validation</a:t>
            </a:r>
          </a:p>
          <a:p>
            <a:pPr lvl="1"/>
            <a:endParaRPr lang="en-US" dirty="0"/>
          </a:p>
          <a:p>
            <a:pPr lvl="1"/>
            <a:endParaRPr lang="en-US" dirty="0"/>
          </a:p>
          <a:p>
            <a:r>
              <a:rPr lang="en-US" dirty="0"/>
              <a:t>We can use HMMs to locate regions of sequence that appear to have different properties (coding vs. non-coding)</a:t>
            </a:r>
          </a:p>
        </p:txBody>
      </p:sp>
      <p:sp>
        <p:nvSpPr>
          <p:cNvPr id="4" name="Slide Number Placeholder 3">
            <a:extLst>
              <a:ext uri="{FF2B5EF4-FFF2-40B4-BE49-F238E27FC236}">
                <a16:creationId xmlns:a16="http://schemas.microsoft.com/office/drawing/2014/main" id="{616BFD11-A455-A3DA-E0EB-606C7312724E}"/>
              </a:ext>
            </a:extLst>
          </p:cNvPr>
          <p:cNvSpPr>
            <a:spLocks noGrp="1"/>
          </p:cNvSpPr>
          <p:nvPr>
            <p:ph type="sldNum" sz="quarter" idx="12"/>
          </p:nvPr>
        </p:nvSpPr>
        <p:spPr/>
        <p:txBody>
          <a:bodyPr/>
          <a:lstStyle/>
          <a:p>
            <a:fld id="{B82CCC60-E8CD-4174-8B1A-7DF615B22EEF}" type="slidenum">
              <a:rPr lang="en-US" smtClean="0"/>
              <a:pPr/>
              <a:t>4</a:t>
            </a:fld>
            <a:endParaRPr lang="en-US"/>
          </a:p>
        </p:txBody>
      </p:sp>
    </p:spTree>
    <p:extLst>
      <p:ext uri="{BB962C8B-B14F-4D97-AF65-F5344CB8AC3E}">
        <p14:creationId xmlns:p14="http://schemas.microsoft.com/office/powerpoint/2010/main" val="19729451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9478C-A1A6-A881-3E93-A5E9BCEA964D}"/>
              </a:ext>
            </a:extLst>
          </p:cNvPr>
          <p:cNvSpPr>
            <a:spLocks noGrp="1"/>
          </p:cNvSpPr>
          <p:nvPr>
            <p:ph type="title"/>
          </p:nvPr>
        </p:nvSpPr>
        <p:spPr/>
        <p:txBody>
          <a:bodyPr>
            <a:normAutofit fontScale="90000"/>
          </a:bodyPr>
          <a:lstStyle/>
          <a:p>
            <a:r>
              <a:rPr lang="en-US" dirty="0"/>
              <a:t>Positional Probabilities</a:t>
            </a:r>
          </a:p>
        </p:txBody>
      </p:sp>
      <p:sp>
        <p:nvSpPr>
          <p:cNvPr id="3" name="Content Placeholder 2">
            <a:extLst>
              <a:ext uri="{FF2B5EF4-FFF2-40B4-BE49-F238E27FC236}">
                <a16:creationId xmlns:a16="http://schemas.microsoft.com/office/drawing/2014/main" id="{E9B67138-D3D4-43B0-3585-B216DBAF8B65}"/>
              </a:ext>
            </a:extLst>
          </p:cNvPr>
          <p:cNvSpPr>
            <a:spLocks noGrp="1"/>
          </p:cNvSpPr>
          <p:nvPr>
            <p:ph idx="1"/>
          </p:nvPr>
        </p:nvSpPr>
        <p:spPr/>
        <p:txBody>
          <a:bodyPr/>
          <a:lstStyle/>
          <a:p>
            <a:r>
              <a:rPr lang="en-US" dirty="0"/>
              <a:t>Positional probabilities is the most straightforward approach to detecting and testing sequence patterns</a:t>
            </a:r>
          </a:p>
          <a:p>
            <a:endParaRPr lang="en-US" dirty="0"/>
          </a:p>
          <a:p>
            <a:r>
              <a:rPr lang="en-US" dirty="0"/>
              <a:t>Positional probabilities simply quantify the probabilities of observing A,C,G,T at a certain location in genomic sequence</a:t>
            </a:r>
          </a:p>
        </p:txBody>
      </p:sp>
      <p:sp>
        <p:nvSpPr>
          <p:cNvPr id="4" name="Slide Number Placeholder 3">
            <a:extLst>
              <a:ext uri="{FF2B5EF4-FFF2-40B4-BE49-F238E27FC236}">
                <a16:creationId xmlns:a16="http://schemas.microsoft.com/office/drawing/2014/main" id="{1F8320E1-589A-B943-7021-B704A264BE31}"/>
              </a:ext>
            </a:extLst>
          </p:cNvPr>
          <p:cNvSpPr>
            <a:spLocks noGrp="1"/>
          </p:cNvSpPr>
          <p:nvPr>
            <p:ph type="sldNum" sz="quarter" idx="12"/>
          </p:nvPr>
        </p:nvSpPr>
        <p:spPr/>
        <p:txBody>
          <a:bodyPr/>
          <a:lstStyle/>
          <a:p>
            <a:fld id="{B82CCC60-E8CD-4174-8B1A-7DF615B22EEF}" type="slidenum">
              <a:rPr lang="en-US" smtClean="0"/>
              <a:pPr/>
              <a:t>5</a:t>
            </a:fld>
            <a:endParaRPr lang="en-US"/>
          </a:p>
        </p:txBody>
      </p:sp>
    </p:spTree>
    <p:extLst>
      <p:ext uri="{BB962C8B-B14F-4D97-AF65-F5344CB8AC3E}">
        <p14:creationId xmlns:p14="http://schemas.microsoft.com/office/powerpoint/2010/main" val="18884401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B41159-66B4-F802-51EF-D98F37AD60D7}"/>
              </a:ext>
            </a:extLst>
          </p:cNvPr>
          <p:cNvSpPr>
            <a:spLocks noGrp="1"/>
          </p:cNvSpPr>
          <p:nvPr>
            <p:ph type="title"/>
          </p:nvPr>
        </p:nvSpPr>
        <p:spPr/>
        <p:txBody>
          <a:bodyPr>
            <a:normAutofit fontScale="90000"/>
          </a:bodyPr>
          <a:lstStyle/>
          <a:p>
            <a:r>
              <a:rPr lang="en-US" dirty="0"/>
              <a:t>Positional probabilities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3E685EC-5ECB-37DE-E37B-36FD6BAC8698}"/>
                  </a:ext>
                </a:extLst>
              </p:cNvPr>
              <p:cNvSpPr>
                <a:spLocks noGrp="1"/>
              </p:cNvSpPr>
              <p:nvPr>
                <p:ph idx="1"/>
              </p:nvPr>
            </p:nvSpPr>
            <p:spPr>
              <a:xfrm>
                <a:off x="598620" y="1596540"/>
                <a:ext cx="9561380" cy="4448125"/>
              </a:xfrm>
            </p:spPr>
            <p:txBody>
              <a:bodyPr>
                <a:normAutofit lnSpcReduction="10000"/>
              </a:bodyPr>
              <a:lstStyle/>
              <a:p>
                <a:r>
                  <a:rPr lang="en-US" dirty="0"/>
                  <a:t>We can use known high-confidence splice sites in the annotation to compute Positional Probabilities:</a:t>
                </a: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i="1" smtClean="0">
                        <a:latin typeface="Cambria Math" panose="02040503050406030204" pitchFamily="18" charset="0"/>
                      </a:rPr>
                      <m:t>=</m:t>
                    </m:r>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𝑁</m:t>
                        </m:r>
                      </m:den>
                    </m:f>
                    <m:nary>
                      <m:naryPr>
                        <m:chr m:val="∑"/>
                        <m:ctrlPr>
                          <a:rPr lang="en-US" i="1" smtClean="0">
                            <a:latin typeface="Cambria Math" panose="02040503050406030204" pitchFamily="18" charset="0"/>
                          </a:rPr>
                        </m:ctrlPr>
                      </m:naryPr>
                      <m:sub>
                        <m:r>
                          <m:rPr>
                            <m:brk m:alnAt="23"/>
                          </m:rP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𝑁</m:t>
                        </m:r>
                      </m:sup>
                      <m:e>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𝑋</m:t>
                            </m:r>
                          </m:e>
                          <m:sub>
                            <m:r>
                              <a:rPr lang="en-US" b="0" i="1" smtClean="0">
                                <a:latin typeface="Cambria Math" panose="02040503050406030204" pitchFamily="18" charset="0"/>
                                <a:ea typeface="Cambria Math" panose="02040503050406030204" pitchFamily="18" charset="0"/>
                              </a:rPr>
                              <m:t>𝑘</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𝑗</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𝑖</m:t>
                        </m:r>
                        <m:r>
                          <a:rPr lang="en-US" b="0" i="1" smtClean="0">
                            <a:latin typeface="Cambria Math" panose="02040503050406030204" pitchFamily="18" charset="0"/>
                            <a:ea typeface="Cambria Math" panose="02040503050406030204" pitchFamily="18" charset="0"/>
                          </a:rPr>
                          <m:t>)</m:t>
                        </m:r>
                      </m:e>
                    </m:nary>
                  </m:oMath>
                </a14:m>
                <a:br>
                  <a:rPr lang="en-US" dirty="0"/>
                </a:br>
                <a:r>
                  <a:rPr lang="en-US" dirty="0"/>
                  <a:t>,where </a:t>
                </a:r>
                <a:br>
                  <a:rPr lang="en-US" dirty="0"/>
                </a:br>
                <a14:m>
                  <m:oMath xmlns:m="http://schemas.openxmlformats.org/officeDocument/2006/math">
                    <m:r>
                      <a:rPr lang="en-US" i="1">
                        <a:latin typeface="Cambria Math" panose="02040503050406030204" pitchFamily="18" charset="0"/>
                        <a:ea typeface="Cambria Math" panose="02040503050406030204" pitchFamily="18" charset="0"/>
                      </a:rPr>
                      <m:t>∆</m:t>
                    </m:r>
                    <m:d>
                      <m:dPr>
                        <m:ctrlPr>
                          <a:rPr lang="en-US" i="1">
                            <a:latin typeface="Cambria Math" panose="02040503050406030204" pitchFamily="18" charset="0"/>
                            <a:ea typeface="Cambria Math" panose="02040503050406030204" pitchFamily="18" charset="0"/>
                          </a:rPr>
                        </m:ctrlPr>
                      </m:dPr>
                      <m:e>
                        <m:sSub>
                          <m:sSubPr>
                            <m:ctrlPr>
                              <a:rPr lang="en-US" i="1" smtClean="0">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𝑋</m:t>
                            </m:r>
                          </m:e>
                          <m:sub>
                            <m:r>
                              <a:rPr lang="en-US" b="0" i="1" smtClean="0">
                                <a:latin typeface="Cambria Math" panose="02040503050406030204" pitchFamily="18" charset="0"/>
                                <a:ea typeface="Cambria Math" panose="02040503050406030204" pitchFamily="18" charset="0"/>
                              </a:rPr>
                              <m:t>𝑘</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𝑗</m:t>
                            </m:r>
                          </m:sub>
                        </m:sSub>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𝑖</m:t>
                        </m:r>
                      </m:e>
                    </m:d>
                    <m:r>
                      <a:rPr lang="en-US" b="0" i="1" smtClean="0">
                        <a:latin typeface="Cambria Math" panose="02040503050406030204" pitchFamily="18" charset="0"/>
                        <a:ea typeface="Cambria Math" panose="02040503050406030204" pitchFamily="18" charset="0"/>
                      </a:rPr>
                      <m:t>=</m:t>
                    </m:r>
                    <m:d>
                      <m:dPr>
                        <m:begChr m:val="{"/>
                        <m:endChr m:val=""/>
                        <m:ctrlPr>
                          <a:rPr lang="en-US" b="0" i="1" smtClean="0">
                            <a:latin typeface="Cambria Math" panose="02040503050406030204" pitchFamily="18" charset="0"/>
                            <a:ea typeface="Cambria Math" panose="02040503050406030204" pitchFamily="18" charset="0"/>
                          </a:rPr>
                        </m:ctrlPr>
                      </m:dPr>
                      <m:e>
                        <m:m>
                          <m:mPr>
                            <m:mcs>
                              <m:mc>
                                <m:mcPr>
                                  <m:count m:val="1"/>
                                  <m:mcJc m:val="center"/>
                                </m:mcPr>
                              </m:mc>
                            </m:mcs>
                            <m:ctrlPr>
                              <a:rPr lang="en-US" b="0" i="1" smtClean="0">
                                <a:latin typeface="Cambria Math" panose="02040503050406030204" pitchFamily="18" charset="0"/>
                                <a:ea typeface="Cambria Math" panose="02040503050406030204" pitchFamily="18" charset="0"/>
                              </a:rPr>
                            </m:ctrlPr>
                          </m:mPr>
                          <m:mr>
                            <m:e>
                              <m:r>
                                <m:rPr>
                                  <m:brk m:alnAt="7"/>
                                </m:rPr>
                                <a:rPr lang="en-US" b="0" i="1" smtClean="0">
                                  <a:latin typeface="Cambria Math" panose="02040503050406030204" pitchFamily="18" charset="0"/>
                                  <a:ea typeface="Cambria Math" panose="02040503050406030204" pitchFamily="18" charset="0"/>
                                </a:rPr>
                                <m:t>1</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𝑖𝑓</m:t>
                              </m:r>
                              <m:sSub>
                                <m:sSubPr>
                                  <m:ctrlPr>
                                    <a:rPr lang="en-US" i="1">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𝑋</m:t>
                                  </m:r>
                                </m:e>
                                <m:sub>
                                  <m:r>
                                    <a:rPr lang="en-US" b="0" i="1" smtClean="0">
                                      <a:latin typeface="Cambria Math" panose="02040503050406030204" pitchFamily="18" charset="0"/>
                                      <a:ea typeface="Cambria Math" panose="02040503050406030204" pitchFamily="18" charset="0"/>
                                    </a:rPr>
                                    <m:t>𝑘</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𝑗</m:t>
                                  </m:r>
                                </m:sub>
                              </m:sSub>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𝑖</m:t>
                              </m:r>
                            </m:e>
                          </m:mr>
                          <m:mr>
                            <m:e>
                              <m:r>
                                <a:rPr lang="en-US" b="0" i="1" smtClean="0">
                                  <a:latin typeface="Cambria Math" panose="02040503050406030204" pitchFamily="18" charset="0"/>
                                  <a:ea typeface="Cambria Math" panose="02040503050406030204" pitchFamily="18" charset="0"/>
                                </a:rPr>
                                <m:t>0</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𝑖𝑓</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𝑋</m:t>
                                  </m:r>
                                </m:e>
                                <m:sub>
                                  <m:r>
                                    <a:rPr lang="en-US" b="0" i="1" smtClean="0">
                                      <a:latin typeface="Cambria Math" panose="02040503050406030204" pitchFamily="18" charset="0"/>
                                      <a:ea typeface="Cambria Math" panose="02040503050406030204" pitchFamily="18" charset="0"/>
                                    </a:rPr>
                                    <m:t>𝑘</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𝑗</m:t>
                                  </m:r>
                                </m:sub>
                              </m:sSub>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𝑖</m:t>
                              </m:r>
                            </m:e>
                          </m:mr>
                        </m:m>
                      </m:e>
                    </m:d>
                  </m:oMath>
                </a14:m>
                <a:endParaRPr lang="en-US" dirty="0"/>
              </a:p>
              <a:p>
                <a14:m>
                  <m:oMath xmlns:m="http://schemas.openxmlformats.org/officeDocument/2006/math">
                    <m:r>
                      <a:rPr lang="en-US" i="1">
                        <a:latin typeface="Cambria Math" panose="02040503050406030204" pitchFamily="18" charset="0"/>
                      </a:rPr>
                      <m:t>𝑖</m:t>
                    </m:r>
                  </m:oMath>
                </a14:m>
                <a:r>
                  <a:rPr lang="en-US" dirty="0"/>
                  <a:t> index goes over all letters in the alphabet (A,C,G,T), </a:t>
                </a:r>
                <a14:m>
                  <m:oMath xmlns:m="http://schemas.openxmlformats.org/officeDocument/2006/math">
                    <m:r>
                      <a:rPr lang="en-US" b="0" i="1" smtClean="0">
                        <a:latin typeface="Cambria Math" panose="02040503050406030204" pitchFamily="18" charset="0"/>
                        <a:ea typeface="Cambria Math" panose="02040503050406030204" pitchFamily="18" charset="0"/>
                      </a:rPr>
                      <m:t>𝑗</m:t>
                    </m:r>
                  </m:oMath>
                </a14:m>
                <a:r>
                  <a:rPr lang="en-US" dirty="0"/>
                  <a:t> index goes over positions within splice site</a:t>
                </a:r>
              </a:p>
            </p:txBody>
          </p:sp>
        </mc:Choice>
        <mc:Fallback xmlns="">
          <p:sp>
            <p:nvSpPr>
              <p:cNvPr id="3" name="Content Placeholder 2">
                <a:extLst>
                  <a:ext uri="{FF2B5EF4-FFF2-40B4-BE49-F238E27FC236}">
                    <a16:creationId xmlns:a16="http://schemas.microsoft.com/office/drawing/2014/main" id="{23E685EC-5ECB-37DE-E37B-36FD6BAC8698}"/>
                  </a:ext>
                </a:extLst>
              </p:cNvPr>
              <p:cNvSpPr>
                <a:spLocks noGrp="1" noRot="1" noChangeAspect="1" noMove="1" noResize="1" noEditPoints="1" noAdjustHandles="1" noChangeArrowheads="1" noChangeShapeType="1" noTextEdit="1"/>
              </p:cNvSpPr>
              <p:nvPr>
                <p:ph idx="1"/>
              </p:nvPr>
            </p:nvSpPr>
            <p:spPr>
              <a:xfrm>
                <a:off x="598620" y="1596540"/>
                <a:ext cx="9561380" cy="4448125"/>
              </a:xfrm>
              <a:blipFill>
                <a:blip r:embed="rId2"/>
                <a:stretch>
                  <a:fillRect l="-1147" t="-2329"/>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7CFB723E-C021-7BCC-FD79-03C15E55AAB4}"/>
              </a:ext>
            </a:extLst>
          </p:cNvPr>
          <p:cNvSpPr>
            <a:spLocks noGrp="1"/>
          </p:cNvSpPr>
          <p:nvPr>
            <p:ph type="sldNum" sz="quarter" idx="12"/>
          </p:nvPr>
        </p:nvSpPr>
        <p:spPr/>
        <p:txBody>
          <a:bodyPr/>
          <a:lstStyle/>
          <a:p>
            <a:fld id="{B82CCC60-E8CD-4174-8B1A-7DF615B22EEF}" type="slidenum">
              <a:rPr lang="en-US" smtClean="0"/>
              <a:pPr/>
              <a:t>6</a:t>
            </a:fld>
            <a:endParaRPr lang="en-US"/>
          </a:p>
        </p:txBody>
      </p:sp>
      <p:pic>
        <p:nvPicPr>
          <p:cNvPr id="5" name="Picture 4">
            <a:extLst>
              <a:ext uri="{FF2B5EF4-FFF2-40B4-BE49-F238E27FC236}">
                <a16:creationId xmlns:a16="http://schemas.microsoft.com/office/drawing/2014/main" id="{8983FC08-85E5-49C2-8474-E4B32F15F185}"/>
              </a:ext>
            </a:extLst>
          </p:cNvPr>
          <p:cNvPicPr>
            <a:picLocks noChangeAspect="1"/>
          </p:cNvPicPr>
          <p:nvPr/>
        </p:nvPicPr>
        <p:blipFill>
          <a:blip r:embed="rId3"/>
          <a:stretch>
            <a:fillRect/>
          </a:stretch>
        </p:blipFill>
        <p:spPr>
          <a:xfrm>
            <a:off x="10160000" y="1546745"/>
            <a:ext cx="1474234" cy="4497920"/>
          </a:xfrm>
          <a:prstGeom prst="rect">
            <a:avLst/>
          </a:prstGeom>
        </p:spPr>
      </p:pic>
    </p:spTree>
    <p:extLst>
      <p:ext uri="{BB962C8B-B14F-4D97-AF65-F5344CB8AC3E}">
        <p14:creationId xmlns:p14="http://schemas.microsoft.com/office/powerpoint/2010/main" val="15826056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8A2FC-970A-A62F-0E5E-09E462F1A8BE}"/>
              </a:ext>
            </a:extLst>
          </p:cNvPr>
          <p:cNvSpPr>
            <a:spLocks noGrp="1"/>
          </p:cNvSpPr>
          <p:nvPr>
            <p:ph type="title"/>
          </p:nvPr>
        </p:nvSpPr>
        <p:spPr/>
        <p:txBody>
          <a:bodyPr>
            <a:normAutofit fontScale="90000"/>
          </a:bodyPr>
          <a:lstStyle/>
          <a:p>
            <a:r>
              <a:rPr lang="en-US" dirty="0"/>
              <a:t>Example</a:t>
            </a:r>
          </a:p>
        </p:txBody>
      </p:sp>
      <p:sp>
        <p:nvSpPr>
          <p:cNvPr id="3" name="Content Placeholder 2">
            <a:extLst>
              <a:ext uri="{FF2B5EF4-FFF2-40B4-BE49-F238E27FC236}">
                <a16:creationId xmlns:a16="http://schemas.microsoft.com/office/drawing/2014/main" id="{BB04FC8F-985A-EE0E-6C63-52322ABB34EB}"/>
              </a:ext>
            </a:extLst>
          </p:cNvPr>
          <p:cNvSpPr>
            <a:spLocks noGrp="1"/>
          </p:cNvSpPr>
          <p:nvPr>
            <p:ph idx="1"/>
          </p:nvPr>
        </p:nvSpPr>
        <p:spPr>
          <a:xfrm>
            <a:off x="598620" y="1596540"/>
            <a:ext cx="10972800" cy="4958264"/>
          </a:xfrm>
        </p:spPr>
        <p:txBody>
          <a:bodyPr>
            <a:normAutofit/>
          </a:bodyPr>
          <a:lstStyle/>
          <a:p>
            <a:r>
              <a:rPr lang="en-US" dirty="0"/>
              <a:t>Given DNA sequences:</a:t>
            </a:r>
          </a:p>
          <a:p>
            <a:r>
              <a:rPr lang="en-US" dirty="0"/>
              <a:t>                          The Positional Probability Matrix (PPM) is</a:t>
            </a:r>
            <a:br>
              <a:rPr lang="en-US" dirty="0"/>
            </a:br>
            <a:br>
              <a:rPr lang="en-US" dirty="0"/>
            </a:br>
            <a:br>
              <a:rPr lang="en-US" dirty="0"/>
            </a:br>
            <a:br>
              <a:rPr lang="en-US" dirty="0"/>
            </a:br>
            <a:br>
              <a:rPr lang="en-US" dirty="0"/>
            </a:br>
            <a:endParaRPr lang="en-US" dirty="0"/>
          </a:p>
          <a:p>
            <a:endParaRPr lang="en-US" dirty="0"/>
          </a:p>
          <a:p>
            <a:r>
              <a:rPr lang="en-US" dirty="0"/>
              <a:t>               Computing these probabilities from the data is the </a:t>
            </a:r>
            <a:r>
              <a:rPr lang="en-US" i="1" dirty="0"/>
              <a:t>learning</a:t>
            </a:r>
            <a:r>
              <a:rPr lang="en-US" dirty="0"/>
              <a:t> part</a:t>
            </a:r>
          </a:p>
        </p:txBody>
      </p:sp>
      <p:sp>
        <p:nvSpPr>
          <p:cNvPr id="4" name="Slide Number Placeholder 3">
            <a:extLst>
              <a:ext uri="{FF2B5EF4-FFF2-40B4-BE49-F238E27FC236}">
                <a16:creationId xmlns:a16="http://schemas.microsoft.com/office/drawing/2014/main" id="{C558075B-C6EC-878C-343C-93D1AF68D94A}"/>
              </a:ext>
            </a:extLst>
          </p:cNvPr>
          <p:cNvSpPr>
            <a:spLocks noGrp="1"/>
          </p:cNvSpPr>
          <p:nvPr>
            <p:ph type="sldNum" sz="quarter" idx="12"/>
          </p:nvPr>
        </p:nvSpPr>
        <p:spPr/>
        <p:txBody>
          <a:bodyPr/>
          <a:lstStyle/>
          <a:p>
            <a:fld id="{B82CCC60-E8CD-4174-8B1A-7DF615B22EEF}" type="slidenum">
              <a:rPr lang="en-US" smtClean="0"/>
              <a:pPr/>
              <a:t>7</a:t>
            </a:fld>
            <a:endParaRPr lang="en-US"/>
          </a:p>
        </p:txBody>
      </p:sp>
      <p:pic>
        <p:nvPicPr>
          <p:cNvPr id="6" name="Picture 5">
            <a:extLst>
              <a:ext uri="{FF2B5EF4-FFF2-40B4-BE49-F238E27FC236}">
                <a16:creationId xmlns:a16="http://schemas.microsoft.com/office/drawing/2014/main" id="{D235879F-E475-3C19-E172-10562D50147D}"/>
              </a:ext>
            </a:extLst>
          </p:cNvPr>
          <p:cNvPicPr>
            <a:picLocks noChangeAspect="1"/>
          </p:cNvPicPr>
          <p:nvPr/>
        </p:nvPicPr>
        <p:blipFill>
          <a:blip r:embed="rId2"/>
          <a:stretch>
            <a:fillRect/>
          </a:stretch>
        </p:blipFill>
        <p:spPr>
          <a:xfrm>
            <a:off x="551884" y="2140220"/>
            <a:ext cx="1474234" cy="4497920"/>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D94426F-940C-D94F-F74D-3CCFED63F8DE}"/>
                  </a:ext>
                </a:extLst>
              </p:cNvPr>
              <p:cNvSpPr txBox="1"/>
              <p:nvPr/>
            </p:nvSpPr>
            <p:spPr>
              <a:xfrm>
                <a:off x="2653953" y="3334630"/>
                <a:ext cx="1474234" cy="690895"/>
              </a:xfrm>
              <a:prstGeom prst="rect">
                <a:avLst/>
              </a:prstGeom>
              <a:noFill/>
            </p:spPr>
            <p:txBody>
              <a:bodyPr wrap="square">
                <a:spAutoFit/>
              </a:bodyPr>
              <a:lstStyle/>
              <a:p>
                <a14:m>
                  <m:oMath xmlns:m="http://schemas.openxmlformats.org/officeDocument/2006/math">
                    <m:sSub>
                      <m:sSubPr>
                        <m:ctrlPr>
                          <a:rPr lang="en-US" sz="3600" i="1">
                            <a:latin typeface="Cambria Math" panose="02040503050406030204" pitchFamily="18" charset="0"/>
                          </a:rPr>
                        </m:ctrlPr>
                      </m:sSubPr>
                      <m:e>
                        <m:r>
                          <a:rPr lang="en-US" sz="3600" i="1">
                            <a:latin typeface="Cambria Math" panose="02040503050406030204" pitchFamily="18" charset="0"/>
                          </a:rPr>
                          <m:t>𝑃</m:t>
                        </m:r>
                      </m:e>
                      <m:sub>
                        <m:r>
                          <a:rPr lang="en-US" sz="3600" i="1">
                            <a:latin typeface="Cambria Math" panose="02040503050406030204" pitchFamily="18" charset="0"/>
                          </a:rPr>
                          <m:t>𝑖</m:t>
                        </m:r>
                        <m:r>
                          <a:rPr lang="en-US" sz="3600" i="1">
                            <a:latin typeface="Cambria Math" panose="02040503050406030204" pitchFamily="18" charset="0"/>
                          </a:rPr>
                          <m:t>,</m:t>
                        </m:r>
                        <m:r>
                          <a:rPr lang="en-US" sz="3600" i="1">
                            <a:latin typeface="Cambria Math" panose="02040503050406030204" pitchFamily="18" charset="0"/>
                          </a:rPr>
                          <m:t>𝑗</m:t>
                        </m:r>
                      </m:sub>
                    </m:sSub>
                    <m:r>
                      <a:rPr lang="en-US" sz="3600" i="1" smtClean="0">
                        <a:latin typeface="Cambria Math" panose="02040503050406030204" pitchFamily="18" charset="0"/>
                      </a:rPr>
                      <m:t>=</m:t>
                    </m:r>
                  </m:oMath>
                </a14:m>
                <a:r>
                  <a:rPr lang="en-US" sz="3600" dirty="0"/>
                  <a:t> </a:t>
                </a:r>
              </a:p>
            </p:txBody>
          </p:sp>
        </mc:Choice>
        <mc:Fallback xmlns="">
          <p:sp>
            <p:nvSpPr>
              <p:cNvPr id="8" name="TextBox 7">
                <a:extLst>
                  <a:ext uri="{FF2B5EF4-FFF2-40B4-BE49-F238E27FC236}">
                    <a16:creationId xmlns:a16="http://schemas.microsoft.com/office/drawing/2014/main" id="{8D94426F-940C-D94F-F74D-3CCFED63F8DE}"/>
                  </a:ext>
                </a:extLst>
              </p:cNvPr>
              <p:cNvSpPr txBox="1">
                <a:spLocks noRot="1" noChangeAspect="1" noMove="1" noResize="1" noEditPoints="1" noAdjustHandles="1" noChangeArrowheads="1" noChangeShapeType="1" noTextEdit="1"/>
              </p:cNvSpPr>
              <p:nvPr/>
            </p:nvSpPr>
            <p:spPr>
              <a:xfrm>
                <a:off x="2653953" y="3334630"/>
                <a:ext cx="1474234" cy="690895"/>
              </a:xfrm>
              <a:prstGeom prst="rect">
                <a:avLst/>
              </a:prstGeom>
              <a:blipFill>
                <a:blip r:embed="rId3"/>
                <a:stretch>
                  <a:fillRect/>
                </a:stretch>
              </a:blipFill>
            </p:spPr>
            <p:txBody>
              <a:bodyPr/>
              <a:lstStyle/>
              <a:p>
                <a:r>
                  <a:rPr lang="en-US">
                    <a:noFill/>
                  </a:rPr>
                  <a:t> </a:t>
                </a:r>
              </a:p>
            </p:txBody>
          </p:sp>
        </mc:Fallback>
      </mc:AlternateContent>
      <p:pic>
        <p:nvPicPr>
          <p:cNvPr id="14" name="Picture 13">
            <a:extLst>
              <a:ext uri="{FF2B5EF4-FFF2-40B4-BE49-F238E27FC236}">
                <a16:creationId xmlns:a16="http://schemas.microsoft.com/office/drawing/2014/main" id="{14E0D884-29BF-0786-A15C-4F3742D305CF}"/>
              </a:ext>
            </a:extLst>
          </p:cNvPr>
          <p:cNvPicPr>
            <a:picLocks noChangeAspect="1"/>
          </p:cNvPicPr>
          <p:nvPr/>
        </p:nvPicPr>
        <p:blipFill>
          <a:blip r:embed="rId4"/>
          <a:stretch>
            <a:fillRect/>
          </a:stretch>
        </p:blipFill>
        <p:spPr>
          <a:xfrm>
            <a:off x="3909624" y="2771608"/>
            <a:ext cx="7212028" cy="1816941"/>
          </a:xfrm>
          <a:prstGeom prst="rect">
            <a:avLst/>
          </a:prstGeom>
        </p:spPr>
      </p:pic>
    </p:spTree>
    <p:extLst>
      <p:ext uri="{BB962C8B-B14F-4D97-AF65-F5344CB8AC3E}">
        <p14:creationId xmlns:p14="http://schemas.microsoft.com/office/powerpoint/2010/main" val="2893015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CA422-EB5B-6C9F-83F4-CCA5AC38E6BB}"/>
              </a:ext>
            </a:extLst>
          </p:cNvPr>
          <p:cNvSpPr>
            <a:spLocks noGrp="1"/>
          </p:cNvSpPr>
          <p:nvPr>
            <p:ph type="title"/>
          </p:nvPr>
        </p:nvSpPr>
        <p:spPr/>
        <p:txBody>
          <a:bodyPr>
            <a:normAutofit fontScale="90000"/>
          </a:bodyPr>
          <a:lstStyle/>
          <a:p>
            <a:r>
              <a:rPr lang="en-US" dirty="0"/>
              <a:t>Splice site patterns</a:t>
            </a:r>
          </a:p>
        </p:txBody>
      </p:sp>
      <p:sp>
        <p:nvSpPr>
          <p:cNvPr id="4" name="Slide Number Placeholder 3">
            <a:extLst>
              <a:ext uri="{FF2B5EF4-FFF2-40B4-BE49-F238E27FC236}">
                <a16:creationId xmlns:a16="http://schemas.microsoft.com/office/drawing/2014/main" id="{C62F78B9-9182-E692-99AF-1FA2D9B1C388}"/>
              </a:ext>
            </a:extLst>
          </p:cNvPr>
          <p:cNvSpPr>
            <a:spLocks noGrp="1"/>
          </p:cNvSpPr>
          <p:nvPr>
            <p:ph type="sldNum" sz="quarter" idx="12"/>
          </p:nvPr>
        </p:nvSpPr>
        <p:spPr/>
        <p:txBody>
          <a:bodyPr/>
          <a:lstStyle/>
          <a:p>
            <a:fld id="{B82CCC60-E8CD-4174-8B1A-7DF615B22EEF}" type="slidenum">
              <a:rPr lang="en-US" smtClean="0"/>
              <a:pPr/>
              <a:t>8</a:t>
            </a:fld>
            <a:endParaRPr lang="en-US"/>
          </a:p>
        </p:txBody>
      </p:sp>
      <p:pic>
        <p:nvPicPr>
          <p:cNvPr id="7" name="Picture 6">
            <a:extLst>
              <a:ext uri="{FF2B5EF4-FFF2-40B4-BE49-F238E27FC236}">
                <a16:creationId xmlns:a16="http://schemas.microsoft.com/office/drawing/2014/main" id="{9403D917-D8B8-7316-1BC8-4876A096C5FB}"/>
              </a:ext>
            </a:extLst>
          </p:cNvPr>
          <p:cNvPicPr>
            <a:picLocks noChangeAspect="1"/>
          </p:cNvPicPr>
          <p:nvPr/>
        </p:nvPicPr>
        <p:blipFill>
          <a:blip r:embed="rId2"/>
          <a:stretch>
            <a:fillRect/>
          </a:stretch>
        </p:blipFill>
        <p:spPr>
          <a:xfrm>
            <a:off x="3674217" y="2006518"/>
            <a:ext cx="8437459" cy="4091344"/>
          </a:xfrm>
          <a:prstGeom prst="rect">
            <a:avLst/>
          </a:prstGeom>
        </p:spPr>
      </p:pic>
      <p:pic>
        <p:nvPicPr>
          <p:cNvPr id="9" name="Picture 8">
            <a:extLst>
              <a:ext uri="{FF2B5EF4-FFF2-40B4-BE49-F238E27FC236}">
                <a16:creationId xmlns:a16="http://schemas.microsoft.com/office/drawing/2014/main" id="{6B966AE1-796E-6EAE-1517-76D18A951198}"/>
              </a:ext>
            </a:extLst>
          </p:cNvPr>
          <p:cNvPicPr>
            <a:picLocks noChangeAspect="1"/>
          </p:cNvPicPr>
          <p:nvPr/>
        </p:nvPicPr>
        <p:blipFill>
          <a:blip r:embed="rId3"/>
          <a:stretch>
            <a:fillRect/>
          </a:stretch>
        </p:blipFill>
        <p:spPr>
          <a:xfrm>
            <a:off x="226494" y="2128063"/>
            <a:ext cx="3307736" cy="3901625"/>
          </a:xfrm>
          <a:prstGeom prst="rect">
            <a:avLst/>
          </a:prstGeom>
        </p:spPr>
      </p:pic>
      <p:pic>
        <p:nvPicPr>
          <p:cNvPr id="11" name="Picture 10">
            <a:extLst>
              <a:ext uri="{FF2B5EF4-FFF2-40B4-BE49-F238E27FC236}">
                <a16:creationId xmlns:a16="http://schemas.microsoft.com/office/drawing/2014/main" id="{FE3AD03D-16BF-6442-AF61-6D82FBBDE134}"/>
              </a:ext>
            </a:extLst>
          </p:cNvPr>
          <p:cNvPicPr>
            <a:picLocks noChangeAspect="1"/>
          </p:cNvPicPr>
          <p:nvPr/>
        </p:nvPicPr>
        <p:blipFill>
          <a:blip r:embed="rId4"/>
          <a:stretch>
            <a:fillRect/>
          </a:stretch>
        </p:blipFill>
        <p:spPr>
          <a:xfrm>
            <a:off x="8297989" y="760138"/>
            <a:ext cx="3894011" cy="1224283"/>
          </a:xfrm>
          <a:prstGeom prst="rect">
            <a:avLst/>
          </a:prstGeom>
        </p:spPr>
      </p:pic>
      <p:sp>
        <p:nvSpPr>
          <p:cNvPr id="12" name="TextBox 11">
            <a:extLst>
              <a:ext uri="{FF2B5EF4-FFF2-40B4-BE49-F238E27FC236}">
                <a16:creationId xmlns:a16="http://schemas.microsoft.com/office/drawing/2014/main" id="{AAC7C38F-A22A-D105-3E87-477459DC8AFD}"/>
              </a:ext>
            </a:extLst>
          </p:cNvPr>
          <p:cNvSpPr txBox="1"/>
          <p:nvPr/>
        </p:nvSpPr>
        <p:spPr>
          <a:xfrm>
            <a:off x="931164" y="1651700"/>
            <a:ext cx="1223861" cy="369332"/>
          </a:xfrm>
          <a:prstGeom prst="rect">
            <a:avLst/>
          </a:prstGeom>
          <a:noFill/>
        </p:spPr>
        <p:txBody>
          <a:bodyPr wrap="none" rtlCol="0">
            <a:spAutoFit/>
          </a:bodyPr>
          <a:lstStyle/>
          <a:p>
            <a:r>
              <a:rPr lang="en-US" dirty="0"/>
              <a:t>Donor (GT)</a:t>
            </a:r>
          </a:p>
        </p:txBody>
      </p:sp>
      <p:sp>
        <p:nvSpPr>
          <p:cNvPr id="13" name="TextBox 12">
            <a:extLst>
              <a:ext uri="{FF2B5EF4-FFF2-40B4-BE49-F238E27FC236}">
                <a16:creationId xmlns:a16="http://schemas.microsoft.com/office/drawing/2014/main" id="{1D9F0EAD-576D-79AD-537E-10C7899ACCEE}"/>
              </a:ext>
            </a:extLst>
          </p:cNvPr>
          <p:cNvSpPr txBox="1"/>
          <p:nvPr/>
        </p:nvSpPr>
        <p:spPr>
          <a:xfrm>
            <a:off x="6178078" y="1626138"/>
            <a:ext cx="1497398" cy="369332"/>
          </a:xfrm>
          <a:prstGeom prst="rect">
            <a:avLst/>
          </a:prstGeom>
          <a:noFill/>
        </p:spPr>
        <p:txBody>
          <a:bodyPr wrap="none" rtlCol="0">
            <a:spAutoFit/>
          </a:bodyPr>
          <a:lstStyle/>
          <a:p>
            <a:r>
              <a:rPr lang="en-US"/>
              <a:t>Acceptor (AG)</a:t>
            </a:r>
            <a:endParaRPr lang="en-US" dirty="0"/>
          </a:p>
        </p:txBody>
      </p:sp>
    </p:spTree>
    <p:extLst>
      <p:ext uri="{BB962C8B-B14F-4D97-AF65-F5344CB8AC3E}">
        <p14:creationId xmlns:p14="http://schemas.microsoft.com/office/powerpoint/2010/main" val="30599375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460D9-C78E-CB19-C14B-DD84F9C0F686}"/>
              </a:ext>
            </a:extLst>
          </p:cNvPr>
          <p:cNvSpPr>
            <a:spLocks noGrp="1"/>
          </p:cNvSpPr>
          <p:nvPr>
            <p:ph type="title"/>
          </p:nvPr>
        </p:nvSpPr>
        <p:spPr/>
        <p:txBody>
          <a:bodyPr>
            <a:normAutofit fontScale="90000"/>
          </a:bodyPr>
          <a:lstStyle/>
          <a:p>
            <a:r>
              <a:rPr lang="en-US" dirty="0"/>
              <a:t>Using PWM to evaluate pattern</a:t>
            </a:r>
          </a:p>
        </p:txBody>
      </p:sp>
      <p:sp>
        <p:nvSpPr>
          <p:cNvPr id="3" name="Content Placeholder 2">
            <a:extLst>
              <a:ext uri="{FF2B5EF4-FFF2-40B4-BE49-F238E27FC236}">
                <a16:creationId xmlns:a16="http://schemas.microsoft.com/office/drawing/2014/main" id="{CF82D7D5-8A36-45DC-A910-2A1EEAE735D1}"/>
              </a:ext>
            </a:extLst>
          </p:cNvPr>
          <p:cNvSpPr>
            <a:spLocks noGrp="1"/>
          </p:cNvSpPr>
          <p:nvPr>
            <p:ph idx="1"/>
          </p:nvPr>
        </p:nvSpPr>
        <p:spPr>
          <a:xfrm>
            <a:off x="470780" y="1596540"/>
            <a:ext cx="11100640" cy="5124936"/>
          </a:xfrm>
        </p:spPr>
        <p:txBody>
          <a:bodyPr>
            <a:normAutofit lnSpcReduction="10000"/>
          </a:bodyPr>
          <a:lstStyle/>
          <a:p>
            <a:r>
              <a:rPr lang="en-US" dirty="0"/>
              <a:t>We can calculate the probability of a sequence given a PPM, by multiplying the relevant probabilities at each position. For example, the probability of the sequence </a:t>
            </a:r>
            <a:r>
              <a:rPr lang="en-US" i="1" dirty="0"/>
              <a:t>S</a:t>
            </a:r>
            <a:r>
              <a:rPr lang="en-US" dirty="0"/>
              <a:t> = GAGGTAAAC can be calculated:</a:t>
            </a:r>
          </a:p>
          <a:p>
            <a:endParaRPr lang="en-US" dirty="0"/>
          </a:p>
          <a:p>
            <a:endParaRPr lang="en-US" dirty="0"/>
          </a:p>
          <a:p>
            <a:endParaRPr lang="en-US" dirty="0"/>
          </a:p>
          <a:p>
            <a:endParaRPr lang="en-US" dirty="0"/>
          </a:p>
          <a:p>
            <a:endParaRPr lang="en-US" dirty="0"/>
          </a:p>
          <a:p>
            <a:endParaRPr lang="en-US" dirty="0"/>
          </a:p>
          <a:p>
            <a:r>
              <a:rPr lang="en-US" dirty="0"/>
              <a:t>Compare this to the probability of a random sequence (all probabilities are 0.25) 0.25^9=0.0000038</a:t>
            </a:r>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3EBE8B4C-7A69-33EE-A22B-3EB95E69830A}"/>
              </a:ext>
            </a:extLst>
          </p:cNvPr>
          <p:cNvSpPr>
            <a:spLocks noGrp="1"/>
          </p:cNvSpPr>
          <p:nvPr>
            <p:ph type="sldNum" sz="quarter" idx="12"/>
          </p:nvPr>
        </p:nvSpPr>
        <p:spPr/>
        <p:txBody>
          <a:bodyPr/>
          <a:lstStyle/>
          <a:p>
            <a:fld id="{B82CCC60-E8CD-4174-8B1A-7DF615B22EEF}" type="slidenum">
              <a:rPr lang="en-US" smtClean="0"/>
              <a:pPr/>
              <a:t>9</a:t>
            </a:fld>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CAEAE9E-A053-D0C9-B138-EB8D3E979FB0}"/>
                  </a:ext>
                </a:extLst>
              </p:cNvPr>
              <p:cNvSpPr txBox="1"/>
              <p:nvPr/>
            </p:nvSpPr>
            <p:spPr>
              <a:xfrm>
                <a:off x="1160131" y="3579687"/>
                <a:ext cx="1474234" cy="763222"/>
              </a:xfrm>
              <a:prstGeom prst="rect">
                <a:avLst/>
              </a:prstGeom>
              <a:noFill/>
            </p:spPr>
            <p:txBody>
              <a:bodyPr wrap="square">
                <a:spAutoFit/>
              </a:bodyPr>
              <a:lstStyle/>
              <a:p>
                <a14:m>
                  <m:oMath xmlns:m="http://schemas.openxmlformats.org/officeDocument/2006/math">
                    <m:sSub>
                      <m:sSubPr>
                        <m:ctrlPr>
                          <a:rPr lang="en-US" sz="3600" b="0" i="1" smtClean="0">
                            <a:latin typeface="Cambria Math" panose="02040503050406030204" pitchFamily="18" charset="0"/>
                          </a:rPr>
                        </m:ctrlPr>
                      </m:sSubPr>
                      <m:e>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𝑃</m:t>
                            </m:r>
                          </m:e>
                          <m:sub>
                            <m:r>
                              <a:rPr lang="en-US" sz="3600" b="0" i="1" smtClean="0">
                                <a:latin typeface="Cambria Math" panose="02040503050406030204" pitchFamily="18" charset="0"/>
                              </a:rPr>
                              <m:t>𝑖</m:t>
                            </m:r>
                            <m:r>
                              <a:rPr lang="en-US" sz="3600" b="0" i="1" smtClean="0">
                                <a:latin typeface="Cambria Math" panose="02040503050406030204" pitchFamily="18" charset="0"/>
                              </a:rPr>
                              <m:t>,</m:t>
                            </m:r>
                            <m:r>
                              <a:rPr lang="en-US" sz="3600" b="0" i="1" smtClean="0">
                                <a:latin typeface="Cambria Math" panose="02040503050406030204" pitchFamily="18" charset="0"/>
                              </a:rPr>
                              <m:t>𝑗</m:t>
                            </m:r>
                          </m:sub>
                        </m:sSub>
                      </m:e>
                      <m:sub>
                        <m:r>
                          <a:rPr lang="en-US" sz="3600" b="0" i="1" smtClean="0">
                            <a:latin typeface="Cambria Math" panose="02040503050406030204" pitchFamily="18" charset="0"/>
                          </a:rPr>
                          <m:t> </m:t>
                        </m:r>
                      </m:sub>
                    </m:sSub>
                    <m:r>
                      <a:rPr lang="en-US" sz="3600" i="1" smtClean="0">
                        <a:latin typeface="Cambria Math" panose="02040503050406030204" pitchFamily="18" charset="0"/>
                      </a:rPr>
                      <m:t>=</m:t>
                    </m:r>
                  </m:oMath>
                </a14:m>
                <a:r>
                  <a:rPr lang="en-US" sz="3600" dirty="0"/>
                  <a:t> </a:t>
                </a:r>
              </a:p>
            </p:txBody>
          </p:sp>
        </mc:Choice>
        <mc:Fallback xmlns="">
          <p:sp>
            <p:nvSpPr>
              <p:cNvPr id="5" name="TextBox 4">
                <a:extLst>
                  <a:ext uri="{FF2B5EF4-FFF2-40B4-BE49-F238E27FC236}">
                    <a16:creationId xmlns:a16="http://schemas.microsoft.com/office/drawing/2014/main" id="{0CAEAE9E-A053-D0C9-B138-EB8D3E979FB0}"/>
                  </a:ext>
                </a:extLst>
              </p:cNvPr>
              <p:cNvSpPr txBox="1">
                <a:spLocks noRot="1" noChangeAspect="1" noMove="1" noResize="1" noEditPoints="1" noAdjustHandles="1" noChangeArrowheads="1" noChangeShapeType="1" noTextEdit="1"/>
              </p:cNvSpPr>
              <p:nvPr/>
            </p:nvSpPr>
            <p:spPr>
              <a:xfrm>
                <a:off x="1160131" y="3579687"/>
                <a:ext cx="1474234" cy="763222"/>
              </a:xfrm>
              <a:prstGeom prst="rect">
                <a:avLst/>
              </a:prstGeom>
              <a:blipFill>
                <a:blip r:embed="rId2"/>
                <a:stretch>
                  <a:fillRect/>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6EAF85E8-95BD-654F-24B7-E3638372CD15}"/>
              </a:ext>
            </a:extLst>
          </p:cNvPr>
          <p:cNvPicPr>
            <a:picLocks noChangeAspect="1"/>
          </p:cNvPicPr>
          <p:nvPr/>
        </p:nvPicPr>
        <p:blipFill>
          <a:blip r:embed="rId3"/>
          <a:stretch>
            <a:fillRect/>
          </a:stretch>
        </p:blipFill>
        <p:spPr>
          <a:xfrm>
            <a:off x="2489986" y="3057248"/>
            <a:ext cx="7212028" cy="1816941"/>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775CB57-5E06-8286-ED2F-D213FA35F718}"/>
                  </a:ext>
                </a:extLst>
              </p:cNvPr>
              <p:cNvSpPr txBox="1"/>
              <p:nvPr/>
            </p:nvSpPr>
            <p:spPr>
              <a:xfrm>
                <a:off x="785109" y="4949291"/>
                <a:ext cx="10599821" cy="6243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𝑝</m:t>
                          </m:r>
                          <m:r>
                            <a:rPr lang="en-US" sz="3200" b="0" i="1" smtClean="0">
                              <a:latin typeface="Cambria Math" panose="02040503050406030204" pitchFamily="18" charset="0"/>
                            </a:rPr>
                            <m:t>(</m:t>
                          </m:r>
                          <m:r>
                            <a:rPr lang="en-US" sz="3200" b="0" i="1" smtClean="0">
                              <a:latin typeface="Cambria Math" panose="02040503050406030204" pitchFamily="18" charset="0"/>
                            </a:rPr>
                            <m:t>𝑆</m:t>
                          </m:r>
                          <m:r>
                            <a:rPr lang="en-US" sz="3200" b="0" i="1" smtClean="0">
                              <a:latin typeface="Cambria Math" panose="02040503050406030204" pitchFamily="18" charset="0"/>
                            </a:rPr>
                            <m:t>|</m:t>
                          </m:r>
                          <m:r>
                            <a:rPr lang="en-US" sz="3200" b="0" i="1" smtClean="0">
                              <a:latin typeface="Cambria Math" panose="02040503050406030204" pitchFamily="18" charset="0"/>
                            </a:rPr>
                            <m:t>𝑃</m:t>
                          </m:r>
                        </m:e>
                        <m:sub>
                          <m:r>
                            <a:rPr lang="en-US" sz="3200" b="0" i="1" smtClean="0">
                              <a:latin typeface="Cambria Math" panose="02040503050406030204" pitchFamily="18" charset="0"/>
                            </a:rPr>
                            <m:t>𝑖</m:t>
                          </m:r>
                          <m:r>
                            <a:rPr lang="en-US" sz="3200" b="0" i="1" smtClean="0">
                              <a:latin typeface="Cambria Math" panose="02040503050406030204" pitchFamily="18" charset="0"/>
                            </a:rPr>
                            <m:t>,</m:t>
                          </m:r>
                          <m:r>
                            <a:rPr lang="en-US" sz="3200" b="0" i="1" smtClean="0">
                              <a:latin typeface="Cambria Math" panose="02040503050406030204" pitchFamily="18" charset="0"/>
                            </a:rPr>
                            <m:t>𝑗</m:t>
                          </m:r>
                        </m:sub>
                      </m:sSub>
                      <m:r>
                        <a:rPr lang="en-US" sz="3200" b="0" i="1" smtClean="0">
                          <a:latin typeface="Cambria Math" panose="02040503050406030204" pitchFamily="18" charset="0"/>
                        </a:rPr>
                        <m:t>)=.1∗</m:t>
                      </m:r>
                      <m:r>
                        <a:rPr lang="en-US" sz="3200" b="0" i="0" smtClean="0">
                          <a:latin typeface="Cambria Math" panose="02040503050406030204" pitchFamily="18" charset="0"/>
                        </a:rPr>
                        <m:t>.6∗.7∗1∗1∗.1∗.7∗.2∗.2=0.0007056</m:t>
                      </m:r>
                    </m:oMath>
                  </m:oMathPara>
                </a14:m>
                <a:endParaRPr lang="en-US" sz="3200" dirty="0"/>
              </a:p>
            </p:txBody>
          </p:sp>
        </mc:Choice>
        <mc:Fallback xmlns="">
          <p:sp>
            <p:nvSpPr>
              <p:cNvPr id="8" name="TextBox 7">
                <a:extLst>
                  <a:ext uri="{FF2B5EF4-FFF2-40B4-BE49-F238E27FC236}">
                    <a16:creationId xmlns:a16="http://schemas.microsoft.com/office/drawing/2014/main" id="{A775CB57-5E06-8286-ED2F-D213FA35F718}"/>
                  </a:ext>
                </a:extLst>
              </p:cNvPr>
              <p:cNvSpPr txBox="1">
                <a:spLocks noRot="1" noChangeAspect="1" noMove="1" noResize="1" noEditPoints="1" noAdjustHandles="1" noChangeArrowheads="1" noChangeShapeType="1" noTextEdit="1"/>
              </p:cNvSpPr>
              <p:nvPr/>
            </p:nvSpPr>
            <p:spPr>
              <a:xfrm>
                <a:off x="785109" y="4949291"/>
                <a:ext cx="10599821" cy="624338"/>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409515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271B0-2712-EE95-0A7B-7EDE2ECDA786}"/>
              </a:ext>
            </a:extLst>
          </p:cNvPr>
          <p:cNvSpPr>
            <a:spLocks noGrp="1"/>
          </p:cNvSpPr>
          <p:nvPr>
            <p:ph type="title"/>
          </p:nvPr>
        </p:nvSpPr>
        <p:spPr/>
        <p:txBody>
          <a:bodyPr>
            <a:normAutofit fontScale="90000"/>
          </a:bodyPr>
          <a:lstStyle/>
          <a:p>
            <a:r>
              <a:rPr lang="en-US" dirty="0"/>
              <a:t>PPM vs PWM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FD262FE-8C30-EE82-BA92-B49DAF2A1EE1}"/>
                  </a:ext>
                </a:extLst>
              </p:cNvPr>
              <p:cNvSpPr>
                <a:spLocks noGrp="1"/>
              </p:cNvSpPr>
              <p:nvPr>
                <p:ph idx="1"/>
              </p:nvPr>
            </p:nvSpPr>
            <p:spPr/>
            <p:txBody>
              <a:bodyPr/>
              <a:lstStyle/>
              <a:p>
                <a:r>
                  <a:rPr lang="en-US" dirty="0"/>
                  <a:t>PPM can be transformed int Positional Weight Matrix:</a:t>
                </a:r>
                <a:br>
                  <a:rPr lang="en-US" dirty="0"/>
                </a:br>
                <a:br>
                  <a:rPr lang="en-US" dirty="0"/>
                </a:br>
                <a:br>
                  <a:rPr lang="en-US" dirty="0"/>
                </a:br>
                <a:br>
                  <a:rPr lang="en-US" dirty="0"/>
                </a:br>
                <a:r>
                  <a:rPr lang="en-US" dirty="0"/>
                  <a:t>where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𝑏</m:t>
                        </m:r>
                      </m:e>
                      <m:sub>
                        <m:r>
                          <a:rPr lang="en-US" i="1">
                            <a:latin typeface="Cambria Math" panose="02040503050406030204" pitchFamily="18" charset="0"/>
                          </a:rPr>
                          <m:t>𝑘</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𝑘</m:t>
                            </m:r>
                          </m:e>
                        </m:d>
                      </m:den>
                    </m:f>
                    <m:r>
                      <a:rPr lang="en-US" b="0" i="0" smtClean="0">
                        <a:latin typeface="Cambria Math" panose="02040503050406030204" pitchFamily="18" charset="0"/>
                      </a:rPr>
                      <m:t>, </m:t>
                    </m:r>
                    <m:r>
                      <m:rPr>
                        <m:sty m:val="p"/>
                      </m:rPr>
                      <a:rPr lang="en-US" b="0" i="0" smtClean="0">
                        <a:latin typeface="Cambria Math" panose="02040503050406030204" pitchFamily="18" charset="0"/>
                      </a:rPr>
                      <m:t>k</m:t>
                    </m:r>
                  </m:oMath>
                </a14:m>
                <a:r>
                  <a:rPr lang="en-US" dirty="0"/>
                  <a:t> is the number of symbols in the alphabet (A,C,G,T), for DNA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𝑏</m:t>
                        </m:r>
                      </m:e>
                      <m:sub>
                        <m:r>
                          <a:rPr lang="en-US" i="1">
                            <a:latin typeface="Cambria Math" panose="02040503050406030204" pitchFamily="18" charset="0"/>
                          </a:rPr>
                          <m:t>𝑘</m:t>
                        </m:r>
                      </m:sub>
                    </m:sSub>
                    <m:r>
                      <a:rPr lang="en-US" i="1">
                        <a:latin typeface="Cambria Math" panose="02040503050406030204" pitchFamily="18" charset="0"/>
                      </a:rPr>
                      <m:t>=</m:t>
                    </m:r>
                    <m:r>
                      <a:rPr lang="en-US" b="0" i="1" smtClean="0">
                        <a:latin typeface="Cambria Math" panose="02040503050406030204" pitchFamily="18" charset="0"/>
                      </a:rPr>
                      <m:t>0.25</m:t>
                    </m:r>
                  </m:oMath>
                </a14:m>
                <a:r>
                  <a:rPr lang="en-US" dirty="0"/>
                  <a:t>.  For our example </a:t>
                </a:r>
              </a:p>
            </p:txBody>
          </p:sp>
        </mc:Choice>
        <mc:Fallback xmlns="">
          <p:sp>
            <p:nvSpPr>
              <p:cNvPr id="3" name="Content Placeholder 2">
                <a:extLst>
                  <a:ext uri="{FF2B5EF4-FFF2-40B4-BE49-F238E27FC236}">
                    <a16:creationId xmlns:a16="http://schemas.microsoft.com/office/drawing/2014/main" id="{7FD262FE-8C30-EE82-BA92-B49DAF2A1EE1}"/>
                  </a:ext>
                </a:extLst>
              </p:cNvPr>
              <p:cNvSpPr>
                <a:spLocks noGrp="1" noRot="1" noChangeAspect="1" noMove="1" noResize="1" noEditPoints="1" noAdjustHandles="1" noChangeArrowheads="1" noChangeShapeType="1" noTextEdit="1"/>
              </p:cNvSpPr>
              <p:nvPr>
                <p:ph idx="1"/>
              </p:nvPr>
            </p:nvSpPr>
            <p:spPr>
              <a:blipFill>
                <a:blip r:embed="rId2"/>
                <a:stretch>
                  <a:fillRect l="-1000" t="-1555" r="-1722"/>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FB271BB5-4123-FAB7-C5B7-5B68FED7A6E1}"/>
              </a:ext>
            </a:extLst>
          </p:cNvPr>
          <p:cNvSpPr>
            <a:spLocks noGrp="1"/>
          </p:cNvSpPr>
          <p:nvPr>
            <p:ph type="sldNum" sz="quarter" idx="12"/>
          </p:nvPr>
        </p:nvSpPr>
        <p:spPr/>
        <p:txBody>
          <a:bodyPr/>
          <a:lstStyle/>
          <a:p>
            <a:fld id="{B82CCC60-E8CD-4174-8B1A-7DF615B22EEF}" type="slidenum">
              <a:rPr lang="en-US" smtClean="0"/>
              <a:pPr/>
              <a:t>10</a:t>
            </a:fld>
            <a:endParaRPr lang="en-US"/>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4DF6BDB-B240-D97E-DDC4-E15C830694FC}"/>
                  </a:ext>
                </a:extLst>
              </p:cNvPr>
              <p:cNvSpPr txBox="1"/>
              <p:nvPr/>
            </p:nvSpPr>
            <p:spPr>
              <a:xfrm>
                <a:off x="1298093" y="2087771"/>
                <a:ext cx="4797907" cy="12391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𝑊</m:t>
                          </m:r>
                        </m:e>
                        <m:sub>
                          <m:r>
                            <a:rPr lang="en-US" sz="3600" b="0" i="1" smtClean="0">
                              <a:latin typeface="Cambria Math" panose="02040503050406030204" pitchFamily="18" charset="0"/>
                            </a:rPr>
                            <m:t>𝑖</m:t>
                          </m:r>
                          <m:r>
                            <a:rPr lang="en-US" sz="3600" b="0" i="1" smtClean="0">
                              <a:latin typeface="Cambria Math" panose="02040503050406030204" pitchFamily="18" charset="0"/>
                            </a:rPr>
                            <m:t>,</m:t>
                          </m:r>
                          <m:r>
                            <a:rPr lang="en-US" sz="3600" b="0" i="1" smtClean="0">
                              <a:latin typeface="Cambria Math" panose="02040503050406030204" pitchFamily="18" charset="0"/>
                            </a:rPr>
                            <m:t>𝑗</m:t>
                          </m:r>
                        </m:sub>
                      </m:sSub>
                      <m:r>
                        <a:rPr lang="en-US" sz="3600" i="1" smtClean="0">
                          <a:latin typeface="Cambria Math" panose="02040503050406030204" pitchFamily="18" charset="0"/>
                        </a:rPr>
                        <m:t>=</m:t>
                      </m:r>
                      <m:sSub>
                        <m:sSubPr>
                          <m:ctrlPr>
                            <a:rPr lang="en-US" sz="3600" i="1" smtClean="0">
                              <a:latin typeface="Cambria Math" panose="02040503050406030204" pitchFamily="18" charset="0"/>
                            </a:rPr>
                          </m:ctrlPr>
                        </m:sSubPr>
                        <m:e>
                          <m:r>
                            <a:rPr lang="en-US" sz="3600" b="0" i="1" smtClean="0">
                              <a:latin typeface="Cambria Math" panose="02040503050406030204" pitchFamily="18" charset="0"/>
                            </a:rPr>
                            <m:t>𝑙𝑜𝑔</m:t>
                          </m:r>
                        </m:e>
                        <m:sub>
                          <m:r>
                            <a:rPr lang="en-US" sz="3600" b="0" i="1" smtClean="0">
                              <a:latin typeface="Cambria Math" panose="02040503050406030204" pitchFamily="18" charset="0"/>
                            </a:rPr>
                            <m:t>2</m:t>
                          </m:r>
                        </m:sub>
                      </m:sSub>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sSub>
                            <m:sSubPr>
                              <m:ctrlPr>
                                <a:rPr lang="en-US" sz="3600" i="1" smtClean="0">
                                  <a:latin typeface="Cambria Math" panose="02040503050406030204" pitchFamily="18" charset="0"/>
                                </a:rPr>
                              </m:ctrlPr>
                            </m:sSubPr>
                            <m:e>
                              <m:r>
                                <a:rPr lang="en-US" sz="3600" b="0" i="1" smtClean="0">
                                  <a:latin typeface="Cambria Math" panose="02040503050406030204" pitchFamily="18" charset="0"/>
                                </a:rPr>
                                <m:t>𝑃</m:t>
                              </m:r>
                            </m:e>
                            <m:sub>
                              <m:r>
                                <a:rPr lang="en-US" sz="3600" i="1">
                                  <a:latin typeface="Cambria Math" panose="02040503050406030204" pitchFamily="18" charset="0"/>
                                </a:rPr>
                                <m:t>𝑖</m:t>
                              </m:r>
                              <m:r>
                                <a:rPr lang="en-US" sz="3600" i="1">
                                  <a:latin typeface="Cambria Math" panose="02040503050406030204" pitchFamily="18" charset="0"/>
                                </a:rPr>
                                <m:t>,</m:t>
                              </m:r>
                              <m:r>
                                <a:rPr lang="en-US" sz="3600" i="1">
                                  <a:latin typeface="Cambria Math" panose="02040503050406030204" pitchFamily="18" charset="0"/>
                                </a:rPr>
                                <m:t>𝑗</m:t>
                              </m:r>
                            </m:sub>
                          </m:sSub>
                        </m:num>
                        <m:den>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𝑏</m:t>
                              </m:r>
                            </m:e>
                            <m:sub>
                              <m:r>
                                <a:rPr lang="en-US" sz="3600" b="0" i="1" smtClean="0">
                                  <a:latin typeface="Cambria Math" panose="02040503050406030204" pitchFamily="18" charset="0"/>
                                </a:rPr>
                                <m:t>𝑘</m:t>
                              </m:r>
                            </m:sub>
                          </m:sSub>
                        </m:den>
                      </m:f>
                      <m:r>
                        <a:rPr lang="en-US" sz="3600" b="0" i="1" smtClean="0">
                          <a:latin typeface="Cambria Math" panose="02040503050406030204" pitchFamily="18" charset="0"/>
                        </a:rPr>
                        <m:t>)</m:t>
                      </m:r>
                    </m:oMath>
                  </m:oMathPara>
                </a14:m>
                <a:endParaRPr lang="en-US" sz="3600" dirty="0"/>
              </a:p>
            </p:txBody>
          </p:sp>
        </mc:Choice>
        <mc:Fallback xmlns="">
          <p:sp>
            <p:nvSpPr>
              <p:cNvPr id="10" name="TextBox 9">
                <a:extLst>
                  <a:ext uri="{FF2B5EF4-FFF2-40B4-BE49-F238E27FC236}">
                    <a16:creationId xmlns:a16="http://schemas.microsoft.com/office/drawing/2014/main" id="{A4DF6BDB-B240-D97E-DDC4-E15C830694FC}"/>
                  </a:ext>
                </a:extLst>
              </p:cNvPr>
              <p:cNvSpPr txBox="1">
                <a:spLocks noRot="1" noChangeAspect="1" noMove="1" noResize="1" noEditPoints="1" noAdjustHandles="1" noChangeArrowheads="1" noChangeShapeType="1" noTextEdit="1"/>
              </p:cNvSpPr>
              <p:nvPr/>
            </p:nvSpPr>
            <p:spPr>
              <a:xfrm>
                <a:off x="1298093" y="2087771"/>
                <a:ext cx="4797907" cy="123912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9275A70-8BBE-B71F-9E8C-13FD0BF1A837}"/>
                  </a:ext>
                </a:extLst>
              </p:cNvPr>
              <p:cNvSpPr txBox="1"/>
              <p:nvPr/>
            </p:nvSpPr>
            <p:spPr>
              <a:xfrm>
                <a:off x="74596" y="5207927"/>
                <a:ext cx="2601227" cy="6908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𝑊</m:t>
                          </m:r>
                        </m:e>
                        <m:sub>
                          <m:r>
                            <a:rPr lang="en-US" sz="3600" b="0" i="1" smtClean="0">
                              <a:latin typeface="Cambria Math" panose="02040503050406030204" pitchFamily="18" charset="0"/>
                            </a:rPr>
                            <m:t>𝑖</m:t>
                          </m:r>
                          <m:r>
                            <a:rPr lang="en-US" sz="3600" b="0" i="1" smtClean="0">
                              <a:latin typeface="Cambria Math" panose="02040503050406030204" pitchFamily="18" charset="0"/>
                            </a:rPr>
                            <m:t>,</m:t>
                          </m:r>
                          <m:r>
                            <a:rPr lang="en-US" sz="3600" b="0" i="1" smtClean="0">
                              <a:latin typeface="Cambria Math" panose="02040503050406030204" pitchFamily="18" charset="0"/>
                            </a:rPr>
                            <m:t>𝑗</m:t>
                          </m:r>
                        </m:sub>
                      </m:sSub>
                      <m:r>
                        <a:rPr lang="en-US" sz="3600" i="1" smtClean="0">
                          <a:latin typeface="Cambria Math" panose="02040503050406030204" pitchFamily="18" charset="0"/>
                        </a:rPr>
                        <m:t>=</m:t>
                      </m:r>
                    </m:oMath>
                  </m:oMathPara>
                </a14:m>
                <a:endParaRPr lang="en-US" sz="3600" dirty="0"/>
              </a:p>
            </p:txBody>
          </p:sp>
        </mc:Choice>
        <mc:Fallback xmlns="">
          <p:sp>
            <p:nvSpPr>
              <p:cNvPr id="13" name="TextBox 12">
                <a:extLst>
                  <a:ext uri="{FF2B5EF4-FFF2-40B4-BE49-F238E27FC236}">
                    <a16:creationId xmlns:a16="http://schemas.microsoft.com/office/drawing/2014/main" id="{99275A70-8BBE-B71F-9E8C-13FD0BF1A837}"/>
                  </a:ext>
                </a:extLst>
              </p:cNvPr>
              <p:cNvSpPr txBox="1">
                <a:spLocks noRot="1" noChangeAspect="1" noMove="1" noResize="1" noEditPoints="1" noAdjustHandles="1" noChangeArrowheads="1" noChangeShapeType="1" noTextEdit="1"/>
              </p:cNvSpPr>
              <p:nvPr/>
            </p:nvSpPr>
            <p:spPr>
              <a:xfrm>
                <a:off x="74596" y="5207927"/>
                <a:ext cx="2601227" cy="690895"/>
              </a:xfrm>
              <a:prstGeom prst="rect">
                <a:avLst/>
              </a:prstGeom>
              <a:blipFill>
                <a:blip r:embed="rId4"/>
                <a:stretch>
                  <a:fillRect/>
                </a:stretch>
              </a:blipFill>
            </p:spPr>
            <p:txBody>
              <a:bodyPr/>
              <a:lstStyle/>
              <a:p>
                <a:r>
                  <a:rPr lang="en-US">
                    <a:noFill/>
                  </a:rPr>
                  <a:t> </a:t>
                </a:r>
              </a:p>
            </p:txBody>
          </p:sp>
        </mc:Fallback>
      </mc:AlternateContent>
      <p:pic>
        <p:nvPicPr>
          <p:cNvPr id="15" name="Picture 14">
            <a:extLst>
              <a:ext uri="{FF2B5EF4-FFF2-40B4-BE49-F238E27FC236}">
                <a16:creationId xmlns:a16="http://schemas.microsoft.com/office/drawing/2014/main" id="{B93BD07C-4CCB-B5A4-E63E-281E743B16F6}"/>
              </a:ext>
            </a:extLst>
          </p:cNvPr>
          <p:cNvPicPr>
            <a:picLocks noChangeAspect="1"/>
          </p:cNvPicPr>
          <p:nvPr/>
        </p:nvPicPr>
        <p:blipFill>
          <a:blip r:embed="rId5"/>
          <a:stretch>
            <a:fillRect/>
          </a:stretch>
        </p:blipFill>
        <p:spPr>
          <a:xfrm>
            <a:off x="2132933" y="4772215"/>
            <a:ext cx="8830907" cy="1562318"/>
          </a:xfrm>
          <a:prstGeom prst="rect">
            <a:avLst/>
          </a:prstGeom>
        </p:spPr>
      </p:pic>
    </p:spTree>
    <p:extLst>
      <p:ext uri="{BB962C8B-B14F-4D97-AF65-F5344CB8AC3E}">
        <p14:creationId xmlns:p14="http://schemas.microsoft.com/office/powerpoint/2010/main" val="38512343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DAF30-71A0-6C7B-822A-B6663A1103CA}"/>
              </a:ext>
            </a:extLst>
          </p:cNvPr>
          <p:cNvSpPr>
            <a:spLocks noGrp="1"/>
          </p:cNvSpPr>
          <p:nvPr>
            <p:ph type="title"/>
          </p:nvPr>
        </p:nvSpPr>
        <p:spPr/>
        <p:txBody>
          <a:bodyPr>
            <a:normAutofit fontScale="90000"/>
          </a:bodyPr>
          <a:lstStyle/>
          <a:p>
            <a:r>
              <a:rPr lang="en-US" dirty="0"/>
              <a:t>Scoring with PWMs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771B00-CD65-4A23-B7A9-D52ECBC4DD9C}"/>
                  </a:ext>
                </a:extLst>
              </p:cNvPr>
              <p:cNvSpPr>
                <a:spLocks noGrp="1"/>
              </p:cNvSpPr>
              <p:nvPr>
                <p:ph idx="1"/>
              </p:nvPr>
            </p:nvSpPr>
            <p:spPr>
              <a:xfrm>
                <a:off x="166228" y="1596540"/>
                <a:ext cx="12025772" cy="3918803"/>
              </a:xfrm>
            </p:spPr>
            <p:txBody>
              <a:bodyPr>
                <a:normAutofit/>
              </a:bodyPr>
              <a:lstStyle/>
              <a:p>
                <a:r>
                  <a:rPr lang="en-US" dirty="0"/>
                  <a:t>Log of zero is minus infinity.  To deal with that on can add 1e-10 to each value of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oMath>
                </a14:m>
                <a:r>
                  <a:rPr lang="en-US" dirty="0"/>
                  <a:t>, then minus infinity becomes a large negative number</a:t>
                </a:r>
              </a:p>
              <a:p>
                <a:r>
                  <a:rPr lang="en-US" dirty="0"/>
                  <a:t>Since PWM elements are calculated using log likelihoods, the score of a sequence can be calculated by adding (rather than multiplying) the relevant values at each position in the PWM. For example, the score of the sequence </a:t>
                </a:r>
                <a:r>
                  <a:rPr lang="en-US" i="1" dirty="0"/>
                  <a:t>S</a:t>
                </a:r>
                <a:r>
                  <a:rPr lang="en-US" dirty="0"/>
                  <a:t> = GAGGTAAAC can be calculated:</a:t>
                </a:r>
                <a:br>
                  <a:rPr lang="en-US" dirty="0"/>
                </a:br>
                <a14:m>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𝑆</m:t>
                        </m:r>
                        <m:r>
                          <a:rPr lang="en-US" i="1">
                            <a:latin typeface="Cambria Math" panose="02040503050406030204" pitchFamily="18" charset="0"/>
                          </a:rPr>
                          <m:t>|</m:t>
                        </m:r>
                        <m:r>
                          <a:rPr lang="en-US" i="1">
                            <a:latin typeface="Cambria Math" panose="02040503050406030204" pitchFamily="18" charset="0"/>
                          </a:rPr>
                          <m:t>𝑃</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a:latin typeface="Cambria Math" panose="02040503050406030204" pitchFamily="18" charset="0"/>
                      </a:rPr>
                      <m:t>)=</m:t>
                    </m:r>
                    <m:r>
                      <a:rPr lang="en-US" b="0" i="0" smtClean="0">
                        <a:latin typeface="Cambria Math" panose="02040503050406030204" pitchFamily="18" charset="0"/>
                      </a:rPr>
                      <m:t>−1.32+1.26+1.49+2+2+1.26+1.49−.32−.32</m:t>
                    </m:r>
                    <m:r>
                      <a:rPr lang="en-US">
                        <a:latin typeface="Cambria Math" panose="02040503050406030204" pitchFamily="18" charset="0"/>
                      </a:rPr>
                      <m:t>=</m:t>
                    </m:r>
                    <m:r>
                      <a:rPr lang="en-US" b="0" i="0" smtClean="0">
                        <a:latin typeface="Cambria Math" panose="02040503050406030204" pitchFamily="18" charset="0"/>
                      </a:rPr>
                      <m:t>7.54</m:t>
                    </m:r>
                  </m:oMath>
                </a14:m>
                <a:br>
                  <a:rPr lang="en-US" dirty="0"/>
                </a:br>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4A771B00-CD65-4A23-B7A9-D52ECBC4DD9C}"/>
                  </a:ext>
                </a:extLst>
              </p:cNvPr>
              <p:cNvSpPr>
                <a:spLocks noGrp="1" noRot="1" noChangeAspect="1" noMove="1" noResize="1" noEditPoints="1" noAdjustHandles="1" noChangeArrowheads="1" noChangeShapeType="1" noTextEdit="1"/>
              </p:cNvSpPr>
              <p:nvPr>
                <p:ph idx="1"/>
              </p:nvPr>
            </p:nvSpPr>
            <p:spPr>
              <a:xfrm>
                <a:off x="166228" y="1596540"/>
                <a:ext cx="12025772" cy="3918803"/>
              </a:xfrm>
              <a:blipFill>
                <a:blip r:embed="rId2"/>
                <a:stretch>
                  <a:fillRect l="-912" t="-1555"/>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8AB52DB0-4B64-B989-C4F7-5AF836F80118}"/>
              </a:ext>
            </a:extLst>
          </p:cNvPr>
          <p:cNvSpPr>
            <a:spLocks noGrp="1"/>
          </p:cNvSpPr>
          <p:nvPr>
            <p:ph type="sldNum" sz="quarter" idx="12"/>
          </p:nvPr>
        </p:nvSpPr>
        <p:spPr/>
        <p:txBody>
          <a:bodyPr/>
          <a:lstStyle/>
          <a:p>
            <a:fld id="{B82CCC60-E8CD-4174-8B1A-7DF615B22EEF}" type="slidenum">
              <a:rPr lang="en-US" smtClean="0"/>
              <a:pPr/>
              <a:t>11</a:t>
            </a:fld>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2EA02DB-91A1-5DD1-CA58-5411B37B6D37}"/>
                  </a:ext>
                </a:extLst>
              </p:cNvPr>
              <p:cNvSpPr txBox="1"/>
              <p:nvPr/>
            </p:nvSpPr>
            <p:spPr>
              <a:xfrm>
                <a:off x="166228" y="5665456"/>
                <a:ext cx="2601227" cy="6908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𝑊</m:t>
                          </m:r>
                        </m:e>
                        <m:sub>
                          <m:r>
                            <a:rPr lang="en-US" sz="3600" b="0" i="1" smtClean="0">
                              <a:latin typeface="Cambria Math" panose="02040503050406030204" pitchFamily="18" charset="0"/>
                            </a:rPr>
                            <m:t>𝑖</m:t>
                          </m:r>
                          <m:r>
                            <a:rPr lang="en-US" sz="3600" b="0" i="1" smtClean="0">
                              <a:latin typeface="Cambria Math" panose="02040503050406030204" pitchFamily="18" charset="0"/>
                            </a:rPr>
                            <m:t>,</m:t>
                          </m:r>
                          <m:r>
                            <a:rPr lang="en-US" sz="3600" b="0" i="1" smtClean="0">
                              <a:latin typeface="Cambria Math" panose="02040503050406030204" pitchFamily="18" charset="0"/>
                            </a:rPr>
                            <m:t>𝑗</m:t>
                          </m:r>
                        </m:sub>
                      </m:sSub>
                      <m:r>
                        <a:rPr lang="en-US" sz="3600" i="1" smtClean="0">
                          <a:latin typeface="Cambria Math" panose="02040503050406030204" pitchFamily="18" charset="0"/>
                        </a:rPr>
                        <m:t>=</m:t>
                      </m:r>
                    </m:oMath>
                  </m:oMathPara>
                </a14:m>
                <a:endParaRPr lang="en-US" sz="3600" dirty="0"/>
              </a:p>
            </p:txBody>
          </p:sp>
        </mc:Choice>
        <mc:Fallback xmlns="">
          <p:sp>
            <p:nvSpPr>
              <p:cNvPr id="5" name="TextBox 4">
                <a:extLst>
                  <a:ext uri="{FF2B5EF4-FFF2-40B4-BE49-F238E27FC236}">
                    <a16:creationId xmlns:a16="http://schemas.microsoft.com/office/drawing/2014/main" id="{52EA02DB-91A1-5DD1-CA58-5411B37B6D37}"/>
                  </a:ext>
                </a:extLst>
              </p:cNvPr>
              <p:cNvSpPr txBox="1">
                <a:spLocks noRot="1" noChangeAspect="1" noMove="1" noResize="1" noEditPoints="1" noAdjustHandles="1" noChangeArrowheads="1" noChangeShapeType="1" noTextEdit="1"/>
              </p:cNvSpPr>
              <p:nvPr/>
            </p:nvSpPr>
            <p:spPr>
              <a:xfrm>
                <a:off x="166228" y="5665456"/>
                <a:ext cx="2601227" cy="690895"/>
              </a:xfrm>
              <a:prstGeom prst="rect">
                <a:avLst/>
              </a:prstGeom>
              <a:blipFill>
                <a:blip r:embed="rId3"/>
                <a:stretch>
                  <a:fillRect/>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44E81110-8A80-C523-87BE-AC44E25026DB}"/>
              </a:ext>
            </a:extLst>
          </p:cNvPr>
          <p:cNvPicPr>
            <a:picLocks noChangeAspect="1"/>
          </p:cNvPicPr>
          <p:nvPr/>
        </p:nvPicPr>
        <p:blipFill>
          <a:blip r:embed="rId4"/>
          <a:stretch>
            <a:fillRect/>
          </a:stretch>
        </p:blipFill>
        <p:spPr>
          <a:xfrm>
            <a:off x="2335063" y="5192299"/>
            <a:ext cx="8830907" cy="1562318"/>
          </a:xfrm>
          <a:prstGeom prst="rect">
            <a:avLst/>
          </a:prstGeom>
        </p:spPr>
      </p:pic>
    </p:spTree>
    <p:extLst>
      <p:ext uri="{BB962C8B-B14F-4D97-AF65-F5344CB8AC3E}">
        <p14:creationId xmlns:p14="http://schemas.microsoft.com/office/powerpoint/2010/main" val="25097722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80AA63-EDD4-D4F9-4059-40F3AF78221F}"/>
              </a:ext>
            </a:extLst>
          </p:cNvPr>
          <p:cNvSpPr>
            <a:spLocks noGrp="1"/>
          </p:cNvSpPr>
          <p:nvPr>
            <p:ph type="title"/>
          </p:nvPr>
        </p:nvSpPr>
        <p:spPr/>
        <p:txBody>
          <a:bodyPr>
            <a:normAutofit fontScale="90000"/>
          </a:bodyPr>
          <a:lstStyle/>
          <a:p>
            <a:r>
              <a:rPr lang="en-US" dirty="0"/>
              <a:t>PWM score</a:t>
            </a:r>
          </a:p>
        </p:txBody>
      </p:sp>
      <p:sp>
        <p:nvSpPr>
          <p:cNvPr id="3" name="Content Placeholder 2">
            <a:extLst>
              <a:ext uri="{FF2B5EF4-FFF2-40B4-BE49-F238E27FC236}">
                <a16:creationId xmlns:a16="http://schemas.microsoft.com/office/drawing/2014/main" id="{5244FEAC-25B3-ADFF-A8CA-95514D172D76}"/>
              </a:ext>
            </a:extLst>
          </p:cNvPr>
          <p:cNvSpPr>
            <a:spLocks noGrp="1"/>
          </p:cNvSpPr>
          <p:nvPr>
            <p:ph idx="1"/>
          </p:nvPr>
        </p:nvSpPr>
        <p:spPr>
          <a:xfrm>
            <a:off x="598620" y="1596540"/>
            <a:ext cx="10972800" cy="4702660"/>
          </a:xfrm>
        </p:spPr>
        <p:txBody>
          <a:bodyPr>
            <a:normAutofit fontScale="92500" lnSpcReduction="20000"/>
          </a:bodyPr>
          <a:lstStyle/>
          <a:p>
            <a:r>
              <a:rPr lang="en-US" dirty="0"/>
              <a:t>The sequence score gives an indication of how different the sequence is from a random sequence (all weights are the same). </a:t>
            </a:r>
          </a:p>
          <a:p>
            <a:endParaRPr lang="en-US" dirty="0"/>
          </a:p>
          <a:p>
            <a:r>
              <a:rPr lang="en-US" dirty="0"/>
              <a:t>The score is 0 if the sequence has the same probability of being a valid pattern (splice site) and of being a random site. </a:t>
            </a:r>
          </a:p>
          <a:p>
            <a:endParaRPr lang="en-US" dirty="0"/>
          </a:p>
          <a:p>
            <a:r>
              <a:rPr lang="en-US" dirty="0"/>
              <a:t>The score is greater than 0 if it is more likely to be a valid splice site than a random site, and less than 0 if it is more likely to be a random site than a valid splice site.</a:t>
            </a:r>
          </a:p>
          <a:p>
            <a:endParaRPr lang="en-US" dirty="0"/>
          </a:p>
          <a:p>
            <a:r>
              <a:rPr lang="en-US" dirty="0"/>
              <a:t>This can be generalized to look or test any feature (donor splice site, acceptor splice site, coding start, </a:t>
            </a:r>
            <a:r>
              <a:rPr lang="en-US"/>
              <a:t>coding stop)</a:t>
            </a:r>
            <a:endParaRPr lang="en-US" dirty="0"/>
          </a:p>
          <a:p>
            <a:endParaRPr lang="en-US" dirty="0"/>
          </a:p>
        </p:txBody>
      </p:sp>
      <p:sp>
        <p:nvSpPr>
          <p:cNvPr id="4" name="Slide Number Placeholder 3">
            <a:extLst>
              <a:ext uri="{FF2B5EF4-FFF2-40B4-BE49-F238E27FC236}">
                <a16:creationId xmlns:a16="http://schemas.microsoft.com/office/drawing/2014/main" id="{032FE3ED-74F8-15DE-3F65-5ADBE2843152}"/>
              </a:ext>
            </a:extLst>
          </p:cNvPr>
          <p:cNvSpPr>
            <a:spLocks noGrp="1"/>
          </p:cNvSpPr>
          <p:nvPr>
            <p:ph type="sldNum" sz="quarter" idx="12"/>
          </p:nvPr>
        </p:nvSpPr>
        <p:spPr/>
        <p:txBody>
          <a:bodyPr/>
          <a:lstStyle/>
          <a:p>
            <a:fld id="{B82CCC60-E8CD-4174-8B1A-7DF615B22EEF}" type="slidenum">
              <a:rPr lang="en-US" smtClean="0"/>
              <a:pPr/>
              <a:t>12</a:t>
            </a:fld>
            <a:endParaRPr lang="en-US"/>
          </a:p>
        </p:txBody>
      </p:sp>
    </p:spTree>
    <p:extLst>
      <p:ext uri="{BB962C8B-B14F-4D97-AF65-F5344CB8AC3E}">
        <p14:creationId xmlns:p14="http://schemas.microsoft.com/office/powerpoint/2010/main" val="33496872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5FE74E-4BE7-DCDD-CA7B-AC2E50DA2EF6}"/>
              </a:ext>
            </a:extLst>
          </p:cNvPr>
          <p:cNvSpPr>
            <a:spLocks noGrp="1"/>
          </p:cNvSpPr>
          <p:nvPr>
            <p:ph type="title"/>
          </p:nvPr>
        </p:nvSpPr>
        <p:spPr/>
        <p:txBody>
          <a:bodyPr>
            <a:normAutofit fontScale="90000"/>
          </a:bodyPr>
          <a:lstStyle/>
          <a:p>
            <a:r>
              <a:rPr lang="en-US" dirty="0"/>
              <a:t>Drawback of PWMs</a:t>
            </a:r>
          </a:p>
        </p:txBody>
      </p:sp>
      <p:sp>
        <p:nvSpPr>
          <p:cNvPr id="3" name="Content Placeholder 2">
            <a:extLst>
              <a:ext uri="{FF2B5EF4-FFF2-40B4-BE49-F238E27FC236}">
                <a16:creationId xmlns:a16="http://schemas.microsoft.com/office/drawing/2014/main" id="{BAAFADB7-8BC4-DA62-552C-EE4B427BA1F8}"/>
              </a:ext>
            </a:extLst>
          </p:cNvPr>
          <p:cNvSpPr>
            <a:spLocks noGrp="1"/>
          </p:cNvSpPr>
          <p:nvPr>
            <p:ph idx="1"/>
          </p:nvPr>
        </p:nvSpPr>
        <p:spPr/>
        <p:txBody>
          <a:bodyPr/>
          <a:lstStyle/>
          <a:p>
            <a:r>
              <a:rPr lang="en-US" dirty="0"/>
              <a:t>PWMs assume statistical independence between positions in the pattern, as the probabilities for each position are calculated independently of other positions. </a:t>
            </a:r>
          </a:p>
          <a:p>
            <a:pPr marL="0" indent="0">
              <a:buNone/>
            </a:pPr>
            <a:endParaRPr lang="en-US" dirty="0"/>
          </a:p>
          <a:p>
            <a:r>
              <a:rPr lang="en-US" dirty="0"/>
              <a:t>This assumption does not match reality for splice site patterns</a:t>
            </a:r>
          </a:p>
          <a:p>
            <a:endParaRPr lang="en-US" dirty="0"/>
          </a:p>
          <a:p>
            <a:r>
              <a:rPr lang="en-US" dirty="0"/>
              <a:t>Longer correlations are present</a:t>
            </a:r>
          </a:p>
          <a:p>
            <a:endParaRPr lang="en-US" dirty="0"/>
          </a:p>
        </p:txBody>
      </p:sp>
      <p:sp>
        <p:nvSpPr>
          <p:cNvPr id="4" name="Slide Number Placeholder 3">
            <a:extLst>
              <a:ext uri="{FF2B5EF4-FFF2-40B4-BE49-F238E27FC236}">
                <a16:creationId xmlns:a16="http://schemas.microsoft.com/office/drawing/2014/main" id="{0EEA60F6-2593-7D0F-9015-9212932B69DB}"/>
              </a:ext>
            </a:extLst>
          </p:cNvPr>
          <p:cNvSpPr>
            <a:spLocks noGrp="1"/>
          </p:cNvSpPr>
          <p:nvPr>
            <p:ph type="sldNum" sz="quarter" idx="12"/>
          </p:nvPr>
        </p:nvSpPr>
        <p:spPr/>
        <p:txBody>
          <a:bodyPr/>
          <a:lstStyle/>
          <a:p>
            <a:fld id="{B82CCC60-E8CD-4174-8B1A-7DF615B22EEF}" type="slidenum">
              <a:rPr lang="en-US" smtClean="0"/>
              <a:pPr/>
              <a:t>13</a:t>
            </a:fld>
            <a:endParaRPr lang="en-US"/>
          </a:p>
        </p:txBody>
      </p:sp>
    </p:spTree>
    <p:extLst>
      <p:ext uri="{BB962C8B-B14F-4D97-AF65-F5344CB8AC3E}">
        <p14:creationId xmlns:p14="http://schemas.microsoft.com/office/powerpoint/2010/main" val="21552466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1B62A6-6CF6-33A1-9035-3D601E8263EB}"/>
              </a:ext>
            </a:extLst>
          </p:cNvPr>
          <p:cNvSpPr>
            <a:spLocks noGrp="1"/>
          </p:cNvSpPr>
          <p:nvPr>
            <p:ph type="title"/>
          </p:nvPr>
        </p:nvSpPr>
        <p:spPr/>
        <p:txBody>
          <a:bodyPr>
            <a:normAutofit fontScale="90000"/>
          </a:bodyPr>
          <a:lstStyle/>
          <a:p>
            <a:r>
              <a:rPr lang="en-US" dirty="0"/>
              <a:t>Markov chain</a:t>
            </a:r>
          </a:p>
        </p:txBody>
      </p:sp>
      <p:sp>
        <p:nvSpPr>
          <p:cNvPr id="3" name="Content Placeholder 2">
            <a:extLst>
              <a:ext uri="{FF2B5EF4-FFF2-40B4-BE49-F238E27FC236}">
                <a16:creationId xmlns:a16="http://schemas.microsoft.com/office/drawing/2014/main" id="{EA16B95C-02A4-9151-191B-9D8BCD6D1383}"/>
              </a:ext>
            </a:extLst>
          </p:cNvPr>
          <p:cNvSpPr>
            <a:spLocks noGrp="1"/>
          </p:cNvSpPr>
          <p:nvPr>
            <p:ph idx="1"/>
          </p:nvPr>
        </p:nvSpPr>
        <p:spPr>
          <a:xfrm>
            <a:off x="598620" y="1596540"/>
            <a:ext cx="7948614" cy="5016016"/>
          </a:xfrm>
        </p:spPr>
        <p:txBody>
          <a:bodyPr>
            <a:normAutofit lnSpcReduction="10000"/>
          </a:bodyPr>
          <a:lstStyle/>
          <a:p>
            <a:r>
              <a:rPr lang="en-US" dirty="0"/>
              <a:t>Markov chains allow one to quantify correlations in patterns </a:t>
            </a:r>
          </a:p>
          <a:p>
            <a:r>
              <a:rPr lang="en-US" dirty="0"/>
              <a:t>Markov chain or Markov process is a stochastic process describing a sequence of possible events in which the probability of each event depends only on the state attained in the previous event. </a:t>
            </a:r>
          </a:p>
          <a:p>
            <a:r>
              <a:rPr lang="en-US" dirty="0"/>
              <a:t>Informally, this may be thought of as, "What happens next depends only on the state of affairs now." </a:t>
            </a:r>
          </a:p>
          <a:p>
            <a:r>
              <a:rPr lang="en-US" dirty="0"/>
              <a:t>Markov processes are named in honor of the Russian mathematician Andrey Markov.</a:t>
            </a:r>
          </a:p>
          <a:p>
            <a:endParaRPr lang="en-US" dirty="0"/>
          </a:p>
        </p:txBody>
      </p:sp>
      <p:sp>
        <p:nvSpPr>
          <p:cNvPr id="4" name="Slide Number Placeholder 3">
            <a:extLst>
              <a:ext uri="{FF2B5EF4-FFF2-40B4-BE49-F238E27FC236}">
                <a16:creationId xmlns:a16="http://schemas.microsoft.com/office/drawing/2014/main" id="{C252BC07-EBC6-D9FC-A9BA-EFB43DB0CF7E}"/>
              </a:ext>
            </a:extLst>
          </p:cNvPr>
          <p:cNvSpPr>
            <a:spLocks noGrp="1"/>
          </p:cNvSpPr>
          <p:nvPr>
            <p:ph type="sldNum" sz="quarter" idx="12"/>
          </p:nvPr>
        </p:nvSpPr>
        <p:spPr/>
        <p:txBody>
          <a:bodyPr/>
          <a:lstStyle/>
          <a:p>
            <a:fld id="{B82CCC60-E8CD-4174-8B1A-7DF615B22EEF}" type="slidenum">
              <a:rPr lang="en-US" smtClean="0"/>
              <a:pPr/>
              <a:t>14</a:t>
            </a:fld>
            <a:endParaRPr lang="en-US"/>
          </a:p>
        </p:txBody>
      </p:sp>
      <p:pic>
        <p:nvPicPr>
          <p:cNvPr id="6" name="Picture 5">
            <a:extLst>
              <a:ext uri="{FF2B5EF4-FFF2-40B4-BE49-F238E27FC236}">
                <a16:creationId xmlns:a16="http://schemas.microsoft.com/office/drawing/2014/main" id="{FA7806DA-61BA-845C-E315-7F828AE892FB}"/>
              </a:ext>
            </a:extLst>
          </p:cNvPr>
          <p:cNvPicPr>
            <a:picLocks noChangeAspect="1"/>
          </p:cNvPicPr>
          <p:nvPr/>
        </p:nvPicPr>
        <p:blipFill>
          <a:blip r:embed="rId2"/>
          <a:stretch>
            <a:fillRect/>
          </a:stretch>
        </p:blipFill>
        <p:spPr>
          <a:xfrm>
            <a:off x="8659344" y="1252578"/>
            <a:ext cx="3362794" cy="4925112"/>
          </a:xfrm>
          <a:prstGeom prst="rect">
            <a:avLst/>
          </a:prstGeom>
        </p:spPr>
      </p:pic>
    </p:spTree>
    <p:extLst>
      <p:ext uri="{BB962C8B-B14F-4D97-AF65-F5344CB8AC3E}">
        <p14:creationId xmlns:p14="http://schemas.microsoft.com/office/powerpoint/2010/main" val="26283520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A01F76-B980-0774-3059-8D2F97F54932}"/>
              </a:ext>
            </a:extLst>
          </p:cNvPr>
          <p:cNvSpPr>
            <a:spLocks noGrp="1"/>
          </p:cNvSpPr>
          <p:nvPr>
            <p:ph type="title"/>
          </p:nvPr>
        </p:nvSpPr>
        <p:spPr/>
        <p:txBody>
          <a:bodyPr>
            <a:normAutofit fontScale="90000"/>
          </a:bodyPr>
          <a:lstStyle/>
          <a:p>
            <a:r>
              <a:rPr lang="en-US" dirty="0"/>
              <a:t>Markov chain</a:t>
            </a:r>
          </a:p>
        </p:txBody>
      </p:sp>
      <p:sp>
        <p:nvSpPr>
          <p:cNvPr id="3" name="Content Placeholder 2">
            <a:extLst>
              <a:ext uri="{FF2B5EF4-FFF2-40B4-BE49-F238E27FC236}">
                <a16:creationId xmlns:a16="http://schemas.microsoft.com/office/drawing/2014/main" id="{A241362D-6289-93C2-9175-08BB8693B456}"/>
              </a:ext>
            </a:extLst>
          </p:cNvPr>
          <p:cNvSpPr>
            <a:spLocks noGrp="1"/>
          </p:cNvSpPr>
          <p:nvPr>
            <p:ph idx="1"/>
          </p:nvPr>
        </p:nvSpPr>
        <p:spPr>
          <a:xfrm>
            <a:off x="598620" y="1596540"/>
            <a:ext cx="10972800" cy="5124936"/>
          </a:xfrm>
        </p:spPr>
        <p:txBody>
          <a:bodyPr>
            <a:normAutofit/>
          </a:bodyPr>
          <a:lstStyle/>
          <a:p>
            <a:r>
              <a:rPr lang="en-US" dirty="0"/>
              <a:t>We will consider Discrete-time Markov Chains</a:t>
            </a:r>
          </a:p>
          <a:p>
            <a:r>
              <a:rPr lang="en-US" dirty="0"/>
              <a:t>A discrete-time Markov chain is a sequence of random variables </a:t>
            </a:r>
            <a:r>
              <a:rPr lang="en-US" i="1" dirty="0"/>
              <a:t>X</a:t>
            </a:r>
            <a:r>
              <a:rPr lang="en-US" i="1" baseline="-25000" dirty="0"/>
              <a:t>1</a:t>
            </a:r>
            <a:r>
              <a:rPr lang="en-US" i="1" dirty="0"/>
              <a:t>, X</a:t>
            </a:r>
            <a:r>
              <a:rPr lang="en-US" i="1" baseline="-25000" dirty="0"/>
              <a:t>2</a:t>
            </a:r>
            <a:r>
              <a:rPr lang="en-US" i="1" dirty="0"/>
              <a:t>, X</a:t>
            </a:r>
            <a:r>
              <a:rPr lang="en-US" i="1" baseline="-25000" dirty="0"/>
              <a:t>3</a:t>
            </a:r>
            <a:r>
              <a:rPr lang="en-US" i="1" dirty="0"/>
              <a:t>, ... </a:t>
            </a:r>
            <a:r>
              <a:rPr lang="en-US" dirty="0"/>
              <a:t>with the Markov property, namely that the probability the next state depends only on the previous states:</a:t>
            </a:r>
          </a:p>
          <a:p>
            <a:endParaRPr lang="en-US" dirty="0"/>
          </a:p>
          <a:p>
            <a:endParaRPr lang="en-US" i="1" dirty="0"/>
          </a:p>
          <a:p>
            <a:r>
              <a:rPr lang="en-US" i="1" dirty="0"/>
              <a:t>Order</a:t>
            </a:r>
            <a:r>
              <a:rPr lang="en-US" dirty="0"/>
              <a:t> of the Markov chain is equal to the number of the previous states considered to determine the probability of the next state</a:t>
            </a:r>
          </a:p>
          <a:p>
            <a:pPr marL="0" indent="0">
              <a:buNone/>
            </a:pPr>
            <a:br>
              <a:rPr lang="en-US" dirty="0"/>
            </a:br>
            <a:endParaRPr lang="en-US" dirty="0"/>
          </a:p>
        </p:txBody>
      </p:sp>
      <p:sp>
        <p:nvSpPr>
          <p:cNvPr id="4" name="Slide Number Placeholder 3">
            <a:extLst>
              <a:ext uri="{FF2B5EF4-FFF2-40B4-BE49-F238E27FC236}">
                <a16:creationId xmlns:a16="http://schemas.microsoft.com/office/drawing/2014/main" id="{14024010-2C37-2FB8-95A9-C81A412BC4CD}"/>
              </a:ext>
            </a:extLst>
          </p:cNvPr>
          <p:cNvSpPr>
            <a:spLocks noGrp="1"/>
          </p:cNvSpPr>
          <p:nvPr>
            <p:ph type="sldNum" sz="quarter" idx="12"/>
          </p:nvPr>
        </p:nvSpPr>
        <p:spPr/>
        <p:txBody>
          <a:bodyPr/>
          <a:lstStyle/>
          <a:p>
            <a:fld id="{B82CCC60-E8CD-4174-8B1A-7DF615B22EEF}" type="slidenum">
              <a:rPr lang="en-US" smtClean="0"/>
              <a:pPr/>
              <a:t>15</a:t>
            </a:fld>
            <a:endParaRPr lang="en-US"/>
          </a:p>
        </p:txBody>
      </p:sp>
      <p:pic>
        <p:nvPicPr>
          <p:cNvPr id="6" name="Picture 5">
            <a:extLst>
              <a:ext uri="{FF2B5EF4-FFF2-40B4-BE49-F238E27FC236}">
                <a16:creationId xmlns:a16="http://schemas.microsoft.com/office/drawing/2014/main" id="{96420FFC-EA14-08C2-EC8D-168F81626249}"/>
              </a:ext>
            </a:extLst>
          </p:cNvPr>
          <p:cNvPicPr>
            <a:picLocks noChangeAspect="1"/>
          </p:cNvPicPr>
          <p:nvPr/>
        </p:nvPicPr>
        <p:blipFill>
          <a:blip r:embed="rId2"/>
          <a:stretch>
            <a:fillRect/>
          </a:stretch>
        </p:blipFill>
        <p:spPr>
          <a:xfrm>
            <a:off x="425715" y="3718904"/>
            <a:ext cx="10637587" cy="515083"/>
          </a:xfrm>
          <a:prstGeom prst="rect">
            <a:avLst/>
          </a:prstGeom>
        </p:spPr>
      </p:pic>
    </p:spTree>
    <p:extLst>
      <p:ext uri="{BB962C8B-B14F-4D97-AF65-F5344CB8AC3E}">
        <p14:creationId xmlns:p14="http://schemas.microsoft.com/office/powerpoint/2010/main" val="6881615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0BA50-468B-9A7B-2055-9462DED1B608}"/>
              </a:ext>
            </a:extLst>
          </p:cNvPr>
          <p:cNvSpPr>
            <a:spLocks noGrp="1"/>
          </p:cNvSpPr>
          <p:nvPr>
            <p:ph type="title"/>
          </p:nvPr>
        </p:nvSpPr>
        <p:spPr/>
        <p:txBody>
          <a:bodyPr>
            <a:normAutofit fontScale="90000"/>
          </a:bodyPr>
          <a:lstStyle/>
          <a:p>
            <a:r>
              <a:rPr lang="en-US" dirty="0"/>
              <a:t>Markov model</a:t>
            </a:r>
          </a:p>
        </p:txBody>
      </p:sp>
      <p:sp>
        <p:nvSpPr>
          <p:cNvPr id="4" name="Slide Number Placeholder 3">
            <a:extLst>
              <a:ext uri="{FF2B5EF4-FFF2-40B4-BE49-F238E27FC236}">
                <a16:creationId xmlns:a16="http://schemas.microsoft.com/office/drawing/2014/main" id="{DFFF569B-E796-AF0A-70C8-DD40FA3BBFD5}"/>
              </a:ext>
            </a:extLst>
          </p:cNvPr>
          <p:cNvSpPr>
            <a:spLocks noGrp="1"/>
          </p:cNvSpPr>
          <p:nvPr>
            <p:ph type="sldNum" sz="quarter" idx="12"/>
          </p:nvPr>
        </p:nvSpPr>
        <p:spPr/>
        <p:txBody>
          <a:bodyPr/>
          <a:lstStyle/>
          <a:p>
            <a:fld id="{B82CCC60-E8CD-4174-8B1A-7DF615B22EEF}" type="slidenum">
              <a:rPr lang="en-US" smtClean="0"/>
              <a:pPr/>
              <a:t>16</a:t>
            </a:fld>
            <a:endParaRPr lang="en-US"/>
          </a:p>
        </p:txBody>
      </p:sp>
      <p:sp>
        <p:nvSpPr>
          <p:cNvPr id="5" name="Oval 4">
            <a:extLst>
              <a:ext uri="{FF2B5EF4-FFF2-40B4-BE49-F238E27FC236}">
                <a16:creationId xmlns:a16="http://schemas.microsoft.com/office/drawing/2014/main" id="{CB03D258-65BC-1899-A9DE-78941C62335D}"/>
              </a:ext>
            </a:extLst>
          </p:cNvPr>
          <p:cNvSpPr/>
          <p:nvPr/>
        </p:nvSpPr>
        <p:spPr>
          <a:xfrm>
            <a:off x="5929084" y="4470400"/>
            <a:ext cx="899886" cy="89988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5F43DE0B-A74A-1BFE-4832-6070FE0945FB}"/>
              </a:ext>
            </a:extLst>
          </p:cNvPr>
          <p:cNvSpPr/>
          <p:nvPr/>
        </p:nvSpPr>
        <p:spPr>
          <a:xfrm>
            <a:off x="8889999" y="4470400"/>
            <a:ext cx="899886" cy="899886"/>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12" name="Ink 11">
                <a:extLst>
                  <a:ext uri="{FF2B5EF4-FFF2-40B4-BE49-F238E27FC236}">
                    <a16:creationId xmlns:a16="http://schemas.microsoft.com/office/drawing/2014/main" id="{A3DAD338-3529-0BA9-BF9D-04D50CC07251}"/>
                  </a:ext>
                </a:extLst>
              </p14:cNvPr>
              <p14:cNvContentPartPr/>
              <p14:nvPr/>
            </p14:nvContentPartPr>
            <p14:xfrm>
              <a:off x="6625662" y="4193440"/>
              <a:ext cx="2343600" cy="472680"/>
            </p14:xfrm>
          </p:contentPart>
        </mc:Choice>
        <mc:Fallback xmlns="">
          <p:pic>
            <p:nvPicPr>
              <p:cNvPr id="12" name="Ink 11">
                <a:extLst>
                  <a:ext uri="{FF2B5EF4-FFF2-40B4-BE49-F238E27FC236}">
                    <a16:creationId xmlns:a16="http://schemas.microsoft.com/office/drawing/2014/main" id="{A3DAD338-3529-0BA9-BF9D-04D50CC07251}"/>
                  </a:ext>
                </a:extLst>
              </p:cNvPr>
              <p:cNvPicPr/>
              <p:nvPr/>
            </p:nvPicPr>
            <p:blipFill>
              <a:blip r:embed="rId3"/>
              <a:stretch>
                <a:fillRect/>
              </a:stretch>
            </p:blipFill>
            <p:spPr>
              <a:xfrm>
                <a:off x="6619542" y="4187320"/>
                <a:ext cx="2355840" cy="4849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3" name="Ink 12">
                <a:extLst>
                  <a:ext uri="{FF2B5EF4-FFF2-40B4-BE49-F238E27FC236}">
                    <a16:creationId xmlns:a16="http://schemas.microsoft.com/office/drawing/2014/main" id="{0286670F-611A-8C09-FC4B-6073AD8420D3}"/>
                  </a:ext>
                </a:extLst>
              </p14:cNvPr>
              <p14:cNvContentPartPr/>
              <p14:nvPr/>
            </p14:nvContentPartPr>
            <p14:xfrm>
              <a:off x="6627102" y="5311960"/>
              <a:ext cx="2502720" cy="400320"/>
            </p14:xfrm>
          </p:contentPart>
        </mc:Choice>
        <mc:Fallback xmlns="">
          <p:pic>
            <p:nvPicPr>
              <p:cNvPr id="13" name="Ink 12">
                <a:extLst>
                  <a:ext uri="{FF2B5EF4-FFF2-40B4-BE49-F238E27FC236}">
                    <a16:creationId xmlns:a16="http://schemas.microsoft.com/office/drawing/2014/main" id="{0286670F-611A-8C09-FC4B-6073AD8420D3}"/>
                  </a:ext>
                </a:extLst>
              </p:cNvPr>
              <p:cNvPicPr/>
              <p:nvPr/>
            </p:nvPicPr>
            <p:blipFill>
              <a:blip r:embed="rId5"/>
              <a:stretch>
                <a:fillRect/>
              </a:stretch>
            </p:blipFill>
            <p:spPr>
              <a:xfrm>
                <a:off x="6620982" y="5305840"/>
                <a:ext cx="25149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4" name="Ink 13">
                <a:extLst>
                  <a:ext uri="{FF2B5EF4-FFF2-40B4-BE49-F238E27FC236}">
                    <a16:creationId xmlns:a16="http://schemas.microsoft.com/office/drawing/2014/main" id="{E88A6678-029B-DE86-4569-5EB1C2527D45}"/>
                  </a:ext>
                </a:extLst>
              </p14:cNvPr>
              <p14:cNvContentPartPr/>
              <p14:nvPr/>
            </p14:nvContentPartPr>
            <p14:xfrm>
              <a:off x="9687822" y="4339600"/>
              <a:ext cx="1329840" cy="1373040"/>
            </p14:xfrm>
          </p:contentPart>
        </mc:Choice>
        <mc:Fallback xmlns="">
          <p:pic>
            <p:nvPicPr>
              <p:cNvPr id="14" name="Ink 13">
                <a:extLst>
                  <a:ext uri="{FF2B5EF4-FFF2-40B4-BE49-F238E27FC236}">
                    <a16:creationId xmlns:a16="http://schemas.microsoft.com/office/drawing/2014/main" id="{E88A6678-029B-DE86-4569-5EB1C2527D45}"/>
                  </a:ext>
                </a:extLst>
              </p:cNvPr>
              <p:cNvPicPr/>
              <p:nvPr/>
            </p:nvPicPr>
            <p:blipFill>
              <a:blip r:embed="rId7"/>
              <a:stretch>
                <a:fillRect/>
              </a:stretch>
            </p:blipFill>
            <p:spPr>
              <a:xfrm>
                <a:off x="9681702" y="4333480"/>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5" name="Ink 14">
                <a:extLst>
                  <a:ext uri="{FF2B5EF4-FFF2-40B4-BE49-F238E27FC236}">
                    <a16:creationId xmlns:a16="http://schemas.microsoft.com/office/drawing/2014/main" id="{B318501D-3BFA-1759-BAC7-3D2CCD418F07}"/>
                  </a:ext>
                </a:extLst>
              </p14:cNvPr>
              <p14:cNvContentPartPr/>
              <p14:nvPr/>
            </p14:nvContentPartPr>
            <p14:xfrm>
              <a:off x="4695342" y="4150960"/>
              <a:ext cx="1371600" cy="1343880"/>
            </p14:xfrm>
          </p:contentPart>
        </mc:Choice>
        <mc:Fallback xmlns="">
          <p:pic>
            <p:nvPicPr>
              <p:cNvPr id="15" name="Ink 14">
                <a:extLst>
                  <a:ext uri="{FF2B5EF4-FFF2-40B4-BE49-F238E27FC236}">
                    <a16:creationId xmlns:a16="http://schemas.microsoft.com/office/drawing/2014/main" id="{B318501D-3BFA-1759-BAC7-3D2CCD418F07}"/>
                  </a:ext>
                </a:extLst>
              </p:cNvPr>
              <p:cNvPicPr/>
              <p:nvPr/>
            </p:nvPicPr>
            <p:blipFill>
              <a:blip r:embed="rId9"/>
              <a:stretch>
                <a:fillRect/>
              </a:stretch>
            </p:blipFill>
            <p:spPr>
              <a:xfrm>
                <a:off x="4689222" y="4144840"/>
                <a:ext cx="1383840" cy="1356120"/>
              </a:xfrm>
              <a:prstGeom prst="rect">
                <a:avLst/>
              </a:prstGeom>
            </p:spPr>
          </p:pic>
        </mc:Fallback>
      </mc:AlternateContent>
      <p:sp>
        <p:nvSpPr>
          <p:cNvPr id="16" name="TextBox 15">
            <a:extLst>
              <a:ext uri="{FF2B5EF4-FFF2-40B4-BE49-F238E27FC236}">
                <a16:creationId xmlns:a16="http://schemas.microsoft.com/office/drawing/2014/main" id="{7BD87FAF-6FC2-ED8F-985E-B67DB59F1172}"/>
              </a:ext>
            </a:extLst>
          </p:cNvPr>
          <p:cNvSpPr txBox="1"/>
          <p:nvPr/>
        </p:nvSpPr>
        <p:spPr>
          <a:xfrm>
            <a:off x="7402050" y="3810485"/>
            <a:ext cx="476412" cy="369332"/>
          </a:xfrm>
          <a:prstGeom prst="rect">
            <a:avLst/>
          </a:prstGeom>
          <a:noFill/>
        </p:spPr>
        <p:txBody>
          <a:bodyPr wrap="none" rtlCol="0">
            <a:spAutoFit/>
          </a:bodyPr>
          <a:lstStyle/>
          <a:p>
            <a:r>
              <a:rPr lang="en-US" dirty="0"/>
              <a:t>0.8</a:t>
            </a:r>
          </a:p>
        </p:txBody>
      </p:sp>
      <p:sp>
        <p:nvSpPr>
          <p:cNvPr id="17" name="TextBox 16">
            <a:extLst>
              <a:ext uri="{FF2B5EF4-FFF2-40B4-BE49-F238E27FC236}">
                <a16:creationId xmlns:a16="http://schemas.microsoft.com/office/drawing/2014/main" id="{DE78BEF8-AF42-0D49-94F4-10DEF6780D95}"/>
              </a:ext>
            </a:extLst>
          </p:cNvPr>
          <p:cNvSpPr txBox="1"/>
          <p:nvPr/>
        </p:nvSpPr>
        <p:spPr>
          <a:xfrm>
            <a:off x="7402050" y="5868925"/>
            <a:ext cx="476412" cy="369332"/>
          </a:xfrm>
          <a:prstGeom prst="rect">
            <a:avLst/>
          </a:prstGeom>
          <a:noFill/>
        </p:spPr>
        <p:txBody>
          <a:bodyPr wrap="none" rtlCol="0">
            <a:spAutoFit/>
          </a:bodyPr>
          <a:lstStyle/>
          <a:p>
            <a:r>
              <a:rPr lang="en-US" dirty="0"/>
              <a:t>0.5</a:t>
            </a:r>
          </a:p>
        </p:txBody>
      </p:sp>
      <p:sp>
        <p:nvSpPr>
          <p:cNvPr id="18" name="TextBox 17">
            <a:extLst>
              <a:ext uri="{FF2B5EF4-FFF2-40B4-BE49-F238E27FC236}">
                <a16:creationId xmlns:a16="http://schemas.microsoft.com/office/drawing/2014/main" id="{F7B9C477-3A97-9117-F829-B7BEBAA1ED59}"/>
              </a:ext>
            </a:extLst>
          </p:cNvPr>
          <p:cNvSpPr txBox="1"/>
          <p:nvPr/>
        </p:nvSpPr>
        <p:spPr>
          <a:xfrm>
            <a:off x="11017662" y="4822900"/>
            <a:ext cx="476412" cy="369332"/>
          </a:xfrm>
          <a:prstGeom prst="rect">
            <a:avLst/>
          </a:prstGeom>
          <a:noFill/>
        </p:spPr>
        <p:txBody>
          <a:bodyPr wrap="none" rtlCol="0">
            <a:spAutoFit/>
          </a:bodyPr>
          <a:lstStyle/>
          <a:p>
            <a:r>
              <a:rPr lang="en-US" dirty="0"/>
              <a:t>0.5</a:t>
            </a:r>
          </a:p>
        </p:txBody>
      </p:sp>
      <p:sp>
        <p:nvSpPr>
          <p:cNvPr id="19" name="TextBox 18">
            <a:extLst>
              <a:ext uri="{FF2B5EF4-FFF2-40B4-BE49-F238E27FC236}">
                <a16:creationId xmlns:a16="http://schemas.microsoft.com/office/drawing/2014/main" id="{A2189685-645B-1507-7902-1342429B1033}"/>
              </a:ext>
            </a:extLst>
          </p:cNvPr>
          <p:cNvSpPr txBox="1"/>
          <p:nvPr/>
        </p:nvSpPr>
        <p:spPr>
          <a:xfrm>
            <a:off x="5142936" y="3781628"/>
            <a:ext cx="476412" cy="369332"/>
          </a:xfrm>
          <a:prstGeom prst="rect">
            <a:avLst/>
          </a:prstGeom>
          <a:noFill/>
        </p:spPr>
        <p:txBody>
          <a:bodyPr wrap="none" rtlCol="0">
            <a:spAutoFit/>
          </a:bodyPr>
          <a:lstStyle/>
          <a:p>
            <a:r>
              <a:rPr lang="en-US" dirty="0"/>
              <a:t>0.2</a:t>
            </a:r>
          </a:p>
        </p:txBody>
      </p:sp>
      <p:sp>
        <p:nvSpPr>
          <p:cNvPr id="20" name="TextBox 19">
            <a:extLst>
              <a:ext uri="{FF2B5EF4-FFF2-40B4-BE49-F238E27FC236}">
                <a16:creationId xmlns:a16="http://schemas.microsoft.com/office/drawing/2014/main" id="{FDEE1BCD-2B6A-0177-D5DE-D8080229269E}"/>
              </a:ext>
            </a:extLst>
          </p:cNvPr>
          <p:cNvSpPr txBox="1"/>
          <p:nvPr/>
        </p:nvSpPr>
        <p:spPr>
          <a:xfrm>
            <a:off x="5963771" y="2984203"/>
            <a:ext cx="3829382" cy="369332"/>
          </a:xfrm>
          <a:prstGeom prst="rect">
            <a:avLst/>
          </a:prstGeom>
          <a:noFill/>
        </p:spPr>
        <p:txBody>
          <a:bodyPr wrap="none" rtlCol="0">
            <a:spAutoFit/>
          </a:bodyPr>
          <a:lstStyle/>
          <a:p>
            <a:r>
              <a:rPr lang="en-US" dirty="0"/>
              <a:t>Outgoing probabilities must sum to 1 !</a:t>
            </a:r>
          </a:p>
        </p:txBody>
      </p:sp>
      <p:sp>
        <p:nvSpPr>
          <p:cNvPr id="21" name="TextBox 20">
            <a:extLst>
              <a:ext uri="{FF2B5EF4-FFF2-40B4-BE49-F238E27FC236}">
                <a16:creationId xmlns:a16="http://schemas.microsoft.com/office/drawing/2014/main" id="{BB50C94E-B231-39D3-72F0-7360E8C5C211}"/>
              </a:ext>
            </a:extLst>
          </p:cNvPr>
          <p:cNvSpPr txBox="1"/>
          <p:nvPr/>
        </p:nvSpPr>
        <p:spPr>
          <a:xfrm>
            <a:off x="586283" y="1654283"/>
            <a:ext cx="4157741" cy="5078313"/>
          </a:xfrm>
          <a:prstGeom prst="rect">
            <a:avLst/>
          </a:prstGeom>
          <a:noFill/>
        </p:spPr>
        <p:txBody>
          <a:bodyPr wrap="none" rtlCol="0">
            <a:spAutoFit/>
          </a:bodyPr>
          <a:lstStyle/>
          <a:p>
            <a:r>
              <a:rPr lang="en-US" dirty="0"/>
              <a:t>Markov model has:</a:t>
            </a:r>
          </a:p>
          <a:p>
            <a:pPr marL="342900" indent="-342900">
              <a:buAutoNum type="arabicPeriod"/>
            </a:pPr>
            <a:r>
              <a:rPr lang="en-US" dirty="0"/>
              <a:t>A set of states</a:t>
            </a:r>
          </a:p>
          <a:p>
            <a:pPr marL="342900" indent="-342900">
              <a:buAutoNum type="arabicPeriod"/>
            </a:pPr>
            <a:r>
              <a:rPr lang="en-US" dirty="0"/>
              <a:t>Transition probabilities between states</a:t>
            </a:r>
          </a:p>
          <a:p>
            <a:pPr marL="342900" indent="-342900">
              <a:buAutoNum type="arabicPeriod"/>
            </a:pPr>
            <a:r>
              <a:rPr lang="en-US" dirty="0"/>
              <a:t>Probabilities of the starting states</a:t>
            </a:r>
          </a:p>
          <a:p>
            <a:endParaRPr lang="en-US" dirty="0"/>
          </a:p>
          <a:p>
            <a:r>
              <a:rPr lang="en-US" dirty="0"/>
              <a:t>Transition probability matrix:</a:t>
            </a:r>
          </a:p>
          <a:p>
            <a:r>
              <a:rPr lang="en-US" b="1" dirty="0">
                <a:latin typeface="Courier New" panose="02070309020205020404" pitchFamily="49" charset="0"/>
                <a:cs typeface="Courier New" panose="02070309020205020404" pitchFamily="49" charset="0"/>
              </a:rPr>
              <a:t>           To</a:t>
            </a:r>
          </a:p>
          <a:p>
            <a:r>
              <a:rPr lang="en-US" b="1" dirty="0">
                <a:latin typeface="Courier New" panose="02070309020205020404" pitchFamily="49" charset="0"/>
                <a:cs typeface="Courier New" panose="02070309020205020404" pitchFamily="49" charset="0"/>
              </a:rPr>
              <a:t>         B    G</a:t>
            </a:r>
          </a:p>
          <a:p>
            <a:r>
              <a:rPr lang="en-US" b="1" dirty="0">
                <a:latin typeface="Courier New" panose="02070309020205020404" pitchFamily="49" charset="0"/>
                <a:cs typeface="Courier New" panose="02070309020205020404" pitchFamily="49" charset="0"/>
              </a:rPr>
              <a:t>From B  0.2  0.8</a:t>
            </a:r>
          </a:p>
          <a:p>
            <a:r>
              <a:rPr lang="en-US" b="1" dirty="0">
                <a:latin typeface="Courier New" panose="02070309020205020404" pitchFamily="49" charset="0"/>
                <a:cs typeface="Courier New" panose="02070309020205020404" pitchFamily="49" charset="0"/>
              </a:rPr>
              <a:t>     G  0.5  0.5</a:t>
            </a:r>
          </a:p>
          <a:p>
            <a:endParaRPr lang="en-US" dirty="0">
              <a:latin typeface="Courier New" panose="02070309020205020404" pitchFamily="49" charset="0"/>
              <a:cs typeface="Courier New" panose="02070309020205020404" pitchFamily="49" charset="0"/>
            </a:endParaRPr>
          </a:p>
          <a:p>
            <a:r>
              <a:rPr lang="en-US" dirty="0">
                <a:cs typeface="Courier New" panose="02070309020205020404" pitchFamily="49" charset="0"/>
              </a:rPr>
              <a:t>Starting probabilities</a:t>
            </a:r>
          </a:p>
          <a:p>
            <a:r>
              <a:rPr lang="en-US" b="1" dirty="0" err="1">
                <a:latin typeface="Courier New" panose="02070309020205020404" pitchFamily="49" charset="0"/>
                <a:cs typeface="Courier New" panose="02070309020205020404" pitchFamily="49" charset="0"/>
              </a:rPr>
              <a:t>Pr</a:t>
            </a:r>
            <a:r>
              <a:rPr lang="en-US" b="1" dirty="0">
                <a:latin typeface="Courier New" panose="02070309020205020404" pitchFamily="49" charset="0"/>
                <a:cs typeface="Courier New" panose="02070309020205020404" pitchFamily="49" charset="0"/>
              </a:rPr>
              <a:t>(B) = 0.6</a:t>
            </a:r>
          </a:p>
          <a:p>
            <a:r>
              <a:rPr lang="en-US" b="1" dirty="0" err="1">
                <a:latin typeface="Courier New" panose="02070309020205020404" pitchFamily="49" charset="0"/>
                <a:cs typeface="Courier New" panose="02070309020205020404" pitchFamily="49" charset="0"/>
              </a:rPr>
              <a:t>Pr</a:t>
            </a:r>
            <a:r>
              <a:rPr lang="en-US" b="1" dirty="0">
                <a:latin typeface="Courier New" panose="02070309020205020404" pitchFamily="49" charset="0"/>
                <a:cs typeface="Courier New" panose="02070309020205020404" pitchFamily="49" charset="0"/>
              </a:rPr>
              <a:t>(G) = 0.4</a:t>
            </a:r>
          </a:p>
          <a:p>
            <a:endParaRPr lang="en-US" dirty="0">
              <a:latin typeface="Courier New" panose="02070309020205020404" pitchFamily="49" charset="0"/>
              <a:cs typeface="Courier New" panose="02070309020205020404" pitchFamily="49" charset="0"/>
            </a:endParaRPr>
          </a:p>
          <a:p>
            <a:r>
              <a:rPr lang="en-US" dirty="0"/>
              <a:t>Markov walk:</a:t>
            </a:r>
          </a:p>
          <a:p>
            <a:r>
              <a:rPr lang="en-US" b="1" dirty="0">
                <a:latin typeface="Courier New" panose="02070309020205020404" pitchFamily="49" charset="0"/>
                <a:cs typeface="Courier New" panose="02070309020205020404" pitchFamily="49" charset="0"/>
              </a:rPr>
              <a:t>BGGBGBGGGBBGBGGGBGGGGB</a:t>
            </a:r>
          </a:p>
          <a:p>
            <a:r>
              <a:rPr lang="en-US" dirty="0">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36404674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1">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1">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1">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1">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1">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1">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1">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1">
                                            <p:txEl>
                                              <p:pRg st="12" end="1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1">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1">
                                            <p:txEl>
                                              <p:pRg st="15" end="1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1">
                                            <p:txEl>
                                              <p:pRg st="16" end="1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1">
                                            <p:txEl>
                                              <p:pRg st="17" end="1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03951-AC80-E0AF-7E71-92F513EA53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CF4F25-810E-77F3-6390-D68CB56F8E76}"/>
              </a:ext>
            </a:extLst>
          </p:cNvPr>
          <p:cNvSpPr>
            <a:spLocks noGrp="1"/>
          </p:cNvSpPr>
          <p:nvPr>
            <p:ph type="title"/>
          </p:nvPr>
        </p:nvSpPr>
        <p:spPr/>
        <p:txBody>
          <a:bodyPr>
            <a:normAutofit fontScale="90000"/>
          </a:bodyPr>
          <a:lstStyle/>
          <a:p>
            <a:r>
              <a:rPr lang="en-US" dirty="0"/>
              <a:t>Markov model</a:t>
            </a:r>
          </a:p>
        </p:txBody>
      </p:sp>
      <p:sp>
        <p:nvSpPr>
          <p:cNvPr id="4" name="Slide Number Placeholder 3">
            <a:extLst>
              <a:ext uri="{FF2B5EF4-FFF2-40B4-BE49-F238E27FC236}">
                <a16:creationId xmlns:a16="http://schemas.microsoft.com/office/drawing/2014/main" id="{D1951542-F298-E800-5A7F-583812C68826}"/>
              </a:ext>
            </a:extLst>
          </p:cNvPr>
          <p:cNvSpPr>
            <a:spLocks noGrp="1"/>
          </p:cNvSpPr>
          <p:nvPr>
            <p:ph type="sldNum" sz="quarter" idx="12"/>
          </p:nvPr>
        </p:nvSpPr>
        <p:spPr/>
        <p:txBody>
          <a:bodyPr/>
          <a:lstStyle/>
          <a:p>
            <a:fld id="{B82CCC60-E8CD-4174-8B1A-7DF615B22EEF}" type="slidenum">
              <a:rPr lang="en-US" smtClean="0"/>
              <a:pPr/>
              <a:t>17</a:t>
            </a:fld>
            <a:endParaRPr lang="en-US"/>
          </a:p>
        </p:txBody>
      </p:sp>
      <p:sp>
        <p:nvSpPr>
          <p:cNvPr id="5" name="Oval 4">
            <a:extLst>
              <a:ext uri="{FF2B5EF4-FFF2-40B4-BE49-F238E27FC236}">
                <a16:creationId xmlns:a16="http://schemas.microsoft.com/office/drawing/2014/main" id="{F90B7F7D-E6D1-CDC0-7573-3011B9EFF025}"/>
              </a:ext>
            </a:extLst>
          </p:cNvPr>
          <p:cNvSpPr/>
          <p:nvPr/>
        </p:nvSpPr>
        <p:spPr>
          <a:xfrm>
            <a:off x="5929084" y="4470400"/>
            <a:ext cx="899886" cy="89988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0E546F05-01AA-5B5D-4865-8108599C1BE2}"/>
              </a:ext>
            </a:extLst>
          </p:cNvPr>
          <p:cNvSpPr/>
          <p:nvPr/>
        </p:nvSpPr>
        <p:spPr>
          <a:xfrm>
            <a:off x="8889999" y="4470400"/>
            <a:ext cx="899886" cy="899886"/>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12" name="Ink 11">
                <a:extLst>
                  <a:ext uri="{FF2B5EF4-FFF2-40B4-BE49-F238E27FC236}">
                    <a16:creationId xmlns:a16="http://schemas.microsoft.com/office/drawing/2014/main" id="{C3B430CC-7913-8DB9-558C-B915C5076B41}"/>
                  </a:ext>
                </a:extLst>
              </p14:cNvPr>
              <p14:cNvContentPartPr/>
              <p14:nvPr/>
            </p14:nvContentPartPr>
            <p14:xfrm>
              <a:off x="6625662" y="4193440"/>
              <a:ext cx="2343600" cy="472680"/>
            </p14:xfrm>
          </p:contentPart>
        </mc:Choice>
        <mc:Fallback xmlns="">
          <p:pic>
            <p:nvPicPr>
              <p:cNvPr id="12" name="Ink 11">
                <a:extLst>
                  <a:ext uri="{FF2B5EF4-FFF2-40B4-BE49-F238E27FC236}">
                    <a16:creationId xmlns:a16="http://schemas.microsoft.com/office/drawing/2014/main" id="{C3B430CC-7913-8DB9-558C-B915C5076B41}"/>
                  </a:ext>
                </a:extLst>
              </p:cNvPr>
              <p:cNvPicPr/>
              <p:nvPr/>
            </p:nvPicPr>
            <p:blipFill>
              <a:blip r:embed="rId3"/>
              <a:stretch>
                <a:fillRect/>
              </a:stretch>
            </p:blipFill>
            <p:spPr>
              <a:xfrm>
                <a:off x="6619541" y="4187320"/>
                <a:ext cx="2355842" cy="4849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3" name="Ink 12">
                <a:extLst>
                  <a:ext uri="{FF2B5EF4-FFF2-40B4-BE49-F238E27FC236}">
                    <a16:creationId xmlns:a16="http://schemas.microsoft.com/office/drawing/2014/main" id="{E5DF799E-9A78-C13D-0FAE-3923EBFB3ACD}"/>
                  </a:ext>
                </a:extLst>
              </p14:cNvPr>
              <p14:cNvContentPartPr/>
              <p14:nvPr/>
            </p14:nvContentPartPr>
            <p14:xfrm>
              <a:off x="6627102" y="5311960"/>
              <a:ext cx="2502720" cy="400320"/>
            </p14:xfrm>
          </p:contentPart>
        </mc:Choice>
        <mc:Fallback xmlns="">
          <p:pic>
            <p:nvPicPr>
              <p:cNvPr id="13" name="Ink 12">
                <a:extLst>
                  <a:ext uri="{FF2B5EF4-FFF2-40B4-BE49-F238E27FC236}">
                    <a16:creationId xmlns:a16="http://schemas.microsoft.com/office/drawing/2014/main" id="{E5DF799E-9A78-C13D-0FAE-3923EBFB3ACD}"/>
                  </a:ext>
                </a:extLst>
              </p:cNvPr>
              <p:cNvPicPr/>
              <p:nvPr/>
            </p:nvPicPr>
            <p:blipFill>
              <a:blip r:embed="rId5"/>
              <a:stretch>
                <a:fillRect/>
              </a:stretch>
            </p:blipFill>
            <p:spPr>
              <a:xfrm>
                <a:off x="6620982" y="5305840"/>
                <a:ext cx="25149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4" name="Ink 13">
                <a:extLst>
                  <a:ext uri="{FF2B5EF4-FFF2-40B4-BE49-F238E27FC236}">
                    <a16:creationId xmlns:a16="http://schemas.microsoft.com/office/drawing/2014/main" id="{F8F5AAF6-B8A3-793B-DE8E-A6183F15A5AB}"/>
                  </a:ext>
                </a:extLst>
              </p14:cNvPr>
              <p14:cNvContentPartPr/>
              <p14:nvPr/>
            </p14:nvContentPartPr>
            <p14:xfrm>
              <a:off x="9687822" y="4339600"/>
              <a:ext cx="1329840" cy="1373040"/>
            </p14:xfrm>
          </p:contentPart>
        </mc:Choice>
        <mc:Fallback xmlns="">
          <p:pic>
            <p:nvPicPr>
              <p:cNvPr id="14" name="Ink 13">
                <a:extLst>
                  <a:ext uri="{FF2B5EF4-FFF2-40B4-BE49-F238E27FC236}">
                    <a16:creationId xmlns:a16="http://schemas.microsoft.com/office/drawing/2014/main" id="{F8F5AAF6-B8A3-793B-DE8E-A6183F15A5AB}"/>
                  </a:ext>
                </a:extLst>
              </p:cNvPr>
              <p:cNvPicPr/>
              <p:nvPr/>
            </p:nvPicPr>
            <p:blipFill>
              <a:blip r:embed="rId7"/>
              <a:stretch>
                <a:fillRect/>
              </a:stretch>
            </p:blipFill>
            <p:spPr>
              <a:xfrm>
                <a:off x="9681702" y="4333480"/>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5" name="Ink 14">
                <a:extLst>
                  <a:ext uri="{FF2B5EF4-FFF2-40B4-BE49-F238E27FC236}">
                    <a16:creationId xmlns:a16="http://schemas.microsoft.com/office/drawing/2014/main" id="{3D4EF1FF-E8E6-1E6A-664C-820698237A8A}"/>
                  </a:ext>
                </a:extLst>
              </p14:cNvPr>
              <p14:cNvContentPartPr/>
              <p14:nvPr/>
            </p14:nvContentPartPr>
            <p14:xfrm>
              <a:off x="4695342" y="4150960"/>
              <a:ext cx="1371600" cy="1343880"/>
            </p14:xfrm>
          </p:contentPart>
        </mc:Choice>
        <mc:Fallback xmlns="">
          <p:pic>
            <p:nvPicPr>
              <p:cNvPr id="15" name="Ink 14">
                <a:extLst>
                  <a:ext uri="{FF2B5EF4-FFF2-40B4-BE49-F238E27FC236}">
                    <a16:creationId xmlns:a16="http://schemas.microsoft.com/office/drawing/2014/main" id="{3D4EF1FF-E8E6-1E6A-664C-820698237A8A}"/>
                  </a:ext>
                </a:extLst>
              </p:cNvPr>
              <p:cNvPicPr/>
              <p:nvPr/>
            </p:nvPicPr>
            <p:blipFill>
              <a:blip r:embed="rId9"/>
              <a:stretch>
                <a:fillRect/>
              </a:stretch>
            </p:blipFill>
            <p:spPr>
              <a:xfrm>
                <a:off x="4689222" y="4144840"/>
                <a:ext cx="1383840" cy="1356120"/>
              </a:xfrm>
              <a:prstGeom prst="rect">
                <a:avLst/>
              </a:prstGeom>
            </p:spPr>
          </p:pic>
        </mc:Fallback>
      </mc:AlternateContent>
      <p:sp>
        <p:nvSpPr>
          <p:cNvPr id="16" name="TextBox 15">
            <a:extLst>
              <a:ext uri="{FF2B5EF4-FFF2-40B4-BE49-F238E27FC236}">
                <a16:creationId xmlns:a16="http://schemas.microsoft.com/office/drawing/2014/main" id="{A317E113-FCA7-ECBF-6138-7A52B1DE4079}"/>
              </a:ext>
            </a:extLst>
          </p:cNvPr>
          <p:cNvSpPr txBox="1"/>
          <p:nvPr/>
        </p:nvSpPr>
        <p:spPr>
          <a:xfrm>
            <a:off x="7402050" y="3810485"/>
            <a:ext cx="476412" cy="369332"/>
          </a:xfrm>
          <a:prstGeom prst="rect">
            <a:avLst/>
          </a:prstGeom>
          <a:noFill/>
        </p:spPr>
        <p:txBody>
          <a:bodyPr wrap="none" rtlCol="0">
            <a:spAutoFit/>
          </a:bodyPr>
          <a:lstStyle/>
          <a:p>
            <a:r>
              <a:rPr lang="en-US" dirty="0"/>
              <a:t>0.8</a:t>
            </a:r>
          </a:p>
        </p:txBody>
      </p:sp>
      <p:sp>
        <p:nvSpPr>
          <p:cNvPr id="17" name="TextBox 16">
            <a:extLst>
              <a:ext uri="{FF2B5EF4-FFF2-40B4-BE49-F238E27FC236}">
                <a16:creationId xmlns:a16="http://schemas.microsoft.com/office/drawing/2014/main" id="{70FA37D2-51DA-8187-9EE3-88D52DCC9B06}"/>
              </a:ext>
            </a:extLst>
          </p:cNvPr>
          <p:cNvSpPr txBox="1"/>
          <p:nvPr/>
        </p:nvSpPr>
        <p:spPr>
          <a:xfrm>
            <a:off x="7402050" y="5868925"/>
            <a:ext cx="476412" cy="369332"/>
          </a:xfrm>
          <a:prstGeom prst="rect">
            <a:avLst/>
          </a:prstGeom>
          <a:noFill/>
        </p:spPr>
        <p:txBody>
          <a:bodyPr wrap="none" rtlCol="0">
            <a:spAutoFit/>
          </a:bodyPr>
          <a:lstStyle/>
          <a:p>
            <a:r>
              <a:rPr lang="en-US" dirty="0"/>
              <a:t>0.5</a:t>
            </a:r>
          </a:p>
        </p:txBody>
      </p:sp>
      <p:sp>
        <p:nvSpPr>
          <p:cNvPr id="18" name="TextBox 17">
            <a:extLst>
              <a:ext uri="{FF2B5EF4-FFF2-40B4-BE49-F238E27FC236}">
                <a16:creationId xmlns:a16="http://schemas.microsoft.com/office/drawing/2014/main" id="{F87AE215-EF32-3CE4-F086-4B0768385BE0}"/>
              </a:ext>
            </a:extLst>
          </p:cNvPr>
          <p:cNvSpPr txBox="1"/>
          <p:nvPr/>
        </p:nvSpPr>
        <p:spPr>
          <a:xfrm>
            <a:off x="11017662" y="4822900"/>
            <a:ext cx="476412" cy="369332"/>
          </a:xfrm>
          <a:prstGeom prst="rect">
            <a:avLst/>
          </a:prstGeom>
          <a:noFill/>
        </p:spPr>
        <p:txBody>
          <a:bodyPr wrap="none" rtlCol="0">
            <a:spAutoFit/>
          </a:bodyPr>
          <a:lstStyle/>
          <a:p>
            <a:r>
              <a:rPr lang="en-US" dirty="0"/>
              <a:t>0.5</a:t>
            </a:r>
          </a:p>
        </p:txBody>
      </p:sp>
      <p:sp>
        <p:nvSpPr>
          <p:cNvPr id="19" name="TextBox 18">
            <a:extLst>
              <a:ext uri="{FF2B5EF4-FFF2-40B4-BE49-F238E27FC236}">
                <a16:creationId xmlns:a16="http://schemas.microsoft.com/office/drawing/2014/main" id="{51C62830-B416-A51B-C17A-CEB45657B88F}"/>
              </a:ext>
            </a:extLst>
          </p:cNvPr>
          <p:cNvSpPr txBox="1"/>
          <p:nvPr/>
        </p:nvSpPr>
        <p:spPr>
          <a:xfrm>
            <a:off x="5142936" y="3781628"/>
            <a:ext cx="476412" cy="369332"/>
          </a:xfrm>
          <a:prstGeom prst="rect">
            <a:avLst/>
          </a:prstGeom>
          <a:noFill/>
        </p:spPr>
        <p:txBody>
          <a:bodyPr wrap="none" rtlCol="0">
            <a:spAutoFit/>
          </a:bodyPr>
          <a:lstStyle/>
          <a:p>
            <a:r>
              <a:rPr lang="en-US" dirty="0"/>
              <a:t>0.2</a:t>
            </a:r>
          </a:p>
        </p:txBody>
      </p:sp>
      <p:sp>
        <p:nvSpPr>
          <p:cNvPr id="21" name="TextBox 20">
            <a:extLst>
              <a:ext uri="{FF2B5EF4-FFF2-40B4-BE49-F238E27FC236}">
                <a16:creationId xmlns:a16="http://schemas.microsoft.com/office/drawing/2014/main" id="{63EB80CD-B586-BD85-55F4-B87AF6C1ED9C}"/>
              </a:ext>
            </a:extLst>
          </p:cNvPr>
          <p:cNvSpPr txBox="1"/>
          <p:nvPr/>
        </p:nvSpPr>
        <p:spPr>
          <a:xfrm>
            <a:off x="586283" y="1654283"/>
            <a:ext cx="8465972" cy="5170646"/>
          </a:xfrm>
          <a:prstGeom prst="rect">
            <a:avLst/>
          </a:prstGeom>
          <a:noFill/>
        </p:spPr>
        <p:txBody>
          <a:bodyPr wrap="none" rtlCol="0">
            <a:spAutoFit/>
          </a:bodyPr>
          <a:lstStyle/>
          <a:p>
            <a:r>
              <a:rPr lang="en-US" dirty="0"/>
              <a:t>For any observed walk we can compute probability that this process generated the walk:</a:t>
            </a:r>
          </a:p>
          <a:p>
            <a:r>
              <a:rPr lang="en-US" dirty="0" err="1">
                <a:latin typeface="Courier New" panose="02070309020205020404" pitchFamily="49" charset="0"/>
                <a:cs typeface="Courier New" panose="02070309020205020404" pitchFamily="49" charset="0"/>
              </a:rPr>
              <a:t>Pr</a:t>
            </a:r>
            <a:r>
              <a:rPr lang="en-US" dirty="0">
                <a:latin typeface="Courier New" panose="02070309020205020404" pitchFamily="49" charset="0"/>
                <a:cs typeface="Courier New" panose="02070309020205020404" pitchFamily="49" charset="0"/>
              </a:rPr>
              <a:t>(BGGB)=0.6*0.8*0.5*0.5=0.072</a:t>
            </a:r>
          </a:p>
          <a:p>
            <a:r>
              <a:rPr lang="en-US" b="1" dirty="0">
                <a:cs typeface="Courier New" panose="02070309020205020404" pitchFamily="49" charset="0"/>
              </a:rPr>
              <a:t>How is this probability useful?</a:t>
            </a:r>
            <a:br>
              <a:rPr lang="en-US" b="1" dirty="0">
                <a:cs typeface="Courier New" panose="02070309020205020404" pitchFamily="49" charset="0"/>
              </a:rPr>
            </a:br>
            <a:r>
              <a:rPr lang="en-US" b="1" dirty="0">
                <a:cs typeface="Courier New" panose="02070309020205020404" pitchFamily="49" charset="0"/>
              </a:rPr>
              <a:t>We can use it to distinguish between two Markov Processes!</a:t>
            </a:r>
            <a:endParaRPr lang="en-US" dirty="0"/>
          </a:p>
          <a:p>
            <a:endParaRPr lang="en-US" dirty="0"/>
          </a:p>
          <a:p>
            <a:endParaRPr lang="en-US" dirty="0"/>
          </a:p>
          <a:p>
            <a:endParaRPr lang="en-US" dirty="0"/>
          </a:p>
          <a:p>
            <a:endParaRPr lang="en-US" dirty="0"/>
          </a:p>
          <a:p>
            <a:r>
              <a:rPr lang="en-US" sz="2400" dirty="0"/>
              <a:t>Transition probability matrix:</a:t>
            </a:r>
          </a:p>
          <a:p>
            <a:r>
              <a:rPr lang="en-US" b="1" dirty="0">
                <a:latin typeface="Courier New" panose="02070309020205020404" pitchFamily="49" charset="0"/>
                <a:cs typeface="Courier New" panose="02070309020205020404" pitchFamily="49" charset="0"/>
              </a:rPr>
              <a:t>           To</a:t>
            </a:r>
          </a:p>
          <a:p>
            <a:r>
              <a:rPr lang="en-US" b="1" dirty="0">
                <a:latin typeface="Courier New" panose="02070309020205020404" pitchFamily="49" charset="0"/>
                <a:cs typeface="Courier New" panose="02070309020205020404" pitchFamily="49" charset="0"/>
              </a:rPr>
              <a:t>         B    G</a:t>
            </a:r>
          </a:p>
          <a:p>
            <a:r>
              <a:rPr lang="en-US" b="1" dirty="0">
                <a:latin typeface="Courier New" panose="02070309020205020404" pitchFamily="49" charset="0"/>
                <a:cs typeface="Courier New" panose="02070309020205020404" pitchFamily="49" charset="0"/>
              </a:rPr>
              <a:t>From B  0.2  0.8</a:t>
            </a:r>
          </a:p>
          <a:p>
            <a:r>
              <a:rPr lang="en-US" b="1" dirty="0">
                <a:latin typeface="Courier New" panose="02070309020205020404" pitchFamily="49" charset="0"/>
                <a:cs typeface="Courier New" panose="02070309020205020404" pitchFamily="49" charset="0"/>
              </a:rPr>
              <a:t>     G  0.5  0.5</a:t>
            </a:r>
          </a:p>
          <a:p>
            <a:endParaRPr lang="en-US" dirty="0">
              <a:latin typeface="Courier New" panose="02070309020205020404" pitchFamily="49" charset="0"/>
              <a:cs typeface="Courier New" panose="02070309020205020404" pitchFamily="49" charset="0"/>
            </a:endParaRPr>
          </a:p>
          <a:p>
            <a:r>
              <a:rPr lang="en-US" dirty="0">
                <a:cs typeface="Courier New" panose="02070309020205020404" pitchFamily="49" charset="0"/>
              </a:rPr>
              <a:t>Starting probabilities</a:t>
            </a:r>
          </a:p>
          <a:p>
            <a:r>
              <a:rPr lang="en-US" b="1" dirty="0" err="1">
                <a:latin typeface="Courier New" panose="02070309020205020404" pitchFamily="49" charset="0"/>
                <a:cs typeface="Courier New" panose="02070309020205020404" pitchFamily="49" charset="0"/>
              </a:rPr>
              <a:t>Pr</a:t>
            </a:r>
            <a:r>
              <a:rPr lang="en-US" b="1" dirty="0">
                <a:latin typeface="Courier New" panose="02070309020205020404" pitchFamily="49" charset="0"/>
                <a:cs typeface="Courier New" panose="02070309020205020404" pitchFamily="49" charset="0"/>
              </a:rPr>
              <a:t>(B) = 0.6</a:t>
            </a:r>
          </a:p>
          <a:p>
            <a:r>
              <a:rPr lang="en-US" b="1" dirty="0" err="1">
                <a:latin typeface="Courier New" panose="02070309020205020404" pitchFamily="49" charset="0"/>
                <a:cs typeface="Courier New" panose="02070309020205020404" pitchFamily="49" charset="0"/>
              </a:rPr>
              <a:t>Pr</a:t>
            </a:r>
            <a:r>
              <a:rPr lang="en-US" b="1" dirty="0">
                <a:latin typeface="Courier New" panose="02070309020205020404" pitchFamily="49" charset="0"/>
                <a:cs typeface="Courier New" panose="02070309020205020404" pitchFamily="49" charset="0"/>
              </a:rPr>
              <a:t>(G) = 0.4</a:t>
            </a:r>
          </a:p>
          <a:p>
            <a:r>
              <a:rPr lang="en-US" dirty="0">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749512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7DB58-5975-353D-CB08-0FC3DD95E9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8F0F31-EBCD-DC70-4601-DDF90F2ECE7F}"/>
              </a:ext>
            </a:extLst>
          </p:cNvPr>
          <p:cNvSpPr>
            <a:spLocks noGrp="1"/>
          </p:cNvSpPr>
          <p:nvPr>
            <p:ph type="title"/>
          </p:nvPr>
        </p:nvSpPr>
        <p:spPr/>
        <p:txBody>
          <a:bodyPr>
            <a:normAutofit fontScale="90000"/>
          </a:bodyPr>
          <a:lstStyle/>
          <a:p>
            <a:r>
              <a:rPr lang="en-US" dirty="0"/>
              <a:t>Markov model</a:t>
            </a:r>
          </a:p>
        </p:txBody>
      </p:sp>
      <p:sp>
        <p:nvSpPr>
          <p:cNvPr id="4" name="Slide Number Placeholder 3">
            <a:extLst>
              <a:ext uri="{FF2B5EF4-FFF2-40B4-BE49-F238E27FC236}">
                <a16:creationId xmlns:a16="http://schemas.microsoft.com/office/drawing/2014/main" id="{183A7543-0014-71FC-3CDF-C721ED84EFD1}"/>
              </a:ext>
            </a:extLst>
          </p:cNvPr>
          <p:cNvSpPr>
            <a:spLocks noGrp="1"/>
          </p:cNvSpPr>
          <p:nvPr>
            <p:ph type="sldNum" sz="quarter" idx="12"/>
          </p:nvPr>
        </p:nvSpPr>
        <p:spPr/>
        <p:txBody>
          <a:bodyPr/>
          <a:lstStyle/>
          <a:p>
            <a:fld id="{B82CCC60-E8CD-4174-8B1A-7DF615B22EEF}" type="slidenum">
              <a:rPr lang="en-US" smtClean="0"/>
              <a:pPr/>
              <a:t>18</a:t>
            </a:fld>
            <a:endParaRPr lang="en-US"/>
          </a:p>
        </p:txBody>
      </p:sp>
      <p:sp>
        <p:nvSpPr>
          <p:cNvPr id="5" name="Oval 4">
            <a:extLst>
              <a:ext uri="{FF2B5EF4-FFF2-40B4-BE49-F238E27FC236}">
                <a16:creationId xmlns:a16="http://schemas.microsoft.com/office/drawing/2014/main" id="{81113835-B715-C26D-59BD-226355604F30}"/>
              </a:ext>
            </a:extLst>
          </p:cNvPr>
          <p:cNvSpPr/>
          <p:nvPr/>
        </p:nvSpPr>
        <p:spPr>
          <a:xfrm>
            <a:off x="6627010" y="3730865"/>
            <a:ext cx="899886" cy="89988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F00C92F4-0F58-11B9-09E6-9D718E0BB8A3}"/>
              </a:ext>
            </a:extLst>
          </p:cNvPr>
          <p:cNvSpPr/>
          <p:nvPr/>
        </p:nvSpPr>
        <p:spPr>
          <a:xfrm>
            <a:off x="9587925" y="3730865"/>
            <a:ext cx="899886" cy="899886"/>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12" name="Ink 11">
                <a:extLst>
                  <a:ext uri="{FF2B5EF4-FFF2-40B4-BE49-F238E27FC236}">
                    <a16:creationId xmlns:a16="http://schemas.microsoft.com/office/drawing/2014/main" id="{C9329504-1DD8-B0FE-2E48-0624DA49FD91}"/>
                  </a:ext>
                </a:extLst>
              </p14:cNvPr>
              <p14:cNvContentPartPr/>
              <p14:nvPr/>
            </p14:nvContentPartPr>
            <p14:xfrm>
              <a:off x="7323588" y="3453905"/>
              <a:ext cx="2343600" cy="472680"/>
            </p14:xfrm>
          </p:contentPart>
        </mc:Choice>
        <mc:Fallback xmlns="">
          <p:pic>
            <p:nvPicPr>
              <p:cNvPr id="12" name="Ink 11">
                <a:extLst>
                  <a:ext uri="{FF2B5EF4-FFF2-40B4-BE49-F238E27FC236}">
                    <a16:creationId xmlns:a16="http://schemas.microsoft.com/office/drawing/2014/main" id="{C9329504-1DD8-B0FE-2E48-0624DA49FD91}"/>
                  </a:ext>
                </a:extLst>
              </p:cNvPr>
              <p:cNvPicPr/>
              <p:nvPr/>
            </p:nvPicPr>
            <p:blipFill>
              <a:blip r:embed="rId3"/>
              <a:stretch>
                <a:fillRect/>
              </a:stretch>
            </p:blipFill>
            <p:spPr>
              <a:xfrm>
                <a:off x="7317467" y="3447785"/>
                <a:ext cx="2355842" cy="4849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3" name="Ink 12">
                <a:extLst>
                  <a:ext uri="{FF2B5EF4-FFF2-40B4-BE49-F238E27FC236}">
                    <a16:creationId xmlns:a16="http://schemas.microsoft.com/office/drawing/2014/main" id="{D951C65E-4C4F-A642-FD4F-C6D5BAF44BC0}"/>
                  </a:ext>
                </a:extLst>
              </p14:cNvPr>
              <p14:cNvContentPartPr/>
              <p14:nvPr/>
            </p14:nvContentPartPr>
            <p14:xfrm>
              <a:off x="7325028" y="4572425"/>
              <a:ext cx="2502720" cy="400320"/>
            </p14:xfrm>
          </p:contentPart>
        </mc:Choice>
        <mc:Fallback xmlns="">
          <p:pic>
            <p:nvPicPr>
              <p:cNvPr id="13" name="Ink 12">
                <a:extLst>
                  <a:ext uri="{FF2B5EF4-FFF2-40B4-BE49-F238E27FC236}">
                    <a16:creationId xmlns:a16="http://schemas.microsoft.com/office/drawing/2014/main" id="{D951C65E-4C4F-A642-FD4F-C6D5BAF44BC0}"/>
                  </a:ext>
                </a:extLst>
              </p:cNvPr>
              <p:cNvPicPr/>
              <p:nvPr/>
            </p:nvPicPr>
            <p:blipFill>
              <a:blip r:embed="rId5"/>
              <a:stretch>
                <a:fillRect/>
              </a:stretch>
            </p:blipFill>
            <p:spPr>
              <a:xfrm>
                <a:off x="7318908" y="4566305"/>
                <a:ext cx="25149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4" name="Ink 13">
                <a:extLst>
                  <a:ext uri="{FF2B5EF4-FFF2-40B4-BE49-F238E27FC236}">
                    <a16:creationId xmlns:a16="http://schemas.microsoft.com/office/drawing/2014/main" id="{76005D0E-8097-AB66-8EEA-D8268287C0D2}"/>
                  </a:ext>
                </a:extLst>
              </p14:cNvPr>
              <p14:cNvContentPartPr/>
              <p14:nvPr/>
            </p14:nvContentPartPr>
            <p14:xfrm>
              <a:off x="10385748" y="3600065"/>
              <a:ext cx="1329840" cy="1373040"/>
            </p14:xfrm>
          </p:contentPart>
        </mc:Choice>
        <mc:Fallback xmlns="">
          <p:pic>
            <p:nvPicPr>
              <p:cNvPr id="14" name="Ink 13">
                <a:extLst>
                  <a:ext uri="{FF2B5EF4-FFF2-40B4-BE49-F238E27FC236}">
                    <a16:creationId xmlns:a16="http://schemas.microsoft.com/office/drawing/2014/main" id="{76005D0E-8097-AB66-8EEA-D8268287C0D2}"/>
                  </a:ext>
                </a:extLst>
              </p:cNvPr>
              <p:cNvPicPr/>
              <p:nvPr/>
            </p:nvPicPr>
            <p:blipFill>
              <a:blip r:embed="rId7"/>
              <a:stretch>
                <a:fillRect/>
              </a:stretch>
            </p:blipFill>
            <p:spPr>
              <a:xfrm>
                <a:off x="10379628" y="3593945"/>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5" name="Ink 14">
                <a:extLst>
                  <a:ext uri="{FF2B5EF4-FFF2-40B4-BE49-F238E27FC236}">
                    <a16:creationId xmlns:a16="http://schemas.microsoft.com/office/drawing/2014/main" id="{355B48FB-5374-575D-AF20-9027723CA999}"/>
                  </a:ext>
                </a:extLst>
              </p14:cNvPr>
              <p14:cNvContentPartPr/>
              <p14:nvPr/>
            </p14:nvContentPartPr>
            <p14:xfrm>
              <a:off x="5393268" y="3411425"/>
              <a:ext cx="1371600" cy="1343880"/>
            </p14:xfrm>
          </p:contentPart>
        </mc:Choice>
        <mc:Fallback xmlns="">
          <p:pic>
            <p:nvPicPr>
              <p:cNvPr id="15" name="Ink 14">
                <a:extLst>
                  <a:ext uri="{FF2B5EF4-FFF2-40B4-BE49-F238E27FC236}">
                    <a16:creationId xmlns:a16="http://schemas.microsoft.com/office/drawing/2014/main" id="{355B48FB-5374-575D-AF20-9027723CA999}"/>
                  </a:ext>
                </a:extLst>
              </p:cNvPr>
              <p:cNvPicPr/>
              <p:nvPr/>
            </p:nvPicPr>
            <p:blipFill>
              <a:blip r:embed="rId9"/>
              <a:stretch>
                <a:fillRect/>
              </a:stretch>
            </p:blipFill>
            <p:spPr>
              <a:xfrm>
                <a:off x="5387148" y="3405305"/>
                <a:ext cx="1383840" cy="1356120"/>
              </a:xfrm>
              <a:prstGeom prst="rect">
                <a:avLst/>
              </a:prstGeom>
            </p:spPr>
          </p:pic>
        </mc:Fallback>
      </mc:AlternateContent>
      <p:sp>
        <p:nvSpPr>
          <p:cNvPr id="16" name="TextBox 15">
            <a:extLst>
              <a:ext uri="{FF2B5EF4-FFF2-40B4-BE49-F238E27FC236}">
                <a16:creationId xmlns:a16="http://schemas.microsoft.com/office/drawing/2014/main" id="{B1A913AE-D55F-950A-FACB-994181B8AF4A}"/>
              </a:ext>
            </a:extLst>
          </p:cNvPr>
          <p:cNvSpPr txBox="1"/>
          <p:nvPr/>
        </p:nvSpPr>
        <p:spPr>
          <a:xfrm>
            <a:off x="8099976" y="3070950"/>
            <a:ext cx="476412" cy="369332"/>
          </a:xfrm>
          <a:prstGeom prst="rect">
            <a:avLst/>
          </a:prstGeom>
          <a:noFill/>
        </p:spPr>
        <p:txBody>
          <a:bodyPr wrap="none" rtlCol="0">
            <a:spAutoFit/>
          </a:bodyPr>
          <a:lstStyle/>
          <a:p>
            <a:r>
              <a:rPr lang="en-US" dirty="0"/>
              <a:t>0.8</a:t>
            </a:r>
          </a:p>
        </p:txBody>
      </p:sp>
      <p:sp>
        <p:nvSpPr>
          <p:cNvPr id="17" name="TextBox 16">
            <a:extLst>
              <a:ext uri="{FF2B5EF4-FFF2-40B4-BE49-F238E27FC236}">
                <a16:creationId xmlns:a16="http://schemas.microsoft.com/office/drawing/2014/main" id="{C3D6A795-49A8-5F69-E841-445E6BCEA305}"/>
              </a:ext>
            </a:extLst>
          </p:cNvPr>
          <p:cNvSpPr txBox="1"/>
          <p:nvPr/>
        </p:nvSpPr>
        <p:spPr>
          <a:xfrm>
            <a:off x="8099976" y="5129390"/>
            <a:ext cx="476412" cy="369332"/>
          </a:xfrm>
          <a:prstGeom prst="rect">
            <a:avLst/>
          </a:prstGeom>
          <a:noFill/>
        </p:spPr>
        <p:txBody>
          <a:bodyPr wrap="none" rtlCol="0">
            <a:spAutoFit/>
          </a:bodyPr>
          <a:lstStyle/>
          <a:p>
            <a:r>
              <a:rPr lang="en-US" dirty="0"/>
              <a:t>0.5</a:t>
            </a:r>
          </a:p>
        </p:txBody>
      </p:sp>
      <p:sp>
        <p:nvSpPr>
          <p:cNvPr id="18" name="TextBox 17">
            <a:extLst>
              <a:ext uri="{FF2B5EF4-FFF2-40B4-BE49-F238E27FC236}">
                <a16:creationId xmlns:a16="http://schemas.microsoft.com/office/drawing/2014/main" id="{D42EA50E-9CC2-7B9E-3024-49DD7B9CD199}"/>
              </a:ext>
            </a:extLst>
          </p:cNvPr>
          <p:cNvSpPr txBox="1"/>
          <p:nvPr/>
        </p:nvSpPr>
        <p:spPr>
          <a:xfrm>
            <a:off x="11715588" y="4083365"/>
            <a:ext cx="476412" cy="369332"/>
          </a:xfrm>
          <a:prstGeom prst="rect">
            <a:avLst/>
          </a:prstGeom>
          <a:noFill/>
        </p:spPr>
        <p:txBody>
          <a:bodyPr wrap="none" rtlCol="0">
            <a:spAutoFit/>
          </a:bodyPr>
          <a:lstStyle/>
          <a:p>
            <a:r>
              <a:rPr lang="en-US" dirty="0"/>
              <a:t>0.5</a:t>
            </a:r>
          </a:p>
        </p:txBody>
      </p:sp>
      <p:sp>
        <p:nvSpPr>
          <p:cNvPr id="19" name="TextBox 18">
            <a:extLst>
              <a:ext uri="{FF2B5EF4-FFF2-40B4-BE49-F238E27FC236}">
                <a16:creationId xmlns:a16="http://schemas.microsoft.com/office/drawing/2014/main" id="{1915ED56-5F6A-053C-CAC6-C35D01BEEF9F}"/>
              </a:ext>
            </a:extLst>
          </p:cNvPr>
          <p:cNvSpPr txBox="1"/>
          <p:nvPr/>
        </p:nvSpPr>
        <p:spPr>
          <a:xfrm>
            <a:off x="5840862" y="3042093"/>
            <a:ext cx="476412" cy="369332"/>
          </a:xfrm>
          <a:prstGeom prst="rect">
            <a:avLst/>
          </a:prstGeom>
          <a:noFill/>
        </p:spPr>
        <p:txBody>
          <a:bodyPr wrap="none" rtlCol="0">
            <a:spAutoFit/>
          </a:bodyPr>
          <a:lstStyle/>
          <a:p>
            <a:r>
              <a:rPr lang="en-US" dirty="0"/>
              <a:t>0.2</a:t>
            </a:r>
          </a:p>
        </p:txBody>
      </p:sp>
      <p:sp>
        <p:nvSpPr>
          <p:cNvPr id="21" name="TextBox 20">
            <a:extLst>
              <a:ext uri="{FF2B5EF4-FFF2-40B4-BE49-F238E27FC236}">
                <a16:creationId xmlns:a16="http://schemas.microsoft.com/office/drawing/2014/main" id="{0894BA7D-F776-4BF8-E677-A0F6BD73892D}"/>
              </a:ext>
            </a:extLst>
          </p:cNvPr>
          <p:cNvSpPr txBox="1"/>
          <p:nvPr/>
        </p:nvSpPr>
        <p:spPr>
          <a:xfrm>
            <a:off x="586283" y="1654283"/>
            <a:ext cx="7266605" cy="1846659"/>
          </a:xfrm>
          <a:prstGeom prst="rect">
            <a:avLst/>
          </a:prstGeom>
          <a:noFill/>
        </p:spPr>
        <p:txBody>
          <a:bodyPr wrap="none" rtlCol="0">
            <a:spAutoFit/>
          </a:bodyPr>
          <a:lstStyle/>
          <a:p>
            <a:r>
              <a:rPr lang="en-US" sz="2400" dirty="0">
                <a:cs typeface="Courier New" panose="02070309020205020404" pitchFamily="49" charset="0"/>
              </a:rPr>
              <a:t>Process A</a:t>
            </a:r>
            <a:r>
              <a:rPr lang="en-US" sz="2400" dirty="0">
                <a:latin typeface="Courier New" panose="02070309020205020404" pitchFamily="49" charset="0"/>
                <a:cs typeface="Courier New" panose="02070309020205020404" pitchFamily="49" charset="0"/>
              </a:rPr>
              <a:t> </a:t>
            </a:r>
            <a:r>
              <a:rPr lang="en-US" sz="2400" dirty="0" err="1">
                <a:latin typeface="Courier New" panose="02070309020205020404" pitchFamily="49" charset="0"/>
                <a:cs typeface="Courier New" panose="02070309020205020404" pitchFamily="49" charset="0"/>
              </a:rPr>
              <a:t>Pr</a:t>
            </a:r>
            <a:r>
              <a:rPr lang="en-US" sz="2400" dirty="0">
                <a:latin typeface="Courier New" panose="02070309020205020404" pitchFamily="49" charset="0"/>
                <a:cs typeface="Courier New" panose="02070309020205020404" pitchFamily="49" charset="0"/>
              </a:rPr>
              <a:t>(BGGB)=0.6*0.8*0.5*0.5=0.072</a:t>
            </a:r>
          </a:p>
          <a:p>
            <a:r>
              <a:rPr lang="en-US" sz="2400" dirty="0">
                <a:cs typeface="Courier New" panose="02070309020205020404" pitchFamily="49" charset="0"/>
              </a:rPr>
              <a:t>Process B</a:t>
            </a:r>
            <a:r>
              <a:rPr lang="en-US" sz="2400" dirty="0">
                <a:latin typeface="Courier New" panose="02070309020205020404" pitchFamily="49" charset="0"/>
                <a:cs typeface="Courier New" panose="02070309020205020404" pitchFamily="49" charset="0"/>
              </a:rPr>
              <a:t> </a:t>
            </a:r>
            <a:r>
              <a:rPr lang="en-US" sz="2400" dirty="0" err="1">
                <a:latin typeface="Courier New" panose="02070309020205020404" pitchFamily="49" charset="0"/>
                <a:cs typeface="Courier New" panose="02070309020205020404" pitchFamily="49" charset="0"/>
              </a:rPr>
              <a:t>Pr</a:t>
            </a:r>
            <a:r>
              <a:rPr lang="en-US" sz="2400" dirty="0">
                <a:latin typeface="Courier New" panose="02070309020205020404" pitchFamily="49" charset="0"/>
                <a:cs typeface="Courier New" panose="02070309020205020404" pitchFamily="49" charset="0"/>
              </a:rPr>
              <a:t>(BGGB)=0.5*0.5*0.5*0.5=0.0625</a:t>
            </a:r>
          </a:p>
          <a:p>
            <a:endParaRPr lang="en-US" sz="2400" dirty="0">
              <a:latin typeface="Courier New" panose="02070309020205020404" pitchFamily="49" charset="0"/>
              <a:cs typeface="Courier New" panose="02070309020205020404" pitchFamily="49" charset="0"/>
            </a:endParaRPr>
          </a:p>
          <a:p>
            <a:r>
              <a:rPr lang="en-US" sz="2400" dirty="0">
                <a:cs typeface="Courier New" panose="02070309020205020404" pitchFamily="49" charset="0"/>
              </a:rPr>
              <a:t>Process A is more likely!</a:t>
            </a:r>
            <a:endParaRPr lang="en-US" sz="2400"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 </a:t>
            </a:r>
          </a:p>
        </p:txBody>
      </p:sp>
      <p:sp>
        <p:nvSpPr>
          <p:cNvPr id="3" name="Oval 2">
            <a:extLst>
              <a:ext uri="{FF2B5EF4-FFF2-40B4-BE49-F238E27FC236}">
                <a16:creationId xmlns:a16="http://schemas.microsoft.com/office/drawing/2014/main" id="{FA86C4D9-A4BF-3ACC-9AD4-5FAFF3380081}"/>
              </a:ext>
            </a:extLst>
          </p:cNvPr>
          <p:cNvSpPr/>
          <p:nvPr/>
        </p:nvSpPr>
        <p:spPr>
          <a:xfrm>
            <a:off x="1477281" y="5129390"/>
            <a:ext cx="899886" cy="89988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B246441C-F392-A1D1-463F-BCE3C903679F}"/>
              </a:ext>
            </a:extLst>
          </p:cNvPr>
          <p:cNvSpPr/>
          <p:nvPr/>
        </p:nvSpPr>
        <p:spPr>
          <a:xfrm>
            <a:off x="4438196" y="5129390"/>
            <a:ext cx="899886" cy="899886"/>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C3927AD2-475D-60EA-9294-9FD2D429DD6D}"/>
                  </a:ext>
                </a:extLst>
              </p14:cNvPr>
              <p14:cNvContentPartPr/>
              <p14:nvPr/>
            </p14:nvContentPartPr>
            <p14:xfrm>
              <a:off x="2173859" y="4852430"/>
              <a:ext cx="2343600" cy="472680"/>
            </p14:xfrm>
          </p:contentPart>
        </mc:Choice>
        <mc:Fallback xmlns="">
          <p:pic>
            <p:nvPicPr>
              <p:cNvPr id="8" name="Ink 7">
                <a:extLst>
                  <a:ext uri="{FF2B5EF4-FFF2-40B4-BE49-F238E27FC236}">
                    <a16:creationId xmlns:a16="http://schemas.microsoft.com/office/drawing/2014/main" id="{C3927AD2-475D-60EA-9294-9FD2D429DD6D}"/>
                  </a:ext>
                </a:extLst>
              </p:cNvPr>
              <p:cNvPicPr/>
              <p:nvPr/>
            </p:nvPicPr>
            <p:blipFill>
              <a:blip r:embed="rId11"/>
              <a:stretch>
                <a:fillRect/>
              </a:stretch>
            </p:blipFill>
            <p:spPr>
              <a:xfrm>
                <a:off x="2167738" y="4846310"/>
                <a:ext cx="2355842" cy="4849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9" name="Ink 8">
                <a:extLst>
                  <a:ext uri="{FF2B5EF4-FFF2-40B4-BE49-F238E27FC236}">
                    <a16:creationId xmlns:a16="http://schemas.microsoft.com/office/drawing/2014/main" id="{52C0C83D-57FC-39B6-FF1B-31AB71CBDD14}"/>
                  </a:ext>
                </a:extLst>
              </p14:cNvPr>
              <p14:cNvContentPartPr/>
              <p14:nvPr/>
            </p14:nvContentPartPr>
            <p14:xfrm>
              <a:off x="2175299" y="5970950"/>
              <a:ext cx="2502720" cy="400320"/>
            </p14:xfrm>
          </p:contentPart>
        </mc:Choice>
        <mc:Fallback xmlns="">
          <p:pic>
            <p:nvPicPr>
              <p:cNvPr id="9" name="Ink 8">
                <a:extLst>
                  <a:ext uri="{FF2B5EF4-FFF2-40B4-BE49-F238E27FC236}">
                    <a16:creationId xmlns:a16="http://schemas.microsoft.com/office/drawing/2014/main" id="{52C0C83D-57FC-39B6-FF1B-31AB71CBDD14}"/>
                  </a:ext>
                </a:extLst>
              </p:cNvPr>
              <p:cNvPicPr/>
              <p:nvPr/>
            </p:nvPicPr>
            <p:blipFill>
              <a:blip r:embed="rId5"/>
              <a:stretch>
                <a:fillRect/>
              </a:stretch>
            </p:blipFill>
            <p:spPr>
              <a:xfrm>
                <a:off x="2169179" y="5964830"/>
                <a:ext cx="25149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0" name="Ink 9">
                <a:extLst>
                  <a:ext uri="{FF2B5EF4-FFF2-40B4-BE49-F238E27FC236}">
                    <a16:creationId xmlns:a16="http://schemas.microsoft.com/office/drawing/2014/main" id="{3C9F6E6C-13D4-0E79-7A93-FEA024F8D1F2}"/>
                  </a:ext>
                </a:extLst>
              </p14:cNvPr>
              <p14:cNvContentPartPr/>
              <p14:nvPr/>
            </p14:nvContentPartPr>
            <p14:xfrm>
              <a:off x="5236019" y="4998590"/>
              <a:ext cx="1329840" cy="1373040"/>
            </p14:xfrm>
          </p:contentPart>
        </mc:Choice>
        <mc:Fallback xmlns="">
          <p:pic>
            <p:nvPicPr>
              <p:cNvPr id="10" name="Ink 9">
                <a:extLst>
                  <a:ext uri="{FF2B5EF4-FFF2-40B4-BE49-F238E27FC236}">
                    <a16:creationId xmlns:a16="http://schemas.microsoft.com/office/drawing/2014/main" id="{3C9F6E6C-13D4-0E79-7A93-FEA024F8D1F2}"/>
                  </a:ext>
                </a:extLst>
              </p:cNvPr>
              <p:cNvPicPr/>
              <p:nvPr/>
            </p:nvPicPr>
            <p:blipFill>
              <a:blip r:embed="rId14"/>
              <a:stretch>
                <a:fillRect/>
              </a:stretch>
            </p:blipFill>
            <p:spPr>
              <a:xfrm>
                <a:off x="5229899" y="4992470"/>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1" name="Ink 10">
                <a:extLst>
                  <a:ext uri="{FF2B5EF4-FFF2-40B4-BE49-F238E27FC236}">
                    <a16:creationId xmlns:a16="http://schemas.microsoft.com/office/drawing/2014/main" id="{9C85D91A-D6E9-1E84-0338-6645A2494CD2}"/>
                  </a:ext>
                </a:extLst>
              </p14:cNvPr>
              <p14:cNvContentPartPr/>
              <p14:nvPr/>
            </p14:nvContentPartPr>
            <p14:xfrm>
              <a:off x="243539" y="4809950"/>
              <a:ext cx="1371600" cy="1343880"/>
            </p14:xfrm>
          </p:contentPart>
        </mc:Choice>
        <mc:Fallback xmlns="">
          <p:pic>
            <p:nvPicPr>
              <p:cNvPr id="11" name="Ink 10">
                <a:extLst>
                  <a:ext uri="{FF2B5EF4-FFF2-40B4-BE49-F238E27FC236}">
                    <a16:creationId xmlns:a16="http://schemas.microsoft.com/office/drawing/2014/main" id="{9C85D91A-D6E9-1E84-0338-6645A2494CD2}"/>
                  </a:ext>
                </a:extLst>
              </p:cNvPr>
              <p:cNvPicPr/>
              <p:nvPr/>
            </p:nvPicPr>
            <p:blipFill>
              <a:blip r:embed="rId16"/>
              <a:stretch>
                <a:fillRect/>
              </a:stretch>
            </p:blipFill>
            <p:spPr>
              <a:xfrm>
                <a:off x="237419" y="4803830"/>
                <a:ext cx="1383840" cy="1356120"/>
              </a:xfrm>
              <a:prstGeom prst="rect">
                <a:avLst/>
              </a:prstGeom>
            </p:spPr>
          </p:pic>
        </mc:Fallback>
      </mc:AlternateContent>
      <p:sp>
        <p:nvSpPr>
          <p:cNvPr id="22" name="TextBox 21">
            <a:extLst>
              <a:ext uri="{FF2B5EF4-FFF2-40B4-BE49-F238E27FC236}">
                <a16:creationId xmlns:a16="http://schemas.microsoft.com/office/drawing/2014/main" id="{B661DD2A-651A-E504-B6B9-053C3968D40C}"/>
              </a:ext>
            </a:extLst>
          </p:cNvPr>
          <p:cNvSpPr txBox="1"/>
          <p:nvPr/>
        </p:nvSpPr>
        <p:spPr>
          <a:xfrm>
            <a:off x="2950247" y="4469475"/>
            <a:ext cx="476412" cy="369332"/>
          </a:xfrm>
          <a:prstGeom prst="rect">
            <a:avLst/>
          </a:prstGeom>
          <a:noFill/>
        </p:spPr>
        <p:txBody>
          <a:bodyPr wrap="none" rtlCol="0">
            <a:spAutoFit/>
          </a:bodyPr>
          <a:lstStyle/>
          <a:p>
            <a:r>
              <a:rPr lang="en-US" dirty="0"/>
              <a:t>0.5</a:t>
            </a:r>
          </a:p>
        </p:txBody>
      </p:sp>
      <p:sp>
        <p:nvSpPr>
          <p:cNvPr id="23" name="TextBox 22">
            <a:extLst>
              <a:ext uri="{FF2B5EF4-FFF2-40B4-BE49-F238E27FC236}">
                <a16:creationId xmlns:a16="http://schemas.microsoft.com/office/drawing/2014/main" id="{DB8E3D20-DE82-E221-FC04-FFF6D9126165}"/>
              </a:ext>
            </a:extLst>
          </p:cNvPr>
          <p:cNvSpPr txBox="1"/>
          <p:nvPr/>
        </p:nvSpPr>
        <p:spPr>
          <a:xfrm>
            <a:off x="2950247" y="6527915"/>
            <a:ext cx="476412" cy="369332"/>
          </a:xfrm>
          <a:prstGeom prst="rect">
            <a:avLst/>
          </a:prstGeom>
          <a:noFill/>
        </p:spPr>
        <p:txBody>
          <a:bodyPr wrap="none" rtlCol="0">
            <a:spAutoFit/>
          </a:bodyPr>
          <a:lstStyle/>
          <a:p>
            <a:r>
              <a:rPr lang="en-US" dirty="0"/>
              <a:t>0.5</a:t>
            </a:r>
          </a:p>
        </p:txBody>
      </p:sp>
      <p:sp>
        <p:nvSpPr>
          <p:cNvPr id="24" name="TextBox 23">
            <a:extLst>
              <a:ext uri="{FF2B5EF4-FFF2-40B4-BE49-F238E27FC236}">
                <a16:creationId xmlns:a16="http://schemas.microsoft.com/office/drawing/2014/main" id="{85701581-6B4A-D1BC-1234-12A7EE2E6F44}"/>
              </a:ext>
            </a:extLst>
          </p:cNvPr>
          <p:cNvSpPr txBox="1"/>
          <p:nvPr/>
        </p:nvSpPr>
        <p:spPr>
          <a:xfrm>
            <a:off x="6565859" y="5481890"/>
            <a:ext cx="476412" cy="369332"/>
          </a:xfrm>
          <a:prstGeom prst="rect">
            <a:avLst/>
          </a:prstGeom>
          <a:noFill/>
        </p:spPr>
        <p:txBody>
          <a:bodyPr wrap="none" rtlCol="0">
            <a:spAutoFit/>
          </a:bodyPr>
          <a:lstStyle/>
          <a:p>
            <a:r>
              <a:rPr lang="en-US" dirty="0"/>
              <a:t>0.5</a:t>
            </a:r>
          </a:p>
        </p:txBody>
      </p:sp>
      <p:sp>
        <p:nvSpPr>
          <p:cNvPr id="25" name="TextBox 24">
            <a:extLst>
              <a:ext uri="{FF2B5EF4-FFF2-40B4-BE49-F238E27FC236}">
                <a16:creationId xmlns:a16="http://schemas.microsoft.com/office/drawing/2014/main" id="{90B85F7D-5A78-6D05-4A5E-C13E3A42E381}"/>
              </a:ext>
            </a:extLst>
          </p:cNvPr>
          <p:cNvSpPr txBox="1"/>
          <p:nvPr/>
        </p:nvSpPr>
        <p:spPr>
          <a:xfrm>
            <a:off x="691133" y="4440618"/>
            <a:ext cx="476412" cy="369332"/>
          </a:xfrm>
          <a:prstGeom prst="rect">
            <a:avLst/>
          </a:prstGeom>
          <a:noFill/>
        </p:spPr>
        <p:txBody>
          <a:bodyPr wrap="none" rtlCol="0">
            <a:spAutoFit/>
          </a:bodyPr>
          <a:lstStyle/>
          <a:p>
            <a:r>
              <a:rPr lang="en-US" dirty="0"/>
              <a:t>0.5</a:t>
            </a:r>
          </a:p>
        </p:txBody>
      </p:sp>
      <p:sp>
        <p:nvSpPr>
          <p:cNvPr id="26" name="TextBox 25">
            <a:extLst>
              <a:ext uri="{FF2B5EF4-FFF2-40B4-BE49-F238E27FC236}">
                <a16:creationId xmlns:a16="http://schemas.microsoft.com/office/drawing/2014/main" id="{FD668653-37D0-3DD2-1788-64D10F0F1F04}"/>
              </a:ext>
            </a:extLst>
          </p:cNvPr>
          <p:cNvSpPr txBox="1"/>
          <p:nvPr/>
        </p:nvSpPr>
        <p:spPr>
          <a:xfrm>
            <a:off x="6317274" y="2738760"/>
            <a:ext cx="5076390" cy="369332"/>
          </a:xfrm>
          <a:prstGeom prst="rect">
            <a:avLst/>
          </a:prstGeom>
          <a:noFill/>
        </p:spPr>
        <p:txBody>
          <a:bodyPr wrap="none" rtlCol="0">
            <a:spAutoFit/>
          </a:bodyPr>
          <a:lstStyle/>
          <a:p>
            <a:r>
              <a:rPr lang="en-US" dirty="0"/>
              <a:t>Process A: Starting probabilities </a:t>
            </a:r>
            <a:r>
              <a:rPr lang="en-US" dirty="0" err="1"/>
              <a:t>Pr</a:t>
            </a:r>
            <a:r>
              <a:rPr lang="en-US" dirty="0"/>
              <a:t>(B)=0.6, </a:t>
            </a:r>
            <a:r>
              <a:rPr lang="en-US" dirty="0" err="1"/>
              <a:t>Pr</a:t>
            </a:r>
            <a:r>
              <a:rPr lang="en-US" dirty="0"/>
              <a:t>(G)=0.4</a:t>
            </a:r>
          </a:p>
        </p:txBody>
      </p:sp>
      <p:sp>
        <p:nvSpPr>
          <p:cNvPr id="27" name="TextBox 26">
            <a:extLst>
              <a:ext uri="{FF2B5EF4-FFF2-40B4-BE49-F238E27FC236}">
                <a16:creationId xmlns:a16="http://schemas.microsoft.com/office/drawing/2014/main" id="{F4B7DEF5-589C-BED9-D558-419B038A9C43}"/>
              </a:ext>
            </a:extLst>
          </p:cNvPr>
          <p:cNvSpPr txBox="1"/>
          <p:nvPr/>
        </p:nvSpPr>
        <p:spPr>
          <a:xfrm>
            <a:off x="347037" y="4176790"/>
            <a:ext cx="5076390" cy="369332"/>
          </a:xfrm>
          <a:prstGeom prst="rect">
            <a:avLst/>
          </a:prstGeom>
          <a:noFill/>
        </p:spPr>
        <p:txBody>
          <a:bodyPr wrap="none" rtlCol="0">
            <a:spAutoFit/>
          </a:bodyPr>
          <a:lstStyle/>
          <a:p>
            <a:r>
              <a:rPr lang="en-US" dirty="0"/>
              <a:t>Process B: Starting probabilities </a:t>
            </a:r>
            <a:r>
              <a:rPr lang="en-US" dirty="0" err="1"/>
              <a:t>Pr</a:t>
            </a:r>
            <a:r>
              <a:rPr lang="en-US" dirty="0"/>
              <a:t>(B)=0.5, </a:t>
            </a:r>
            <a:r>
              <a:rPr lang="en-US" dirty="0" err="1"/>
              <a:t>Pr</a:t>
            </a:r>
            <a:r>
              <a:rPr lang="en-US" dirty="0"/>
              <a:t>(G)=0.5</a:t>
            </a:r>
          </a:p>
        </p:txBody>
      </p:sp>
    </p:spTree>
    <p:extLst>
      <p:ext uri="{BB962C8B-B14F-4D97-AF65-F5344CB8AC3E}">
        <p14:creationId xmlns:p14="http://schemas.microsoft.com/office/powerpoint/2010/main" val="10075813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01830-2F22-BD90-EAE8-288CE00FEC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82E52E-C178-5C96-DEF5-6B9A6F59EC91}"/>
              </a:ext>
            </a:extLst>
          </p:cNvPr>
          <p:cNvSpPr>
            <a:spLocks noGrp="1"/>
          </p:cNvSpPr>
          <p:nvPr>
            <p:ph type="title"/>
          </p:nvPr>
        </p:nvSpPr>
        <p:spPr>
          <a:xfrm>
            <a:off x="598620" y="136524"/>
            <a:ext cx="6658828" cy="1001901"/>
          </a:xfrm>
        </p:spPr>
        <p:txBody>
          <a:bodyPr>
            <a:normAutofit/>
          </a:bodyPr>
          <a:lstStyle/>
          <a:p>
            <a:r>
              <a:rPr lang="en-US" dirty="0"/>
              <a:t>Training Markov chain</a:t>
            </a:r>
          </a:p>
        </p:txBody>
      </p:sp>
      <p:sp>
        <p:nvSpPr>
          <p:cNvPr id="3" name="Content Placeholder 2">
            <a:extLst>
              <a:ext uri="{FF2B5EF4-FFF2-40B4-BE49-F238E27FC236}">
                <a16:creationId xmlns:a16="http://schemas.microsoft.com/office/drawing/2014/main" id="{46A9CE8A-8961-BF4E-40DE-A60A651AE001}"/>
              </a:ext>
            </a:extLst>
          </p:cNvPr>
          <p:cNvSpPr>
            <a:spLocks noGrp="1"/>
          </p:cNvSpPr>
          <p:nvPr>
            <p:ph idx="1"/>
          </p:nvPr>
        </p:nvSpPr>
        <p:spPr>
          <a:xfrm>
            <a:off x="598620" y="1596540"/>
            <a:ext cx="10972800" cy="4881262"/>
          </a:xfrm>
        </p:spPr>
        <p:txBody>
          <a:bodyPr>
            <a:normAutofit fontScale="85000" lnSpcReduction="20000"/>
          </a:bodyPr>
          <a:lstStyle/>
          <a:p>
            <a:r>
              <a:rPr lang="en-US" dirty="0"/>
              <a:t>Training Markov chain involves estimating transition probability matrix from the data under a given model</a:t>
            </a:r>
          </a:p>
          <a:p>
            <a:r>
              <a:rPr lang="en-US" dirty="0"/>
              <a:t>1</a:t>
            </a:r>
            <a:r>
              <a:rPr lang="en-US" baseline="30000" dirty="0"/>
              <a:t>st</a:t>
            </a:r>
            <a:r>
              <a:rPr lang="en-US" dirty="0"/>
              <a:t> order Markov chain for DNA: the probability of the next letter depends only on the previous letter in the pattern</a:t>
            </a:r>
          </a:p>
          <a:p>
            <a:r>
              <a:rPr lang="en-US" dirty="0"/>
              <a:t>One can estimate transition probabilities by counting all tuples </a:t>
            </a:r>
            <a:r>
              <a:rPr lang="en-US" i="1" dirty="0"/>
              <a:t>T</a:t>
            </a:r>
            <a:r>
              <a:rPr lang="en-US" i="1" baseline="-25000" dirty="0"/>
              <a:t>i</a:t>
            </a:r>
            <a:r>
              <a:rPr lang="en-US" dirty="0"/>
              <a:t>=(“AA”,”AC”,”AG”,”AT”,”CA”,....,”TT”) in the DNA data, and dividing the count of each tuple starting with A, C, G, T by the total number of </a:t>
            </a:r>
            <a:r>
              <a:rPr lang="en-US" i="1" dirty="0"/>
              <a:t>T</a:t>
            </a:r>
            <a:r>
              <a:rPr lang="en-US" i="1" baseline="-25000" dirty="0"/>
              <a:t>i</a:t>
            </a:r>
            <a:r>
              <a:rPr lang="en-US" dirty="0"/>
              <a:t> starting with A, C, G and T</a:t>
            </a:r>
            <a:br>
              <a:rPr lang="en-US" dirty="0"/>
            </a:br>
            <a:br>
              <a:rPr lang="en-US" dirty="0"/>
            </a:br>
            <a:r>
              <a:rPr lang="en-US" dirty="0"/>
              <a:t>                                                                                                                                   </a:t>
            </a:r>
            <a:r>
              <a:rPr lang="en-US" dirty="0">
                <a:latin typeface="Courier New" panose="02070309020205020404" pitchFamily="49" charset="0"/>
                <a:cs typeface="Courier New" panose="02070309020205020404" pitchFamily="49" charset="0"/>
              </a:rPr>
              <a:t>To</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  C  G  T</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 .1 .4 .4 .1</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From  C .2 .2 .3 .3</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G .4 .4 .1 .1</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T .5 .1 .2 .2</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a:cs typeface="Courier New" panose="02070309020205020404" pitchFamily="49" charset="0"/>
              </a:rPr>
              <a:t>rows must add up to 1</a:t>
            </a:r>
          </a:p>
        </p:txBody>
      </p:sp>
      <p:sp>
        <p:nvSpPr>
          <p:cNvPr id="4" name="Slide Number Placeholder 3">
            <a:extLst>
              <a:ext uri="{FF2B5EF4-FFF2-40B4-BE49-F238E27FC236}">
                <a16:creationId xmlns:a16="http://schemas.microsoft.com/office/drawing/2014/main" id="{F71D7956-B3FD-B407-50A8-4BC5889656FD}"/>
              </a:ext>
            </a:extLst>
          </p:cNvPr>
          <p:cNvSpPr>
            <a:spLocks noGrp="1"/>
          </p:cNvSpPr>
          <p:nvPr>
            <p:ph type="sldNum" sz="quarter" idx="12"/>
          </p:nvPr>
        </p:nvSpPr>
        <p:spPr/>
        <p:txBody>
          <a:bodyPr/>
          <a:lstStyle/>
          <a:p>
            <a:fld id="{B82CCC60-E8CD-4174-8B1A-7DF615B22EEF}" type="slidenum">
              <a:rPr lang="en-US" smtClean="0"/>
              <a:pPr/>
              <a:t>19</a:t>
            </a:fld>
            <a:endParaRPr lang="en-US"/>
          </a:p>
        </p:txBody>
      </p:sp>
      <p:sp>
        <p:nvSpPr>
          <p:cNvPr id="6" name="Oval 5">
            <a:extLst>
              <a:ext uri="{FF2B5EF4-FFF2-40B4-BE49-F238E27FC236}">
                <a16:creationId xmlns:a16="http://schemas.microsoft.com/office/drawing/2014/main" id="{84D88730-55CE-1903-FE19-C1BBC06C1308}"/>
              </a:ext>
            </a:extLst>
          </p:cNvPr>
          <p:cNvSpPr/>
          <p:nvPr/>
        </p:nvSpPr>
        <p:spPr>
          <a:xfrm>
            <a:off x="3012707" y="4292867"/>
            <a:ext cx="567891" cy="55826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p>
        </p:txBody>
      </p:sp>
      <p:sp>
        <p:nvSpPr>
          <p:cNvPr id="8" name="Oval 7">
            <a:extLst>
              <a:ext uri="{FF2B5EF4-FFF2-40B4-BE49-F238E27FC236}">
                <a16:creationId xmlns:a16="http://schemas.microsoft.com/office/drawing/2014/main" id="{461674E9-B7A4-E483-C0E4-1A2493297659}"/>
              </a:ext>
            </a:extLst>
          </p:cNvPr>
          <p:cNvSpPr/>
          <p:nvPr/>
        </p:nvSpPr>
        <p:spPr>
          <a:xfrm>
            <a:off x="4945780" y="4292867"/>
            <a:ext cx="567891" cy="55826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a:t>
            </a:r>
          </a:p>
        </p:txBody>
      </p:sp>
      <p:sp>
        <p:nvSpPr>
          <p:cNvPr id="9" name="Oval 8">
            <a:extLst>
              <a:ext uri="{FF2B5EF4-FFF2-40B4-BE49-F238E27FC236}">
                <a16:creationId xmlns:a16="http://schemas.microsoft.com/office/drawing/2014/main" id="{706E1422-10F4-B173-60AD-CC5AAD789030}"/>
              </a:ext>
            </a:extLst>
          </p:cNvPr>
          <p:cNvSpPr/>
          <p:nvPr/>
        </p:nvSpPr>
        <p:spPr>
          <a:xfrm>
            <a:off x="3012706" y="5638799"/>
            <a:ext cx="567891" cy="55826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a:t>
            </a:r>
          </a:p>
        </p:txBody>
      </p:sp>
      <p:sp>
        <p:nvSpPr>
          <p:cNvPr id="10" name="Oval 9">
            <a:extLst>
              <a:ext uri="{FF2B5EF4-FFF2-40B4-BE49-F238E27FC236}">
                <a16:creationId xmlns:a16="http://schemas.microsoft.com/office/drawing/2014/main" id="{41F1BB44-55C3-790B-8096-680B2C6C3776}"/>
              </a:ext>
            </a:extLst>
          </p:cNvPr>
          <p:cNvSpPr/>
          <p:nvPr/>
        </p:nvSpPr>
        <p:spPr>
          <a:xfrm>
            <a:off x="4945779" y="5638799"/>
            <a:ext cx="567891" cy="55826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a:t>
            </a:r>
          </a:p>
        </p:txBody>
      </p:sp>
      <p:cxnSp>
        <p:nvCxnSpPr>
          <p:cNvPr id="12" name="Straight Arrow Connector 11">
            <a:extLst>
              <a:ext uri="{FF2B5EF4-FFF2-40B4-BE49-F238E27FC236}">
                <a16:creationId xmlns:a16="http://schemas.microsoft.com/office/drawing/2014/main" id="{2F530CA4-291D-38A6-389D-70042A9E178C}"/>
              </a:ext>
            </a:extLst>
          </p:cNvPr>
          <p:cNvCxnSpPr>
            <a:cxnSpLocks/>
          </p:cNvCxnSpPr>
          <p:nvPr/>
        </p:nvCxnSpPr>
        <p:spPr>
          <a:xfrm>
            <a:off x="3647975" y="4629751"/>
            <a:ext cx="121278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BE1B286-7046-5E13-08D3-A3A9851766F4}"/>
              </a:ext>
            </a:extLst>
          </p:cNvPr>
          <p:cNvCxnSpPr>
            <a:stCxn id="6" idx="5"/>
            <a:endCxn id="10" idx="1"/>
          </p:cNvCxnSpPr>
          <p:nvPr/>
        </p:nvCxnSpPr>
        <p:spPr>
          <a:xfrm>
            <a:off x="3497432" y="4769377"/>
            <a:ext cx="1531513" cy="9511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58809807-A0AC-755E-BA42-837D89BA896B}"/>
              </a:ext>
            </a:extLst>
          </p:cNvPr>
          <p:cNvCxnSpPr>
            <a:cxnSpLocks/>
          </p:cNvCxnSpPr>
          <p:nvPr/>
        </p:nvCxnSpPr>
        <p:spPr>
          <a:xfrm>
            <a:off x="3158109" y="4851133"/>
            <a:ext cx="0" cy="7876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3">
            <p14:nvContentPartPr>
              <p14:cNvPr id="17" name="Ink 16">
                <a:extLst>
                  <a:ext uri="{FF2B5EF4-FFF2-40B4-BE49-F238E27FC236}">
                    <a16:creationId xmlns:a16="http://schemas.microsoft.com/office/drawing/2014/main" id="{3F949105-0B45-D33B-883D-5C2A583F7E38}"/>
                  </a:ext>
                </a:extLst>
              </p14:cNvPr>
              <p14:cNvContentPartPr/>
              <p14:nvPr/>
            </p14:nvContentPartPr>
            <p14:xfrm>
              <a:off x="2482029" y="4051326"/>
              <a:ext cx="676080" cy="723240"/>
            </p14:xfrm>
          </p:contentPart>
        </mc:Choice>
        <mc:Fallback xmlns="">
          <p:pic>
            <p:nvPicPr>
              <p:cNvPr id="17" name="Ink 16">
                <a:extLst>
                  <a:ext uri="{FF2B5EF4-FFF2-40B4-BE49-F238E27FC236}">
                    <a16:creationId xmlns:a16="http://schemas.microsoft.com/office/drawing/2014/main" id="{3F949105-0B45-D33B-883D-5C2A583F7E38}"/>
                  </a:ext>
                </a:extLst>
              </p:cNvPr>
              <p:cNvPicPr/>
              <p:nvPr/>
            </p:nvPicPr>
            <p:blipFill>
              <a:blip r:embed="rId4"/>
              <a:stretch>
                <a:fillRect/>
              </a:stretch>
            </p:blipFill>
            <p:spPr>
              <a:xfrm>
                <a:off x="2475909" y="4045206"/>
                <a:ext cx="688320" cy="735480"/>
              </a:xfrm>
              <a:prstGeom prst="rect">
                <a:avLst/>
              </a:prstGeom>
            </p:spPr>
          </p:pic>
        </mc:Fallback>
      </mc:AlternateContent>
      <p:cxnSp>
        <p:nvCxnSpPr>
          <p:cNvPr id="18" name="Straight Arrow Connector 17">
            <a:extLst>
              <a:ext uri="{FF2B5EF4-FFF2-40B4-BE49-F238E27FC236}">
                <a16:creationId xmlns:a16="http://schemas.microsoft.com/office/drawing/2014/main" id="{52B51CC2-844B-F65A-331D-E5AAC5DDE0F5}"/>
              </a:ext>
            </a:extLst>
          </p:cNvPr>
          <p:cNvCxnSpPr>
            <a:cxnSpLocks/>
          </p:cNvCxnSpPr>
          <p:nvPr/>
        </p:nvCxnSpPr>
        <p:spPr>
          <a:xfrm flipH="1">
            <a:off x="3647975" y="4494998"/>
            <a:ext cx="121278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A0C22E34-9B1A-6FF9-6722-C167D1206891}"/>
              </a:ext>
            </a:extLst>
          </p:cNvPr>
          <p:cNvCxnSpPr>
            <a:cxnSpLocks/>
          </p:cNvCxnSpPr>
          <p:nvPr/>
        </p:nvCxnSpPr>
        <p:spPr>
          <a:xfrm>
            <a:off x="3647975" y="5966059"/>
            <a:ext cx="121278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D8AB1EB7-16F2-4116-B746-63ED3F3884C1}"/>
              </a:ext>
            </a:extLst>
          </p:cNvPr>
          <p:cNvCxnSpPr>
            <a:cxnSpLocks/>
          </p:cNvCxnSpPr>
          <p:nvPr/>
        </p:nvCxnSpPr>
        <p:spPr>
          <a:xfrm flipH="1">
            <a:off x="3647975" y="5831306"/>
            <a:ext cx="121278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DF97A8D2-5B10-8B5C-2225-A87F6194982F}"/>
              </a:ext>
            </a:extLst>
          </p:cNvPr>
          <p:cNvCxnSpPr>
            <a:cxnSpLocks/>
          </p:cNvCxnSpPr>
          <p:nvPr/>
        </p:nvCxnSpPr>
        <p:spPr>
          <a:xfrm flipV="1">
            <a:off x="3368842" y="4851133"/>
            <a:ext cx="0" cy="7306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B10613DD-C423-8427-5E95-70334430298D}"/>
              </a:ext>
            </a:extLst>
          </p:cNvPr>
          <p:cNvCxnSpPr>
            <a:cxnSpLocks/>
          </p:cNvCxnSpPr>
          <p:nvPr/>
        </p:nvCxnSpPr>
        <p:spPr>
          <a:xfrm>
            <a:off x="5110734" y="4851133"/>
            <a:ext cx="0" cy="7876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B846A1B-05DF-02B3-5569-A3A9C1CECF20}"/>
              </a:ext>
            </a:extLst>
          </p:cNvPr>
          <p:cNvCxnSpPr>
            <a:cxnSpLocks/>
          </p:cNvCxnSpPr>
          <p:nvPr/>
        </p:nvCxnSpPr>
        <p:spPr>
          <a:xfrm flipV="1">
            <a:off x="5321467" y="4851133"/>
            <a:ext cx="0" cy="7306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5">
            <p14:nvContentPartPr>
              <p14:cNvPr id="35" name="Ink 34">
                <a:extLst>
                  <a:ext uri="{FF2B5EF4-FFF2-40B4-BE49-F238E27FC236}">
                    <a16:creationId xmlns:a16="http://schemas.microsoft.com/office/drawing/2014/main" id="{23CB235E-5115-5714-4CFE-743E54F28F07}"/>
                  </a:ext>
                </a:extLst>
              </p14:cNvPr>
              <p14:cNvContentPartPr/>
              <p14:nvPr/>
            </p14:nvContentPartPr>
            <p14:xfrm rot="8239620">
              <a:off x="5477077" y="4039666"/>
              <a:ext cx="676080" cy="723240"/>
            </p14:xfrm>
          </p:contentPart>
        </mc:Choice>
        <mc:Fallback xmlns="">
          <p:pic>
            <p:nvPicPr>
              <p:cNvPr id="35" name="Ink 34">
                <a:extLst>
                  <a:ext uri="{FF2B5EF4-FFF2-40B4-BE49-F238E27FC236}">
                    <a16:creationId xmlns:a16="http://schemas.microsoft.com/office/drawing/2014/main" id="{23CB235E-5115-5714-4CFE-743E54F28F07}"/>
                  </a:ext>
                </a:extLst>
              </p:cNvPr>
              <p:cNvPicPr/>
              <p:nvPr/>
            </p:nvPicPr>
            <p:blipFill>
              <a:blip r:embed="rId4"/>
              <a:stretch>
                <a:fillRect/>
              </a:stretch>
            </p:blipFill>
            <p:spPr>
              <a:xfrm rot="8239620">
                <a:off x="5470957" y="4033546"/>
                <a:ext cx="688320"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36" name="Ink 35">
                <a:extLst>
                  <a:ext uri="{FF2B5EF4-FFF2-40B4-BE49-F238E27FC236}">
                    <a16:creationId xmlns:a16="http://schemas.microsoft.com/office/drawing/2014/main" id="{4613518A-7DB2-48FB-6968-443E937B063A}"/>
                  </a:ext>
                </a:extLst>
              </p14:cNvPr>
              <p14:cNvContentPartPr/>
              <p14:nvPr/>
            </p14:nvContentPartPr>
            <p14:xfrm rot="18253453">
              <a:off x="2427902" y="5830613"/>
              <a:ext cx="676080" cy="723240"/>
            </p14:xfrm>
          </p:contentPart>
        </mc:Choice>
        <mc:Fallback xmlns="">
          <p:pic>
            <p:nvPicPr>
              <p:cNvPr id="36" name="Ink 35">
                <a:extLst>
                  <a:ext uri="{FF2B5EF4-FFF2-40B4-BE49-F238E27FC236}">
                    <a16:creationId xmlns:a16="http://schemas.microsoft.com/office/drawing/2014/main" id="{4613518A-7DB2-48FB-6968-443E937B063A}"/>
                  </a:ext>
                </a:extLst>
              </p:cNvPr>
              <p:cNvPicPr/>
              <p:nvPr/>
            </p:nvPicPr>
            <p:blipFill>
              <a:blip r:embed="rId4"/>
              <a:stretch>
                <a:fillRect/>
              </a:stretch>
            </p:blipFill>
            <p:spPr>
              <a:xfrm rot="18253453">
                <a:off x="2421782" y="5824493"/>
                <a:ext cx="688320"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7" name="Ink 36">
                <a:extLst>
                  <a:ext uri="{FF2B5EF4-FFF2-40B4-BE49-F238E27FC236}">
                    <a16:creationId xmlns:a16="http://schemas.microsoft.com/office/drawing/2014/main" id="{19FAC484-E233-B2DC-7236-C3766353B3B8}"/>
                  </a:ext>
                </a:extLst>
              </p14:cNvPr>
              <p14:cNvContentPartPr/>
              <p14:nvPr/>
            </p14:nvContentPartPr>
            <p14:xfrm rot="11019232">
              <a:off x="5397562" y="5874122"/>
              <a:ext cx="676080" cy="723240"/>
            </p14:xfrm>
          </p:contentPart>
        </mc:Choice>
        <mc:Fallback xmlns="">
          <p:pic>
            <p:nvPicPr>
              <p:cNvPr id="37" name="Ink 36">
                <a:extLst>
                  <a:ext uri="{FF2B5EF4-FFF2-40B4-BE49-F238E27FC236}">
                    <a16:creationId xmlns:a16="http://schemas.microsoft.com/office/drawing/2014/main" id="{19FAC484-E233-B2DC-7236-C3766353B3B8}"/>
                  </a:ext>
                </a:extLst>
              </p:cNvPr>
              <p:cNvPicPr/>
              <p:nvPr/>
            </p:nvPicPr>
            <p:blipFill>
              <a:blip r:embed="rId4"/>
              <a:stretch>
                <a:fillRect/>
              </a:stretch>
            </p:blipFill>
            <p:spPr>
              <a:xfrm rot="11019232">
                <a:off x="5391442" y="5868002"/>
                <a:ext cx="688320" cy="735480"/>
              </a:xfrm>
              <a:prstGeom prst="rect">
                <a:avLst/>
              </a:prstGeom>
            </p:spPr>
          </p:pic>
        </mc:Fallback>
      </mc:AlternateContent>
      <p:cxnSp>
        <p:nvCxnSpPr>
          <p:cNvPr id="38" name="Straight Arrow Connector 37">
            <a:extLst>
              <a:ext uri="{FF2B5EF4-FFF2-40B4-BE49-F238E27FC236}">
                <a16:creationId xmlns:a16="http://schemas.microsoft.com/office/drawing/2014/main" id="{7ACF8FDB-9316-7911-73BB-1103E226018A}"/>
              </a:ext>
            </a:extLst>
          </p:cNvPr>
          <p:cNvCxnSpPr>
            <a:cxnSpLocks/>
          </p:cNvCxnSpPr>
          <p:nvPr/>
        </p:nvCxnSpPr>
        <p:spPr>
          <a:xfrm flipH="1" flipV="1">
            <a:off x="3497432" y="4896290"/>
            <a:ext cx="1398592" cy="8724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BDB94326-5DF3-E91F-2C87-131B174A124A}"/>
              </a:ext>
            </a:extLst>
          </p:cNvPr>
          <p:cNvCxnSpPr>
            <a:cxnSpLocks/>
          </p:cNvCxnSpPr>
          <p:nvPr/>
        </p:nvCxnSpPr>
        <p:spPr>
          <a:xfrm flipV="1">
            <a:off x="3611205" y="4780724"/>
            <a:ext cx="1284819" cy="9032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B3BFF766-5FE9-0276-534A-876E4A9322B2}"/>
              </a:ext>
            </a:extLst>
          </p:cNvPr>
          <p:cNvCxnSpPr>
            <a:cxnSpLocks/>
          </p:cNvCxnSpPr>
          <p:nvPr/>
        </p:nvCxnSpPr>
        <p:spPr>
          <a:xfrm flipH="1">
            <a:off x="3630352" y="4904130"/>
            <a:ext cx="1315427" cy="8646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D66C14CA-88FE-1B7F-478F-6E161B35006D}"/>
              </a:ext>
            </a:extLst>
          </p:cNvPr>
          <p:cNvCxnSpPr>
            <a:cxnSpLocks/>
          </p:cNvCxnSpPr>
          <p:nvPr/>
        </p:nvCxnSpPr>
        <p:spPr>
          <a:xfrm>
            <a:off x="8835222" y="4689548"/>
            <a:ext cx="240429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B6E53995-9AB7-7CAF-24E4-BC605C1D4478}"/>
              </a:ext>
            </a:extLst>
          </p:cNvPr>
          <p:cNvCxnSpPr>
            <a:cxnSpLocks/>
          </p:cNvCxnSpPr>
          <p:nvPr/>
        </p:nvCxnSpPr>
        <p:spPr>
          <a:xfrm>
            <a:off x="9140833" y="4351347"/>
            <a:ext cx="0" cy="1614712"/>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65495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2"/>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5"/>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DA4562-32A5-47EA-41DF-D9039FF146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14983D-5AB3-5723-9340-BBD4D5C4A3AF}"/>
              </a:ext>
            </a:extLst>
          </p:cNvPr>
          <p:cNvSpPr>
            <a:spLocks noGrp="1"/>
          </p:cNvSpPr>
          <p:nvPr>
            <p:ph type="title"/>
          </p:nvPr>
        </p:nvSpPr>
        <p:spPr>
          <a:xfrm>
            <a:off x="598620" y="136524"/>
            <a:ext cx="6658828" cy="1001901"/>
          </a:xfrm>
        </p:spPr>
        <p:txBody>
          <a:bodyPr>
            <a:normAutofit/>
          </a:bodyPr>
          <a:lstStyle/>
          <a:p>
            <a:r>
              <a:rPr lang="en-US" dirty="0"/>
              <a:t>Scoring with Markov chain</a:t>
            </a:r>
          </a:p>
        </p:txBody>
      </p:sp>
      <p:sp>
        <p:nvSpPr>
          <p:cNvPr id="3" name="Content Placeholder 2">
            <a:extLst>
              <a:ext uri="{FF2B5EF4-FFF2-40B4-BE49-F238E27FC236}">
                <a16:creationId xmlns:a16="http://schemas.microsoft.com/office/drawing/2014/main" id="{B814D584-A877-B46B-2BDD-8844F77B3C21}"/>
              </a:ext>
            </a:extLst>
          </p:cNvPr>
          <p:cNvSpPr>
            <a:spLocks noGrp="1"/>
          </p:cNvSpPr>
          <p:nvPr>
            <p:ph idx="1"/>
          </p:nvPr>
        </p:nvSpPr>
        <p:spPr>
          <a:xfrm>
            <a:off x="598620" y="1596540"/>
            <a:ext cx="10972800" cy="4881262"/>
          </a:xfrm>
        </p:spPr>
        <p:txBody>
          <a:bodyPr>
            <a:normAutofit fontScale="70000" lnSpcReduction="20000"/>
          </a:bodyPr>
          <a:lstStyle/>
          <a:p>
            <a:r>
              <a:rPr lang="en-US" dirty="0"/>
              <a:t>Imagine sequence AGCG, all starting probabilities are equal to 0.25.  Its probability under this Markov model is P = 0.25*0.4*0.4*0.3=0.012</a:t>
            </a:r>
          </a:p>
          <a:p>
            <a:r>
              <a:rPr lang="en-US" dirty="0"/>
              <a:t>Probability that this sequence has ben generated from a random walk is 0.25</a:t>
            </a:r>
            <a:r>
              <a:rPr lang="en-US" baseline="30000" dirty="0"/>
              <a:t>4</a:t>
            </a:r>
            <a:r>
              <a:rPr lang="en-US" dirty="0"/>
              <a:t> = 0.00390625</a:t>
            </a:r>
          </a:p>
          <a:p>
            <a:r>
              <a:rPr lang="en-US" dirty="0"/>
              <a:t>You can compare probabilities between different Markov chain models to see which model is more likely to have generated the pattern </a:t>
            </a:r>
            <a:br>
              <a:rPr lang="en-US" dirty="0"/>
            </a:br>
            <a:r>
              <a:rPr lang="en-US" dirty="0"/>
              <a:t>                                                                                                                                   </a:t>
            </a:r>
            <a:r>
              <a:rPr lang="en-US" dirty="0">
                <a:latin typeface="Courier New" panose="02070309020205020404" pitchFamily="49" charset="0"/>
                <a:cs typeface="Courier New" panose="02070309020205020404" pitchFamily="49" charset="0"/>
              </a:rPr>
              <a:t>To</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  C  G  T</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 .1 .4 .4 .1</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Model 1     From  C .2 .2 .3 .3</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G .4 .4 .1 .1</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T .5 .1 .2 .2</a:t>
            </a:r>
            <a:br>
              <a:rPr lang="en-US" dirty="0">
                <a:latin typeface="Courier New" panose="02070309020205020404" pitchFamily="49" charset="0"/>
                <a:cs typeface="Courier New" panose="02070309020205020404" pitchFamily="49" charset="0"/>
              </a:rPr>
            </a:br>
            <a:r>
              <a:rPr lang="en-US" dirty="0"/>
              <a:t>                                                                                                                                     </a:t>
            </a:r>
            <a:br>
              <a:rPr lang="en-US" dirty="0"/>
            </a:br>
            <a:r>
              <a:rPr lang="en-US" dirty="0"/>
              <a:t>                                                                                                                                         </a:t>
            </a:r>
            <a:r>
              <a:rPr lang="en-US" dirty="0">
                <a:latin typeface="Courier New" panose="02070309020205020404" pitchFamily="49" charset="0"/>
                <a:cs typeface="Courier New" panose="02070309020205020404" pitchFamily="49" charset="0"/>
              </a:rPr>
              <a:t>To</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   C   G   T</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 .25 .25 .25 .25</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Model 2     From  C .25 .25 .25 .25</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(random walk)        G .25 .25 .25 .25</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T .25 .25 .25 .25</a:t>
            </a:r>
            <a:br>
              <a:rPr lang="en-US" dirty="0">
                <a:latin typeface="Courier New" panose="02070309020205020404" pitchFamily="49" charset="0"/>
                <a:cs typeface="Courier New" panose="02070309020205020404" pitchFamily="49" charset="0"/>
              </a:rPr>
            </a:br>
            <a:r>
              <a:rPr lang="en-US" dirty="0"/>
              <a:t>                                                                                  </a:t>
            </a:r>
          </a:p>
        </p:txBody>
      </p:sp>
      <p:sp>
        <p:nvSpPr>
          <p:cNvPr id="4" name="Slide Number Placeholder 3">
            <a:extLst>
              <a:ext uri="{FF2B5EF4-FFF2-40B4-BE49-F238E27FC236}">
                <a16:creationId xmlns:a16="http://schemas.microsoft.com/office/drawing/2014/main" id="{DD17D4E3-FB67-AB3C-18D7-C21E0ED269FB}"/>
              </a:ext>
            </a:extLst>
          </p:cNvPr>
          <p:cNvSpPr>
            <a:spLocks noGrp="1"/>
          </p:cNvSpPr>
          <p:nvPr>
            <p:ph type="sldNum" sz="quarter" idx="12"/>
          </p:nvPr>
        </p:nvSpPr>
        <p:spPr/>
        <p:txBody>
          <a:bodyPr/>
          <a:lstStyle/>
          <a:p>
            <a:fld id="{B82CCC60-E8CD-4174-8B1A-7DF615B22EEF}" type="slidenum">
              <a:rPr lang="en-US" smtClean="0"/>
              <a:pPr/>
              <a:t>20</a:t>
            </a:fld>
            <a:endParaRPr lang="en-US"/>
          </a:p>
        </p:txBody>
      </p:sp>
      <p:sp>
        <p:nvSpPr>
          <p:cNvPr id="6" name="Oval 5">
            <a:extLst>
              <a:ext uri="{FF2B5EF4-FFF2-40B4-BE49-F238E27FC236}">
                <a16:creationId xmlns:a16="http://schemas.microsoft.com/office/drawing/2014/main" id="{E012A8A2-7B59-9583-E70B-A8BBD1DB760D}"/>
              </a:ext>
            </a:extLst>
          </p:cNvPr>
          <p:cNvSpPr/>
          <p:nvPr/>
        </p:nvSpPr>
        <p:spPr>
          <a:xfrm>
            <a:off x="834405" y="3536235"/>
            <a:ext cx="567891" cy="55826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p>
        </p:txBody>
      </p:sp>
      <p:sp>
        <p:nvSpPr>
          <p:cNvPr id="8" name="Oval 7">
            <a:extLst>
              <a:ext uri="{FF2B5EF4-FFF2-40B4-BE49-F238E27FC236}">
                <a16:creationId xmlns:a16="http://schemas.microsoft.com/office/drawing/2014/main" id="{C99FAF67-3970-E829-844D-FFB7DDFBE3BF}"/>
              </a:ext>
            </a:extLst>
          </p:cNvPr>
          <p:cNvSpPr/>
          <p:nvPr/>
        </p:nvSpPr>
        <p:spPr>
          <a:xfrm>
            <a:off x="2767478" y="3536235"/>
            <a:ext cx="567891" cy="55826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a:t>
            </a:r>
          </a:p>
        </p:txBody>
      </p:sp>
      <p:sp>
        <p:nvSpPr>
          <p:cNvPr id="9" name="Oval 8">
            <a:extLst>
              <a:ext uri="{FF2B5EF4-FFF2-40B4-BE49-F238E27FC236}">
                <a16:creationId xmlns:a16="http://schemas.microsoft.com/office/drawing/2014/main" id="{31C1D808-FD07-ECC4-51C1-161FE711A8EC}"/>
              </a:ext>
            </a:extLst>
          </p:cNvPr>
          <p:cNvSpPr/>
          <p:nvPr/>
        </p:nvSpPr>
        <p:spPr>
          <a:xfrm>
            <a:off x="834404" y="4882167"/>
            <a:ext cx="567891" cy="55826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a:t>
            </a:r>
          </a:p>
        </p:txBody>
      </p:sp>
      <p:sp>
        <p:nvSpPr>
          <p:cNvPr id="10" name="Oval 9">
            <a:extLst>
              <a:ext uri="{FF2B5EF4-FFF2-40B4-BE49-F238E27FC236}">
                <a16:creationId xmlns:a16="http://schemas.microsoft.com/office/drawing/2014/main" id="{5E840975-F43F-D221-DAF2-3FA3E262660F}"/>
              </a:ext>
            </a:extLst>
          </p:cNvPr>
          <p:cNvSpPr/>
          <p:nvPr/>
        </p:nvSpPr>
        <p:spPr>
          <a:xfrm>
            <a:off x="2767477" y="4882167"/>
            <a:ext cx="567891" cy="55826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a:t>
            </a:r>
          </a:p>
        </p:txBody>
      </p:sp>
      <p:cxnSp>
        <p:nvCxnSpPr>
          <p:cNvPr id="12" name="Straight Arrow Connector 11">
            <a:extLst>
              <a:ext uri="{FF2B5EF4-FFF2-40B4-BE49-F238E27FC236}">
                <a16:creationId xmlns:a16="http://schemas.microsoft.com/office/drawing/2014/main" id="{DF3E9D12-5D8A-018F-F65A-CF780E368CE3}"/>
              </a:ext>
            </a:extLst>
          </p:cNvPr>
          <p:cNvCxnSpPr>
            <a:cxnSpLocks/>
          </p:cNvCxnSpPr>
          <p:nvPr/>
        </p:nvCxnSpPr>
        <p:spPr>
          <a:xfrm>
            <a:off x="1469673" y="3873119"/>
            <a:ext cx="121278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342E4DC2-8C6E-BE9B-7D9A-EAAB4CEAE969}"/>
              </a:ext>
            </a:extLst>
          </p:cNvPr>
          <p:cNvCxnSpPr>
            <a:stCxn id="6" idx="5"/>
            <a:endCxn id="10" idx="1"/>
          </p:cNvCxnSpPr>
          <p:nvPr/>
        </p:nvCxnSpPr>
        <p:spPr>
          <a:xfrm>
            <a:off x="1319130" y="4012745"/>
            <a:ext cx="1531513" cy="9511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5AB5E933-91BB-5398-BDBA-1A49671895DF}"/>
              </a:ext>
            </a:extLst>
          </p:cNvPr>
          <p:cNvCxnSpPr>
            <a:cxnSpLocks/>
          </p:cNvCxnSpPr>
          <p:nvPr/>
        </p:nvCxnSpPr>
        <p:spPr>
          <a:xfrm>
            <a:off x="979807" y="4094501"/>
            <a:ext cx="0" cy="7876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3">
            <p14:nvContentPartPr>
              <p14:cNvPr id="17" name="Ink 16">
                <a:extLst>
                  <a:ext uri="{FF2B5EF4-FFF2-40B4-BE49-F238E27FC236}">
                    <a16:creationId xmlns:a16="http://schemas.microsoft.com/office/drawing/2014/main" id="{B7564B40-3474-D2D5-A753-80979674E91C}"/>
                  </a:ext>
                </a:extLst>
              </p14:cNvPr>
              <p14:cNvContentPartPr/>
              <p14:nvPr/>
            </p14:nvContentPartPr>
            <p14:xfrm>
              <a:off x="303727" y="3294694"/>
              <a:ext cx="676080" cy="723240"/>
            </p14:xfrm>
          </p:contentPart>
        </mc:Choice>
        <mc:Fallback xmlns="">
          <p:pic>
            <p:nvPicPr>
              <p:cNvPr id="17" name="Ink 16">
                <a:extLst>
                  <a:ext uri="{FF2B5EF4-FFF2-40B4-BE49-F238E27FC236}">
                    <a16:creationId xmlns:a16="http://schemas.microsoft.com/office/drawing/2014/main" id="{B7564B40-3474-D2D5-A753-80979674E91C}"/>
                  </a:ext>
                </a:extLst>
              </p:cNvPr>
              <p:cNvPicPr/>
              <p:nvPr/>
            </p:nvPicPr>
            <p:blipFill>
              <a:blip r:embed="rId4"/>
              <a:stretch>
                <a:fillRect/>
              </a:stretch>
            </p:blipFill>
            <p:spPr>
              <a:xfrm>
                <a:off x="297604" y="3288577"/>
                <a:ext cx="688327" cy="735474"/>
              </a:xfrm>
              <a:prstGeom prst="rect">
                <a:avLst/>
              </a:prstGeom>
            </p:spPr>
          </p:pic>
        </mc:Fallback>
      </mc:AlternateContent>
      <p:cxnSp>
        <p:nvCxnSpPr>
          <p:cNvPr id="18" name="Straight Arrow Connector 17">
            <a:extLst>
              <a:ext uri="{FF2B5EF4-FFF2-40B4-BE49-F238E27FC236}">
                <a16:creationId xmlns:a16="http://schemas.microsoft.com/office/drawing/2014/main" id="{73096DD1-4E22-73D8-B014-16FA7D8EC284}"/>
              </a:ext>
            </a:extLst>
          </p:cNvPr>
          <p:cNvCxnSpPr>
            <a:cxnSpLocks/>
          </p:cNvCxnSpPr>
          <p:nvPr/>
        </p:nvCxnSpPr>
        <p:spPr>
          <a:xfrm flipH="1">
            <a:off x="1469673" y="3738366"/>
            <a:ext cx="121278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30ACC0FA-F7DD-F775-B632-6C806D860BEE}"/>
              </a:ext>
            </a:extLst>
          </p:cNvPr>
          <p:cNvCxnSpPr>
            <a:cxnSpLocks/>
          </p:cNvCxnSpPr>
          <p:nvPr/>
        </p:nvCxnSpPr>
        <p:spPr>
          <a:xfrm>
            <a:off x="1469673" y="5209427"/>
            <a:ext cx="121278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2870B382-BE0B-77CE-FB18-C76AA0235664}"/>
              </a:ext>
            </a:extLst>
          </p:cNvPr>
          <p:cNvCxnSpPr>
            <a:cxnSpLocks/>
          </p:cNvCxnSpPr>
          <p:nvPr/>
        </p:nvCxnSpPr>
        <p:spPr>
          <a:xfrm flipH="1">
            <a:off x="1469673" y="5074674"/>
            <a:ext cx="121278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20E98C20-80EC-AF53-2F19-3814E32D310B}"/>
              </a:ext>
            </a:extLst>
          </p:cNvPr>
          <p:cNvCxnSpPr>
            <a:cxnSpLocks/>
          </p:cNvCxnSpPr>
          <p:nvPr/>
        </p:nvCxnSpPr>
        <p:spPr>
          <a:xfrm flipV="1">
            <a:off x="1190540" y="4094501"/>
            <a:ext cx="0" cy="7306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0E27F4A9-E0E1-88FE-188E-D61674976C5D}"/>
              </a:ext>
            </a:extLst>
          </p:cNvPr>
          <p:cNvCxnSpPr>
            <a:cxnSpLocks/>
          </p:cNvCxnSpPr>
          <p:nvPr/>
        </p:nvCxnSpPr>
        <p:spPr>
          <a:xfrm>
            <a:off x="2932432" y="4094501"/>
            <a:ext cx="0" cy="7876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908DF921-36C7-DB95-9BA8-5A737AA962BA}"/>
              </a:ext>
            </a:extLst>
          </p:cNvPr>
          <p:cNvCxnSpPr>
            <a:cxnSpLocks/>
          </p:cNvCxnSpPr>
          <p:nvPr/>
        </p:nvCxnSpPr>
        <p:spPr>
          <a:xfrm flipV="1">
            <a:off x="3143165" y="4094501"/>
            <a:ext cx="0" cy="7306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5">
            <p14:nvContentPartPr>
              <p14:cNvPr id="35" name="Ink 34">
                <a:extLst>
                  <a:ext uri="{FF2B5EF4-FFF2-40B4-BE49-F238E27FC236}">
                    <a16:creationId xmlns:a16="http://schemas.microsoft.com/office/drawing/2014/main" id="{999367F5-72F6-1F10-94D1-AC3562320F55}"/>
                  </a:ext>
                </a:extLst>
              </p14:cNvPr>
              <p14:cNvContentPartPr/>
              <p14:nvPr/>
            </p14:nvContentPartPr>
            <p14:xfrm rot="8239620">
              <a:off x="3298775" y="3283034"/>
              <a:ext cx="676080" cy="723240"/>
            </p14:xfrm>
          </p:contentPart>
        </mc:Choice>
        <mc:Fallback xmlns="">
          <p:pic>
            <p:nvPicPr>
              <p:cNvPr id="35" name="Ink 34">
                <a:extLst>
                  <a:ext uri="{FF2B5EF4-FFF2-40B4-BE49-F238E27FC236}">
                    <a16:creationId xmlns:a16="http://schemas.microsoft.com/office/drawing/2014/main" id="{999367F5-72F6-1F10-94D1-AC3562320F55}"/>
                  </a:ext>
                </a:extLst>
              </p:cNvPr>
              <p:cNvPicPr/>
              <p:nvPr/>
            </p:nvPicPr>
            <p:blipFill>
              <a:blip r:embed="rId4"/>
              <a:stretch>
                <a:fillRect/>
              </a:stretch>
            </p:blipFill>
            <p:spPr>
              <a:xfrm rot="8239620">
                <a:off x="3292652" y="3276917"/>
                <a:ext cx="688327" cy="735474"/>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36" name="Ink 35">
                <a:extLst>
                  <a:ext uri="{FF2B5EF4-FFF2-40B4-BE49-F238E27FC236}">
                    <a16:creationId xmlns:a16="http://schemas.microsoft.com/office/drawing/2014/main" id="{F243284D-89D7-C818-5E11-F04932EF5D6A}"/>
                  </a:ext>
                </a:extLst>
              </p14:cNvPr>
              <p14:cNvContentPartPr/>
              <p14:nvPr/>
            </p14:nvContentPartPr>
            <p14:xfrm rot="18253453">
              <a:off x="249600" y="5073981"/>
              <a:ext cx="676080" cy="723240"/>
            </p14:xfrm>
          </p:contentPart>
        </mc:Choice>
        <mc:Fallback xmlns="">
          <p:pic>
            <p:nvPicPr>
              <p:cNvPr id="36" name="Ink 35">
                <a:extLst>
                  <a:ext uri="{FF2B5EF4-FFF2-40B4-BE49-F238E27FC236}">
                    <a16:creationId xmlns:a16="http://schemas.microsoft.com/office/drawing/2014/main" id="{F243284D-89D7-C818-5E11-F04932EF5D6A}"/>
                  </a:ext>
                </a:extLst>
              </p:cNvPr>
              <p:cNvPicPr/>
              <p:nvPr/>
            </p:nvPicPr>
            <p:blipFill>
              <a:blip r:embed="rId4"/>
              <a:stretch>
                <a:fillRect/>
              </a:stretch>
            </p:blipFill>
            <p:spPr>
              <a:xfrm rot="18253453">
                <a:off x="243477" y="5067864"/>
                <a:ext cx="688327" cy="735474"/>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7" name="Ink 36">
                <a:extLst>
                  <a:ext uri="{FF2B5EF4-FFF2-40B4-BE49-F238E27FC236}">
                    <a16:creationId xmlns:a16="http://schemas.microsoft.com/office/drawing/2014/main" id="{B339E501-BD7A-3E1A-04A5-09336F8EBFB5}"/>
                  </a:ext>
                </a:extLst>
              </p14:cNvPr>
              <p14:cNvContentPartPr/>
              <p14:nvPr/>
            </p14:nvContentPartPr>
            <p14:xfrm rot="11019232">
              <a:off x="3219260" y="5117490"/>
              <a:ext cx="676080" cy="723240"/>
            </p14:xfrm>
          </p:contentPart>
        </mc:Choice>
        <mc:Fallback xmlns="">
          <p:pic>
            <p:nvPicPr>
              <p:cNvPr id="37" name="Ink 36">
                <a:extLst>
                  <a:ext uri="{FF2B5EF4-FFF2-40B4-BE49-F238E27FC236}">
                    <a16:creationId xmlns:a16="http://schemas.microsoft.com/office/drawing/2014/main" id="{B339E501-BD7A-3E1A-04A5-09336F8EBFB5}"/>
                  </a:ext>
                </a:extLst>
              </p:cNvPr>
              <p:cNvPicPr/>
              <p:nvPr/>
            </p:nvPicPr>
            <p:blipFill>
              <a:blip r:embed="rId4"/>
              <a:stretch>
                <a:fillRect/>
              </a:stretch>
            </p:blipFill>
            <p:spPr>
              <a:xfrm rot="11019232">
                <a:off x="3213137" y="5111373"/>
                <a:ext cx="688327" cy="735474"/>
              </a:xfrm>
              <a:prstGeom prst="rect">
                <a:avLst/>
              </a:prstGeom>
            </p:spPr>
          </p:pic>
        </mc:Fallback>
      </mc:AlternateContent>
      <p:cxnSp>
        <p:nvCxnSpPr>
          <p:cNvPr id="38" name="Straight Arrow Connector 37">
            <a:extLst>
              <a:ext uri="{FF2B5EF4-FFF2-40B4-BE49-F238E27FC236}">
                <a16:creationId xmlns:a16="http://schemas.microsoft.com/office/drawing/2014/main" id="{1F668BCA-890A-21E9-D316-C0E0CE0A80B4}"/>
              </a:ext>
            </a:extLst>
          </p:cNvPr>
          <p:cNvCxnSpPr>
            <a:cxnSpLocks/>
          </p:cNvCxnSpPr>
          <p:nvPr/>
        </p:nvCxnSpPr>
        <p:spPr>
          <a:xfrm flipH="1" flipV="1">
            <a:off x="1319130" y="4139658"/>
            <a:ext cx="1398592" cy="8724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F34D845D-58C7-6C13-D3CC-07B54692751A}"/>
              </a:ext>
            </a:extLst>
          </p:cNvPr>
          <p:cNvCxnSpPr>
            <a:cxnSpLocks/>
          </p:cNvCxnSpPr>
          <p:nvPr/>
        </p:nvCxnSpPr>
        <p:spPr>
          <a:xfrm flipV="1">
            <a:off x="1432903" y="4024092"/>
            <a:ext cx="1284819" cy="9032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7A79EF97-00D7-8D08-8121-C77B5B81D10E}"/>
              </a:ext>
            </a:extLst>
          </p:cNvPr>
          <p:cNvCxnSpPr>
            <a:cxnSpLocks/>
          </p:cNvCxnSpPr>
          <p:nvPr/>
        </p:nvCxnSpPr>
        <p:spPr>
          <a:xfrm flipH="1">
            <a:off x="1452050" y="4147498"/>
            <a:ext cx="1315427" cy="8646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DE188676-2728-DB3A-865C-39C679CB1E25}"/>
              </a:ext>
            </a:extLst>
          </p:cNvPr>
          <p:cNvCxnSpPr>
            <a:cxnSpLocks/>
          </p:cNvCxnSpPr>
          <p:nvPr/>
        </p:nvCxnSpPr>
        <p:spPr>
          <a:xfrm>
            <a:off x="7509959" y="3434006"/>
            <a:ext cx="207690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E28165-703F-50B1-AFFE-6326C6E7A967}"/>
              </a:ext>
            </a:extLst>
          </p:cNvPr>
          <p:cNvCxnSpPr>
            <a:cxnSpLocks/>
          </p:cNvCxnSpPr>
          <p:nvPr/>
        </p:nvCxnSpPr>
        <p:spPr>
          <a:xfrm>
            <a:off x="7826741" y="3209970"/>
            <a:ext cx="0" cy="1210796"/>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2B53A1F-5215-7E33-ABC2-E4912E7AEA54}"/>
              </a:ext>
            </a:extLst>
          </p:cNvPr>
          <p:cNvCxnSpPr>
            <a:cxnSpLocks/>
          </p:cNvCxnSpPr>
          <p:nvPr/>
        </p:nvCxnSpPr>
        <p:spPr>
          <a:xfrm>
            <a:off x="7832760" y="4952708"/>
            <a:ext cx="0" cy="1210796"/>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FEC310AF-9D32-22C4-EE7F-BB6E5353A57C}"/>
              </a:ext>
            </a:extLst>
          </p:cNvPr>
          <p:cNvCxnSpPr>
            <a:cxnSpLocks/>
          </p:cNvCxnSpPr>
          <p:nvPr/>
        </p:nvCxnSpPr>
        <p:spPr>
          <a:xfrm>
            <a:off x="7509959" y="5161300"/>
            <a:ext cx="2750755"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42575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2437D8-7DD7-C7AD-D3ED-0A62003EA336}"/>
              </a:ext>
            </a:extLst>
          </p:cNvPr>
          <p:cNvSpPr>
            <a:spLocks noGrp="1"/>
          </p:cNvSpPr>
          <p:nvPr>
            <p:ph type="title"/>
          </p:nvPr>
        </p:nvSpPr>
        <p:spPr>
          <a:xfrm>
            <a:off x="598620" y="136524"/>
            <a:ext cx="6658828" cy="1001901"/>
          </a:xfrm>
        </p:spPr>
        <p:txBody>
          <a:bodyPr>
            <a:normAutofit/>
          </a:bodyPr>
          <a:lstStyle/>
          <a:p>
            <a:r>
              <a:rPr lang="en-US" dirty="0"/>
              <a:t>Markov Weight Array Matrix</a:t>
            </a:r>
          </a:p>
        </p:txBody>
      </p:sp>
      <p:sp>
        <p:nvSpPr>
          <p:cNvPr id="3" name="Content Placeholder 2">
            <a:extLst>
              <a:ext uri="{FF2B5EF4-FFF2-40B4-BE49-F238E27FC236}">
                <a16:creationId xmlns:a16="http://schemas.microsoft.com/office/drawing/2014/main" id="{12CE0587-976A-8645-BAF8-D412EA4D0C31}"/>
              </a:ext>
            </a:extLst>
          </p:cNvPr>
          <p:cNvSpPr>
            <a:spLocks noGrp="1"/>
          </p:cNvSpPr>
          <p:nvPr>
            <p:ph idx="1"/>
          </p:nvPr>
        </p:nvSpPr>
        <p:spPr>
          <a:xfrm>
            <a:off x="598620" y="1596540"/>
            <a:ext cx="10972800" cy="4881262"/>
          </a:xfrm>
        </p:spPr>
        <p:txBody>
          <a:bodyPr>
            <a:normAutofit fontScale="92500" lnSpcReduction="10000"/>
          </a:bodyPr>
          <a:lstStyle/>
          <a:p>
            <a:r>
              <a:rPr lang="en-US" dirty="0"/>
              <a:t>A Weight Array Matrix (WAM) is a specific kind of Markov chain model that incorporates </a:t>
            </a:r>
            <a:r>
              <a:rPr lang="en-US" b="1" dirty="0"/>
              <a:t>positions</a:t>
            </a:r>
            <a:r>
              <a:rPr lang="en-US" dirty="0"/>
              <a:t> within the pattern</a:t>
            </a:r>
          </a:p>
          <a:p>
            <a:endParaRPr lang="en-US" dirty="0"/>
          </a:p>
          <a:p>
            <a:r>
              <a:rPr lang="en-US" dirty="0"/>
              <a:t>WAM works better than PWM in scoring patterns because it incorporates Markov chain transition probabilities: the probability of each letter depends </a:t>
            </a:r>
            <a:r>
              <a:rPr lang="en-US" b="1" dirty="0"/>
              <a:t>both</a:t>
            </a:r>
            <a:r>
              <a:rPr lang="en-US" dirty="0"/>
              <a:t> on the </a:t>
            </a:r>
            <a:r>
              <a:rPr lang="en-US" b="1" dirty="0"/>
              <a:t>position</a:t>
            </a:r>
            <a:r>
              <a:rPr lang="en-US" dirty="0"/>
              <a:t> and on the previous one (or more) letters</a:t>
            </a:r>
          </a:p>
          <a:p>
            <a:endParaRPr lang="en-US" dirty="0"/>
          </a:p>
          <a:p>
            <a:r>
              <a:rPr lang="en-US" dirty="0"/>
              <a:t>The Markov process weights change from one position to another within the pattern</a:t>
            </a:r>
          </a:p>
          <a:p>
            <a:endParaRPr lang="en-US" dirty="0"/>
          </a:p>
          <a:p>
            <a:r>
              <a:rPr lang="en-US" dirty="0"/>
              <a:t>For the first order Markov process we need 16 weights at each position</a:t>
            </a:r>
          </a:p>
          <a:p>
            <a:endParaRPr lang="en-US" i="1" dirty="0"/>
          </a:p>
        </p:txBody>
      </p:sp>
      <p:sp>
        <p:nvSpPr>
          <p:cNvPr id="4" name="Slide Number Placeholder 3">
            <a:extLst>
              <a:ext uri="{FF2B5EF4-FFF2-40B4-BE49-F238E27FC236}">
                <a16:creationId xmlns:a16="http://schemas.microsoft.com/office/drawing/2014/main" id="{2E453488-16C5-7D26-0C1B-1EC0AA7C0CB0}"/>
              </a:ext>
            </a:extLst>
          </p:cNvPr>
          <p:cNvSpPr>
            <a:spLocks noGrp="1"/>
          </p:cNvSpPr>
          <p:nvPr>
            <p:ph type="sldNum" sz="quarter" idx="12"/>
          </p:nvPr>
        </p:nvSpPr>
        <p:spPr/>
        <p:txBody>
          <a:bodyPr/>
          <a:lstStyle/>
          <a:p>
            <a:fld id="{B82CCC60-E8CD-4174-8B1A-7DF615B22EEF}" type="slidenum">
              <a:rPr lang="en-US" smtClean="0"/>
              <a:pPr/>
              <a:t>21</a:t>
            </a:fld>
            <a:endParaRPr lang="en-US"/>
          </a:p>
        </p:txBody>
      </p:sp>
    </p:spTree>
    <p:extLst>
      <p:ext uri="{BB962C8B-B14F-4D97-AF65-F5344CB8AC3E}">
        <p14:creationId xmlns:p14="http://schemas.microsoft.com/office/powerpoint/2010/main" val="17773050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ACBA8B-9259-2D6E-A91D-05614BD541F4}"/>
              </a:ext>
            </a:extLst>
          </p:cNvPr>
          <p:cNvSpPr>
            <a:spLocks noGrp="1"/>
          </p:cNvSpPr>
          <p:nvPr>
            <p:ph type="title"/>
          </p:nvPr>
        </p:nvSpPr>
        <p:spPr/>
        <p:txBody>
          <a:bodyPr>
            <a:normAutofit fontScale="90000"/>
          </a:bodyPr>
          <a:lstStyle/>
          <a:p>
            <a:r>
              <a:rPr lang="en-US" dirty="0"/>
              <a:t>PWM vs WAM</a:t>
            </a:r>
          </a:p>
        </p:txBody>
      </p:sp>
      <p:sp>
        <p:nvSpPr>
          <p:cNvPr id="3" name="Content Placeholder 2">
            <a:extLst>
              <a:ext uri="{FF2B5EF4-FFF2-40B4-BE49-F238E27FC236}">
                <a16:creationId xmlns:a16="http://schemas.microsoft.com/office/drawing/2014/main" id="{41124C53-053A-062B-6B99-4EB1209BCFFA}"/>
              </a:ext>
            </a:extLst>
          </p:cNvPr>
          <p:cNvSpPr>
            <a:spLocks noGrp="1"/>
          </p:cNvSpPr>
          <p:nvPr>
            <p:ph idx="1"/>
          </p:nvPr>
        </p:nvSpPr>
        <p:spPr>
          <a:xfrm>
            <a:off x="598620" y="1596540"/>
            <a:ext cx="10972800" cy="4840546"/>
          </a:xfrm>
        </p:spPr>
        <p:txBody>
          <a:bodyPr>
            <a:normAutofit lnSpcReduction="10000"/>
          </a:bodyPr>
          <a:lstStyle/>
          <a:p>
            <a:r>
              <a:rPr lang="en-US" dirty="0"/>
              <a:t>PWM -- probabilities of observing each letter at a given position only depend on the position in the pattern:</a:t>
            </a:r>
            <a:br>
              <a:rPr lang="en-US" dirty="0"/>
            </a:br>
            <a:r>
              <a:rPr lang="en-US" dirty="0"/>
              <a:t>123456789</a:t>
            </a:r>
            <a:br>
              <a:rPr lang="en-US" dirty="0"/>
            </a:br>
            <a:r>
              <a:rPr lang="en-US" dirty="0"/>
              <a:t>G</a:t>
            </a:r>
            <a:r>
              <a:rPr lang="en-US" dirty="0">
                <a:solidFill>
                  <a:srgbClr val="FF0000"/>
                </a:solidFill>
              </a:rPr>
              <a:t>A</a:t>
            </a:r>
            <a:r>
              <a:rPr lang="en-US" dirty="0"/>
              <a:t>ATGAGA</a:t>
            </a:r>
            <a:br>
              <a:rPr lang="en-US" dirty="0"/>
            </a:br>
            <a:r>
              <a:rPr lang="en-US" sz="2000" dirty="0"/>
              <a:t>here the probability of seeing A at the position 2 is a number that only depends on the position (2)</a:t>
            </a:r>
          </a:p>
          <a:p>
            <a:r>
              <a:rPr lang="en-US" dirty="0"/>
              <a:t>1</a:t>
            </a:r>
            <a:r>
              <a:rPr lang="en-US" baseline="30000" dirty="0"/>
              <a:t>st</a:t>
            </a:r>
            <a:r>
              <a:rPr lang="en-US" dirty="0"/>
              <a:t> order Markov WAM -- probabilities of observing each letter at a given position depend on the position in the pattern and on the previous letter:</a:t>
            </a:r>
            <a:br>
              <a:rPr lang="en-US" dirty="0"/>
            </a:br>
            <a:r>
              <a:rPr lang="en-US" dirty="0"/>
              <a:t>123456789</a:t>
            </a:r>
            <a:br>
              <a:rPr lang="en-US" dirty="0"/>
            </a:br>
            <a:br>
              <a:rPr lang="en-US" dirty="0"/>
            </a:br>
            <a:r>
              <a:rPr lang="en-US" dirty="0">
                <a:solidFill>
                  <a:srgbClr val="00B050"/>
                </a:solidFill>
              </a:rPr>
              <a:t>G</a:t>
            </a:r>
            <a:r>
              <a:rPr lang="en-US" dirty="0">
                <a:solidFill>
                  <a:srgbClr val="FF0000"/>
                </a:solidFill>
              </a:rPr>
              <a:t>A</a:t>
            </a:r>
            <a:r>
              <a:rPr lang="en-US" dirty="0"/>
              <a:t>ATGAGA</a:t>
            </a:r>
            <a:br>
              <a:rPr lang="en-US" dirty="0"/>
            </a:br>
            <a:r>
              <a:rPr lang="en-US" sz="2000" dirty="0"/>
              <a:t>here the probability of seeing A at the position 2 is a number that depends on the position (2) and on the previous letter (G)</a:t>
            </a:r>
          </a:p>
          <a:p>
            <a:pPr marL="0" indent="0">
              <a:buNone/>
            </a:pPr>
            <a:endParaRPr lang="en-US" dirty="0"/>
          </a:p>
        </p:txBody>
      </p:sp>
      <p:sp>
        <p:nvSpPr>
          <p:cNvPr id="4" name="Slide Number Placeholder 3">
            <a:extLst>
              <a:ext uri="{FF2B5EF4-FFF2-40B4-BE49-F238E27FC236}">
                <a16:creationId xmlns:a16="http://schemas.microsoft.com/office/drawing/2014/main" id="{64BC43A7-AB39-633C-1C2E-CF1A14FDA00B}"/>
              </a:ext>
            </a:extLst>
          </p:cNvPr>
          <p:cNvSpPr>
            <a:spLocks noGrp="1"/>
          </p:cNvSpPr>
          <p:nvPr>
            <p:ph type="sldNum" sz="quarter" idx="12"/>
          </p:nvPr>
        </p:nvSpPr>
        <p:spPr/>
        <p:txBody>
          <a:bodyPr/>
          <a:lstStyle/>
          <a:p>
            <a:fld id="{B82CCC60-E8CD-4174-8B1A-7DF615B22EEF}" type="slidenum">
              <a:rPr lang="en-US" smtClean="0"/>
              <a:pPr/>
              <a:t>22</a:t>
            </a:fld>
            <a:endParaRPr lang="en-US"/>
          </a:p>
        </p:txBody>
      </p:sp>
      <mc:AlternateContent xmlns:mc="http://schemas.openxmlformats.org/markup-compatibility/2006" xmlns:p14="http://schemas.microsoft.com/office/powerpoint/2010/main">
        <mc:Choice Requires="p14">
          <p:contentPart p14:bwMode="auto" r:id="rId2">
            <p14:nvContentPartPr>
              <p14:cNvPr id="5" name="Ink 4">
                <a:extLst>
                  <a:ext uri="{FF2B5EF4-FFF2-40B4-BE49-F238E27FC236}">
                    <a16:creationId xmlns:a16="http://schemas.microsoft.com/office/drawing/2014/main" id="{85E75B9D-65F8-8335-CF76-F7D2EE6CC642}"/>
                  </a:ext>
                </a:extLst>
              </p14:cNvPr>
              <p14:cNvContentPartPr/>
              <p14:nvPr/>
            </p14:nvContentPartPr>
            <p14:xfrm>
              <a:off x="1065754" y="5173914"/>
              <a:ext cx="343080" cy="342720"/>
            </p14:xfrm>
          </p:contentPart>
        </mc:Choice>
        <mc:Fallback xmlns="">
          <p:pic>
            <p:nvPicPr>
              <p:cNvPr id="5" name="Ink 4">
                <a:extLst>
                  <a:ext uri="{FF2B5EF4-FFF2-40B4-BE49-F238E27FC236}">
                    <a16:creationId xmlns:a16="http://schemas.microsoft.com/office/drawing/2014/main" id="{85E75B9D-65F8-8335-CF76-F7D2EE6CC642}"/>
                  </a:ext>
                </a:extLst>
              </p:cNvPr>
              <p:cNvPicPr/>
              <p:nvPr/>
            </p:nvPicPr>
            <p:blipFill>
              <a:blip r:embed="rId3"/>
              <a:stretch>
                <a:fillRect/>
              </a:stretch>
            </p:blipFill>
            <p:spPr>
              <a:xfrm>
                <a:off x="1059634" y="5167794"/>
                <a:ext cx="355320" cy="354960"/>
              </a:xfrm>
              <a:prstGeom prst="rect">
                <a:avLst/>
              </a:prstGeom>
            </p:spPr>
          </p:pic>
        </mc:Fallback>
      </mc:AlternateContent>
    </p:spTree>
    <p:extLst>
      <p:ext uri="{BB962C8B-B14F-4D97-AF65-F5344CB8AC3E}">
        <p14:creationId xmlns:p14="http://schemas.microsoft.com/office/powerpoint/2010/main" val="1208939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3BD98-E5AC-078E-8FE9-2E031E734E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55AA75-2D34-19C3-67A1-0E6236707688}"/>
              </a:ext>
            </a:extLst>
          </p:cNvPr>
          <p:cNvSpPr>
            <a:spLocks noGrp="1"/>
          </p:cNvSpPr>
          <p:nvPr>
            <p:ph type="title"/>
          </p:nvPr>
        </p:nvSpPr>
        <p:spPr>
          <a:xfrm>
            <a:off x="598620" y="136524"/>
            <a:ext cx="6658828" cy="1001901"/>
          </a:xfrm>
        </p:spPr>
        <p:txBody>
          <a:bodyPr>
            <a:normAutofit/>
          </a:bodyPr>
          <a:lstStyle/>
          <a:p>
            <a:r>
              <a:rPr lang="en-US" dirty="0"/>
              <a:t>Markov Weight Array Matrix</a:t>
            </a:r>
          </a:p>
        </p:txBody>
      </p:sp>
      <p:sp>
        <p:nvSpPr>
          <p:cNvPr id="3" name="Content Placeholder 2">
            <a:extLst>
              <a:ext uri="{FF2B5EF4-FFF2-40B4-BE49-F238E27FC236}">
                <a16:creationId xmlns:a16="http://schemas.microsoft.com/office/drawing/2014/main" id="{CB489B3A-38E8-7A0E-1E13-FE8DE2D3353B}"/>
              </a:ext>
            </a:extLst>
          </p:cNvPr>
          <p:cNvSpPr>
            <a:spLocks noGrp="1"/>
          </p:cNvSpPr>
          <p:nvPr>
            <p:ph idx="1"/>
          </p:nvPr>
        </p:nvSpPr>
        <p:spPr>
          <a:xfrm>
            <a:off x="598620" y="1596540"/>
            <a:ext cx="10972800" cy="4881262"/>
          </a:xfrm>
        </p:spPr>
        <p:txBody>
          <a:bodyPr>
            <a:normAutofit/>
          </a:bodyPr>
          <a:lstStyle/>
          <a:p>
            <a:r>
              <a:rPr lang="en-US" dirty="0"/>
              <a:t>1</a:t>
            </a:r>
            <a:r>
              <a:rPr lang="en-US" baseline="30000" dirty="0"/>
              <a:t>st</a:t>
            </a:r>
            <a:r>
              <a:rPr lang="en-US" dirty="0"/>
              <a:t> order Markov WAM based on on the 1</a:t>
            </a:r>
            <a:r>
              <a:rPr lang="en-US" baseline="30000" dirty="0"/>
              <a:t>st</a:t>
            </a:r>
            <a:r>
              <a:rPr lang="en-US" dirty="0"/>
              <a:t> order Markov chain</a:t>
            </a:r>
          </a:p>
          <a:p>
            <a:r>
              <a:rPr lang="en-US" dirty="0"/>
              <a:t>Computation of probabilities is the same as for the Positional Probabilities, except the alphabet is tuples (AA,AC,AG,AT,CA,....,TT), size=16</a:t>
            </a:r>
          </a:p>
          <a:p>
            <a:r>
              <a:rPr lang="en-US" dirty="0"/>
              <a:t>Let each tuple be        . Estimate from the data probabilities for every      ; for a pattern of length </a:t>
            </a:r>
            <a:r>
              <a:rPr lang="en-US" i="1" dirty="0"/>
              <a:t>n</a:t>
            </a:r>
            <a:r>
              <a:rPr lang="en-US" dirty="0"/>
              <a:t>, the              matrix will have dimensions </a:t>
            </a:r>
            <a:r>
              <a:rPr lang="en-US" i="1" dirty="0"/>
              <a:t>16 </a:t>
            </a:r>
            <a:r>
              <a:rPr lang="en-US" dirty="0"/>
              <a:t>by </a:t>
            </a:r>
            <a:r>
              <a:rPr lang="en-US" i="1" dirty="0"/>
              <a:t>(n-1)</a:t>
            </a:r>
          </a:p>
          <a:p>
            <a:pPr marL="0" indent="0">
              <a:buNone/>
            </a:pPr>
            <a:endParaRPr lang="en-US" i="1" dirty="0"/>
          </a:p>
          <a:p>
            <a:endParaRPr lang="en-US" i="1" dirty="0"/>
          </a:p>
          <a:p>
            <a:endParaRPr lang="en-US" i="1" dirty="0"/>
          </a:p>
          <a:p>
            <a:endParaRPr lang="en-US" i="1" dirty="0"/>
          </a:p>
        </p:txBody>
      </p:sp>
      <p:sp>
        <p:nvSpPr>
          <p:cNvPr id="4" name="Slide Number Placeholder 3">
            <a:extLst>
              <a:ext uri="{FF2B5EF4-FFF2-40B4-BE49-F238E27FC236}">
                <a16:creationId xmlns:a16="http://schemas.microsoft.com/office/drawing/2014/main" id="{BBB26F49-7E2E-A712-0696-AB586EFA56EB}"/>
              </a:ext>
            </a:extLst>
          </p:cNvPr>
          <p:cNvSpPr>
            <a:spLocks noGrp="1"/>
          </p:cNvSpPr>
          <p:nvPr>
            <p:ph type="sldNum" sz="quarter" idx="12"/>
          </p:nvPr>
        </p:nvSpPr>
        <p:spPr/>
        <p:txBody>
          <a:bodyPr/>
          <a:lstStyle/>
          <a:p>
            <a:fld id="{B82CCC60-E8CD-4174-8B1A-7DF615B22EEF}" type="slidenum">
              <a:rPr lang="en-US" smtClean="0"/>
              <a:pPr/>
              <a:t>23</a:t>
            </a:fld>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C5DA5B8B-0AAD-041B-19F0-6E77511BBFCA}"/>
                  </a:ext>
                </a:extLst>
              </p:cNvPr>
              <p:cNvSpPr txBox="1"/>
              <p:nvPr/>
            </p:nvSpPr>
            <p:spPr>
              <a:xfrm>
                <a:off x="4963743" y="3846715"/>
                <a:ext cx="1474234" cy="73943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sz="3600" i="1">
                              <a:latin typeface="Cambria Math" panose="02040503050406030204" pitchFamily="18" charset="0"/>
                            </a:rPr>
                          </m:ctrlPr>
                        </m:sSubSupPr>
                        <m:e>
                          <m:r>
                            <a:rPr lang="en-US" sz="3600" i="1">
                              <a:latin typeface="Cambria Math" panose="02040503050406030204" pitchFamily="18" charset="0"/>
                            </a:rPr>
                            <m:t>𝑃</m:t>
                          </m:r>
                        </m:e>
                        <m:sub>
                          <m:r>
                            <a:rPr lang="en-US" sz="3600" i="1">
                              <a:latin typeface="Cambria Math" panose="02040503050406030204" pitchFamily="18" charset="0"/>
                            </a:rPr>
                            <m:t>𝑖</m:t>
                          </m:r>
                          <m:r>
                            <a:rPr lang="en-US" sz="3600" i="1">
                              <a:latin typeface="Cambria Math" panose="02040503050406030204" pitchFamily="18" charset="0"/>
                            </a:rPr>
                            <m:t>,</m:t>
                          </m:r>
                          <m:r>
                            <a:rPr lang="en-US" sz="3600" i="1">
                              <a:latin typeface="Cambria Math" panose="02040503050406030204" pitchFamily="18" charset="0"/>
                            </a:rPr>
                            <m:t>𝑗</m:t>
                          </m:r>
                        </m:sub>
                        <m:sup>
                          <m:r>
                            <a:rPr lang="en-US" sz="3600" i="1">
                              <a:latin typeface="Cambria Math" panose="02040503050406030204" pitchFamily="18" charset="0"/>
                            </a:rPr>
                            <m:t>𝑀</m:t>
                          </m:r>
                        </m:sup>
                      </m:sSubSup>
                    </m:oMath>
                  </m:oMathPara>
                </a14:m>
                <a:endParaRPr lang="en-US" sz="3600" dirty="0"/>
              </a:p>
            </p:txBody>
          </p:sp>
        </mc:Choice>
        <mc:Fallback xmlns="">
          <p:sp>
            <p:nvSpPr>
              <p:cNvPr id="5" name="TextBox 4">
                <a:extLst>
                  <a:ext uri="{FF2B5EF4-FFF2-40B4-BE49-F238E27FC236}">
                    <a16:creationId xmlns:a16="http://schemas.microsoft.com/office/drawing/2014/main" id="{C5DA5B8B-0AAD-041B-19F0-6E77511BBFCA}"/>
                  </a:ext>
                </a:extLst>
              </p:cNvPr>
              <p:cNvSpPr txBox="1">
                <a:spLocks noRot="1" noChangeAspect="1" noMove="1" noResize="1" noEditPoints="1" noAdjustHandles="1" noChangeArrowheads="1" noChangeShapeType="1" noTextEdit="1"/>
              </p:cNvSpPr>
              <p:nvPr/>
            </p:nvSpPr>
            <p:spPr>
              <a:xfrm>
                <a:off x="4963743" y="3846715"/>
                <a:ext cx="1474234" cy="739433"/>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D318F84-24CA-D2E6-4ABE-2909459256F5}"/>
                  </a:ext>
                </a:extLst>
              </p:cNvPr>
              <p:cNvSpPr txBox="1"/>
              <p:nvPr/>
            </p:nvSpPr>
            <p:spPr>
              <a:xfrm>
                <a:off x="10414305" y="3390839"/>
                <a:ext cx="1474234"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3600" i="1">
                              <a:latin typeface="Cambria Math" panose="02040503050406030204" pitchFamily="18" charset="0"/>
                            </a:rPr>
                          </m:ctrlPr>
                        </m:sSubPr>
                        <m:e>
                          <m:r>
                            <a:rPr lang="en-US" sz="3600" i="1">
                              <a:latin typeface="Cambria Math" panose="02040503050406030204" pitchFamily="18" charset="0"/>
                            </a:rPr>
                            <m:t>𝑇</m:t>
                          </m:r>
                        </m:e>
                        <m:sub>
                          <m:r>
                            <a:rPr lang="en-US" sz="3600" i="1">
                              <a:latin typeface="Cambria Math" panose="02040503050406030204" pitchFamily="18" charset="0"/>
                            </a:rPr>
                            <m:t>𝑖</m:t>
                          </m:r>
                        </m:sub>
                      </m:sSub>
                    </m:oMath>
                  </m:oMathPara>
                </a14:m>
                <a:endParaRPr lang="en-US" sz="3600" dirty="0"/>
              </a:p>
            </p:txBody>
          </p:sp>
        </mc:Choice>
        <mc:Fallback xmlns="">
          <p:sp>
            <p:nvSpPr>
              <p:cNvPr id="7" name="TextBox 6">
                <a:extLst>
                  <a:ext uri="{FF2B5EF4-FFF2-40B4-BE49-F238E27FC236}">
                    <a16:creationId xmlns:a16="http://schemas.microsoft.com/office/drawing/2014/main" id="{0D318F84-24CA-D2E6-4ABE-2909459256F5}"/>
                  </a:ext>
                </a:extLst>
              </p:cNvPr>
              <p:cNvSpPr txBox="1">
                <a:spLocks noRot="1" noChangeAspect="1" noMove="1" noResize="1" noEditPoints="1" noAdjustHandles="1" noChangeArrowheads="1" noChangeShapeType="1" noTextEdit="1"/>
              </p:cNvSpPr>
              <p:nvPr/>
            </p:nvSpPr>
            <p:spPr>
              <a:xfrm>
                <a:off x="10414305" y="3390839"/>
                <a:ext cx="1474234" cy="646331"/>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F63BE1F-D971-12E0-5FCA-0638AC190084}"/>
                  </a:ext>
                </a:extLst>
              </p:cNvPr>
              <p:cNvSpPr txBox="1"/>
              <p:nvPr/>
            </p:nvSpPr>
            <p:spPr>
              <a:xfrm>
                <a:off x="3099692" y="3390840"/>
                <a:ext cx="1474234"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3600" i="1">
                              <a:latin typeface="Cambria Math" panose="02040503050406030204" pitchFamily="18" charset="0"/>
                            </a:rPr>
                          </m:ctrlPr>
                        </m:sSubPr>
                        <m:e>
                          <m:r>
                            <a:rPr lang="en-US" sz="3600" i="1">
                              <a:latin typeface="Cambria Math" panose="02040503050406030204" pitchFamily="18" charset="0"/>
                            </a:rPr>
                            <m:t>𝑇</m:t>
                          </m:r>
                        </m:e>
                        <m:sub>
                          <m:r>
                            <a:rPr lang="en-US" sz="3600" i="1">
                              <a:latin typeface="Cambria Math" panose="02040503050406030204" pitchFamily="18" charset="0"/>
                            </a:rPr>
                            <m:t>𝑖</m:t>
                          </m:r>
                        </m:sub>
                      </m:sSub>
                    </m:oMath>
                  </m:oMathPara>
                </a14:m>
                <a:endParaRPr lang="en-US" sz="3600" dirty="0"/>
              </a:p>
            </p:txBody>
          </p:sp>
        </mc:Choice>
        <mc:Fallback xmlns="">
          <p:sp>
            <p:nvSpPr>
              <p:cNvPr id="6" name="TextBox 5">
                <a:extLst>
                  <a:ext uri="{FF2B5EF4-FFF2-40B4-BE49-F238E27FC236}">
                    <a16:creationId xmlns:a16="http://schemas.microsoft.com/office/drawing/2014/main" id="{0F63BE1F-D971-12E0-5FCA-0638AC190084}"/>
                  </a:ext>
                </a:extLst>
              </p:cNvPr>
              <p:cNvSpPr txBox="1">
                <a:spLocks noRot="1" noChangeAspect="1" noMove="1" noResize="1" noEditPoints="1" noAdjustHandles="1" noChangeArrowheads="1" noChangeShapeType="1" noTextEdit="1"/>
              </p:cNvSpPr>
              <p:nvPr/>
            </p:nvSpPr>
            <p:spPr>
              <a:xfrm>
                <a:off x="3099692" y="3390840"/>
                <a:ext cx="1474234" cy="646331"/>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18D31BC-AD0B-FE9A-369F-55708E1DC6C7}"/>
                  </a:ext>
                </a:extLst>
              </p:cNvPr>
              <p:cNvSpPr txBox="1"/>
              <p:nvPr/>
            </p:nvSpPr>
            <p:spPr>
              <a:xfrm>
                <a:off x="2024743" y="4752770"/>
                <a:ext cx="6096000" cy="160358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3600" b="0" i="1" smtClean="0">
                              <a:latin typeface="Cambria Math" panose="02040503050406030204" pitchFamily="18" charset="0"/>
                            </a:rPr>
                          </m:ctrlPr>
                        </m:sSubPr>
                        <m:e>
                          <m:sSubSup>
                            <m:sSubSupPr>
                              <m:ctrlPr>
                                <a:rPr lang="en-US" sz="3600" i="1">
                                  <a:latin typeface="Cambria Math" panose="02040503050406030204" pitchFamily="18" charset="0"/>
                                </a:rPr>
                              </m:ctrlPr>
                            </m:sSubSupPr>
                            <m:e>
                              <m:r>
                                <a:rPr lang="en-US" sz="3600" i="1">
                                  <a:latin typeface="Cambria Math" panose="02040503050406030204" pitchFamily="18" charset="0"/>
                                </a:rPr>
                                <m:t>𝑃</m:t>
                              </m:r>
                            </m:e>
                            <m:sub>
                              <m:r>
                                <a:rPr lang="en-US" sz="3600" i="1">
                                  <a:latin typeface="Cambria Math" panose="02040503050406030204" pitchFamily="18" charset="0"/>
                                </a:rPr>
                                <m:t>𝑖</m:t>
                              </m:r>
                              <m:r>
                                <a:rPr lang="en-US" sz="3600" i="1">
                                  <a:latin typeface="Cambria Math" panose="02040503050406030204" pitchFamily="18" charset="0"/>
                                </a:rPr>
                                <m:t>,</m:t>
                              </m:r>
                              <m:r>
                                <a:rPr lang="en-US" sz="3600" i="1">
                                  <a:latin typeface="Cambria Math" panose="02040503050406030204" pitchFamily="18" charset="0"/>
                                </a:rPr>
                                <m:t>𝑗</m:t>
                              </m:r>
                            </m:sub>
                            <m:sup>
                              <m:r>
                                <a:rPr lang="en-US" sz="3600" i="1">
                                  <a:latin typeface="Cambria Math" panose="02040503050406030204" pitchFamily="18" charset="0"/>
                                </a:rPr>
                                <m:t>𝑀</m:t>
                              </m:r>
                            </m:sup>
                          </m:sSubSup>
                        </m:e>
                        <m:sub>
                          <m:r>
                            <a:rPr lang="en-US" sz="3600" b="0" i="1" smtClean="0">
                              <a:latin typeface="Cambria Math" panose="02040503050406030204" pitchFamily="18" charset="0"/>
                            </a:rPr>
                            <m:t> </m:t>
                          </m:r>
                        </m:sub>
                      </m:sSub>
                      <m:r>
                        <a:rPr lang="en-US" sz="3600" i="1" smtClean="0">
                          <a:latin typeface="Cambria Math" panose="02040503050406030204" pitchFamily="18" charset="0"/>
                        </a:rPr>
                        <m:t>=</m:t>
                      </m:r>
                      <m:d>
                        <m:dPr>
                          <m:begChr m:val="["/>
                          <m:endChr m:val="]"/>
                          <m:ctrlPr>
                            <a:rPr lang="en-US" sz="3600" i="1" smtClean="0">
                              <a:latin typeface="Cambria Math" panose="02040503050406030204" pitchFamily="18" charset="0"/>
                            </a:rPr>
                          </m:ctrlPr>
                        </m:dPr>
                        <m:e>
                          <m:m>
                            <m:mPr>
                              <m:mcs>
                                <m:mc>
                                  <m:mcPr>
                                    <m:count m:val="3"/>
                                    <m:mcJc m:val="center"/>
                                  </m:mcPr>
                                </m:mc>
                              </m:mcs>
                              <m:ctrlPr>
                                <a:rPr lang="en-US" sz="3600" i="1" smtClean="0">
                                  <a:latin typeface="Cambria Math" panose="02040503050406030204" pitchFamily="18" charset="0"/>
                                </a:rPr>
                              </m:ctrlPr>
                            </m:mPr>
                            <m:mr>
                              <m:e>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𝑃</m:t>
                                    </m:r>
                                  </m:e>
                                  <m:sub>
                                    <m:r>
                                      <a:rPr lang="en-US" sz="3600" b="0" i="1" smtClean="0">
                                        <a:latin typeface="Cambria Math" panose="02040503050406030204" pitchFamily="18" charset="0"/>
                                      </a:rPr>
                                      <m:t>𝐴𝐴</m:t>
                                    </m:r>
                                    <m:r>
                                      <a:rPr lang="en-US" sz="3600" b="0" i="1" smtClean="0">
                                        <a:latin typeface="Cambria Math" panose="02040503050406030204" pitchFamily="18" charset="0"/>
                                      </a:rPr>
                                      <m:t>,1</m:t>
                                    </m:r>
                                  </m:sub>
                                </m:sSub>
                              </m:e>
                              <m:e>
                                <m:sSub>
                                  <m:sSubPr>
                                    <m:ctrlPr>
                                      <a:rPr lang="en-US" sz="3600" i="1">
                                        <a:latin typeface="Cambria Math" panose="02040503050406030204" pitchFamily="18" charset="0"/>
                                      </a:rPr>
                                    </m:ctrlPr>
                                  </m:sSubPr>
                                  <m:e>
                                    <m:r>
                                      <a:rPr lang="en-US" sz="3600" i="1">
                                        <a:latin typeface="Cambria Math" panose="02040503050406030204" pitchFamily="18" charset="0"/>
                                      </a:rPr>
                                      <m:t>𝑃</m:t>
                                    </m:r>
                                  </m:e>
                                  <m:sub>
                                    <m:r>
                                      <a:rPr lang="en-US" sz="3600" i="1">
                                        <a:latin typeface="Cambria Math" panose="02040503050406030204" pitchFamily="18" charset="0"/>
                                      </a:rPr>
                                      <m:t>𝐴𝐴</m:t>
                                    </m:r>
                                    <m:r>
                                      <a:rPr lang="en-US" sz="3600" i="1">
                                        <a:latin typeface="Cambria Math" panose="02040503050406030204" pitchFamily="18" charset="0"/>
                                      </a:rPr>
                                      <m:t>,2</m:t>
                                    </m:r>
                                  </m:sub>
                                </m:sSub>
                              </m:e>
                              <m:e>
                                <m:r>
                                  <a:rPr lang="en-US" sz="3600" b="0" i="1" smtClean="0">
                                    <a:latin typeface="Cambria Math" panose="02040503050406030204" pitchFamily="18" charset="0"/>
                                  </a:rPr>
                                  <m:t>…</m:t>
                                </m:r>
                              </m:e>
                            </m:mr>
                            <m:mr>
                              <m:e>
                                <m:sSub>
                                  <m:sSubPr>
                                    <m:ctrlPr>
                                      <a:rPr lang="en-US" sz="3600" i="1">
                                        <a:latin typeface="Cambria Math" panose="02040503050406030204" pitchFamily="18" charset="0"/>
                                      </a:rPr>
                                    </m:ctrlPr>
                                  </m:sSubPr>
                                  <m:e>
                                    <m:r>
                                      <a:rPr lang="en-US" sz="3600" i="1">
                                        <a:latin typeface="Cambria Math" panose="02040503050406030204" pitchFamily="18" charset="0"/>
                                      </a:rPr>
                                      <m:t>𝑃</m:t>
                                    </m:r>
                                  </m:e>
                                  <m:sub>
                                    <m:r>
                                      <a:rPr lang="en-US" sz="3600" i="1">
                                        <a:latin typeface="Cambria Math" panose="02040503050406030204" pitchFamily="18" charset="0"/>
                                      </a:rPr>
                                      <m:t>𝐴</m:t>
                                    </m:r>
                                    <m:r>
                                      <a:rPr lang="en-US" sz="3600" b="0" i="1" smtClean="0">
                                        <a:latin typeface="Cambria Math" panose="02040503050406030204" pitchFamily="18" charset="0"/>
                                      </a:rPr>
                                      <m:t>𝐶</m:t>
                                    </m:r>
                                    <m:r>
                                      <a:rPr lang="en-US" sz="3600" i="1">
                                        <a:latin typeface="Cambria Math" panose="02040503050406030204" pitchFamily="18" charset="0"/>
                                      </a:rPr>
                                      <m:t>,1</m:t>
                                    </m:r>
                                  </m:sub>
                                </m:sSub>
                              </m:e>
                              <m:e>
                                <m:sSub>
                                  <m:sSubPr>
                                    <m:ctrlPr>
                                      <a:rPr lang="en-US" sz="3600" i="1">
                                        <a:latin typeface="Cambria Math" panose="02040503050406030204" pitchFamily="18" charset="0"/>
                                      </a:rPr>
                                    </m:ctrlPr>
                                  </m:sSubPr>
                                  <m:e>
                                    <m:r>
                                      <a:rPr lang="en-US" sz="3600" i="1">
                                        <a:latin typeface="Cambria Math" panose="02040503050406030204" pitchFamily="18" charset="0"/>
                                      </a:rPr>
                                      <m:t>𝑃</m:t>
                                    </m:r>
                                  </m:e>
                                  <m:sub>
                                    <m:r>
                                      <a:rPr lang="en-US" sz="3600" i="1">
                                        <a:latin typeface="Cambria Math" panose="02040503050406030204" pitchFamily="18" charset="0"/>
                                      </a:rPr>
                                      <m:t>𝐴</m:t>
                                    </m:r>
                                    <m:r>
                                      <a:rPr lang="en-US" sz="3600" b="0" i="1" smtClean="0">
                                        <a:latin typeface="Cambria Math" panose="02040503050406030204" pitchFamily="18" charset="0"/>
                                      </a:rPr>
                                      <m:t>𝐶</m:t>
                                    </m:r>
                                    <m:r>
                                      <a:rPr lang="en-US" sz="3600" i="1">
                                        <a:latin typeface="Cambria Math" panose="02040503050406030204" pitchFamily="18" charset="0"/>
                                      </a:rPr>
                                      <m:t>,</m:t>
                                    </m:r>
                                    <m:r>
                                      <a:rPr lang="en-US" sz="3600" b="0" i="1" smtClean="0">
                                        <a:latin typeface="Cambria Math" panose="02040503050406030204" pitchFamily="18" charset="0"/>
                                      </a:rPr>
                                      <m:t>2</m:t>
                                    </m:r>
                                  </m:sub>
                                </m:sSub>
                              </m:e>
                              <m:e>
                                <m:r>
                                  <a:rPr lang="en-US" sz="3600" b="0" i="1" smtClean="0">
                                    <a:latin typeface="Cambria Math" panose="02040503050406030204" pitchFamily="18" charset="0"/>
                                  </a:rPr>
                                  <m:t>…</m:t>
                                </m:r>
                              </m:e>
                            </m:mr>
                            <m:mr>
                              <m:e>
                                <m:r>
                                  <a:rPr lang="en-US" sz="3600" b="0" i="1" smtClean="0">
                                    <a:latin typeface="Cambria Math" panose="02040503050406030204" pitchFamily="18" charset="0"/>
                                  </a:rPr>
                                  <m:t>...</m:t>
                                </m:r>
                              </m:e>
                              <m:e>
                                <m:r>
                                  <a:rPr lang="en-US" sz="3600" b="0" i="1" smtClean="0">
                                    <a:latin typeface="Cambria Math" panose="02040503050406030204" pitchFamily="18" charset="0"/>
                                  </a:rPr>
                                  <m:t>…</m:t>
                                </m:r>
                              </m:e>
                              <m:e>
                                <m:r>
                                  <a:rPr lang="en-US" sz="3600" b="0" i="1" smtClean="0">
                                    <a:latin typeface="Cambria Math" panose="02040503050406030204" pitchFamily="18" charset="0"/>
                                  </a:rPr>
                                  <m:t>…</m:t>
                                </m:r>
                              </m:e>
                            </m:mr>
                          </m:m>
                        </m:e>
                      </m:d>
                    </m:oMath>
                  </m:oMathPara>
                </a14:m>
                <a:endParaRPr lang="en-US" sz="3600" dirty="0"/>
              </a:p>
            </p:txBody>
          </p:sp>
        </mc:Choice>
        <mc:Fallback xmlns="">
          <p:sp>
            <p:nvSpPr>
              <p:cNvPr id="8" name="TextBox 7">
                <a:extLst>
                  <a:ext uri="{FF2B5EF4-FFF2-40B4-BE49-F238E27FC236}">
                    <a16:creationId xmlns:a16="http://schemas.microsoft.com/office/drawing/2014/main" id="{318D31BC-AD0B-FE9A-369F-55708E1DC6C7}"/>
                  </a:ext>
                </a:extLst>
              </p:cNvPr>
              <p:cNvSpPr txBox="1">
                <a:spLocks noRot="1" noChangeAspect="1" noMove="1" noResize="1" noEditPoints="1" noAdjustHandles="1" noChangeArrowheads="1" noChangeShapeType="1" noTextEdit="1"/>
              </p:cNvSpPr>
              <p:nvPr/>
            </p:nvSpPr>
            <p:spPr>
              <a:xfrm>
                <a:off x="2024743" y="4752770"/>
                <a:ext cx="6096000" cy="1603581"/>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4013345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CCE10-6DAD-808F-B2CC-C4FC0722C64A}"/>
              </a:ext>
            </a:extLst>
          </p:cNvPr>
          <p:cNvSpPr>
            <a:spLocks noGrp="1"/>
          </p:cNvSpPr>
          <p:nvPr>
            <p:ph type="title"/>
          </p:nvPr>
        </p:nvSpPr>
        <p:spPr/>
        <p:txBody>
          <a:bodyPr>
            <a:normAutofit fontScale="90000"/>
          </a:bodyPr>
          <a:lstStyle/>
          <a:p>
            <a:r>
              <a:rPr lang="en-US" dirty="0"/>
              <a:t>Markov Weight Array Matrix</a:t>
            </a:r>
          </a:p>
        </p:txBody>
      </p:sp>
      <p:sp>
        <p:nvSpPr>
          <p:cNvPr id="4" name="Slide Number Placeholder 3">
            <a:extLst>
              <a:ext uri="{FF2B5EF4-FFF2-40B4-BE49-F238E27FC236}">
                <a16:creationId xmlns:a16="http://schemas.microsoft.com/office/drawing/2014/main" id="{81047209-E7F3-AE34-8EF5-8AA76657C65E}"/>
              </a:ext>
            </a:extLst>
          </p:cNvPr>
          <p:cNvSpPr>
            <a:spLocks noGrp="1"/>
          </p:cNvSpPr>
          <p:nvPr>
            <p:ph type="sldNum" sz="quarter" idx="12"/>
          </p:nvPr>
        </p:nvSpPr>
        <p:spPr/>
        <p:txBody>
          <a:bodyPr/>
          <a:lstStyle/>
          <a:p>
            <a:fld id="{B82CCC60-E8CD-4174-8B1A-7DF615B22EEF}" type="slidenum">
              <a:rPr lang="en-US" smtClean="0"/>
              <a:pPr/>
              <a:t>24</a:t>
            </a:fld>
            <a:endParaRPr lang="en-US" dirty="0"/>
          </a:p>
        </p:txBody>
      </p:sp>
      <p:pic>
        <p:nvPicPr>
          <p:cNvPr id="5" name="Picture 4">
            <a:extLst>
              <a:ext uri="{FF2B5EF4-FFF2-40B4-BE49-F238E27FC236}">
                <a16:creationId xmlns:a16="http://schemas.microsoft.com/office/drawing/2014/main" id="{1CB9A40F-DC97-079E-4832-D6ADA0639812}"/>
              </a:ext>
            </a:extLst>
          </p:cNvPr>
          <p:cNvPicPr>
            <a:picLocks noChangeAspect="1"/>
          </p:cNvPicPr>
          <p:nvPr/>
        </p:nvPicPr>
        <p:blipFill>
          <a:blip r:embed="rId2"/>
          <a:stretch>
            <a:fillRect/>
          </a:stretch>
        </p:blipFill>
        <p:spPr>
          <a:xfrm>
            <a:off x="551884" y="2140220"/>
            <a:ext cx="1474234" cy="4497920"/>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392957A-6AFA-E6EE-BFF0-F9711B300A73}"/>
                  </a:ext>
                </a:extLst>
              </p:cNvPr>
              <p:cNvSpPr txBox="1"/>
              <p:nvPr/>
            </p:nvSpPr>
            <p:spPr>
              <a:xfrm>
                <a:off x="3396342" y="4924327"/>
                <a:ext cx="6096000" cy="160358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3600" b="0" i="1" smtClean="0">
                              <a:latin typeface="Cambria Math" panose="02040503050406030204" pitchFamily="18" charset="0"/>
                            </a:rPr>
                          </m:ctrlPr>
                        </m:sSubPr>
                        <m:e>
                          <m:sSubSup>
                            <m:sSubSupPr>
                              <m:ctrlPr>
                                <a:rPr lang="en-US" sz="3600" i="1">
                                  <a:latin typeface="Cambria Math" panose="02040503050406030204" pitchFamily="18" charset="0"/>
                                </a:rPr>
                              </m:ctrlPr>
                            </m:sSubSupPr>
                            <m:e>
                              <m:r>
                                <a:rPr lang="en-US" sz="3600" i="1">
                                  <a:latin typeface="Cambria Math" panose="02040503050406030204" pitchFamily="18" charset="0"/>
                                </a:rPr>
                                <m:t>𝑃</m:t>
                              </m:r>
                            </m:e>
                            <m:sub>
                              <m:r>
                                <a:rPr lang="en-US" sz="3600" i="1">
                                  <a:latin typeface="Cambria Math" panose="02040503050406030204" pitchFamily="18" charset="0"/>
                                </a:rPr>
                                <m:t>𝑖</m:t>
                              </m:r>
                              <m:r>
                                <a:rPr lang="en-US" sz="3600" i="1">
                                  <a:latin typeface="Cambria Math" panose="02040503050406030204" pitchFamily="18" charset="0"/>
                                </a:rPr>
                                <m:t>,</m:t>
                              </m:r>
                              <m:r>
                                <a:rPr lang="en-US" sz="3600" i="1">
                                  <a:latin typeface="Cambria Math" panose="02040503050406030204" pitchFamily="18" charset="0"/>
                                </a:rPr>
                                <m:t>𝑗</m:t>
                              </m:r>
                            </m:sub>
                            <m:sup>
                              <m:r>
                                <a:rPr lang="en-US" sz="3600" i="1">
                                  <a:latin typeface="Cambria Math" panose="02040503050406030204" pitchFamily="18" charset="0"/>
                                </a:rPr>
                                <m:t>𝑀</m:t>
                              </m:r>
                            </m:sup>
                          </m:sSubSup>
                        </m:e>
                        <m:sub>
                          <m:r>
                            <a:rPr lang="en-US" sz="3600" b="0" i="1" smtClean="0">
                              <a:latin typeface="Cambria Math" panose="02040503050406030204" pitchFamily="18" charset="0"/>
                            </a:rPr>
                            <m:t> </m:t>
                          </m:r>
                        </m:sub>
                      </m:sSub>
                      <m:r>
                        <a:rPr lang="en-US" sz="3600" i="1" smtClean="0">
                          <a:latin typeface="Cambria Math" panose="02040503050406030204" pitchFamily="18" charset="0"/>
                        </a:rPr>
                        <m:t>=</m:t>
                      </m:r>
                      <m:d>
                        <m:dPr>
                          <m:begChr m:val="["/>
                          <m:endChr m:val="]"/>
                          <m:ctrlPr>
                            <a:rPr lang="en-US" sz="3600" i="1" smtClean="0">
                              <a:latin typeface="Cambria Math" panose="02040503050406030204" pitchFamily="18" charset="0"/>
                            </a:rPr>
                          </m:ctrlPr>
                        </m:dPr>
                        <m:e>
                          <m:m>
                            <m:mPr>
                              <m:mcs>
                                <m:mc>
                                  <m:mcPr>
                                    <m:count m:val="3"/>
                                    <m:mcJc m:val="center"/>
                                  </m:mcPr>
                                </m:mc>
                              </m:mcs>
                              <m:ctrlPr>
                                <a:rPr lang="en-US" sz="3600" i="1" smtClean="0">
                                  <a:latin typeface="Cambria Math" panose="02040503050406030204" pitchFamily="18" charset="0"/>
                                </a:rPr>
                              </m:ctrlPr>
                            </m:mPr>
                            <m:mr>
                              <m:e>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𝑃</m:t>
                                    </m:r>
                                  </m:e>
                                  <m:sub>
                                    <m:r>
                                      <a:rPr lang="en-US" sz="3600" b="0" i="1" smtClean="0">
                                        <a:latin typeface="Cambria Math" panose="02040503050406030204" pitchFamily="18" charset="0"/>
                                      </a:rPr>
                                      <m:t>𝐴𝐴</m:t>
                                    </m:r>
                                    <m:r>
                                      <a:rPr lang="en-US" sz="3600" b="0" i="1" smtClean="0">
                                        <a:latin typeface="Cambria Math" panose="02040503050406030204" pitchFamily="18" charset="0"/>
                                      </a:rPr>
                                      <m:t>,1</m:t>
                                    </m:r>
                                  </m:sub>
                                </m:sSub>
                              </m:e>
                              <m:e>
                                <m:sSub>
                                  <m:sSubPr>
                                    <m:ctrlPr>
                                      <a:rPr lang="en-US" sz="3600" i="1">
                                        <a:latin typeface="Cambria Math" panose="02040503050406030204" pitchFamily="18" charset="0"/>
                                      </a:rPr>
                                    </m:ctrlPr>
                                  </m:sSubPr>
                                  <m:e>
                                    <m:r>
                                      <a:rPr lang="en-US" sz="3600" i="1">
                                        <a:latin typeface="Cambria Math" panose="02040503050406030204" pitchFamily="18" charset="0"/>
                                      </a:rPr>
                                      <m:t>𝑃</m:t>
                                    </m:r>
                                  </m:e>
                                  <m:sub>
                                    <m:r>
                                      <a:rPr lang="en-US" sz="3600" i="1">
                                        <a:latin typeface="Cambria Math" panose="02040503050406030204" pitchFamily="18" charset="0"/>
                                      </a:rPr>
                                      <m:t>𝐴𝐴</m:t>
                                    </m:r>
                                    <m:r>
                                      <a:rPr lang="en-US" sz="3600" i="1">
                                        <a:latin typeface="Cambria Math" panose="02040503050406030204" pitchFamily="18" charset="0"/>
                                      </a:rPr>
                                      <m:t>,2</m:t>
                                    </m:r>
                                  </m:sub>
                                </m:sSub>
                              </m:e>
                              <m:e>
                                <m:r>
                                  <a:rPr lang="en-US" sz="3600" b="0" i="1" smtClean="0">
                                    <a:latin typeface="Cambria Math" panose="02040503050406030204" pitchFamily="18" charset="0"/>
                                  </a:rPr>
                                  <m:t>…</m:t>
                                </m:r>
                              </m:e>
                            </m:mr>
                            <m:mr>
                              <m:e>
                                <m:sSub>
                                  <m:sSubPr>
                                    <m:ctrlPr>
                                      <a:rPr lang="en-US" sz="3600" i="1">
                                        <a:latin typeface="Cambria Math" panose="02040503050406030204" pitchFamily="18" charset="0"/>
                                      </a:rPr>
                                    </m:ctrlPr>
                                  </m:sSubPr>
                                  <m:e>
                                    <m:r>
                                      <a:rPr lang="en-US" sz="3600" i="1">
                                        <a:latin typeface="Cambria Math" panose="02040503050406030204" pitchFamily="18" charset="0"/>
                                      </a:rPr>
                                      <m:t>𝑃</m:t>
                                    </m:r>
                                  </m:e>
                                  <m:sub>
                                    <m:r>
                                      <a:rPr lang="en-US" sz="3600" i="1">
                                        <a:latin typeface="Cambria Math" panose="02040503050406030204" pitchFamily="18" charset="0"/>
                                      </a:rPr>
                                      <m:t>𝐴</m:t>
                                    </m:r>
                                    <m:r>
                                      <a:rPr lang="en-US" sz="3600" b="0" i="1" smtClean="0">
                                        <a:latin typeface="Cambria Math" panose="02040503050406030204" pitchFamily="18" charset="0"/>
                                      </a:rPr>
                                      <m:t>𝐶</m:t>
                                    </m:r>
                                    <m:r>
                                      <a:rPr lang="en-US" sz="3600" i="1">
                                        <a:latin typeface="Cambria Math" panose="02040503050406030204" pitchFamily="18" charset="0"/>
                                      </a:rPr>
                                      <m:t>,1</m:t>
                                    </m:r>
                                  </m:sub>
                                </m:sSub>
                              </m:e>
                              <m:e>
                                <m:sSub>
                                  <m:sSubPr>
                                    <m:ctrlPr>
                                      <a:rPr lang="en-US" sz="3600" i="1">
                                        <a:latin typeface="Cambria Math" panose="02040503050406030204" pitchFamily="18" charset="0"/>
                                      </a:rPr>
                                    </m:ctrlPr>
                                  </m:sSubPr>
                                  <m:e>
                                    <m:r>
                                      <a:rPr lang="en-US" sz="3600" i="1">
                                        <a:latin typeface="Cambria Math" panose="02040503050406030204" pitchFamily="18" charset="0"/>
                                      </a:rPr>
                                      <m:t>𝑃</m:t>
                                    </m:r>
                                  </m:e>
                                  <m:sub>
                                    <m:r>
                                      <a:rPr lang="en-US" sz="3600" i="1">
                                        <a:latin typeface="Cambria Math" panose="02040503050406030204" pitchFamily="18" charset="0"/>
                                      </a:rPr>
                                      <m:t>𝐴</m:t>
                                    </m:r>
                                    <m:r>
                                      <a:rPr lang="en-US" sz="3600" b="0" i="1" smtClean="0">
                                        <a:latin typeface="Cambria Math" panose="02040503050406030204" pitchFamily="18" charset="0"/>
                                      </a:rPr>
                                      <m:t>𝐶</m:t>
                                    </m:r>
                                    <m:r>
                                      <a:rPr lang="en-US" sz="3600" i="1">
                                        <a:latin typeface="Cambria Math" panose="02040503050406030204" pitchFamily="18" charset="0"/>
                                      </a:rPr>
                                      <m:t>,</m:t>
                                    </m:r>
                                    <m:r>
                                      <a:rPr lang="en-US" sz="3600" b="0" i="1" smtClean="0">
                                        <a:latin typeface="Cambria Math" panose="02040503050406030204" pitchFamily="18" charset="0"/>
                                      </a:rPr>
                                      <m:t>2</m:t>
                                    </m:r>
                                  </m:sub>
                                </m:sSub>
                              </m:e>
                              <m:e>
                                <m:r>
                                  <a:rPr lang="en-US" sz="3600" b="0" i="1" smtClean="0">
                                    <a:latin typeface="Cambria Math" panose="02040503050406030204" pitchFamily="18" charset="0"/>
                                  </a:rPr>
                                  <m:t>…</m:t>
                                </m:r>
                              </m:e>
                            </m:mr>
                            <m:mr>
                              <m:e>
                                <m:r>
                                  <a:rPr lang="en-US" sz="3600" b="0" i="1" smtClean="0">
                                    <a:latin typeface="Cambria Math" panose="02040503050406030204" pitchFamily="18" charset="0"/>
                                  </a:rPr>
                                  <m:t>...</m:t>
                                </m:r>
                              </m:e>
                              <m:e>
                                <m:r>
                                  <a:rPr lang="en-US" sz="3600" b="0" i="1" smtClean="0">
                                    <a:latin typeface="Cambria Math" panose="02040503050406030204" pitchFamily="18" charset="0"/>
                                  </a:rPr>
                                  <m:t>…</m:t>
                                </m:r>
                              </m:e>
                              <m:e>
                                <m:r>
                                  <a:rPr lang="en-US" sz="3600" b="0" i="1" smtClean="0">
                                    <a:latin typeface="Cambria Math" panose="02040503050406030204" pitchFamily="18" charset="0"/>
                                  </a:rPr>
                                  <m:t>…</m:t>
                                </m:r>
                              </m:e>
                            </m:mr>
                          </m:m>
                        </m:e>
                      </m:d>
                    </m:oMath>
                  </m:oMathPara>
                </a14:m>
                <a:endParaRPr lang="en-US" sz="3600" dirty="0"/>
              </a:p>
            </p:txBody>
          </p:sp>
        </mc:Choice>
        <mc:Fallback xmlns="">
          <p:sp>
            <p:nvSpPr>
              <p:cNvPr id="6" name="TextBox 5">
                <a:extLst>
                  <a:ext uri="{FF2B5EF4-FFF2-40B4-BE49-F238E27FC236}">
                    <a16:creationId xmlns:a16="http://schemas.microsoft.com/office/drawing/2014/main" id="{7392957A-6AFA-E6EE-BFF0-F9711B300A73}"/>
                  </a:ext>
                </a:extLst>
              </p:cNvPr>
              <p:cNvSpPr txBox="1">
                <a:spLocks noRot="1" noChangeAspect="1" noMove="1" noResize="1" noEditPoints="1" noAdjustHandles="1" noChangeArrowheads="1" noChangeShapeType="1" noTextEdit="1"/>
              </p:cNvSpPr>
              <p:nvPr/>
            </p:nvSpPr>
            <p:spPr>
              <a:xfrm>
                <a:off x="3396342" y="4924327"/>
                <a:ext cx="6096000" cy="1603581"/>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B9EF1DA1-24B5-1D51-BA5A-1E2BC82DC350}"/>
                  </a:ext>
                </a:extLst>
              </p:cNvPr>
              <p:cNvSpPr txBox="1"/>
              <p:nvPr/>
            </p:nvSpPr>
            <p:spPr>
              <a:xfrm>
                <a:off x="2222426" y="1789867"/>
                <a:ext cx="9417690" cy="700705"/>
              </a:xfrm>
              <a:prstGeom prst="rect">
                <a:avLst/>
              </a:prstGeom>
              <a:noFill/>
            </p:spPr>
            <p:txBody>
              <a:bodyPr wrap="square">
                <a:spAutoFit/>
              </a:bodyPr>
              <a:lstStyle/>
              <a:p>
                <a14:m>
                  <m:oMath xmlns:m="http://schemas.openxmlformats.org/officeDocument/2006/math">
                    <m:sSubSup>
                      <m:sSubSupPr>
                        <m:ctrlPr>
                          <a:rPr lang="en-US" sz="2800" i="1" smtClean="0">
                            <a:latin typeface="Cambria Math" panose="02040503050406030204" pitchFamily="18" charset="0"/>
                          </a:rPr>
                        </m:ctrlPr>
                      </m:sSubSupPr>
                      <m:e>
                        <m:r>
                          <a:rPr lang="en-US" sz="2800" i="1">
                            <a:latin typeface="Cambria Math" panose="02040503050406030204" pitchFamily="18" charset="0"/>
                          </a:rPr>
                          <m:t>𝑃</m:t>
                        </m:r>
                      </m:e>
                      <m:sub>
                        <m:r>
                          <a:rPr lang="en-US" sz="2800" i="1">
                            <a:latin typeface="Cambria Math" panose="02040503050406030204" pitchFamily="18" charset="0"/>
                          </a:rPr>
                          <m:t>𝑖</m:t>
                        </m:r>
                        <m:r>
                          <a:rPr lang="en-US" sz="2800" i="1">
                            <a:latin typeface="Cambria Math" panose="02040503050406030204" pitchFamily="18" charset="0"/>
                          </a:rPr>
                          <m:t>,</m:t>
                        </m:r>
                        <m:r>
                          <a:rPr lang="en-US" sz="2800" i="1">
                            <a:latin typeface="Cambria Math" panose="02040503050406030204" pitchFamily="18" charset="0"/>
                          </a:rPr>
                          <m:t>𝑗</m:t>
                        </m:r>
                      </m:sub>
                      <m:sup>
                        <m:r>
                          <a:rPr lang="en-US" sz="2800" i="1">
                            <a:latin typeface="Cambria Math" panose="02040503050406030204" pitchFamily="18" charset="0"/>
                          </a:rPr>
                          <m:t>𝑀</m:t>
                        </m:r>
                      </m:sup>
                    </m:sSubSup>
                    <m:r>
                      <a:rPr lang="en-US" sz="2800" i="1" smtClean="0">
                        <a:latin typeface="Cambria Math" panose="02040503050406030204" pitchFamily="18" charset="0"/>
                      </a:rPr>
                      <m:t>=</m:t>
                    </m:r>
                    <m:f>
                      <m:fPr>
                        <m:ctrlPr>
                          <a:rPr lang="en-US" sz="2800" i="1" smtClean="0">
                            <a:latin typeface="Cambria Math" panose="02040503050406030204" pitchFamily="18" charset="0"/>
                          </a:rPr>
                        </m:ctrlPr>
                      </m:fPr>
                      <m:num>
                        <m:r>
                          <a:rPr lang="en-US" sz="2800" b="0" i="1" smtClean="0">
                            <a:latin typeface="Cambria Math" panose="02040503050406030204" pitchFamily="18" charset="0"/>
                          </a:rPr>
                          <m:t>1</m:t>
                        </m:r>
                      </m:num>
                      <m:den>
                        <m:r>
                          <a:rPr lang="en-US" sz="2800" b="0" i="1" smtClean="0">
                            <a:latin typeface="Cambria Math" panose="02040503050406030204" pitchFamily="18" charset="0"/>
                          </a:rPr>
                          <m:t>𝑁</m:t>
                        </m:r>
                      </m:den>
                    </m:f>
                    <m:nary>
                      <m:naryPr>
                        <m:chr m:val="∑"/>
                        <m:ctrlPr>
                          <a:rPr lang="en-US" sz="2800" i="1" smtClean="0">
                            <a:latin typeface="Cambria Math" panose="02040503050406030204" pitchFamily="18" charset="0"/>
                          </a:rPr>
                        </m:ctrlPr>
                      </m:naryPr>
                      <m:sub>
                        <m:r>
                          <m:rPr>
                            <m:brk m:alnAt="23"/>
                          </m:rPr>
                          <a:rPr lang="en-US" sz="2800" b="0" i="1" smtClean="0">
                            <a:latin typeface="Cambria Math" panose="02040503050406030204" pitchFamily="18" charset="0"/>
                          </a:rPr>
                          <m:t>𝑘</m:t>
                        </m:r>
                        <m:r>
                          <a:rPr lang="en-US" sz="2800" b="0" i="1" smtClean="0">
                            <a:latin typeface="Cambria Math" panose="02040503050406030204" pitchFamily="18" charset="0"/>
                          </a:rPr>
                          <m:t>=1</m:t>
                        </m:r>
                      </m:sub>
                      <m:sup>
                        <m:r>
                          <a:rPr lang="en-US" sz="2800" b="0" i="1" smtClean="0">
                            <a:latin typeface="Cambria Math" panose="02040503050406030204" pitchFamily="18" charset="0"/>
                          </a:rPr>
                          <m:t>𝑁</m:t>
                        </m:r>
                      </m:sup>
                      <m:e>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m:t>
                        </m:r>
                        <m:sSub>
                          <m:sSubPr>
                            <m:ctrlPr>
                              <a:rPr lang="en-US" sz="2800" b="0" i="1" smtClean="0">
                                <a:latin typeface="Cambria Math" panose="02040503050406030204" pitchFamily="18" charset="0"/>
                                <a:ea typeface="Cambria Math" panose="02040503050406030204" pitchFamily="18" charset="0"/>
                              </a:rPr>
                            </m:ctrlPr>
                          </m:sSubPr>
                          <m:e>
                            <m:r>
                              <a:rPr lang="en-US" sz="2800" b="0" i="1" smtClean="0">
                                <a:latin typeface="Cambria Math" panose="02040503050406030204" pitchFamily="18" charset="0"/>
                                <a:ea typeface="Cambria Math" panose="02040503050406030204" pitchFamily="18" charset="0"/>
                              </a:rPr>
                              <m:t>𝑋</m:t>
                            </m:r>
                          </m:e>
                          <m:sub>
                            <m:r>
                              <a:rPr lang="en-US" sz="2800" b="0" i="1" smtClean="0">
                                <a:latin typeface="Cambria Math" panose="02040503050406030204" pitchFamily="18" charset="0"/>
                                <a:ea typeface="Cambria Math" panose="02040503050406030204" pitchFamily="18" charset="0"/>
                              </a:rPr>
                              <m:t>𝑘</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𝑖</m:t>
                        </m:r>
                        <m:r>
                          <a:rPr lang="en-US" sz="2800" b="0" i="1" smtClean="0">
                            <a:latin typeface="Cambria Math" panose="02040503050406030204" pitchFamily="18" charset="0"/>
                            <a:ea typeface="Cambria Math" panose="02040503050406030204" pitchFamily="18" charset="0"/>
                          </a:rPr>
                          <m:t>)</m:t>
                        </m:r>
                      </m:e>
                    </m:nary>
                    <m:r>
                      <a:rPr lang="en-US" sz="2800" b="0" i="1" smtClean="0">
                        <a:latin typeface="Cambria Math" panose="02040503050406030204" pitchFamily="18" charset="0"/>
                        <a:ea typeface="Cambria Math" panose="02040503050406030204" pitchFamily="18" charset="0"/>
                      </a:rPr>
                      <m:t>, </m:t>
                    </m:r>
                    <m:sSup>
                      <m:sSupPr>
                        <m:ctrlPr>
                          <a:rPr lang="en-US" sz="2800" b="0" i="1" smtClean="0">
                            <a:latin typeface="Cambria Math" panose="02040503050406030204" pitchFamily="18" charset="0"/>
                            <a:ea typeface="Cambria Math" panose="02040503050406030204" pitchFamily="18" charset="0"/>
                          </a:rPr>
                        </m:ctrlPr>
                      </m:sSupPr>
                      <m:e>
                        <m:r>
                          <a:rPr lang="en-US" sz="2800" b="0" i="1" smtClean="0">
                            <a:latin typeface="Cambria Math" panose="02040503050406030204" pitchFamily="18" charset="0"/>
                            <a:ea typeface="Cambria Math" panose="02040503050406030204" pitchFamily="18" charset="0"/>
                          </a:rPr>
                          <m:t>𝑋</m:t>
                        </m:r>
                      </m:e>
                      <m:sup>
                        <m:r>
                          <a:rPr lang="en-US" sz="2800" b="0" i="1" smtClean="0">
                            <a:latin typeface="Cambria Math" panose="02040503050406030204" pitchFamily="18" charset="0"/>
                            <a:ea typeface="Cambria Math" panose="02040503050406030204" pitchFamily="18" charset="0"/>
                          </a:rPr>
                          <m:t>′</m:t>
                        </m:r>
                      </m:sup>
                    </m:sSup>
                    <m:r>
                      <a:rPr lang="en-US" sz="2800" b="0" i="1" smtClean="0">
                        <a:latin typeface="Cambria Math" panose="02040503050406030204" pitchFamily="18" charset="0"/>
                        <a:ea typeface="Cambria Math" panose="02040503050406030204" pitchFamily="18" charset="0"/>
                      </a:rPr>
                      <m:t>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𝑎𝑛𝑑</m:t>
                    </m:r>
                    <m:r>
                      <a:rPr lang="en-US" sz="2800" b="0" i="1" smtClean="0">
                        <a:latin typeface="Cambria Math" panose="02040503050406030204" pitchFamily="18" charset="0"/>
                        <a:ea typeface="Cambria Math" panose="02040503050406030204" pitchFamily="18" charset="0"/>
                      </a:rPr>
                      <m:t> </m:t>
                    </m:r>
                    <m:sSup>
                      <m:sSupPr>
                        <m:ctrlPr>
                          <a:rPr lang="en-US" sz="2800" b="0" i="1" smtClean="0">
                            <a:latin typeface="Cambria Math" panose="02040503050406030204" pitchFamily="18" charset="0"/>
                            <a:ea typeface="Cambria Math" panose="02040503050406030204" pitchFamily="18" charset="0"/>
                          </a:rPr>
                        </m:ctrlPr>
                      </m:sSupPr>
                      <m:e>
                        <m:r>
                          <a:rPr lang="en-US" sz="2800" b="0" i="1" smtClean="0">
                            <a:latin typeface="Cambria Math" panose="02040503050406030204" pitchFamily="18" charset="0"/>
                            <a:ea typeface="Cambria Math" panose="02040503050406030204" pitchFamily="18" charset="0"/>
                          </a:rPr>
                          <m:t>𝑖</m:t>
                        </m:r>
                      </m:e>
                      <m:sup>
                        <m:r>
                          <a:rPr lang="en-US" sz="2800" b="0" i="1" smtClean="0">
                            <a:latin typeface="Cambria Math" panose="02040503050406030204" pitchFamily="18" charset="0"/>
                            <a:ea typeface="Cambria Math" panose="02040503050406030204" pitchFamily="18" charset="0"/>
                          </a:rPr>
                          <m:t>′</m:t>
                        </m:r>
                      </m:sup>
                    </m:sSup>
                    <m:r>
                      <a:rPr lang="en-US" sz="2800" b="0" i="1" smtClean="0">
                        <a:latin typeface="Cambria Math" panose="02040503050406030204" pitchFamily="18" charset="0"/>
                        <a:ea typeface="Cambria Math" panose="02040503050406030204" pitchFamily="18" charset="0"/>
                      </a:rPr>
                      <m:t>𝑠</m:t>
                    </m:r>
                  </m:oMath>
                </a14:m>
                <a:r>
                  <a:rPr lang="en-US" sz="2800" dirty="0"/>
                  <a:t> are now AA,AC,AG,… </a:t>
                </a:r>
                <a:r>
                  <a:rPr lang="en-US" sz="2800" dirty="0" err="1"/>
                  <a:t>etc</a:t>
                </a:r>
                <a:endParaRPr lang="en-US" sz="2800" dirty="0"/>
              </a:p>
            </p:txBody>
          </p:sp>
        </mc:Choice>
        <mc:Fallback xmlns="">
          <p:sp>
            <p:nvSpPr>
              <p:cNvPr id="8" name="TextBox 7">
                <a:extLst>
                  <a:ext uri="{FF2B5EF4-FFF2-40B4-BE49-F238E27FC236}">
                    <a16:creationId xmlns:a16="http://schemas.microsoft.com/office/drawing/2014/main" id="{B9EF1DA1-24B5-1D51-BA5A-1E2BC82DC350}"/>
                  </a:ext>
                </a:extLst>
              </p:cNvPr>
              <p:cNvSpPr txBox="1">
                <a:spLocks noRot="1" noChangeAspect="1" noMove="1" noResize="1" noEditPoints="1" noAdjustHandles="1" noChangeArrowheads="1" noChangeShapeType="1" noTextEdit="1"/>
              </p:cNvSpPr>
              <p:nvPr/>
            </p:nvSpPr>
            <p:spPr>
              <a:xfrm>
                <a:off x="2222426" y="1789867"/>
                <a:ext cx="9417690" cy="700705"/>
              </a:xfrm>
              <a:prstGeom prst="rect">
                <a:avLst/>
              </a:prstGeom>
              <a:blipFill>
                <a:blip r:embed="rId4"/>
                <a:stretch>
                  <a:fillRect r="-972" b="-121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61AF165-9D0F-D604-FD7A-805D7293C929}"/>
                  </a:ext>
                </a:extLst>
              </p:cNvPr>
              <p:cNvSpPr txBox="1"/>
              <p:nvPr/>
            </p:nvSpPr>
            <p:spPr>
              <a:xfrm>
                <a:off x="2986279" y="2490262"/>
                <a:ext cx="5863771" cy="105157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d>
                        <m:dPr>
                          <m:ctrlPr>
                            <a:rPr lang="en-US" sz="2400" i="1">
                              <a:latin typeface="Cambria Math" panose="02040503050406030204" pitchFamily="18" charset="0"/>
                              <a:ea typeface="Cambria Math" panose="02040503050406030204" pitchFamily="18" charset="0"/>
                            </a:rPr>
                          </m:ctrlPr>
                        </m:dPr>
                        <m:e>
                          <m:sSub>
                            <m:sSubPr>
                              <m:ctrlPr>
                                <a:rPr lang="en-US" sz="2400" i="1" smtClean="0">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𝑋</m:t>
                              </m:r>
                            </m:e>
                            <m:sub>
                              <m:r>
                                <a:rPr lang="en-US" sz="2400" b="0" i="1" smtClean="0">
                                  <a:latin typeface="Cambria Math" panose="02040503050406030204" pitchFamily="18" charset="0"/>
                                  <a:ea typeface="Cambria Math" panose="02040503050406030204" pitchFamily="18" charset="0"/>
                                </a:rPr>
                                <m:t>𝑘</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𝑗</m:t>
                              </m:r>
                            </m:sub>
                          </m:sSub>
                          <m:r>
                            <a:rPr lang="en-US" sz="2400" i="1">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𝑖</m:t>
                          </m:r>
                        </m:e>
                      </m:d>
                      <m:r>
                        <a:rPr lang="en-US" sz="2400" b="0" i="1" smtClean="0">
                          <a:latin typeface="Cambria Math" panose="02040503050406030204" pitchFamily="18" charset="0"/>
                          <a:ea typeface="Cambria Math" panose="02040503050406030204" pitchFamily="18" charset="0"/>
                        </a:rPr>
                        <m:t>=</m:t>
                      </m:r>
                      <m:d>
                        <m:dPr>
                          <m:begChr m:val="{"/>
                          <m:endChr m:val=""/>
                          <m:ctrlPr>
                            <a:rPr lang="en-US" sz="2400" b="0" i="1" smtClean="0">
                              <a:latin typeface="Cambria Math" panose="02040503050406030204" pitchFamily="18" charset="0"/>
                              <a:ea typeface="Cambria Math" panose="02040503050406030204" pitchFamily="18" charset="0"/>
                            </a:rPr>
                          </m:ctrlPr>
                        </m:dPr>
                        <m:e>
                          <m:m>
                            <m:mPr>
                              <m:mcs>
                                <m:mc>
                                  <m:mcPr>
                                    <m:count m:val="1"/>
                                    <m:mcJc m:val="center"/>
                                  </m:mcPr>
                                </m:mc>
                              </m:mcs>
                              <m:ctrlPr>
                                <a:rPr lang="en-US" sz="2400" b="0" i="1" smtClean="0">
                                  <a:latin typeface="Cambria Math" panose="02040503050406030204" pitchFamily="18" charset="0"/>
                                  <a:ea typeface="Cambria Math" panose="02040503050406030204" pitchFamily="18" charset="0"/>
                                </a:rPr>
                              </m:ctrlPr>
                            </m:mPr>
                            <m:mr>
                              <m:e>
                                <m:r>
                                  <m:rPr>
                                    <m:brk m:alnAt="7"/>
                                  </m:rPr>
                                  <a:rPr lang="en-US" sz="2400" b="0" i="1" smtClean="0">
                                    <a:latin typeface="Cambria Math" panose="02040503050406030204" pitchFamily="18" charset="0"/>
                                    <a:ea typeface="Cambria Math" panose="02040503050406030204" pitchFamily="18" charset="0"/>
                                  </a:rPr>
                                  <m:t>1</m:t>
                                </m:r>
                                <m:r>
                                  <a:rPr lang="en-US" sz="2400" b="0" i="1" smtClean="0">
                                    <a:latin typeface="Cambria Math" panose="02040503050406030204" pitchFamily="18" charset="0"/>
                                    <a:ea typeface="Cambria Math" panose="02040503050406030204" pitchFamily="18" charset="0"/>
                                  </a:rPr>
                                  <m:t> </m:t>
                                </m:r>
                                <m:r>
                                  <a:rPr lang="en-US" sz="2400" b="0" i="1" smtClean="0">
                                    <a:latin typeface="Cambria Math" panose="02040503050406030204" pitchFamily="18" charset="0"/>
                                    <a:ea typeface="Cambria Math" panose="02040503050406030204" pitchFamily="18" charset="0"/>
                                  </a:rPr>
                                  <m:t>𝑖𝑓</m:t>
                                </m:r>
                                <m:sSub>
                                  <m:sSubPr>
                                    <m:ctrlPr>
                                      <a:rPr lang="en-US" sz="2400" i="1">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 </m:t>
                                    </m:r>
                                    <m:r>
                                      <a:rPr lang="en-US" sz="2400" i="1">
                                        <a:latin typeface="Cambria Math" panose="02040503050406030204" pitchFamily="18" charset="0"/>
                                        <a:ea typeface="Cambria Math" panose="02040503050406030204" pitchFamily="18" charset="0"/>
                                      </a:rPr>
                                      <m:t>𝑋</m:t>
                                    </m:r>
                                  </m:e>
                                  <m:sub>
                                    <m:r>
                                      <a:rPr lang="en-US" sz="2400" b="0" i="1" smtClean="0">
                                        <a:latin typeface="Cambria Math" panose="02040503050406030204" pitchFamily="18" charset="0"/>
                                        <a:ea typeface="Cambria Math" panose="02040503050406030204" pitchFamily="18" charset="0"/>
                                      </a:rPr>
                                      <m:t>𝑘</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𝑗</m:t>
                                    </m:r>
                                  </m:sub>
                                </m:sSub>
                                <m:r>
                                  <a:rPr lang="en-US" sz="2400" i="1">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𝑖</m:t>
                                </m:r>
                              </m:e>
                            </m:mr>
                            <m:mr>
                              <m:e>
                                <m:r>
                                  <a:rPr lang="en-US" sz="2400" b="0" i="1" smtClean="0">
                                    <a:latin typeface="Cambria Math" panose="02040503050406030204" pitchFamily="18" charset="0"/>
                                    <a:ea typeface="Cambria Math" panose="02040503050406030204" pitchFamily="18" charset="0"/>
                                  </a:rPr>
                                  <m:t>0</m:t>
                                </m:r>
                                <m:r>
                                  <a:rPr lang="en-US" sz="2400" i="1">
                                    <a:latin typeface="Cambria Math" panose="02040503050406030204" pitchFamily="18" charset="0"/>
                                    <a:ea typeface="Cambria Math" panose="02040503050406030204" pitchFamily="18" charset="0"/>
                                  </a:rPr>
                                  <m:t> </m:t>
                                </m:r>
                                <m:r>
                                  <a:rPr lang="en-US" sz="2400" i="1">
                                    <a:latin typeface="Cambria Math" panose="02040503050406030204" pitchFamily="18" charset="0"/>
                                    <a:ea typeface="Cambria Math" panose="02040503050406030204" pitchFamily="18" charset="0"/>
                                  </a:rPr>
                                  <m:t>𝑖𝑓</m:t>
                                </m:r>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 </m:t>
                                    </m:r>
                                    <m:r>
                                      <a:rPr lang="en-US" sz="2400" i="1">
                                        <a:latin typeface="Cambria Math" panose="02040503050406030204" pitchFamily="18" charset="0"/>
                                        <a:ea typeface="Cambria Math" panose="02040503050406030204" pitchFamily="18" charset="0"/>
                                      </a:rPr>
                                      <m:t>𝑋</m:t>
                                    </m:r>
                                  </m:e>
                                  <m:sub>
                                    <m:r>
                                      <a:rPr lang="en-US" sz="2400" b="0" i="1" smtClean="0">
                                        <a:latin typeface="Cambria Math" panose="02040503050406030204" pitchFamily="18" charset="0"/>
                                        <a:ea typeface="Cambria Math" panose="02040503050406030204" pitchFamily="18" charset="0"/>
                                      </a:rPr>
                                      <m:t>𝑘</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𝑗</m:t>
                                    </m:r>
                                  </m:sub>
                                </m:sSub>
                                <m:r>
                                  <a:rPr lang="en-US" sz="2400" i="1" smtClean="0">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𝑖</m:t>
                                </m:r>
                              </m:e>
                            </m:mr>
                          </m:m>
                        </m:e>
                      </m:d>
                    </m:oMath>
                  </m:oMathPara>
                </a14:m>
                <a:endParaRPr lang="en-US" sz="2400" dirty="0"/>
              </a:p>
            </p:txBody>
          </p:sp>
        </mc:Choice>
        <mc:Fallback xmlns="">
          <p:sp>
            <p:nvSpPr>
              <p:cNvPr id="10" name="TextBox 9">
                <a:extLst>
                  <a:ext uri="{FF2B5EF4-FFF2-40B4-BE49-F238E27FC236}">
                    <a16:creationId xmlns:a16="http://schemas.microsoft.com/office/drawing/2014/main" id="{861AF165-9D0F-D604-FD7A-805D7293C929}"/>
                  </a:ext>
                </a:extLst>
              </p:cNvPr>
              <p:cNvSpPr txBox="1">
                <a:spLocks noRot="1" noChangeAspect="1" noMove="1" noResize="1" noEditPoints="1" noAdjustHandles="1" noChangeArrowheads="1" noChangeShapeType="1" noTextEdit="1"/>
              </p:cNvSpPr>
              <p:nvPr/>
            </p:nvSpPr>
            <p:spPr>
              <a:xfrm>
                <a:off x="2986279" y="2490262"/>
                <a:ext cx="5863771" cy="1051570"/>
              </a:xfrm>
              <a:prstGeom prst="rect">
                <a:avLst/>
              </a:prstGeom>
              <a:blipFill>
                <a:blip r:embed="rId5"/>
                <a:stretch>
                  <a:fillRect/>
                </a:stretch>
              </a:blipFill>
            </p:spPr>
            <p:txBody>
              <a:bodyPr/>
              <a:lstStyle/>
              <a:p>
                <a:r>
                  <a:rPr lang="en-US">
                    <a:noFill/>
                  </a:rPr>
                  <a:t> </a:t>
                </a:r>
              </a:p>
            </p:txBody>
          </p:sp>
        </mc:Fallback>
      </mc:AlternateContent>
      <p:sp>
        <p:nvSpPr>
          <p:cNvPr id="12" name="TextBox 11">
            <a:extLst>
              <a:ext uri="{FF2B5EF4-FFF2-40B4-BE49-F238E27FC236}">
                <a16:creationId xmlns:a16="http://schemas.microsoft.com/office/drawing/2014/main" id="{C0A98365-AF25-B956-D750-35857C7CA3FA}"/>
              </a:ext>
            </a:extLst>
          </p:cNvPr>
          <p:cNvSpPr txBox="1"/>
          <p:nvPr/>
        </p:nvSpPr>
        <p:spPr>
          <a:xfrm>
            <a:off x="2206169" y="3618351"/>
            <a:ext cx="9042399" cy="1323439"/>
          </a:xfrm>
          <a:prstGeom prst="rect">
            <a:avLst/>
          </a:prstGeom>
          <a:noFill/>
        </p:spPr>
        <p:txBody>
          <a:bodyPr wrap="square">
            <a:spAutoFit/>
          </a:bodyPr>
          <a:lstStyle/>
          <a:p>
            <a:r>
              <a:rPr lang="en-US" sz="2000" dirty="0"/>
              <a:t>The idea is the same as for positional probabilities, but now you are working with tuples of letters:  e.g. instead of counting how many times you’ve seen A, C, G or T in the first position, you count how many times you’ve seen AA, AC,…. in the first position, </a:t>
            </a:r>
            <a:r>
              <a:rPr lang="en-US" sz="2000" dirty="0" err="1"/>
              <a:t>etc</a:t>
            </a:r>
            <a:r>
              <a:rPr lang="en-US" sz="2000" dirty="0"/>
              <a:t> </a:t>
            </a:r>
          </a:p>
        </p:txBody>
      </p:sp>
    </p:spTree>
    <p:extLst>
      <p:ext uri="{BB962C8B-B14F-4D97-AF65-F5344CB8AC3E}">
        <p14:creationId xmlns:p14="http://schemas.microsoft.com/office/powerpoint/2010/main" val="19278325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FA2E4A-9C03-C24C-7D44-6DDB30C62E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48DCA8-073B-2BCE-940F-3DFA29F35218}"/>
              </a:ext>
            </a:extLst>
          </p:cNvPr>
          <p:cNvSpPr>
            <a:spLocks noGrp="1"/>
          </p:cNvSpPr>
          <p:nvPr>
            <p:ph type="title"/>
          </p:nvPr>
        </p:nvSpPr>
        <p:spPr>
          <a:xfrm>
            <a:off x="598620" y="136524"/>
            <a:ext cx="6658828" cy="1001901"/>
          </a:xfrm>
        </p:spPr>
        <p:txBody>
          <a:bodyPr>
            <a:normAutofit/>
          </a:bodyPr>
          <a:lstStyle/>
          <a:p>
            <a:r>
              <a:rPr lang="en-US" dirty="0"/>
              <a:t>Scoring pattern with Markov WAM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353E0F9-6B84-78E0-8AA7-8A09E45285D9}"/>
                  </a:ext>
                </a:extLst>
              </p:cNvPr>
              <p:cNvSpPr>
                <a:spLocks noGrp="1"/>
              </p:cNvSpPr>
              <p:nvPr>
                <p:ph idx="1"/>
              </p:nvPr>
            </p:nvSpPr>
            <p:spPr>
              <a:xfrm>
                <a:off x="598620" y="1596540"/>
                <a:ext cx="10972800" cy="4977515"/>
              </a:xfrm>
            </p:spPr>
            <p:txBody>
              <a:bodyPr>
                <a:normAutofit lnSpcReduction="10000"/>
              </a:bodyPr>
              <a:lstStyle/>
              <a:p>
                <a:r>
                  <a:rPr lang="en-US" dirty="0"/>
                  <a:t>Convert probabilities to weights by using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𝑏</m:t>
                        </m:r>
                      </m:e>
                      <m:sub>
                        <m:r>
                          <a:rPr lang="en-US" i="1">
                            <a:latin typeface="Cambria Math" panose="02040503050406030204" pitchFamily="18" charset="0"/>
                          </a:rPr>
                          <m:t>𝑘</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d>
                          <m:dPr>
                            <m:begChr m:val="|"/>
                            <m:endChr m:val="|"/>
                            <m:ctrlPr>
                              <a:rPr lang="en-US" i="1">
                                <a:latin typeface="Cambria Math" panose="02040503050406030204" pitchFamily="18" charset="0"/>
                              </a:rPr>
                            </m:ctrlPr>
                          </m:dPr>
                          <m:e>
                            <m:r>
                              <a:rPr lang="en-US" i="1">
                                <a:latin typeface="Cambria Math" panose="02040503050406030204" pitchFamily="18" charset="0"/>
                              </a:rPr>
                              <m:t>𝑘</m:t>
                            </m:r>
                          </m:e>
                        </m:d>
                      </m:den>
                    </m:f>
                  </m:oMath>
                </a14:m>
                <a:r>
                  <a:rPr lang="en-US" dirty="0"/>
                  <a:t>, </a:t>
                </a:r>
                <a:r>
                  <a:rPr lang="en-US" i="1" dirty="0"/>
                  <a:t>k=16</a:t>
                </a:r>
                <a:br>
                  <a:rPr lang="en-US" i="1" dirty="0"/>
                </a:br>
                <a:br>
                  <a:rPr lang="en-US" i="1" dirty="0"/>
                </a:br>
                <a:endParaRPr lang="en-US" i="1" dirty="0"/>
              </a:p>
              <a:p>
                <a:endParaRPr lang="en-US" i="1" dirty="0"/>
              </a:p>
              <a:p>
                <a:r>
                  <a:rPr lang="en-US" dirty="0"/>
                  <a:t>Score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𝑆</m:t>
                        </m:r>
                        <m:r>
                          <a:rPr lang="en-US" i="1">
                            <a:latin typeface="Cambria Math" panose="02040503050406030204" pitchFamily="18" charset="0"/>
                          </a:rPr>
                          <m:t>|(</m:t>
                        </m:r>
                        <m:r>
                          <a:rPr lang="en-US" b="0" i="1" smtClean="0">
                            <a:latin typeface="Cambria Math" panose="02040503050406030204" pitchFamily="18" charset="0"/>
                          </a:rPr>
                          <m:t>𝑊</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b="0" i="1" smtClean="0">
                            <a:latin typeface="Cambria Math" panose="02040503050406030204" pitchFamily="18" charset="0"/>
                          </a:rPr>
                          <m:t>𝑊</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r>
                          <a:rPr lang="en-US" i="1">
                            <a:latin typeface="Cambria Math" panose="02040503050406030204" pitchFamily="18" charset="0"/>
                          </a:rPr>
                          <m:t>𝑀</m:t>
                        </m:r>
                      </m:sup>
                    </m:sSubSup>
                    <m:r>
                      <a:rPr lang="en-US" b="0" i="1" smtClean="0">
                        <a:latin typeface="Cambria Math" panose="02040503050406030204" pitchFamily="18" charset="0"/>
                      </a:rPr>
                      <m:t>)</m:t>
                    </m:r>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𝑖</m:t>
                        </m:r>
                        <m:r>
                          <a:rPr lang="en-US" b="0" i="1" smtClean="0">
                            <a:latin typeface="Cambria Math" panose="02040503050406030204" pitchFamily="18" charset="0"/>
                          </a:rPr>
                          <m:t>,1</m:t>
                        </m:r>
                      </m:sub>
                    </m:sSub>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𝑗</m:t>
                        </m:r>
                      </m:sub>
                      <m:sup/>
                      <m:e>
                        <m:sSubSup>
                          <m:sSubSupPr>
                            <m:ctrlPr>
                              <a:rPr lang="en-US" i="1">
                                <a:latin typeface="Cambria Math" panose="02040503050406030204" pitchFamily="18" charset="0"/>
                              </a:rPr>
                            </m:ctrlPr>
                          </m:sSubSupPr>
                          <m:e>
                            <m:r>
                              <a:rPr lang="en-US" i="1">
                                <a:latin typeface="Cambria Math" panose="02040503050406030204" pitchFamily="18" charset="0"/>
                              </a:rPr>
                              <m:t>𝑊</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r>
                              <a:rPr lang="en-US" i="1">
                                <a:latin typeface="Cambria Math" panose="02040503050406030204" pitchFamily="18" charset="0"/>
                              </a:rPr>
                              <m:t>𝑀</m:t>
                            </m:r>
                          </m:sup>
                        </m:sSubSup>
                      </m:e>
                    </m:nary>
                  </m:oMath>
                </a14:m>
                <a:r>
                  <a:rPr lang="en-US" dirty="0"/>
                  <a:t>, where </a:t>
                </a:r>
                <a:br>
                  <a:rPr lang="en-US" dirty="0"/>
                </a:br>
                <a:r>
                  <a:rPr lang="en-US" i="1" dirty="0"/>
                  <a:t>S</a:t>
                </a:r>
                <a:r>
                  <a:rPr lang="en-US" dirty="0"/>
                  <a:t> is the string being scored, </a:t>
                </a:r>
                <a:br>
                  <a:rPr lang="en-US" i="1" dirty="0">
                    <a:latin typeface="Cambria Math" panose="02040503050406030204" pitchFamily="18" charset="0"/>
                  </a:rPr>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𝑊</m:t>
                        </m:r>
                      </m:e>
                      <m:sub>
                        <m:r>
                          <a:rPr lang="en-US" i="1">
                            <a:latin typeface="Cambria Math" panose="02040503050406030204" pitchFamily="18" charset="0"/>
                          </a:rPr>
                          <m:t>𝑖</m:t>
                        </m:r>
                        <m:r>
                          <a:rPr lang="en-US" i="1">
                            <a:latin typeface="Cambria Math" panose="02040503050406030204" pitchFamily="18" charset="0"/>
                          </a:rPr>
                          <m:t>,1</m:t>
                        </m:r>
                      </m:sub>
                    </m:sSub>
                  </m:oMath>
                </a14:m>
                <a:r>
                  <a:rPr lang="en-US" dirty="0"/>
                  <a:t> is the positional weight of the first letter (starting log probability)</a:t>
                </a:r>
                <a:br>
                  <a:rPr lang="en-US" dirty="0"/>
                </a:b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𝑊</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r>
                          <a:rPr lang="en-US" i="1">
                            <a:latin typeface="Cambria Math" panose="02040503050406030204" pitchFamily="18" charset="0"/>
                          </a:rPr>
                          <m:t>𝑀</m:t>
                        </m:r>
                      </m:sup>
                    </m:sSubSup>
                  </m:oMath>
                </a14:m>
                <a:r>
                  <a:rPr lang="en-US" dirty="0"/>
                  <a:t> is the positional score of tuple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𝑇</m:t>
                        </m:r>
                      </m:e>
                      <m:sub>
                        <m:r>
                          <a:rPr lang="en-US" i="1">
                            <a:latin typeface="Cambria Math" panose="02040503050406030204" pitchFamily="18" charset="0"/>
                          </a:rPr>
                          <m:t>𝑖</m:t>
                        </m:r>
                      </m:sub>
                    </m:sSub>
                  </m:oMath>
                </a14:m>
                <a:r>
                  <a:rPr lang="en-US" dirty="0"/>
                  <a:t> starting at position </a:t>
                </a:r>
                <a:r>
                  <a:rPr lang="en-US" i="1" dirty="0"/>
                  <a:t>j (j=1,...,n-1) </a:t>
                </a:r>
                <a:r>
                  <a:rPr lang="en-US" dirty="0"/>
                  <a:t>The sum </a:t>
                </a:r>
                <a14:m>
                  <m:oMath xmlns:m="http://schemas.openxmlformats.org/officeDocument/2006/math">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𝑗</m:t>
                        </m:r>
                      </m:sub>
                      <m:sup/>
                      <m:e>
                        <m:sSubSup>
                          <m:sSubSupPr>
                            <m:ctrlPr>
                              <a:rPr lang="en-US" i="1">
                                <a:latin typeface="Cambria Math" panose="02040503050406030204" pitchFamily="18" charset="0"/>
                              </a:rPr>
                            </m:ctrlPr>
                          </m:sSubSupPr>
                          <m:e>
                            <m:r>
                              <a:rPr lang="en-US" i="1">
                                <a:latin typeface="Cambria Math" panose="02040503050406030204" pitchFamily="18" charset="0"/>
                              </a:rPr>
                              <m:t>𝑊</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r>
                              <a:rPr lang="en-US" i="1">
                                <a:latin typeface="Cambria Math" panose="02040503050406030204" pitchFamily="18" charset="0"/>
                              </a:rPr>
                              <m:t>𝑀</m:t>
                            </m:r>
                          </m:sup>
                        </m:sSubSup>
                      </m:e>
                    </m:nary>
                  </m:oMath>
                </a14:m>
                <a:r>
                  <a:rPr lang="en-US" dirty="0"/>
                  <a:t> is of the positional weights for all tuples of letters in the pattern </a:t>
                </a:r>
              </a:p>
            </p:txBody>
          </p:sp>
        </mc:Choice>
        <mc:Fallback xmlns="">
          <p:sp>
            <p:nvSpPr>
              <p:cNvPr id="3" name="Content Placeholder 2">
                <a:extLst>
                  <a:ext uri="{FF2B5EF4-FFF2-40B4-BE49-F238E27FC236}">
                    <a16:creationId xmlns:a16="http://schemas.microsoft.com/office/drawing/2014/main" id="{A353E0F9-6B84-78E0-8AA7-8A09E45285D9}"/>
                  </a:ext>
                </a:extLst>
              </p:cNvPr>
              <p:cNvSpPr>
                <a:spLocks noGrp="1" noRot="1" noChangeAspect="1" noMove="1" noResize="1" noEditPoints="1" noAdjustHandles="1" noChangeArrowheads="1" noChangeShapeType="1" noTextEdit="1"/>
              </p:cNvSpPr>
              <p:nvPr>
                <p:ph idx="1"/>
              </p:nvPr>
            </p:nvSpPr>
            <p:spPr>
              <a:xfrm>
                <a:off x="598620" y="1596540"/>
                <a:ext cx="10972800" cy="4977515"/>
              </a:xfrm>
              <a:blipFill>
                <a:blip r:embed="rId2"/>
                <a:stretch>
                  <a:fillRect l="-1000" t="-368"/>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9F2B5A9E-0BFF-C3E2-CC3D-5D1A2C409BF4}"/>
              </a:ext>
            </a:extLst>
          </p:cNvPr>
          <p:cNvSpPr>
            <a:spLocks noGrp="1"/>
          </p:cNvSpPr>
          <p:nvPr>
            <p:ph type="sldNum" sz="quarter" idx="12"/>
          </p:nvPr>
        </p:nvSpPr>
        <p:spPr/>
        <p:txBody>
          <a:bodyPr/>
          <a:lstStyle/>
          <a:p>
            <a:fld id="{B82CCC60-E8CD-4174-8B1A-7DF615B22EEF}" type="slidenum">
              <a:rPr lang="en-US" smtClean="0"/>
              <a:pPr/>
              <a:t>25</a:t>
            </a:fld>
            <a:endParaRPr lang="en-US"/>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8DD4042-8A43-3B28-FB99-A424D208671D}"/>
                  </a:ext>
                </a:extLst>
              </p:cNvPr>
              <p:cNvSpPr txBox="1"/>
              <p:nvPr/>
            </p:nvSpPr>
            <p:spPr>
              <a:xfrm>
                <a:off x="2345892" y="2149649"/>
                <a:ext cx="4797907" cy="135094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sz="3600" i="1">
                              <a:latin typeface="Cambria Math" panose="02040503050406030204" pitchFamily="18" charset="0"/>
                            </a:rPr>
                          </m:ctrlPr>
                        </m:sSubSupPr>
                        <m:e>
                          <m:r>
                            <a:rPr lang="en-US" sz="3600" i="1">
                              <a:latin typeface="Cambria Math" panose="02040503050406030204" pitchFamily="18" charset="0"/>
                            </a:rPr>
                            <m:t>𝑊</m:t>
                          </m:r>
                        </m:e>
                        <m:sub>
                          <m:r>
                            <a:rPr lang="en-US" sz="3600" i="1">
                              <a:latin typeface="Cambria Math" panose="02040503050406030204" pitchFamily="18" charset="0"/>
                            </a:rPr>
                            <m:t>𝑖</m:t>
                          </m:r>
                          <m:r>
                            <a:rPr lang="en-US" sz="3600" i="1">
                              <a:latin typeface="Cambria Math" panose="02040503050406030204" pitchFamily="18" charset="0"/>
                            </a:rPr>
                            <m:t>,</m:t>
                          </m:r>
                          <m:r>
                            <a:rPr lang="en-US" sz="3600" i="1">
                              <a:latin typeface="Cambria Math" panose="02040503050406030204" pitchFamily="18" charset="0"/>
                            </a:rPr>
                            <m:t>𝑗</m:t>
                          </m:r>
                        </m:sub>
                        <m:sup>
                          <m:r>
                            <a:rPr lang="en-US" sz="3600" i="1">
                              <a:latin typeface="Cambria Math" panose="02040503050406030204" pitchFamily="18" charset="0"/>
                            </a:rPr>
                            <m:t>𝑀</m:t>
                          </m:r>
                        </m:sup>
                      </m:sSubSup>
                      <m:r>
                        <a:rPr lang="en-US" sz="3600" i="1">
                          <a:latin typeface="Cambria Math" panose="02040503050406030204" pitchFamily="18" charset="0"/>
                        </a:rPr>
                        <m:t> </m:t>
                      </m:r>
                      <m:r>
                        <a:rPr lang="en-US" sz="3600" i="1" smtClean="0">
                          <a:latin typeface="Cambria Math" panose="02040503050406030204" pitchFamily="18" charset="0"/>
                        </a:rPr>
                        <m:t>=</m:t>
                      </m:r>
                      <m:sSub>
                        <m:sSubPr>
                          <m:ctrlPr>
                            <a:rPr lang="en-US" sz="3600" i="1" smtClean="0">
                              <a:latin typeface="Cambria Math" panose="02040503050406030204" pitchFamily="18" charset="0"/>
                            </a:rPr>
                          </m:ctrlPr>
                        </m:sSubPr>
                        <m:e>
                          <m:r>
                            <a:rPr lang="en-US" sz="3600" b="0" i="1" smtClean="0">
                              <a:latin typeface="Cambria Math" panose="02040503050406030204" pitchFamily="18" charset="0"/>
                            </a:rPr>
                            <m:t>𝑙𝑜𝑔</m:t>
                          </m:r>
                        </m:e>
                        <m:sub>
                          <m:r>
                            <a:rPr lang="en-US" sz="3600" b="0" i="1" smtClean="0">
                              <a:latin typeface="Cambria Math" panose="02040503050406030204" pitchFamily="18" charset="0"/>
                            </a:rPr>
                            <m:t>2</m:t>
                          </m:r>
                        </m:sub>
                      </m:sSub>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sSubSup>
                            <m:sSubSupPr>
                              <m:ctrlPr>
                                <a:rPr lang="en-US" sz="3600" i="1">
                                  <a:latin typeface="Cambria Math" panose="02040503050406030204" pitchFamily="18" charset="0"/>
                                </a:rPr>
                              </m:ctrlPr>
                            </m:sSubSupPr>
                            <m:e>
                              <m:r>
                                <a:rPr lang="en-US" sz="3600" i="1">
                                  <a:latin typeface="Cambria Math" panose="02040503050406030204" pitchFamily="18" charset="0"/>
                                </a:rPr>
                                <m:t>𝑃</m:t>
                              </m:r>
                            </m:e>
                            <m:sub>
                              <m:r>
                                <a:rPr lang="en-US" sz="3600" i="1">
                                  <a:latin typeface="Cambria Math" panose="02040503050406030204" pitchFamily="18" charset="0"/>
                                </a:rPr>
                                <m:t>𝑖</m:t>
                              </m:r>
                              <m:r>
                                <a:rPr lang="en-US" sz="3600" i="1">
                                  <a:latin typeface="Cambria Math" panose="02040503050406030204" pitchFamily="18" charset="0"/>
                                </a:rPr>
                                <m:t>,</m:t>
                              </m:r>
                              <m:r>
                                <a:rPr lang="en-US" sz="3600" i="1">
                                  <a:latin typeface="Cambria Math" panose="02040503050406030204" pitchFamily="18" charset="0"/>
                                </a:rPr>
                                <m:t>𝑗</m:t>
                              </m:r>
                            </m:sub>
                            <m:sup>
                              <m:r>
                                <a:rPr lang="en-US" sz="3600" i="1">
                                  <a:latin typeface="Cambria Math" panose="02040503050406030204" pitchFamily="18" charset="0"/>
                                </a:rPr>
                                <m:t>𝑀</m:t>
                              </m:r>
                            </m:sup>
                          </m:sSubSup>
                        </m:num>
                        <m:den>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𝑏</m:t>
                              </m:r>
                            </m:e>
                            <m:sub>
                              <m:r>
                                <a:rPr lang="en-US" sz="3600" b="0" i="1" smtClean="0">
                                  <a:latin typeface="Cambria Math" panose="02040503050406030204" pitchFamily="18" charset="0"/>
                                </a:rPr>
                                <m:t>𝑘</m:t>
                              </m:r>
                            </m:sub>
                          </m:sSub>
                        </m:den>
                      </m:f>
                      <m:r>
                        <a:rPr lang="en-US" sz="3600" b="0" i="1" smtClean="0">
                          <a:latin typeface="Cambria Math" panose="02040503050406030204" pitchFamily="18" charset="0"/>
                        </a:rPr>
                        <m:t>)</m:t>
                      </m:r>
                    </m:oMath>
                  </m:oMathPara>
                </a14:m>
                <a:endParaRPr lang="en-US" sz="3600" dirty="0"/>
              </a:p>
            </p:txBody>
          </p:sp>
        </mc:Choice>
        <mc:Fallback xmlns="">
          <p:sp>
            <p:nvSpPr>
              <p:cNvPr id="6" name="TextBox 5">
                <a:extLst>
                  <a:ext uri="{FF2B5EF4-FFF2-40B4-BE49-F238E27FC236}">
                    <a16:creationId xmlns:a16="http://schemas.microsoft.com/office/drawing/2014/main" id="{78DD4042-8A43-3B28-FB99-A424D208671D}"/>
                  </a:ext>
                </a:extLst>
              </p:cNvPr>
              <p:cNvSpPr txBox="1">
                <a:spLocks noRot="1" noChangeAspect="1" noMove="1" noResize="1" noEditPoints="1" noAdjustHandles="1" noChangeArrowheads="1" noChangeShapeType="1" noTextEdit="1"/>
              </p:cNvSpPr>
              <p:nvPr/>
            </p:nvSpPr>
            <p:spPr>
              <a:xfrm>
                <a:off x="2345892" y="2149649"/>
                <a:ext cx="4797907" cy="1350947"/>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4">
            <p14:nvContentPartPr>
              <p14:cNvPr id="5" name="Ink 4">
                <a:extLst>
                  <a:ext uri="{FF2B5EF4-FFF2-40B4-BE49-F238E27FC236}">
                    <a16:creationId xmlns:a16="http://schemas.microsoft.com/office/drawing/2014/main" id="{29AA2238-149C-70C6-B1BC-E94DD206EFD6}"/>
                  </a:ext>
                </a:extLst>
              </p14:cNvPr>
              <p14:cNvContentPartPr/>
              <p14:nvPr/>
            </p14:nvContentPartPr>
            <p14:xfrm>
              <a:off x="1886229" y="1125606"/>
              <a:ext cx="360" cy="360"/>
            </p14:xfrm>
          </p:contentPart>
        </mc:Choice>
        <mc:Fallback xmlns="">
          <p:pic>
            <p:nvPicPr>
              <p:cNvPr id="5" name="Ink 4">
                <a:extLst>
                  <a:ext uri="{FF2B5EF4-FFF2-40B4-BE49-F238E27FC236}">
                    <a16:creationId xmlns:a16="http://schemas.microsoft.com/office/drawing/2014/main" id="{29AA2238-149C-70C6-B1BC-E94DD206EFD6}"/>
                  </a:ext>
                </a:extLst>
              </p:cNvPr>
              <p:cNvPicPr/>
              <p:nvPr/>
            </p:nvPicPr>
            <p:blipFill>
              <a:blip r:embed="rId5"/>
              <a:stretch>
                <a:fillRect/>
              </a:stretch>
            </p:blipFill>
            <p:spPr>
              <a:xfrm>
                <a:off x="1880109" y="1119486"/>
                <a:ext cx="12600" cy="12600"/>
              </a:xfrm>
              <a:prstGeom prst="rect">
                <a:avLst/>
              </a:prstGeom>
            </p:spPr>
          </p:pic>
        </mc:Fallback>
      </mc:AlternateContent>
    </p:spTree>
    <p:extLst>
      <p:ext uri="{BB962C8B-B14F-4D97-AF65-F5344CB8AC3E}">
        <p14:creationId xmlns:p14="http://schemas.microsoft.com/office/powerpoint/2010/main" val="34437820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C9B29-5164-3CD4-9FEC-7379FC421C1E}"/>
              </a:ext>
            </a:extLst>
          </p:cNvPr>
          <p:cNvSpPr>
            <a:spLocks noGrp="1"/>
          </p:cNvSpPr>
          <p:nvPr>
            <p:ph type="title"/>
          </p:nvPr>
        </p:nvSpPr>
        <p:spPr/>
        <p:txBody>
          <a:bodyPr>
            <a:normAutofit fontScale="90000"/>
          </a:bodyPr>
          <a:lstStyle/>
          <a:p>
            <a:r>
              <a:rPr lang="en-US" dirty="0"/>
              <a:t>Estimation of negative hypothesis</a:t>
            </a:r>
          </a:p>
        </p:txBody>
      </p:sp>
      <p:sp>
        <p:nvSpPr>
          <p:cNvPr id="3" name="Content Placeholder 2">
            <a:extLst>
              <a:ext uri="{FF2B5EF4-FFF2-40B4-BE49-F238E27FC236}">
                <a16:creationId xmlns:a16="http://schemas.microsoft.com/office/drawing/2014/main" id="{46FDFBAF-8918-9EF7-DB9F-8779A3510868}"/>
              </a:ext>
            </a:extLst>
          </p:cNvPr>
          <p:cNvSpPr>
            <a:spLocks noGrp="1"/>
          </p:cNvSpPr>
          <p:nvPr>
            <p:ph idx="1"/>
          </p:nvPr>
        </p:nvSpPr>
        <p:spPr>
          <a:xfrm>
            <a:off x="598620" y="1596540"/>
            <a:ext cx="10972800" cy="4833289"/>
          </a:xfrm>
        </p:spPr>
        <p:txBody>
          <a:bodyPr>
            <a:normAutofit fontScale="92500" lnSpcReduction="10000"/>
          </a:bodyPr>
          <a:lstStyle/>
          <a:p>
            <a:r>
              <a:rPr lang="en-US" dirty="0"/>
              <a:t>Weight Array or Markov chain score is related to the probability that the Markov process(es) generated the pattern</a:t>
            </a:r>
          </a:p>
          <a:p>
            <a:endParaRPr lang="en-US" dirty="0"/>
          </a:p>
          <a:p>
            <a:r>
              <a:rPr lang="en-US" dirty="0"/>
              <a:t>One can compare it to the “negative” hypothesis -- score under a model trained on randomly chosen “invalid” patterns: genome sequences of length </a:t>
            </a:r>
            <a:r>
              <a:rPr lang="en-US" i="1" dirty="0"/>
              <a:t>n </a:t>
            </a:r>
            <a:r>
              <a:rPr lang="en-US" dirty="0"/>
              <a:t>that are not valid patterns</a:t>
            </a:r>
          </a:p>
          <a:p>
            <a:pPr marL="0" indent="0">
              <a:buNone/>
            </a:pPr>
            <a:endParaRPr lang="en-US" dirty="0"/>
          </a:p>
          <a:p>
            <a:r>
              <a:rPr lang="en-US" dirty="0"/>
              <a:t>A reasonable assumption is that for the negative hypothesis all probabilities are the same, so the sum of the weights is 0 (zero), thus a score above zero indicates a match to the pattern</a:t>
            </a:r>
          </a:p>
          <a:p>
            <a:pPr lvl="1"/>
            <a:r>
              <a:rPr lang="en-US" dirty="0"/>
              <a:t>Genomes with strong GC-bias (more G’s and C’s compared to A’s and T’s) fail that assumption</a:t>
            </a:r>
          </a:p>
        </p:txBody>
      </p:sp>
      <p:sp>
        <p:nvSpPr>
          <p:cNvPr id="4" name="Slide Number Placeholder 3">
            <a:extLst>
              <a:ext uri="{FF2B5EF4-FFF2-40B4-BE49-F238E27FC236}">
                <a16:creationId xmlns:a16="http://schemas.microsoft.com/office/drawing/2014/main" id="{BCB705A7-24B7-EB37-75D6-6ECDDAC534FD}"/>
              </a:ext>
            </a:extLst>
          </p:cNvPr>
          <p:cNvSpPr>
            <a:spLocks noGrp="1"/>
          </p:cNvSpPr>
          <p:nvPr>
            <p:ph type="sldNum" sz="quarter" idx="12"/>
          </p:nvPr>
        </p:nvSpPr>
        <p:spPr/>
        <p:txBody>
          <a:bodyPr/>
          <a:lstStyle/>
          <a:p>
            <a:fld id="{B82CCC60-E8CD-4174-8B1A-7DF615B22EEF}" type="slidenum">
              <a:rPr lang="en-US" smtClean="0"/>
              <a:pPr/>
              <a:t>26</a:t>
            </a:fld>
            <a:endParaRPr lang="en-US"/>
          </a:p>
        </p:txBody>
      </p:sp>
    </p:spTree>
    <p:extLst>
      <p:ext uri="{BB962C8B-B14F-4D97-AF65-F5344CB8AC3E}">
        <p14:creationId xmlns:p14="http://schemas.microsoft.com/office/powerpoint/2010/main" val="2143161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A55D9D-9CFA-E3E5-F3E9-76BB0B94B400}"/>
              </a:ext>
            </a:extLst>
          </p:cNvPr>
          <p:cNvSpPr>
            <a:spLocks noGrp="1"/>
          </p:cNvSpPr>
          <p:nvPr>
            <p:ph type="title"/>
          </p:nvPr>
        </p:nvSpPr>
        <p:spPr>
          <a:xfrm>
            <a:off x="357988" y="420428"/>
            <a:ext cx="10972800" cy="458115"/>
          </a:xfrm>
        </p:spPr>
        <p:txBody>
          <a:bodyPr>
            <a:normAutofit fontScale="90000"/>
          </a:bodyPr>
          <a:lstStyle/>
          <a:p>
            <a:r>
              <a:rPr lang="en-US" dirty="0"/>
              <a:t>Extend to arbitrary order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014B6AC-11A8-4B13-35A2-65F3080A2081}"/>
                  </a:ext>
                </a:extLst>
              </p:cNvPr>
              <p:cNvSpPr>
                <a:spLocks noGrp="1"/>
              </p:cNvSpPr>
              <p:nvPr>
                <p:ph idx="1"/>
              </p:nvPr>
            </p:nvSpPr>
            <p:spPr>
              <a:xfrm>
                <a:off x="598620" y="1596540"/>
                <a:ext cx="10972800" cy="4948639"/>
              </a:xfrm>
            </p:spPr>
            <p:txBody>
              <a:bodyPr/>
              <a:lstStyle/>
              <a:p>
                <a:r>
                  <a:rPr lang="en-US" dirty="0"/>
                  <a:t>To compute Weight Array scoring matrix of arbitrary order, </a:t>
                </a:r>
                <a:r>
                  <a:rPr lang="en-US" i="1" dirty="0"/>
                  <a:t>O</a:t>
                </a:r>
                <a:r>
                  <a:rPr lang="en-US" dirty="0"/>
                  <a:t>, we need to:</a:t>
                </a:r>
              </a:p>
              <a:p>
                <a:pPr lvl="1"/>
                <a:r>
                  <a:rPr lang="en-US" dirty="0"/>
                  <a:t>Use the training data to compute </a:t>
                </a:r>
                <a14:m>
                  <m:oMath xmlns:m="http://schemas.openxmlformats.org/officeDocument/2006/math">
                    <m:sSubSup>
                      <m:sSubSupPr>
                        <m:ctrlPr>
                          <a:rPr lang="en-US" i="1">
                            <a:latin typeface="Cambria Math" panose="02040503050406030204" pitchFamily="18" charset="0"/>
                          </a:rPr>
                        </m:ctrlPr>
                      </m:sSubSupPr>
                      <m:e>
                        <m:r>
                          <a:rPr lang="en-US" b="0" i="1" smtClean="0">
                            <a:latin typeface="Cambria Math" panose="02040503050406030204" pitchFamily="18" charset="0"/>
                          </a:rPr>
                          <m:t>𝑃</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r>
                          <a:rPr lang="en-US" i="1">
                            <a:latin typeface="Cambria Math" panose="02040503050406030204" pitchFamily="18" charset="0"/>
                          </a:rPr>
                          <m:t>𝑀</m:t>
                        </m:r>
                      </m:sup>
                    </m:sSubSup>
                  </m:oMath>
                </a14:m>
                <a:r>
                  <a:rPr lang="en-US" dirty="0"/>
                  <a:t>, dimensions </a:t>
                </a:r>
                <a:r>
                  <a:rPr lang="en-US" i="1" dirty="0"/>
                  <a:t>4^(O+1) by (n – O)</a:t>
                </a:r>
                <a:endParaRPr lang="en-US" dirty="0"/>
              </a:p>
              <a:p>
                <a:pPr lvl="1"/>
                <a:r>
                  <a:rPr lang="en-US" dirty="0"/>
                  <a:t>Convert </a:t>
                </a:r>
              </a:p>
              <a:p>
                <a:pPr lvl="1"/>
                <a:endParaRPr lang="en-US" dirty="0"/>
              </a:p>
              <a:p>
                <a:pPr lvl="1"/>
                <a:r>
                  <a:rPr lang="en-US" dirty="0"/>
                  <a:t>Compute additional (starting) weights for the pattern corresponding to </a:t>
                </a:r>
                <a:r>
                  <a:rPr lang="en-US" i="1" dirty="0"/>
                  <a:t>O </a:t>
                </a:r>
                <a:r>
                  <a:rPr lang="en-US" dirty="0"/>
                  <a:t>letters</a:t>
                </a:r>
              </a:p>
              <a:p>
                <a:pPr lvl="1"/>
                <a:r>
                  <a:rPr lang="en-US" dirty="0"/>
                  <a:t>Score is the sum of the above scores for the pattern being scored</a:t>
                </a:r>
              </a:p>
            </p:txBody>
          </p:sp>
        </mc:Choice>
        <mc:Fallback xmlns="">
          <p:sp>
            <p:nvSpPr>
              <p:cNvPr id="3" name="Content Placeholder 2">
                <a:extLst>
                  <a:ext uri="{FF2B5EF4-FFF2-40B4-BE49-F238E27FC236}">
                    <a16:creationId xmlns:a16="http://schemas.microsoft.com/office/drawing/2014/main" id="{8014B6AC-11A8-4B13-35A2-65F3080A2081}"/>
                  </a:ext>
                </a:extLst>
              </p:cNvPr>
              <p:cNvSpPr>
                <a:spLocks noGrp="1" noRot="1" noChangeAspect="1" noMove="1" noResize="1" noEditPoints="1" noAdjustHandles="1" noChangeArrowheads="1" noChangeShapeType="1" noTextEdit="1"/>
              </p:cNvSpPr>
              <p:nvPr>
                <p:ph idx="1"/>
              </p:nvPr>
            </p:nvSpPr>
            <p:spPr>
              <a:xfrm>
                <a:off x="598620" y="1596540"/>
                <a:ext cx="10972800" cy="4948639"/>
              </a:xfrm>
              <a:blipFill>
                <a:blip r:embed="rId2"/>
                <a:stretch>
                  <a:fillRect l="-1000" t="-1232"/>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4FE5D1DB-CDC8-196F-B209-A0AE42841D45}"/>
              </a:ext>
            </a:extLst>
          </p:cNvPr>
          <p:cNvSpPr>
            <a:spLocks noGrp="1"/>
          </p:cNvSpPr>
          <p:nvPr>
            <p:ph type="sldNum" sz="quarter" idx="12"/>
          </p:nvPr>
        </p:nvSpPr>
        <p:spPr/>
        <p:txBody>
          <a:bodyPr/>
          <a:lstStyle/>
          <a:p>
            <a:fld id="{B82CCC60-E8CD-4174-8B1A-7DF615B22EEF}" type="slidenum">
              <a:rPr lang="en-US" smtClean="0"/>
              <a:pPr/>
              <a:t>27</a:t>
            </a:fld>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8A5BDDE-0405-DA21-B4BA-46E66DDFB1FF}"/>
                  </a:ext>
                </a:extLst>
              </p:cNvPr>
              <p:cNvSpPr txBox="1"/>
              <p:nvPr/>
            </p:nvSpPr>
            <p:spPr>
              <a:xfrm>
                <a:off x="2745492" y="2960234"/>
                <a:ext cx="7684099" cy="111062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sz="2800" i="1" smtClean="0">
                              <a:latin typeface="Cambria Math" panose="02040503050406030204" pitchFamily="18" charset="0"/>
                            </a:rPr>
                          </m:ctrlPr>
                        </m:sSubSupPr>
                        <m:e>
                          <m:r>
                            <a:rPr lang="en-US" sz="2800" i="1">
                              <a:latin typeface="Cambria Math" panose="02040503050406030204" pitchFamily="18" charset="0"/>
                            </a:rPr>
                            <m:t>𝑊</m:t>
                          </m:r>
                        </m:e>
                        <m:sub>
                          <m:r>
                            <a:rPr lang="en-US" sz="2800" i="1">
                              <a:latin typeface="Cambria Math" panose="02040503050406030204" pitchFamily="18" charset="0"/>
                            </a:rPr>
                            <m:t>𝑖</m:t>
                          </m:r>
                          <m:r>
                            <a:rPr lang="en-US" sz="2800" i="1">
                              <a:latin typeface="Cambria Math" panose="02040503050406030204" pitchFamily="18" charset="0"/>
                            </a:rPr>
                            <m:t>,</m:t>
                          </m:r>
                          <m:r>
                            <a:rPr lang="en-US" sz="2800" i="1">
                              <a:latin typeface="Cambria Math" panose="02040503050406030204" pitchFamily="18" charset="0"/>
                            </a:rPr>
                            <m:t>𝑗</m:t>
                          </m:r>
                        </m:sub>
                        <m:sup>
                          <m:r>
                            <a:rPr lang="en-US" sz="2800" i="1">
                              <a:latin typeface="Cambria Math" panose="02040503050406030204" pitchFamily="18" charset="0"/>
                            </a:rPr>
                            <m:t>𝑀</m:t>
                          </m:r>
                        </m:sup>
                      </m:sSubSup>
                      <m:r>
                        <a:rPr lang="en-US" sz="2800" i="1">
                          <a:latin typeface="Cambria Math" panose="02040503050406030204" pitchFamily="18" charset="0"/>
                        </a:rPr>
                        <m:t> </m:t>
                      </m:r>
                      <m:r>
                        <a:rPr lang="en-US" sz="2800" i="1" smtClean="0">
                          <a:latin typeface="Cambria Math" panose="02040503050406030204" pitchFamily="18" charset="0"/>
                        </a:rPr>
                        <m:t>=</m:t>
                      </m:r>
                      <m:sSub>
                        <m:sSubPr>
                          <m:ctrlPr>
                            <a:rPr lang="en-US" sz="2800" i="1" smtClean="0">
                              <a:latin typeface="Cambria Math" panose="02040503050406030204" pitchFamily="18" charset="0"/>
                            </a:rPr>
                          </m:ctrlPr>
                        </m:sSubPr>
                        <m:e>
                          <m:r>
                            <a:rPr lang="en-US" sz="2800" b="0" i="1" smtClean="0">
                              <a:latin typeface="Cambria Math" panose="02040503050406030204" pitchFamily="18" charset="0"/>
                            </a:rPr>
                            <m:t>𝑙𝑜𝑔</m:t>
                          </m:r>
                        </m:e>
                        <m:sub>
                          <m:r>
                            <a:rPr lang="en-US" sz="2800" b="0" i="1" smtClean="0">
                              <a:latin typeface="Cambria Math" panose="02040503050406030204" pitchFamily="18" charset="0"/>
                            </a:rPr>
                            <m:t>2</m:t>
                          </m:r>
                        </m:sub>
                      </m:sSub>
                      <m:d>
                        <m:dPr>
                          <m:ctrlPr>
                            <a:rPr lang="en-US" sz="2800" b="0" i="1" smtClean="0">
                              <a:latin typeface="Cambria Math" panose="02040503050406030204" pitchFamily="18" charset="0"/>
                            </a:rPr>
                          </m:ctrlPr>
                        </m:dPr>
                        <m:e>
                          <m:f>
                            <m:fPr>
                              <m:ctrlPr>
                                <a:rPr lang="en-US" sz="2800" b="0" i="1" smtClean="0">
                                  <a:latin typeface="Cambria Math" panose="02040503050406030204" pitchFamily="18" charset="0"/>
                                </a:rPr>
                              </m:ctrlPr>
                            </m:fPr>
                            <m:num>
                              <m:sSubSup>
                                <m:sSubSupPr>
                                  <m:ctrlPr>
                                    <a:rPr lang="en-US" sz="2800" i="1">
                                      <a:latin typeface="Cambria Math" panose="02040503050406030204" pitchFamily="18" charset="0"/>
                                    </a:rPr>
                                  </m:ctrlPr>
                                </m:sSubSupPr>
                                <m:e>
                                  <m:r>
                                    <a:rPr lang="en-US" sz="2800" i="1">
                                      <a:latin typeface="Cambria Math" panose="02040503050406030204" pitchFamily="18" charset="0"/>
                                    </a:rPr>
                                    <m:t>𝑃</m:t>
                                  </m:r>
                                </m:e>
                                <m:sub>
                                  <m:r>
                                    <a:rPr lang="en-US" sz="2800" i="1">
                                      <a:latin typeface="Cambria Math" panose="02040503050406030204" pitchFamily="18" charset="0"/>
                                    </a:rPr>
                                    <m:t>𝑖</m:t>
                                  </m:r>
                                  <m:r>
                                    <a:rPr lang="en-US" sz="2800" i="1">
                                      <a:latin typeface="Cambria Math" panose="02040503050406030204" pitchFamily="18" charset="0"/>
                                    </a:rPr>
                                    <m:t>,</m:t>
                                  </m:r>
                                  <m:r>
                                    <a:rPr lang="en-US" sz="2800" i="1">
                                      <a:latin typeface="Cambria Math" panose="02040503050406030204" pitchFamily="18" charset="0"/>
                                    </a:rPr>
                                    <m:t>𝑗</m:t>
                                  </m:r>
                                </m:sub>
                                <m:sup>
                                  <m:r>
                                    <a:rPr lang="en-US" sz="2800" i="1">
                                      <a:latin typeface="Cambria Math" panose="02040503050406030204" pitchFamily="18" charset="0"/>
                                    </a:rPr>
                                    <m:t>𝑀</m:t>
                                  </m:r>
                                </m:sup>
                              </m:sSubSup>
                            </m:num>
                            <m:den>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𝑏</m:t>
                                  </m:r>
                                </m:e>
                                <m:sub>
                                  <m:r>
                                    <a:rPr lang="en-US" sz="2800" b="0" i="1" smtClean="0">
                                      <a:latin typeface="Cambria Math" panose="02040503050406030204" pitchFamily="18" charset="0"/>
                                    </a:rPr>
                                    <m:t>𝑘</m:t>
                                  </m:r>
                                </m:sub>
                              </m:sSub>
                            </m:den>
                          </m:f>
                        </m:e>
                      </m:d>
                      <m:r>
                        <a:rPr lang="en-US" sz="2800" b="0" i="1" smtClean="0">
                          <a:latin typeface="Cambria Math" panose="02040503050406030204" pitchFamily="18" charset="0"/>
                        </a:rPr>
                        <m:t>,  </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𝑏</m:t>
                          </m:r>
                        </m:e>
                        <m:sub>
                          <m:r>
                            <a:rPr lang="en-US" sz="2800" b="0" i="1" smtClean="0">
                              <a:latin typeface="Cambria Math" panose="02040503050406030204" pitchFamily="18" charset="0"/>
                            </a:rPr>
                            <m:t>𝑘</m:t>
                          </m:r>
                        </m:sub>
                      </m:sSub>
                      <m:r>
                        <a:rPr lang="en-US" sz="2800" b="0" i="1" smtClean="0">
                          <a:latin typeface="Cambria Math" panose="02040503050406030204" pitchFamily="18" charset="0"/>
                        </a:rPr>
                        <m:t>=</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1/(4</m:t>
                          </m:r>
                        </m:e>
                        <m:sup>
                          <m:r>
                            <a:rPr lang="en-US" sz="2800" b="0" i="1" smtClean="0">
                              <a:latin typeface="Cambria Math" panose="02040503050406030204" pitchFamily="18" charset="0"/>
                            </a:rPr>
                            <m:t>𝑂</m:t>
                          </m:r>
                          <m:r>
                            <a:rPr lang="en-US" sz="2800" b="0" i="1" smtClean="0">
                              <a:latin typeface="Cambria Math" panose="02040503050406030204" pitchFamily="18" charset="0"/>
                            </a:rPr>
                            <m:t>+1</m:t>
                          </m:r>
                        </m:sup>
                      </m:sSup>
                      <m:r>
                        <a:rPr lang="en-US" sz="2800" b="0" i="1" smtClean="0">
                          <a:latin typeface="Cambria Math" panose="02040503050406030204" pitchFamily="18" charset="0"/>
                        </a:rPr>
                        <m:t>)</m:t>
                      </m:r>
                    </m:oMath>
                  </m:oMathPara>
                </a14:m>
                <a:endParaRPr lang="en-US" sz="2800" dirty="0"/>
              </a:p>
            </p:txBody>
          </p:sp>
        </mc:Choice>
        <mc:Fallback xmlns="">
          <p:sp>
            <p:nvSpPr>
              <p:cNvPr id="5" name="TextBox 4">
                <a:extLst>
                  <a:ext uri="{FF2B5EF4-FFF2-40B4-BE49-F238E27FC236}">
                    <a16:creationId xmlns:a16="http://schemas.microsoft.com/office/drawing/2014/main" id="{E8A5BDDE-0405-DA21-B4BA-46E66DDFB1FF}"/>
                  </a:ext>
                </a:extLst>
              </p:cNvPr>
              <p:cNvSpPr txBox="1">
                <a:spLocks noRot="1" noChangeAspect="1" noMove="1" noResize="1" noEditPoints="1" noAdjustHandles="1" noChangeArrowheads="1" noChangeShapeType="1" noTextEdit="1"/>
              </p:cNvSpPr>
              <p:nvPr/>
            </p:nvSpPr>
            <p:spPr>
              <a:xfrm>
                <a:off x="2745492" y="2960234"/>
                <a:ext cx="7684099" cy="1110625"/>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7314796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3C5DCC-C520-670E-6642-CE9D0E7199CB}"/>
              </a:ext>
            </a:extLst>
          </p:cNvPr>
          <p:cNvSpPr>
            <a:spLocks noGrp="1"/>
          </p:cNvSpPr>
          <p:nvPr>
            <p:ph type="title"/>
          </p:nvPr>
        </p:nvSpPr>
        <p:spPr>
          <a:xfrm>
            <a:off x="290612" y="297417"/>
            <a:ext cx="6658828" cy="896116"/>
          </a:xfrm>
        </p:spPr>
        <p:txBody>
          <a:bodyPr>
            <a:normAutofit fontScale="90000"/>
          </a:bodyPr>
          <a:lstStyle/>
          <a:p>
            <a:r>
              <a:rPr lang="en-US" dirty="0"/>
              <a:t>How to choose the order of Markov chain or WAM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B50CE74-1411-C091-C2D9-3D46CF9D22E3}"/>
                  </a:ext>
                </a:extLst>
              </p:cNvPr>
              <p:cNvSpPr>
                <a:spLocks noGrp="1"/>
              </p:cNvSpPr>
              <p:nvPr>
                <p:ph idx="1"/>
              </p:nvPr>
            </p:nvSpPr>
            <p:spPr>
              <a:xfrm>
                <a:off x="598620" y="1596540"/>
                <a:ext cx="10972800" cy="4759811"/>
              </a:xfrm>
            </p:spPr>
            <p:txBody>
              <a:bodyPr>
                <a:normAutofit lnSpcReduction="10000"/>
              </a:bodyPr>
              <a:lstStyle/>
              <a:p>
                <a:r>
                  <a:rPr lang="en-US" dirty="0"/>
                  <a:t>In general Weight Array or Markov chain model of the higher order performs better </a:t>
                </a:r>
              </a:p>
              <a:p>
                <a:r>
                  <a:rPr lang="en-US" dirty="0"/>
                  <a:t>The number of coefficients is:</a:t>
                </a:r>
              </a:p>
              <a:p>
                <a:pPr lvl="1"/>
                <a:r>
                  <a:rPr lang="en-US" dirty="0"/>
                  <a:t>WAM: </a:t>
                </a:r>
                <a:r>
                  <a:rPr lang="en-US" i="1" dirty="0"/>
                  <a:t>4^(O+1) * (n – O),</a:t>
                </a:r>
              </a:p>
              <a:p>
                <a:pPr lvl="1"/>
                <a:r>
                  <a:rPr lang="en-US" dirty="0"/>
                  <a:t>Markov chain: </a:t>
                </a:r>
                <a:r>
                  <a:rPr lang="en-US" i="1" dirty="0"/>
                  <a:t>4^(O+1), </a:t>
                </a:r>
                <a:br>
                  <a:rPr lang="en-US" i="1" dirty="0"/>
                </a:br>
                <a:r>
                  <a:rPr lang="en-US" i="1" dirty="0"/>
                  <a:t>both increase exponentially </a:t>
                </a:r>
                <a:r>
                  <a:rPr lang="en-US" dirty="0"/>
                  <a:t>with increasing </a:t>
                </a:r>
                <a:r>
                  <a:rPr lang="en-US" i="1" dirty="0"/>
                  <a:t>O</a:t>
                </a:r>
                <a:endParaRPr lang="en-US" dirty="0"/>
              </a:p>
              <a:p>
                <a:r>
                  <a:rPr lang="en-US" dirty="0"/>
                  <a:t>The standard error in each coefficient is proportional to </a:t>
                </a:r>
                <a14:m>
                  <m:oMath xmlns:m="http://schemas.openxmlformats.org/officeDocument/2006/math">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1</m:t>
                        </m:r>
                      </m:num>
                      <m:den>
                        <m:rad>
                          <m:radPr>
                            <m:degHide m:val="on"/>
                            <m:ctrlPr>
                              <a:rPr lang="en-US" i="1" dirty="0">
                                <a:latin typeface="Cambria Math" panose="02040503050406030204" pitchFamily="18" charset="0"/>
                              </a:rPr>
                            </m:ctrlPr>
                          </m:radPr>
                          <m:deg/>
                          <m:e>
                            <m:r>
                              <a:rPr lang="en-US" i="1" dirty="0">
                                <a:latin typeface="Cambria Math" panose="02040503050406030204" pitchFamily="18" charset="0"/>
                              </a:rPr>
                              <m:t>𝑁</m:t>
                            </m:r>
                          </m:e>
                        </m:rad>
                      </m:den>
                    </m:f>
                    <m:r>
                      <a:rPr lang="en-US" i="1" dirty="0" smtClean="0">
                        <a:latin typeface="Cambria Math" panose="02040503050406030204" pitchFamily="18" charset="0"/>
                      </a:rPr>
                      <m:t> </m:t>
                    </m:r>
                  </m:oMath>
                </a14:m>
                <a:r>
                  <a:rPr lang="en-US" dirty="0"/>
                  <a:t>, where </a:t>
                </a:r>
                <a:r>
                  <a:rPr lang="en-US" i="1" dirty="0"/>
                  <a:t>N</a:t>
                </a:r>
                <a:r>
                  <a:rPr lang="en-US" dirty="0"/>
                  <a:t> is the number of patterns or state transitions in the training data set, for large </a:t>
                </a:r>
                <a:r>
                  <a:rPr lang="en-US" i="1" dirty="0"/>
                  <a:t>N</a:t>
                </a:r>
                <a:endParaRPr lang="ru-RU" i="1" dirty="0"/>
              </a:p>
              <a:p>
                <a:r>
                  <a:rPr lang="en-US" dirty="0"/>
                  <a:t>We need </a:t>
                </a:r>
                <a:r>
                  <a:rPr lang="en-US" i="1" dirty="0"/>
                  <a:t>N &gt;&gt; 4^(O+1)</a:t>
                </a:r>
              </a:p>
              <a:p>
                <a:endParaRPr lang="en-US" dirty="0"/>
              </a:p>
            </p:txBody>
          </p:sp>
        </mc:Choice>
        <mc:Fallback xmlns="">
          <p:sp>
            <p:nvSpPr>
              <p:cNvPr id="3" name="Content Placeholder 2">
                <a:extLst>
                  <a:ext uri="{FF2B5EF4-FFF2-40B4-BE49-F238E27FC236}">
                    <a16:creationId xmlns:a16="http://schemas.microsoft.com/office/drawing/2014/main" id="{CB50CE74-1411-C091-C2D9-3D46CF9D22E3}"/>
                  </a:ext>
                </a:extLst>
              </p:cNvPr>
              <p:cNvSpPr>
                <a:spLocks noGrp="1" noRot="1" noChangeAspect="1" noMove="1" noResize="1" noEditPoints="1" noAdjustHandles="1" noChangeArrowheads="1" noChangeShapeType="1" noTextEdit="1"/>
              </p:cNvSpPr>
              <p:nvPr>
                <p:ph idx="1"/>
              </p:nvPr>
            </p:nvSpPr>
            <p:spPr>
              <a:xfrm>
                <a:off x="598620" y="1596540"/>
                <a:ext cx="10972800" cy="4759811"/>
              </a:xfrm>
              <a:blipFill>
                <a:blip r:embed="rId2"/>
                <a:stretch>
                  <a:fillRect l="-1000" t="-2177"/>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4DC447D2-5BB9-1AD7-0A7A-5BA1484BBD10}"/>
              </a:ext>
            </a:extLst>
          </p:cNvPr>
          <p:cNvSpPr>
            <a:spLocks noGrp="1"/>
          </p:cNvSpPr>
          <p:nvPr>
            <p:ph type="sldNum" sz="quarter" idx="12"/>
          </p:nvPr>
        </p:nvSpPr>
        <p:spPr/>
        <p:txBody>
          <a:bodyPr/>
          <a:lstStyle/>
          <a:p>
            <a:fld id="{B82CCC60-E8CD-4174-8B1A-7DF615B22EEF}" type="slidenum">
              <a:rPr lang="en-US" smtClean="0"/>
              <a:pPr/>
              <a:t>28</a:t>
            </a:fld>
            <a:endParaRPr lang="en-US"/>
          </a:p>
        </p:txBody>
      </p:sp>
    </p:spTree>
    <p:extLst>
      <p:ext uri="{BB962C8B-B14F-4D97-AF65-F5344CB8AC3E}">
        <p14:creationId xmlns:p14="http://schemas.microsoft.com/office/powerpoint/2010/main" val="80240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FE0712-84F4-9B72-B202-DCC6B2B0EA25}"/>
              </a:ext>
            </a:extLst>
          </p:cNvPr>
          <p:cNvSpPr>
            <a:spLocks noGrp="1"/>
          </p:cNvSpPr>
          <p:nvPr>
            <p:ph type="title"/>
          </p:nvPr>
        </p:nvSpPr>
        <p:spPr/>
        <p:txBody>
          <a:bodyPr>
            <a:normAutofit fontScale="90000"/>
          </a:bodyPr>
          <a:lstStyle/>
          <a:p>
            <a:r>
              <a:rPr lang="en-US" dirty="0"/>
              <a:t>Hidden Markov Models</a:t>
            </a:r>
          </a:p>
        </p:txBody>
      </p:sp>
      <p:sp>
        <p:nvSpPr>
          <p:cNvPr id="3" name="Content Placeholder 2">
            <a:extLst>
              <a:ext uri="{FF2B5EF4-FFF2-40B4-BE49-F238E27FC236}">
                <a16:creationId xmlns:a16="http://schemas.microsoft.com/office/drawing/2014/main" id="{FDF225FF-F196-D470-BDE3-7F2595F6DA2B}"/>
              </a:ext>
            </a:extLst>
          </p:cNvPr>
          <p:cNvSpPr>
            <a:spLocks noGrp="1"/>
          </p:cNvSpPr>
          <p:nvPr>
            <p:ph idx="1"/>
          </p:nvPr>
        </p:nvSpPr>
        <p:spPr>
          <a:xfrm>
            <a:off x="598620" y="1596540"/>
            <a:ext cx="10972800" cy="4759811"/>
          </a:xfrm>
        </p:spPr>
        <p:txBody>
          <a:bodyPr>
            <a:normAutofit lnSpcReduction="10000"/>
          </a:bodyPr>
          <a:lstStyle/>
          <a:p>
            <a:r>
              <a:rPr lang="en-US" dirty="0"/>
              <a:t>Imagine that we cannot observe/measure the states directly, but the states emit data</a:t>
            </a:r>
          </a:p>
          <a:p>
            <a:endParaRPr lang="en-US" dirty="0"/>
          </a:p>
          <a:p>
            <a:endParaRPr lang="en-US" dirty="0"/>
          </a:p>
          <a:p>
            <a:endParaRPr lang="en-US" dirty="0"/>
          </a:p>
          <a:p>
            <a:endParaRPr lang="en-US" dirty="0"/>
          </a:p>
          <a:p>
            <a:endParaRPr lang="en-US" dirty="0"/>
          </a:p>
          <a:p>
            <a:endParaRPr lang="en-US" dirty="0"/>
          </a:p>
          <a:p>
            <a:r>
              <a:rPr lang="en-US" dirty="0"/>
              <a:t>The goal is to determine the most likely sequence of states given the model and the observed data </a:t>
            </a:r>
          </a:p>
          <a:p>
            <a:endParaRPr lang="en-US" dirty="0"/>
          </a:p>
        </p:txBody>
      </p:sp>
      <p:sp>
        <p:nvSpPr>
          <p:cNvPr id="4" name="Slide Number Placeholder 3">
            <a:extLst>
              <a:ext uri="{FF2B5EF4-FFF2-40B4-BE49-F238E27FC236}">
                <a16:creationId xmlns:a16="http://schemas.microsoft.com/office/drawing/2014/main" id="{1E82A1BA-BA60-E69C-7CE7-EB603784FC35}"/>
              </a:ext>
            </a:extLst>
          </p:cNvPr>
          <p:cNvSpPr>
            <a:spLocks noGrp="1"/>
          </p:cNvSpPr>
          <p:nvPr>
            <p:ph type="sldNum" sz="quarter" idx="12"/>
          </p:nvPr>
        </p:nvSpPr>
        <p:spPr/>
        <p:txBody>
          <a:bodyPr/>
          <a:lstStyle/>
          <a:p>
            <a:fld id="{B82CCC60-E8CD-4174-8B1A-7DF615B22EEF}" type="slidenum">
              <a:rPr lang="en-US" smtClean="0"/>
              <a:pPr/>
              <a:t>29</a:t>
            </a:fld>
            <a:endParaRPr lang="en-US"/>
          </a:p>
        </p:txBody>
      </p:sp>
      <p:sp>
        <p:nvSpPr>
          <p:cNvPr id="5" name="Oval 4">
            <a:extLst>
              <a:ext uri="{FF2B5EF4-FFF2-40B4-BE49-F238E27FC236}">
                <a16:creationId xmlns:a16="http://schemas.microsoft.com/office/drawing/2014/main" id="{539A4F1F-7A20-26AC-FE40-91C37AA1F624}"/>
              </a:ext>
            </a:extLst>
          </p:cNvPr>
          <p:cNvSpPr/>
          <p:nvPr/>
        </p:nvSpPr>
        <p:spPr>
          <a:xfrm>
            <a:off x="3715656" y="3269436"/>
            <a:ext cx="899886" cy="89988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F4252672-5240-96D1-B041-84A73062D82D}"/>
              </a:ext>
            </a:extLst>
          </p:cNvPr>
          <p:cNvSpPr/>
          <p:nvPr/>
        </p:nvSpPr>
        <p:spPr>
          <a:xfrm>
            <a:off x="6676571" y="3269436"/>
            <a:ext cx="899886" cy="899886"/>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7" name="Ink 6">
                <a:extLst>
                  <a:ext uri="{FF2B5EF4-FFF2-40B4-BE49-F238E27FC236}">
                    <a16:creationId xmlns:a16="http://schemas.microsoft.com/office/drawing/2014/main" id="{1FF51F26-1599-C12B-FE80-3291D29F99CB}"/>
                  </a:ext>
                </a:extLst>
              </p14:cNvPr>
              <p14:cNvContentPartPr/>
              <p14:nvPr/>
            </p14:nvContentPartPr>
            <p14:xfrm>
              <a:off x="4412234" y="2992476"/>
              <a:ext cx="2343600" cy="472680"/>
            </p14:xfrm>
          </p:contentPart>
        </mc:Choice>
        <mc:Fallback xmlns="">
          <p:pic>
            <p:nvPicPr>
              <p:cNvPr id="7" name="Ink 6">
                <a:extLst>
                  <a:ext uri="{FF2B5EF4-FFF2-40B4-BE49-F238E27FC236}">
                    <a16:creationId xmlns:a16="http://schemas.microsoft.com/office/drawing/2014/main" id="{1FF51F26-1599-C12B-FE80-3291D29F99CB}"/>
                  </a:ext>
                </a:extLst>
              </p:cNvPr>
              <p:cNvPicPr/>
              <p:nvPr/>
            </p:nvPicPr>
            <p:blipFill>
              <a:blip r:embed="rId3"/>
              <a:stretch>
                <a:fillRect/>
              </a:stretch>
            </p:blipFill>
            <p:spPr>
              <a:xfrm>
                <a:off x="4406114" y="2986356"/>
                <a:ext cx="2355840" cy="4849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8" name="Ink 7">
                <a:extLst>
                  <a:ext uri="{FF2B5EF4-FFF2-40B4-BE49-F238E27FC236}">
                    <a16:creationId xmlns:a16="http://schemas.microsoft.com/office/drawing/2014/main" id="{15E8C6D2-7495-622D-7520-FA7113ECCA2B}"/>
                  </a:ext>
                </a:extLst>
              </p14:cNvPr>
              <p14:cNvContentPartPr/>
              <p14:nvPr/>
            </p14:nvContentPartPr>
            <p14:xfrm>
              <a:off x="4413674" y="4110996"/>
              <a:ext cx="2502720" cy="400320"/>
            </p14:xfrm>
          </p:contentPart>
        </mc:Choice>
        <mc:Fallback xmlns="">
          <p:pic>
            <p:nvPicPr>
              <p:cNvPr id="8" name="Ink 7">
                <a:extLst>
                  <a:ext uri="{FF2B5EF4-FFF2-40B4-BE49-F238E27FC236}">
                    <a16:creationId xmlns:a16="http://schemas.microsoft.com/office/drawing/2014/main" id="{15E8C6D2-7495-622D-7520-FA7113ECCA2B}"/>
                  </a:ext>
                </a:extLst>
              </p:cNvPr>
              <p:cNvPicPr/>
              <p:nvPr/>
            </p:nvPicPr>
            <p:blipFill>
              <a:blip r:embed="rId5"/>
              <a:stretch>
                <a:fillRect/>
              </a:stretch>
            </p:blipFill>
            <p:spPr>
              <a:xfrm>
                <a:off x="4407554" y="4104876"/>
                <a:ext cx="25149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9" name="Ink 8">
                <a:extLst>
                  <a:ext uri="{FF2B5EF4-FFF2-40B4-BE49-F238E27FC236}">
                    <a16:creationId xmlns:a16="http://schemas.microsoft.com/office/drawing/2014/main" id="{68D7ECD4-15F5-F3BC-3E1A-614291CC5092}"/>
                  </a:ext>
                </a:extLst>
              </p14:cNvPr>
              <p14:cNvContentPartPr/>
              <p14:nvPr/>
            </p14:nvContentPartPr>
            <p14:xfrm>
              <a:off x="7474394" y="3138636"/>
              <a:ext cx="1329840" cy="1373040"/>
            </p14:xfrm>
          </p:contentPart>
        </mc:Choice>
        <mc:Fallback xmlns="">
          <p:pic>
            <p:nvPicPr>
              <p:cNvPr id="9" name="Ink 8">
                <a:extLst>
                  <a:ext uri="{FF2B5EF4-FFF2-40B4-BE49-F238E27FC236}">
                    <a16:creationId xmlns:a16="http://schemas.microsoft.com/office/drawing/2014/main" id="{68D7ECD4-15F5-F3BC-3E1A-614291CC5092}"/>
                  </a:ext>
                </a:extLst>
              </p:cNvPr>
              <p:cNvPicPr/>
              <p:nvPr/>
            </p:nvPicPr>
            <p:blipFill>
              <a:blip r:embed="rId7"/>
              <a:stretch>
                <a:fillRect/>
              </a:stretch>
            </p:blipFill>
            <p:spPr>
              <a:xfrm>
                <a:off x="7468274" y="3132516"/>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8E054F4F-C2FE-D616-6B8E-5E49C125446C}"/>
                  </a:ext>
                </a:extLst>
              </p14:cNvPr>
              <p14:cNvContentPartPr/>
              <p14:nvPr/>
            </p14:nvContentPartPr>
            <p14:xfrm>
              <a:off x="2481914" y="2949996"/>
              <a:ext cx="1371600" cy="1343880"/>
            </p14:xfrm>
          </p:contentPart>
        </mc:Choice>
        <mc:Fallback xmlns="">
          <p:pic>
            <p:nvPicPr>
              <p:cNvPr id="10" name="Ink 9">
                <a:extLst>
                  <a:ext uri="{FF2B5EF4-FFF2-40B4-BE49-F238E27FC236}">
                    <a16:creationId xmlns:a16="http://schemas.microsoft.com/office/drawing/2014/main" id="{8E054F4F-C2FE-D616-6B8E-5E49C125446C}"/>
                  </a:ext>
                </a:extLst>
              </p:cNvPr>
              <p:cNvPicPr/>
              <p:nvPr/>
            </p:nvPicPr>
            <p:blipFill>
              <a:blip r:embed="rId9"/>
              <a:stretch>
                <a:fillRect/>
              </a:stretch>
            </p:blipFill>
            <p:spPr>
              <a:xfrm>
                <a:off x="2475794" y="2943876"/>
                <a:ext cx="1383840" cy="1356120"/>
              </a:xfrm>
              <a:prstGeom prst="rect">
                <a:avLst/>
              </a:prstGeom>
            </p:spPr>
          </p:pic>
        </mc:Fallback>
      </mc:AlternateContent>
      <p:sp>
        <p:nvSpPr>
          <p:cNvPr id="11" name="TextBox 10">
            <a:extLst>
              <a:ext uri="{FF2B5EF4-FFF2-40B4-BE49-F238E27FC236}">
                <a16:creationId xmlns:a16="http://schemas.microsoft.com/office/drawing/2014/main" id="{2B2250BE-9C6E-1116-B192-21813B8F8A40}"/>
              </a:ext>
            </a:extLst>
          </p:cNvPr>
          <p:cNvSpPr txBox="1"/>
          <p:nvPr/>
        </p:nvSpPr>
        <p:spPr>
          <a:xfrm>
            <a:off x="5188622" y="2609521"/>
            <a:ext cx="476412" cy="369332"/>
          </a:xfrm>
          <a:prstGeom prst="rect">
            <a:avLst/>
          </a:prstGeom>
          <a:noFill/>
        </p:spPr>
        <p:txBody>
          <a:bodyPr wrap="none" rtlCol="0">
            <a:spAutoFit/>
          </a:bodyPr>
          <a:lstStyle/>
          <a:p>
            <a:r>
              <a:rPr lang="en-US" dirty="0"/>
              <a:t>0.2</a:t>
            </a:r>
          </a:p>
        </p:txBody>
      </p:sp>
      <p:sp>
        <p:nvSpPr>
          <p:cNvPr id="12" name="TextBox 11">
            <a:extLst>
              <a:ext uri="{FF2B5EF4-FFF2-40B4-BE49-F238E27FC236}">
                <a16:creationId xmlns:a16="http://schemas.microsoft.com/office/drawing/2014/main" id="{46949013-ED6B-462D-858D-88698E8EF942}"/>
              </a:ext>
            </a:extLst>
          </p:cNvPr>
          <p:cNvSpPr txBox="1"/>
          <p:nvPr/>
        </p:nvSpPr>
        <p:spPr>
          <a:xfrm>
            <a:off x="5188622" y="4667961"/>
            <a:ext cx="476412" cy="369332"/>
          </a:xfrm>
          <a:prstGeom prst="rect">
            <a:avLst/>
          </a:prstGeom>
          <a:noFill/>
        </p:spPr>
        <p:txBody>
          <a:bodyPr wrap="none" rtlCol="0">
            <a:spAutoFit/>
          </a:bodyPr>
          <a:lstStyle/>
          <a:p>
            <a:r>
              <a:rPr lang="en-US" dirty="0"/>
              <a:t>0.2</a:t>
            </a:r>
          </a:p>
        </p:txBody>
      </p:sp>
      <p:sp>
        <p:nvSpPr>
          <p:cNvPr id="13" name="TextBox 12">
            <a:extLst>
              <a:ext uri="{FF2B5EF4-FFF2-40B4-BE49-F238E27FC236}">
                <a16:creationId xmlns:a16="http://schemas.microsoft.com/office/drawing/2014/main" id="{392D2B55-E3E6-344F-363B-931C99B21FEF}"/>
              </a:ext>
            </a:extLst>
          </p:cNvPr>
          <p:cNvSpPr txBox="1"/>
          <p:nvPr/>
        </p:nvSpPr>
        <p:spPr>
          <a:xfrm>
            <a:off x="7976180" y="2707384"/>
            <a:ext cx="476412" cy="369332"/>
          </a:xfrm>
          <a:prstGeom prst="rect">
            <a:avLst/>
          </a:prstGeom>
          <a:noFill/>
        </p:spPr>
        <p:txBody>
          <a:bodyPr wrap="none" rtlCol="0">
            <a:spAutoFit/>
          </a:bodyPr>
          <a:lstStyle/>
          <a:p>
            <a:r>
              <a:rPr lang="en-US" dirty="0"/>
              <a:t>0.8</a:t>
            </a:r>
          </a:p>
        </p:txBody>
      </p:sp>
      <p:sp>
        <p:nvSpPr>
          <p:cNvPr id="14" name="TextBox 13">
            <a:extLst>
              <a:ext uri="{FF2B5EF4-FFF2-40B4-BE49-F238E27FC236}">
                <a16:creationId xmlns:a16="http://schemas.microsoft.com/office/drawing/2014/main" id="{9ECC6130-52AC-9110-4D7D-BD535EBEE328}"/>
              </a:ext>
            </a:extLst>
          </p:cNvPr>
          <p:cNvSpPr txBox="1"/>
          <p:nvPr/>
        </p:nvSpPr>
        <p:spPr>
          <a:xfrm>
            <a:off x="2929508" y="2580664"/>
            <a:ext cx="476412" cy="369332"/>
          </a:xfrm>
          <a:prstGeom prst="rect">
            <a:avLst/>
          </a:prstGeom>
          <a:noFill/>
        </p:spPr>
        <p:txBody>
          <a:bodyPr wrap="none" rtlCol="0">
            <a:spAutoFit/>
          </a:bodyPr>
          <a:lstStyle/>
          <a:p>
            <a:r>
              <a:rPr lang="en-US" dirty="0"/>
              <a:t>0.8</a:t>
            </a:r>
          </a:p>
        </p:txBody>
      </p:sp>
      <p:pic>
        <p:nvPicPr>
          <p:cNvPr id="15" name="Picture 14">
            <a:extLst>
              <a:ext uri="{FF2B5EF4-FFF2-40B4-BE49-F238E27FC236}">
                <a16:creationId xmlns:a16="http://schemas.microsoft.com/office/drawing/2014/main" id="{CC206314-B8C3-404F-8FB0-6889C90E2270}"/>
              </a:ext>
            </a:extLst>
          </p:cNvPr>
          <p:cNvPicPr>
            <a:picLocks noChangeAspect="1"/>
          </p:cNvPicPr>
          <p:nvPr/>
        </p:nvPicPr>
        <p:blipFill>
          <a:blip r:embed="rId10"/>
          <a:stretch>
            <a:fillRect/>
          </a:stretch>
        </p:blipFill>
        <p:spPr>
          <a:xfrm>
            <a:off x="9640566" y="2207982"/>
            <a:ext cx="1930854" cy="2827908"/>
          </a:xfrm>
          <a:prstGeom prst="rect">
            <a:avLst/>
          </a:prstGeom>
        </p:spPr>
      </p:pic>
      <p:sp>
        <p:nvSpPr>
          <p:cNvPr id="16" name="Rectangle 15">
            <a:extLst>
              <a:ext uri="{FF2B5EF4-FFF2-40B4-BE49-F238E27FC236}">
                <a16:creationId xmlns:a16="http://schemas.microsoft.com/office/drawing/2014/main" id="{7C895273-52C4-40C6-A84C-951A0C6BF9C8}"/>
              </a:ext>
            </a:extLst>
          </p:cNvPr>
          <p:cNvSpPr/>
          <p:nvPr/>
        </p:nvSpPr>
        <p:spPr>
          <a:xfrm>
            <a:off x="9522794" y="2127564"/>
            <a:ext cx="2219551" cy="3069125"/>
          </a:xfrm>
          <a:prstGeom prst="rect">
            <a:avLst/>
          </a:prstGeom>
          <a:solidFill>
            <a:schemeClr val="bg1">
              <a:lumMod val="7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346460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D30217-F9CB-BA87-8E50-27F9F1DB05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1D0862-4CF4-F655-58FA-A061B6CF3D46}"/>
              </a:ext>
            </a:extLst>
          </p:cNvPr>
          <p:cNvSpPr>
            <a:spLocks noGrp="1"/>
          </p:cNvSpPr>
          <p:nvPr>
            <p:ph type="title"/>
          </p:nvPr>
        </p:nvSpPr>
        <p:spPr/>
        <p:txBody>
          <a:bodyPr>
            <a:normAutofit fontScale="90000"/>
          </a:bodyPr>
          <a:lstStyle/>
          <a:p>
            <a:r>
              <a:rPr lang="en-US" dirty="0"/>
              <a:t>Hidden Markov Models</a:t>
            </a:r>
          </a:p>
        </p:txBody>
      </p:sp>
      <p:sp>
        <p:nvSpPr>
          <p:cNvPr id="3" name="Content Placeholder 2">
            <a:extLst>
              <a:ext uri="{FF2B5EF4-FFF2-40B4-BE49-F238E27FC236}">
                <a16:creationId xmlns:a16="http://schemas.microsoft.com/office/drawing/2014/main" id="{E177515E-FD50-DFBC-DC5E-BF086D267559}"/>
              </a:ext>
            </a:extLst>
          </p:cNvPr>
          <p:cNvSpPr>
            <a:spLocks noGrp="1"/>
          </p:cNvSpPr>
          <p:nvPr>
            <p:ph idx="1"/>
          </p:nvPr>
        </p:nvSpPr>
        <p:spPr>
          <a:xfrm>
            <a:off x="598620" y="1596540"/>
            <a:ext cx="10972800" cy="4759811"/>
          </a:xfrm>
        </p:spPr>
        <p:txBody>
          <a:bodyPr>
            <a:normAutofit fontScale="92500" lnSpcReduction="10000"/>
          </a:bodyPr>
          <a:lstStyle/>
          <a:p>
            <a:r>
              <a:rPr lang="en-US" dirty="0"/>
              <a:t>A Hidden Markov Model is a Markov model that emits data at each state with different probability distributions, and transition probabilities are known (or can be estimated)</a:t>
            </a:r>
          </a:p>
          <a:p>
            <a:endParaRPr lang="en-US" dirty="0"/>
          </a:p>
          <a:p>
            <a:endParaRPr lang="en-US" dirty="0"/>
          </a:p>
          <a:p>
            <a:endParaRPr lang="en-US" dirty="0"/>
          </a:p>
          <a:p>
            <a:endParaRPr lang="en-US" dirty="0"/>
          </a:p>
          <a:p>
            <a:endParaRPr lang="en-US" dirty="0"/>
          </a:p>
          <a:p>
            <a:endParaRPr lang="en-US" dirty="0"/>
          </a:p>
          <a:p>
            <a:r>
              <a:rPr lang="en-US" dirty="0"/>
              <a:t>Blue state emits data distributed according to probabilities P</a:t>
            </a:r>
            <a:r>
              <a:rPr lang="en-US" baseline="-25000" dirty="0"/>
              <a:t>b</a:t>
            </a:r>
            <a:r>
              <a:rPr lang="en-US" dirty="0"/>
              <a:t> and Green state emits data distributed with probabilities P</a:t>
            </a:r>
            <a:r>
              <a:rPr lang="en-US" baseline="-25000" dirty="0"/>
              <a:t>g</a:t>
            </a:r>
          </a:p>
          <a:p>
            <a:endParaRPr lang="en-US" dirty="0"/>
          </a:p>
          <a:p>
            <a:endParaRPr lang="en-US" dirty="0"/>
          </a:p>
          <a:p>
            <a:endParaRPr lang="en-US" dirty="0"/>
          </a:p>
          <a:p>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EDE38625-2B7A-38A7-EC06-7D88AEC787CE}"/>
              </a:ext>
            </a:extLst>
          </p:cNvPr>
          <p:cNvSpPr>
            <a:spLocks noGrp="1"/>
          </p:cNvSpPr>
          <p:nvPr>
            <p:ph type="sldNum" sz="quarter" idx="12"/>
          </p:nvPr>
        </p:nvSpPr>
        <p:spPr/>
        <p:txBody>
          <a:bodyPr/>
          <a:lstStyle/>
          <a:p>
            <a:fld id="{B82CCC60-E8CD-4174-8B1A-7DF615B22EEF}" type="slidenum">
              <a:rPr lang="en-US" smtClean="0"/>
              <a:pPr/>
              <a:t>30</a:t>
            </a:fld>
            <a:endParaRPr lang="en-US"/>
          </a:p>
        </p:txBody>
      </p:sp>
      <p:sp>
        <p:nvSpPr>
          <p:cNvPr id="5" name="Oval 4">
            <a:extLst>
              <a:ext uri="{FF2B5EF4-FFF2-40B4-BE49-F238E27FC236}">
                <a16:creationId xmlns:a16="http://schemas.microsoft.com/office/drawing/2014/main" id="{C5029330-5B64-40F5-F23B-851D8E7B51C2}"/>
              </a:ext>
            </a:extLst>
          </p:cNvPr>
          <p:cNvSpPr/>
          <p:nvPr/>
        </p:nvSpPr>
        <p:spPr>
          <a:xfrm>
            <a:off x="3844417" y="3436903"/>
            <a:ext cx="899886" cy="89988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80138FAB-1C37-68E8-DC59-73F902AA8755}"/>
              </a:ext>
            </a:extLst>
          </p:cNvPr>
          <p:cNvSpPr/>
          <p:nvPr/>
        </p:nvSpPr>
        <p:spPr>
          <a:xfrm>
            <a:off x="6805332" y="3436903"/>
            <a:ext cx="899886" cy="899886"/>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7" name="Ink 6">
                <a:extLst>
                  <a:ext uri="{FF2B5EF4-FFF2-40B4-BE49-F238E27FC236}">
                    <a16:creationId xmlns:a16="http://schemas.microsoft.com/office/drawing/2014/main" id="{7F9FB03D-231E-D48F-1FC2-F765BC6AF61A}"/>
                  </a:ext>
                </a:extLst>
              </p14:cNvPr>
              <p14:cNvContentPartPr/>
              <p14:nvPr/>
            </p14:nvContentPartPr>
            <p14:xfrm>
              <a:off x="4540995" y="3159943"/>
              <a:ext cx="2343600" cy="472680"/>
            </p14:xfrm>
          </p:contentPart>
        </mc:Choice>
        <mc:Fallback xmlns="">
          <p:pic>
            <p:nvPicPr>
              <p:cNvPr id="7" name="Ink 6">
                <a:extLst>
                  <a:ext uri="{FF2B5EF4-FFF2-40B4-BE49-F238E27FC236}">
                    <a16:creationId xmlns:a16="http://schemas.microsoft.com/office/drawing/2014/main" id="{7F9FB03D-231E-D48F-1FC2-F765BC6AF61A}"/>
                  </a:ext>
                </a:extLst>
              </p:cNvPr>
              <p:cNvPicPr/>
              <p:nvPr/>
            </p:nvPicPr>
            <p:blipFill>
              <a:blip r:embed="rId3"/>
              <a:stretch>
                <a:fillRect/>
              </a:stretch>
            </p:blipFill>
            <p:spPr>
              <a:xfrm>
                <a:off x="4534874" y="3153823"/>
                <a:ext cx="2355842" cy="4849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8" name="Ink 7">
                <a:extLst>
                  <a:ext uri="{FF2B5EF4-FFF2-40B4-BE49-F238E27FC236}">
                    <a16:creationId xmlns:a16="http://schemas.microsoft.com/office/drawing/2014/main" id="{57B67913-6EEA-DE13-19E1-3571A72FDAF3}"/>
                  </a:ext>
                </a:extLst>
              </p14:cNvPr>
              <p14:cNvContentPartPr/>
              <p14:nvPr/>
            </p14:nvContentPartPr>
            <p14:xfrm>
              <a:off x="4542435" y="4278463"/>
              <a:ext cx="2502720" cy="400320"/>
            </p14:xfrm>
          </p:contentPart>
        </mc:Choice>
        <mc:Fallback xmlns="">
          <p:pic>
            <p:nvPicPr>
              <p:cNvPr id="8" name="Ink 7">
                <a:extLst>
                  <a:ext uri="{FF2B5EF4-FFF2-40B4-BE49-F238E27FC236}">
                    <a16:creationId xmlns:a16="http://schemas.microsoft.com/office/drawing/2014/main" id="{57B67913-6EEA-DE13-19E1-3571A72FDAF3}"/>
                  </a:ext>
                </a:extLst>
              </p:cNvPr>
              <p:cNvPicPr/>
              <p:nvPr/>
            </p:nvPicPr>
            <p:blipFill>
              <a:blip r:embed="rId5"/>
              <a:stretch>
                <a:fillRect/>
              </a:stretch>
            </p:blipFill>
            <p:spPr>
              <a:xfrm>
                <a:off x="4536315" y="4272343"/>
                <a:ext cx="25149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9" name="Ink 8">
                <a:extLst>
                  <a:ext uri="{FF2B5EF4-FFF2-40B4-BE49-F238E27FC236}">
                    <a16:creationId xmlns:a16="http://schemas.microsoft.com/office/drawing/2014/main" id="{B94BF825-DD48-0C51-4DDE-36833D49A6E5}"/>
                  </a:ext>
                </a:extLst>
              </p14:cNvPr>
              <p14:cNvContentPartPr/>
              <p14:nvPr/>
            </p14:nvContentPartPr>
            <p14:xfrm>
              <a:off x="7603155" y="3306103"/>
              <a:ext cx="1329840" cy="1373040"/>
            </p14:xfrm>
          </p:contentPart>
        </mc:Choice>
        <mc:Fallback xmlns="">
          <p:pic>
            <p:nvPicPr>
              <p:cNvPr id="9" name="Ink 8">
                <a:extLst>
                  <a:ext uri="{FF2B5EF4-FFF2-40B4-BE49-F238E27FC236}">
                    <a16:creationId xmlns:a16="http://schemas.microsoft.com/office/drawing/2014/main" id="{B94BF825-DD48-0C51-4DDE-36833D49A6E5}"/>
                  </a:ext>
                </a:extLst>
              </p:cNvPr>
              <p:cNvPicPr/>
              <p:nvPr/>
            </p:nvPicPr>
            <p:blipFill>
              <a:blip r:embed="rId7"/>
              <a:stretch>
                <a:fillRect/>
              </a:stretch>
            </p:blipFill>
            <p:spPr>
              <a:xfrm>
                <a:off x="7597035" y="3299983"/>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36608982-D253-41F2-B626-8BD9A1EB39E0}"/>
                  </a:ext>
                </a:extLst>
              </p14:cNvPr>
              <p14:cNvContentPartPr/>
              <p14:nvPr/>
            </p14:nvContentPartPr>
            <p14:xfrm>
              <a:off x="2610675" y="3117463"/>
              <a:ext cx="1371600" cy="1343880"/>
            </p14:xfrm>
          </p:contentPart>
        </mc:Choice>
        <mc:Fallback xmlns="">
          <p:pic>
            <p:nvPicPr>
              <p:cNvPr id="10" name="Ink 9">
                <a:extLst>
                  <a:ext uri="{FF2B5EF4-FFF2-40B4-BE49-F238E27FC236}">
                    <a16:creationId xmlns:a16="http://schemas.microsoft.com/office/drawing/2014/main" id="{36608982-D253-41F2-B626-8BD9A1EB39E0}"/>
                  </a:ext>
                </a:extLst>
              </p:cNvPr>
              <p:cNvPicPr/>
              <p:nvPr/>
            </p:nvPicPr>
            <p:blipFill>
              <a:blip r:embed="rId9"/>
              <a:stretch>
                <a:fillRect/>
              </a:stretch>
            </p:blipFill>
            <p:spPr>
              <a:xfrm>
                <a:off x="2604555" y="3111343"/>
                <a:ext cx="1383840" cy="1356120"/>
              </a:xfrm>
              <a:prstGeom prst="rect">
                <a:avLst/>
              </a:prstGeom>
            </p:spPr>
          </p:pic>
        </mc:Fallback>
      </mc:AlternateContent>
      <p:sp>
        <p:nvSpPr>
          <p:cNvPr id="11" name="TextBox 10">
            <a:extLst>
              <a:ext uri="{FF2B5EF4-FFF2-40B4-BE49-F238E27FC236}">
                <a16:creationId xmlns:a16="http://schemas.microsoft.com/office/drawing/2014/main" id="{8E11B187-B37C-E90F-11EA-77A5C60BDC5E}"/>
              </a:ext>
            </a:extLst>
          </p:cNvPr>
          <p:cNvSpPr txBox="1"/>
          <p:nvPr/>
        </p:nvSpPr>
        <p:spPr>
          <a:xfrm>
            <a:off x="5317383" y="2776988"/>
            <a:ext cx="476412" cy="369332"/>
          </a:xfrm>
          <a:prstGeom prst="rect">
            <a:avLst/>
          </a:prstGeom>
          <a:noFill/>
        </p:spPr>
        <p:txBody>
          <a:bodyPr wrap="none" rtlCol="0">
            <a:spAutoFit/>
          </a:bodyPr>
          <a:lstStyle/>
          <a:p>
            <a:r>
              <a:rPr lang="en-US" dirty="0"/>
              <a:t>0.2</a:t>
            </a:r>
          </a:p>
        </p:txBody>
      </p:sp>
      <p:sp>
        <p:nvSpPr>
          <p:cNvPr id="12" name="TextBox 11">
            <a:extLst>
              <a:ext uri="{FF2B5EF4-FFF2-40B4-BE49-F238E27FC236}">
                <a16:creationId xmlns:a16="http://schemas.microsoft.com/office/drawing/2014/main" id="{71FFA82D-5863-61D8-77E5-08E2C891570F}"/>
              </a:ext>
            </a:extLst>
          </p:cNvPr>
          <p:cNvSpPr txBox="1"/>
          <p:nvPr/>
        </p:nvSpPr>
        <p:spPr>
          <a:xfrm>
            <a:off x="5317383" y="4835428"/>
            <a:ext cx="476412" cy="369332"/>
          </a:xfrm>
          <a:prstGeom prst="rect">
            <a:avLst/>
          </a:prstGeom>
          <a:noFill/>
        </p:spPr>
        <p:txBody>
          <a:bodyPr wrap="none" rtlCol="0">
            <a:spAutoFit/>
          </a:bodyPr>
          <a:lstStyle/>
          <a:p>
            <a:r>
              <a:rPr lang="en-US" dirty="0"/>
              <a:t>0.2</a:t>
            </a:r>
          </a:p>
        </p:txBody>
      </p:sp>
      <p:sp>
        <p:nvSpPr>
          <p:cNvPr id="13" name="TextBox 12">
            <a:extLst>
              <a:ext uri="{FF2B5EF4-FFF2-40B4-BE49-F238E27FC236}">
                <a16:creationId xmlns:a16="http://schemas.microsoft.com/office/drawing/2014/main" id="{1A70824C-F46F-D8E4-D876-688C21794D27}"/>
              </a:ext>
            </a:extLst>
          </p:cNvPr>
          <p:cNvSpPr txBox="1"/>
          <p:nvPr/>
        </p:nvSpPr>
        <p:spPr>
          <a:xfrm>
            <a:off x="8104941" y="2874851"/>
            <a:ext cx="476412" cy="369332"/>
          </a:xfrm>
          <a:prstGeom prst="rect">
            <a:avLst/>
          </a:prstGeom>
          <a:noFill/>
        </p:spPr>
        <p:txBody>
          <a:bodyPr wrap="none" rtlCol="0">
            <a:spAutoFit/>
          </a:bodyPr>
          <a:lstStyle/>
          <a:p>
            <a:r>
              <a:rPr lang="en-US" dirty="0"/>
              <a:t>0.8</a:t>
            </a:r>
          </a:p>
        </p:txBody>
      </p:sp>
      <p:sp>
        <p:nvSpPr>
          <p:cNvPr id="14" name="TextBox 13">
            <a:extLst>
              <a:ext uri="{FF2B5EF4-FFF2-40B4-BE49-F238E27FC236}">
                <a16:creationId xmlns:a16="http://schemas.microsoft.com/office/drawing/2014/main" id="{D685B373-DF56-97B4-DFE0-416EF22CA411}"/>
              </a:ext>
            </a:extLst>
          </p:cNvPr>
          <p:cNvSpPr txBox="1"/>
          <p:nvPr/>
        </p:nvSpPr>
        <p:spPr>
          <a:xfrm>
            <a:off x="3058269" y="2748131"/>
            <a:ext cx="476412" cy="369332"/>
          </a:xfrm>
          <a:prstGeom prst="rect">
            <a:avLst/>
          </a:prstGeom>
          <a:noFill/>
        </p:spPr>
        <p:txBody>
          <a:bodyPr wrap="none" rtlCol="0">
            <a:spAutoFit/>
          </a:bodyPr>
          <a:lstStyle/>
          <a:p>
            <a:r>
              <a:rPr lang="en-US" dirty="0"/>
              <a:t>0.8</a:t>
            </a:r>
          </a:p>
        </p:txBody>
      </p:sp>
    </p:spTree>
    <p:extLst>
      <p:ext uri="{BB962C8B-B14F-4D97-AF65-F5344CB8AC3E}">
        <p14:creationId xmlns:p14="http://schemas.microsoft.com/office/powerpoint/2010/main" val="32611309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B8B34-EC6C-7ECD-8975-DE5F1D2DAD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6A4E25-34EC-4BC9-7887-C4C1ED75240F}"/>
              </a:ext>
            </a:extLst>
          </p:cNvPr>
          <p:cNvSpPr>
            <a:spLocks noGrp="1"/>
          </p:cNvSpPr>
          <p:nvPr>
            <p:ph type="title"/>
          </p:nvPr>
        </p:nvSpPr>
        <p:spPr/>
        <p:txBody>
          <a:bodyPr>
            <a:normAutofit fontScale="90000"/>
          </a:bodyPr>
          <a:lstStyle/>
          <a:p>
            <a:r>
              <a:rPr lang="en-US" dirty="0"/>
              <a:t>The game</a:t>
            </a:r>
          </a:p>
        </p:txBody>
      </p:sp>
      <p:sp>
        <p:nvSpPr>
          <p:cNvPr id="3" name="Content Placeholder 2">
            <a:extLst>
              <a:ext uri="{FF2B5EF4-FFF2-40B4-BE49-F238E27FC236}">
                <a16:creationId xmlns:a16="http://schemas.microsoft.com/office/drawing/2014/main" id="{223AE1AC-CDE4-B4C2-0A21-47173E19A542}"/>
              </a:ext>
            </a:extLst>
          </p:cNvPr>
          <p:cNvSpPr>
            <a:spLocks noGrp="1"/>
          </p:cNvSpPr>
          <p:nvPr>
            <p:ph idx="1"/>
          </p:nvPr>
        </p:nvSpPr>
        <p:spPr>
          <a:xfrm>
            <a:off x="598620" y="1596541"/>
            <a:ext cx="10972800" cy="2831808"/>
          </a:xfrm>
        </p:spPr>
        <p:txBody>
          <a:bodyPr>
            <a:normAutofit fontScale="62500" lnSpcReduction="20000"/>
          </a:bodyPr>
          <a:lstStyle/>
          <a:p>
            <a:r>
              <a:rPr lang="en-US" dirty="0"/>
              <a:t>Imagine the following game:  </a:t>
            </a:r>
          </a:p>
          <a:p>
            <a:pPr lvl="1"/>
            <a:r>
              <a:rPr lang="en-US" dirty="0"/>
              <a:t>One coin is </a:t>
            </a:r>
            <a:r>
              <a:rPr lang="en-US" b="1" dirty="0"/>
              <a:t>fair</a:t>
            </a:r>
            <a:r>
              <a:rPr lang="en-US" dirty="0"/>
              <a:t>: probability of heads or tails is 50%</a:t>
            </a:r>
          </a:p>
          <a:p>
            <a:pPr lvl="1"/>
            <a:r>
              <a:rPr lang="en-US" dirty="0"/>
              <a:t>One coin is </a:t>
            </a:r>
            <a:r>
              <a:rPr lang="en-US" b="1" dirty="0"/>
              <a:t>biased</a:t>
            </a:r>
            <a:r>
              <a:rPr lang="en-US" dirty="0"/>
              <a:t>: probability of heads is 90%</a:t>
            </a:r>
          </a:p>
          <a:p>
            <a:pPr lvl="1"/>
            <a:r>
              <a:rPr lang="en-US" dirty="0"/>
              <a:t>Coins </a:t>
            </a:r>
            <a:r>
              <a:rPr lang="en-US" b="1" dirty="0"/>
              <a:t>look identical </a:t>
            </a:r>
            <a:r>
              <a:rPr lang="en-US" dirty="0"/>
              <a:t>to us (state cannot be observed directly)</a:t>
            </a:r>
          </a:p>
          <a:p>
            <a:pPr lvl="1"/>
            <a:endParaRPr lang="en-US" dirty="0"/>
          </a:p>
          <a:p>
            <a:r>
              <a:rPr lang="en-US" dirty="0"/>
              <a:t>The game (repeats N times): </a:t>
            </a:r>
          </a:p>
          <a:p>
            <a:pPr lvl="1"/>
            <a:r>
              <a:rPr lang="en-US" dirty="0"/>
              <a:t>Dealer picks a coin with probability 50% in secret, flips it and makes the result visible</a:t>
            </a:r>
          </a:p>
          <a:p>
            <a:pPr lvl="1"/>
            <a:r>
              <a:rPr lang="en-US" dirty="0"/>
              <a:t>Dealer then switches the coin with probability 20% in secret</a:t>
            </a:r>
          </a:p>
          <a:p>
            <a:pPr lvl="1"/>
            <a:endParaRPr lang="en-US" dirty="0"/>
          </a:p>
          <a:p>
            <a:r>
              <a:rPr lang="en-US" dirty="0"/>
              <a:t>Our goal is to guess which coin is used at every toss</a:t>
            </a:r>
          </a:p>
          <a:p>
            <a:endParaRPr lang="en-US" dirty="0"/>
          </a:p>
          <a:p>
            <a:endParaRPr lang="en-US" dirty="0"/>
          </a:p>
          <a:p>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8E32F5BE-CFA4-5AEB-FB72-B7A7BE361054}"/>
              </a:ext>
            </a:extLst>
          </p:cNvPr>
          <p:cNvSpPr>
            <a:spLocks noGrp="1"/>
          </p:cNvSpPr>
          <p:nvPr>
            <p:ph type="sldNum" sz="quarter" idx="12"/>
          </p:nvPr>
        </p:nvSpPr>
        <p:spPr/>
        <p:txBody>
          <a:bodyPr/>
          <a:lstStyle/>
          <a:p>
            <a:fld id="{B82CCC60-E8CD-4174-8B1A-7DF615B22EEF}" type="slidenum">
              <a:rPr lang="en-US" smtClean="0"/>
              <a:pPr/>
              <a:t>31</a:t>
            </a:fld>
            <a:endParaRPr lang="en-US"/>
          </a:p>
        </p:txBody>
      </p:sp>
      <p:sp>
        <p:nvSpPr>
          <p:cNvPr id="5" name="Oval 4">
            <a:extLst>
              <a:ext uri="{FF2B5EF4-FFF2-40B4-BE49-F238E27FC236}">
                <a16:creationId xmlns:a16="http://schemas.microsoft.com/office/drawing/2014/main" id="{93DB01BF-D79D-10CB-74F4-2D087991B988}"/>
              </a:ext>
            </a:extLst>
          </p:cNvPr>
          <p:cNvSpPr/>
          <p:nvPr/>
        </p:nvSpPr>
        <p:spPr>
          <a:xfrm>
            <a:off x="3725708" y="5090143"/>
            <a:ext cx="899886" cy="89988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E0E227F6-38B9-61CE-281C-BC262468FA31}"/>
              </a:ext>
            </a:extLst>
          </p:cNvPr>
          <p:cNvSpPr/>
          <p:nvPr/>
        </p:nvSpPr>
        <p:spPr>
          <a:xfrm>
            <a:off x="6686623" y="5090143"/>
            <a:ext cx="899886" cy="899886"/>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7" name="Ink 6">
                <a:extLst>
                  <a:ext uri="{FF2B5EF4-FFF2-40B4-BE49-F238E27FC236}">
                    <a16:creationId xmlns:a16="http://schemas.microsoft.com/office/drawing/2014/main" id="{28E43E4B-FB25-6479-DA90-D0451598F2C3}"/>
                  </a:ext>
                </a:extLst>
              </p14:cNvPr>
              <p14:cNvContentPartPr/>
              <p14:nvPr/>
            </p14:nvContentPartPr>
            <p14:xfrm>
              <a:off x="4422286" y="4813183"/>
              <a:ext cx="2343600" cy="472680"/>
            </p14:xfrm>
          </p:contentPart>
        </mc:Choice>
        <mc:Fallback xmlns="">
          <p:pic>
            <p:nvPicPr>
              <p:cNvPr id="7" name="Ink 6">
                <a:extLst>
                  <a:ext uri="{FF2B5EF4-FFF2-40B4-BE49-F238E27FC236}">
                    <a16:creationId xmlns:a16="http://schemas.microsoft.com/office/drawing/2014/main" id="{28E43E4B-FB25-6479-DA90-D0451598F2C3}"/>
                  </a:ext>
                </a:extLst>
              </p:cNvPr>
              <p:cNvPicPr/>
              <p:nvPr/>
            </p:nvPicPr>
            <p:blipFill>
              <a:blip r:embed="rId3"/>
              <a:stretch>
                <a:fillRect/>
              </a:stretch>
            </p:blipFill>
            <p:spPr>
              <a:xfrm>
                <a:off x="4416165" y="4807063"/>
                <a:ext cx="2355842" cy="4849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8" name="Ink 7">
                <a:extLst>
                  <a:ext uri="{FF2B5EF4-FFF2-40B4-BE49-F238E27FC236}">
                    <a16:creationId xmlns:a16="http://schemas.microsoft.com/office/drawing/2014/main" id="{462A546A-642C-77F7-7EE7-529E62872156}"/>
                  </a:ext>
                </a:extLst>
              </p14:cNvPr>
              <p14:cNvContentPartPr/>
              <p14:nvPr/>
            </p14:nvContentPartPr>
            <p14:xfrm>
              <a:off x="4423726" y="5931703"/>
              <a:ext cx="2502720" cy="400320"/>
            </p14:xfrm>
          </p:contentPart>
        </mc:Choice>
        <mc:Fallback xmlns="">
          <p:pic>
            <p:nvPicPr>
              <p:cNvPr id="8" name="Ink 7">
                <a:extLst>
                  <a:ext uri="{FF2B5EF4-FFF2-40B4-BE49-F238E27FC236}">
                    <a16:creationId xmlns:a16="http://schemas.microsoft.com/office/drawing/2014/main" id="{462A546A-642C-77F7-7EE7-529E62872156}"/>
                  </a:ext>
                </a:extLst>
              </p:cNvPr>
              <p:cNvPicPr/>
              <p:nvPr/>
            </p:nvPicPr>
            <p:blipFill>
              <a:blip r:embed="rId5"/>
              <a:stretch>
                <a:fillRect/>
              </a:stretch>
            </p:blipFill>
            <p:spPr>
              <a:xfrm>
                <a:off x="4417606" y="5925583"/>
                <a:ext cx="25149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9" name="Ink 8">
                <a:extLst>
                  <a:ext uri="{FF2B5EF4-FFF2-40B4-BE49-F238E27FC236}">
                    <a16:creationId xmlns:a16="http://schemas.microsoft.com/office/drawing/2014/main" id="{A84ABD6A-1698-6007-1C62-67FB8B6EB29A}"/>
                  </a:ext>
                </a:extLst>
              </p14:cNvPr>
              <p14:cNvContentPartPr/>
              <p14:nvPr/>
            </p14:nvContentPartPr>
            <p14:xfrm>
              <a:off x="7484446" y="4959343"/>
              <a:ext cx="1329840" cy="1373040"/>
            </p14:xfrm>
          </p:contentPart>
        </mc:Choice>
        <mc:Fallback xmlns="">
          <p:pic>
            <p:nvPicPr>
              <p:cNvPr id="9" name="Ink 8">
                <a:extLst>
                  <a:ext uri="{FF2B5EF4-FFF2-40B4-BE49-F238E27FC236}">
                    <a16:creationId xmlns:a16="http://schemas.microsoft.com/office/drawing/2014/main" id="{A84ABD6A-1698-6007-1C62-67FB8B6EB29A}"/>
                  </a:ext>
                </a:extLst>
              </p:cNvPr>
              <p:cNvPicPr/>
              <p:nvPr/>
            </p:nvPicPr>
            <p:blipFill>
              <a:blip r:embed="rId7"/>
              <a:stretch>
                <a:fillRect/>
              </a:stretch>
            </p:blipFill>
            <p:spPr>
              <a:xfrm>
                <a:off x="7478326" y="4953223"/>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F9214677-80B7-A650-4D6C-4C8D7236E00A}"/>
                  </a:ext>
                </a:extLst>
              </p14:cNvPr>
              <p14:cNvContentPartPr/>
              <p14:nvPr/>
            </p14:nvContentPartPr>
            <p14:xfrm>
              <a:off x="2491966" y="4770703"/>
              <a:ext cx="1371600" cy="1343880"/>
            </p14:xfrm>
          </p:contentPart>
        </mc:Choice>
        <mc:Fallback xmlns="">
          <p:pic>
            <p:nvPicPr>
              <p:cNvPr id="10" name="Ink 9">
                <a:extLst>
                  <a:ext uri="{FF2B5EF4-FFF2-40B4-BE49-F238E27FC236}">
                    <a16:creationId xmlns:a16="http://schemas.microsoft.com/office/drawing/2014/main" id="{F9214677-80B7-A650-4D6C-4C8D7236E00A}"/>
                  </a:ext>
                </a:extLst>
              </p:cNvPr>
              <p:cNvPicPr/>
              <p:nvPr/>
            </p:nvPicPr>
            <p:blipFill>
              <a:blip r:embed="rId9"/>
              <a:stretch>
                <a:fillRect/>
              </a:stretch>
            </p:blipFill>
            <p:spPr>
              <a:xfrm>
                <a:off x="2485846" y="4764583"/>
                <a:ext cx="1383840" cy="1356120"/>
              </a:xfrm>
              <a:prstGeom prst="rect">
                <a:avLst/>
              </a:prstGeom>
            </p:spPr>
          </p:pic>
        </mc:Fallback>
      </mc:AlternateContent>
      <p:sp>
        <p:nvSpPr>
          <p:cNvPr id="11" name="TextBox 10">
            <a:extLst>
              <a:ext uri="{FF2B5EF4-FFF2-40B4-BE49-F238E27FC236}">
                <a16:creationId xmlns:a16="http://schemas.microsoft.com/office/drawing/2014/main" id="{10A503C6-5C8E-14BA-B5E4-1A6280A8A57C}"/>
              </a:ext>
            </a:extLst>
          </p:cNvPr>
          <p:cNvSpPr txBox="1"/>
          <p:nvPr/>
        </p:nvSpPr>
        <p:spPr>
          <a:xfrm>
            <a:off x="5198674" y="4430228"/>
            <a:ext cx="476412" cy="369332"/>
          </a:xfrm>
          <a:prstGeom prst="rect">
            <a:avLst/>
          </a:prstGeom>
          <a:noFill/>
        </p:spPr>
        <p:txBody>
          <a:bodyPr wrap="none" rtlCol="0">
            <a:spAutoFit/>
          </a:bodyPr>
          <a:lstStyle/>
          <a:p>
            <a:r>
              <a:rPr lang="en-US" dirty="0"/>
              <a:t>0.2</a:t>
            </a:r>
          </a:p>
        </p:txBody>
      </p:sp>
      <p:sp>
        <p:nvSpPr>
          <p:cNvPr id="12" name="TextBox 11">
            <a:extLst>
              <a:ext uri="{FF2B5EF4-FFF2-40B4-BE49-F238E27FC236}">
                <a16:creationId xmlns:a16="http://schemas.microsoft.com/office/drawing/2014/main" id="{A34633C3-9234-65CA-6C0C-564B3DE63320}"/>
              </a:ext>
            </a:extLst>
          </p:cNvPr>
          <p:cNvSpPr txBox="1"/>
          <p:nvPr/>
        </p:nvSpPr>
        <p:spPr>
          <a:xfrm>
            <a:off x="5198674" y="6488668"/>
            <a:ext cx="476412" cy="369332"/>
          </a:xfrm>
          <a:prstGeom prst="rect">
            <a:avLst/>
          </a:prstGeom>
          <a:noFill/>
        </p:spPr>
        <p:txBody>
          <a:bodyPr wrap="none" rtlCol="0">
            <a:spAutoFit/>
          </a:bodyPr>
          <a:lstStyle/>
          <a:p>
            <a:r>
              <a:rPr lang="en-US" dirty="0"/>
              <a:t>0.2</a:t>
            </a:r>
          </a:p>
        </p:txBody>
      </p:sp>
      <p:sp>
        <p:nvSpPr>
          <p:cNvPr id="13" name="TextBox 12">
            <a:extLst>
              <a:ext uri="{FF2B5EF4-FFF2-40B4-BE49-F238E27FC236}">
                <a16:creationId xmlns:a16="http://schemas.microsoft.com/office/drawing/2014/main" id="{9441D2A0-FA3F-A1E3-8CF2-5CD91BB32C7F}"/>
              </a:ext>
            </a:extLst>
          </p:cNvPr>
          <p:cNvSpPr txBox="1"/>
          <p:nvPr/>
        </p:nvSpPr>
        <p:spPr>
          <a:xfrm>
            <a:off x="7986232" y="4528091"/>
            <a:ext cx="476412" cy="369332"/>
          </a:xfrm>
          <a:prstGeom prst="rect">
            <a:avLst/>
          </a:prstGeom>
          <a:noFill/>
        </p:spPr>
        <p:txBody>
          <a:bodyPr wrap="none" rtlCol="0">
            <a:spAutoFit/>
          </a:bodyPr>
          <a:lstStyle/>
          <a:p>
            <a:r>
              <a:rPr lang="en-US" dirty="0"/>
              <a:t>0.8</a:t>
            </a:r>
          </a:p>
        </p:txBody>
      </p:sp>
      <p:sp>
        <p:nvSpPr>
          <p:cNvPr id="14" name="TextBox 13">
            <a:extLst>
              <a:ext uri="{FF2B5EF4-FFF2-40B4-BE49-F238E27FC236}">
                <a16:creationId xmlns:a16="http://schemas.microsoft.com/office/drawing/2014/main" id="{9B6BB83F-94F6-CAFA-6FC1-23F9A55E16C0}"/>
              </a:ext>
            </a:extLst>
          </p:cNvPr>
          <p:cNvSpPr txBox="1"/>
          <p:nvPr/>
        </p:nvSpPr>
        <p:spPr>
          <a:xfrm>
            <a:off x="2939560" y="4401371"/>
            <a:ext cx="476412" cy="369332"/>
          </a:xfrm>
          <a:prstGeom prst="rect">
            <a:avLst/>
          </a:prstGeom>
          <a:noFill/>
        </p:spPr>
        <p:txBody>
          <a:bodyPr wrap="none" rtlCol="0">
            <a:spAutoFit/>
          </a:bodyPr>
          <a:lstStyle/>
          <a:p>
            <a:r>
              <a:rPr lang="en-US" dirty="0"/>
              <a:t>0.8</a:t>
            </a:r>
          </a:p>
        </p:txBody>
      </p:sp>
      <p:sp>
        <p:nvSpPr>
          <p:cNvPr id="15" name="TextBox 14">
            <a:extLst>
              <a:ext uri="{FF2B5EF4-FFF2-40B4-BE49-F238E27FC236}">
                <a16:creationId xmlns:a16="http://schemas.microsoft.com/office/drawing/2014/main" id="{AC74FC00-7F74-CDAB-A40E-CFEF423255BB}"/>
              </a:ext>
            </a:extLst>
          </p:cNvPr>
          <p:cNvSpPr txBox="1"/>
          <p:nvPr/>
        </p:nvSpPr>
        <p:spPr>
          <a:xfrm>
            <a:off x="3761820" y="5355420"/>
            <a:ext cx="827662" cy="369332"/>
          </a:xfrm>
          <a:prstGeom prst="rect">
            <a:avLst/>
          </a:prstGeom>
          <a:noFill/>
        </p:spPr>
        <p:txBody>
          <a:bodyPr wrap="none" rtlCol="0">
            <a:spAutoFit/>
          </a:bodyPr>
          <a:lstStyle/>
          <a:p>
            <a:r>
              <a:rPr lang="en-US" dirty="0"/>
              <a:t>Fair (F)</a:t>
            </a:r>
          </a:p>
        </p:txBody>
      </p:sp>
      <p:sp>
        <p:nvSpPr>
          <p:cNvPr id="16" name="TextBox 15">
            <a:extLst>
              <a:ext uri="{FF2B5EF4-FFF2-40B4-BE49-F238E27FC236}">
                <a16:creationId xmlns:a16="http://schemas.microsoft.com/office/drawing/2014/main" id="{BF0187BE-DC35-BD8B-06FA-D82F328C9564}"/>
              </a:ext>
            </a:extLst>
          </p:cNvPr>
          <p:cNvSpPr txBox="1"/>
          <p:nvPr/>
        </p:nvSpPr>
        <p:spPr>
          <a:xfrm>
            <a:off x="6711335" y="5355420"/>
            <a:ext cx="881973" cy="369332"/>
          </a:xfrm>
          <a:prstGeom prst="rect">
            <a:avLst/>
          </a:prstGeom>
          <a:noFill/>
        </p:spPr>
        <p:txBody>
          <a:bodyPr wrap="none" rtlCol="0">
            <a:spAutoFit/>
          </a:bodyPr>
          <a:lstStyle/>
          <a:p>
            <a:r>
              <a:rPr lang="en-US" dirty="0"/>
              <a:t>Bias (B)</a:t>
            </a:r>
          </a:p>
        </p:txBody>
      </p:sp>
    </p:spTree>
    <p:extLst>
      <p:ext uri="{BB962C8B-B14F-4D97-AF65-F5344CB8AC3E}">
        <p14:creationId xmlns:p14="http://schemas.microsoft.com/office/powerpoint/2010/main" val="4152095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73702D-E791-7332-90A1-24058B1B04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EEBB2B-D2DE-A216-CE73-F304CD1BE277}"/>
              </a:ext>
            </a:extLst>
          </p:cNvPr>
          <p:cNvSpPr>
            <a:spLocks noGrp="1"/>
          </p:cNvSpPr>
          <p:nvPr>
            <p:ph type="title"/>
          </p:nvPr>
        </p:nvSpPr>
        <p:spPr/>
        <p:txBody>
          <a:bodyPr>
            <a:normAutofit fontScale="90000"/>
          </a:bodyPr>
          <a:lstStyle/>
          <a:p>
            <a:r>
              <a:rPr lang="en-US" dirty="0"/>
              <a:t>Hidden Markov Models</a:t>
            </a:r>
          </a:p>
        </p:txBody>
      </p:sp>
      <p:sp>
        <p:nvSpPr>
          <p:cNvPr id="3" name="Content Placeholder 2">
            <a:extLst>
              <a:ext uri="{FF2B5EF4-FFF2-40B4-BE49-F238E27FC236}">
                <a16:creationId xmlns:a16="http://schemas.microsoft.com/office/drawing/2014/main" id="{FCD4D567-7692-99EC-0858-6D96C357AF73}"/>
              </a:ext>
            </a:extLst>
          </p:cNvPr>
          <p:cNvSpPr>
            <a:spLocks noGrp="1"/>
          </p:cNvSpPr>
          <p:nvPr>
            <p:ph idx="1"/>
          </p:nvPr>
        </p:nvSpPr>
        <p:spPr>
          <a:xfrm>
            <a:off x="598620" y="1596541"/>
            <a:ext cx="10972800" cy="2831808"/>
          </a:xfrm>
        </p:spPr>
        <p:txBody>
          <a:bodyPr>
            <a:normAutofit/>
          </a:bodyPr>
          <a:lstStyle/>
          <a:p>
            <a:r>
              <a:rPr lang="en-US" dirty="0"/>
              <a:t>A walk in HMM from the dealer’s perspective: </a:t>
            </a:r>
            <a:br>
              <a:rPr lang="en-US" dirty="0"/>
            </a:br>
            <a:r>
              <a:rPr lang="en-US" dirty="0">
                <a:latin typeface="Courier New" panose="02070309020205020404" pitchFamily="49" charset="0"/>
                <a:cs typeface="Courier New" panose="02070309020205020404" pitchFamily="49" charset="0"/>
              </a:rPr>
              <a:t>FFBB</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HTHH</a:t>
            </a:r>
          </a:p>
          <a:p>
            <a:r>
              <a:rPr lang="en-US" dirty="0"/>
              <a:t>We observe: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HTHH</a:t>
            </a: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p>
          <a:p>
            <a:endParaRPr lang="en-US" dirty="0"/>
          </a:p>
          <a:p>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CF01E706-1F82-C454-F077-0927AB67E7EB}"/>
              </a:ext>
            </a:extLst>
          </p:cNvPr>
          <p:cNvSpPr>
            <a:spLocks noGrp="1"/>
          </p:cNvSpPr>
          <p:nvPr>
            <p:ph type="sldNum" sz="quarter" idx="12"/>
          </p:nvPr>
        </p:nvSpPr>
        <p:spPr/>
        <p:txBody>
          <a:bodyPr/>
          <a:lstStyle/>
          <a:p>
            <a:fld id="{B82CCC60-E8CD-4174-8B1A-7DF615B22EEF}" type="slidenum">
              <a:rPr lang="en-US" smtClean="0"/>
              <a:pPr/>
              <a:t>32</a:t>
            </a:fld>
            <a:endParaRPr lang="en-US"/>
          </a:p>
        </p:txBody>
      </p:sp>
      <p:sp>
        <p:nvSpPr>
          <p:cNvPr id="5" name="Oval 4">
            <a:extLst>
              <a:ext uri="{FF2B5EF4-FFF2-40B4-BE49-F238E27FC236}">
                <a16:creationId xmlns:a16="http://schemas.microsoft.com/office/drawing/2014/main" id="{1CDD9513-33A5-1792-58D0-0C35B5F00527}"/>
              </a:ext>
            </a:extLst>
          </p:cNvPr>
          <p:cNvSpPr/>
          <p:nvPr/>
        </p:nvSpPr>
        <p:spPr>
          <a:xfrm>
            <a:off x="3725708" y="5090143"/>
            <a:ext cx="899886" cy="89988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4382A174-BDA0-A1A2-C8CB-C322EA5B3D90}"/>
              </a:ext>
            </a:extLst>
          </p:cNvPr>
          <p:cNvSpPr/>
          <p:nvPr/>
        </p:nvSpPr>
        <p:spPr>
          <a:xfrm>
            <a:off x="6686623" y="5090143"/>
            <a:ext cx="899886" cy="899886"/>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7" name="Ink 6">
                <a:extLst>
                  <a:ext uri="{FF2B5EF4-FFF2-40B4-BE49-F238E27FC236}">
                    <a16:creationId xmlns:a16="http://schemas.microsoft.com/office/drawing/2014/main" id="{1FBC47E8-9EE8-DC92-8C84-EE6FEC919BF1}"/>
                  </a:ext>
                </a:extLst>
              </p14:cNvPr>
              <p14:cNvContentPartPr/>
              <p14:nvPr/>
            </p14:nvContentPartPr>
            <p14:xfrm>
              <a:off x="4422286" y="4813183"/>
              <a:ext cx="2343600" cy="472680"/>
            </p14:xfrm>
          </p:contentPart>
        </mc:Choice>
        <mc:Fallback xmlns="">
          <p:pic>
            <p:nvPicPr>
              <p:cNvPr id="7" name="Ink 6">
                <a:extLst>
                  <a:ext uri="{FF2B5EF4-FFF2-40B4-BE49-F238E27FC236}">
                    <a16:creationId xmlns:a16="http://schemas.microsoft.com/office/drawing/2014/main" id="{1FBC47E8-9EE8-DC92-8C84-EE6FEC919BF1}"/>
                  </a:ext>
                </a:extLst>
              </p:cNvPr>
              <p:cNvPicPr/>
              <p:nvPr/>
            </p:nvPicPr>
            <p:blipFill>
              <a:blip r:embed="rId3"/>
              <a:stretch>
                <a:fillRect/>
              </a:stretch>
            </p:blipFill>
            <p:spPr>
              <a:xfrm>
                <a:off x="4416165" y="4807063"/>
                <a:ext cx="2355842" cy="4849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8" name="Ink 7">
                <a:extLst>
                  <a:ext uri="{FF2B5EF4-FFF2-40B4-BE49-F238E27FC236}">
                    <a16:creationId xmlns:a16="http://schemas.microsoft.com/office/drawing/2014/main" id="{DC88B532-DEDB-8044-B453-F46927CB347B}"/>
                  </a:ext>
                </a:extLst>
              </p14:cNvPr>
              <p14:cNvContentPartPr/>
              <p14:nvPr/>
            </p14:nvContentPartPr>
            <p14:xfrm>
              <a:off x="4423726" y="5931703"/>
              <a:ext cx="2502720" cy="400320"/>
            </p14:xfrm>
          </p:contentPart>
        </mc:Choice>
        <mc:Fallback xmlns="">
          <p:pic>
            <p:nvPicPr>
              <p:cNvPr id="8" name="Ink 7">
                <a:extLst>
                  <a:ext uri="{FF2B5EF4-FFF2-40B4-BE49-F238E27FC236}">
                    <a16:creationId xmlns:a16="http://schemas.microsoft.com/office/drawing/2014/main" id="{DC88B532-DEDB-8044-B453-F46927CB347B}"/>
                  </a:ext>
                </a:extLst>
              </p:cNvPr>
              <p:cNvPicPr/>
              <p:nvPr/>
            </p:nvPicPr>
            <p:blipFill>
              <a:blip r:embed="rId5"/>
              <a:stretch>
                <a:fillRect/>
              </a:stretch>
            </p:blipFill>
            <p:spPr>
              <a:xfrm>
                <a:off x="4417606" y="5925583"/>
                <a:ext cx="25149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9" name="Ink 8">
                <a:extLst>
                  <a:ext uri="{FF2B5EF4-FFF2-40B4-BE49-F238E27FC236}">
                    <a16:creationId xmlns:a16="http://schemas.microsoft.com/office/drawing/2014/main" id="{84134525-3FCC-C0AB-2CD4-E73FDFDB4C08}"/>
                  </a:ext>
                </a:extLst>
              </p14:cNvPr>
              <p14:cNvContentPartPr/>
              <p14:nvPr/>
            </p14:nvContentPartPr>
            <p14:xfrm>
              <a:off x="7484446" y="4959343"/>
              <a:ext cx="1329840" cy="1373040"/>
            </p14:xfrm>
          </p:contentPart>
        </mc:Choice>
        <mc:Fallback xmlns="">
          <p:pic>
            <p:nvPicPr>
              <p:cNvPr id="9" name="Ink 8">
                <a:extLst>
                  <a:ext uri="{FF2B5EF4-FFF2-40B4-BE49-F238E27FC236}">
                    <a16:creationId xmlns:a16="http://schemas.microsoft.com/office/drawing/2014/main" id="{84134525-3FCC-C0AB-2CD4-E73FDFDB4C08}"/>
                  </a:ext>
                </a:extLst>
              </p:cNvPr>
              <p:cNvPicPr/>
              <p:nvPr/>
            </p:nvPicPr>
            <p:blipFill>
              <a:blip r:embed="rId7"/>
              <a:stretch>
                <a:fillRect/>
              </a:stretch>
            </p:blipFill>
            <p:spPr>
              <a:xfrm>
                <a:off x="7478326" y="4953223"/>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04A1350D-F674-D736-D4DE-D27287C24D3A}"/>
                  </a:ext>
                </a:extLst>
              </p14:cNvPr>
              <p14:cNvContentPartPr/>
              <p14:nvPr/>
            </p14:nvContentPartPr>
            <p14:xfrm>
              <a:off x="2491966" y="4770703"/>
              <a:ext cx="1371600" cy="1343880"/>
            </p14:xfrm>
          </p:contentPart>
        </mc:Choice>
        <mc:Fallback xmlns="">
          <p:pic>
            <p:nvPicPr>
              <p:cNvPr id="10" name="Ink 9">
                <a:extLst>
                  <a:ext uri="{FF2B5EF4-FFF2-40B4-BE49-F238E27FC236}">
                    <a16:creationId xmlns:a16="http://schemas.microsoft.com/office/drawing/2014/main" id="{04A1350D-F674-D736-D4DE-D27287C24D3A}"/>
                  </a:ext>
                </a:extLst>
              </p:cNvPr>
              <p:cNvPicPr/>
              <p:nvPr/>
            </p:nvPicPr>
            <p:blipFill>
              <a:blip r:embed="rId9"/>
              <a:stretch>
                <a:fillRect/>
              </a:stretch>
            </p:blipFill>
            <p:spPr>
              <a:xfrm>
                <a:off x="2485846" y="4764583"/>
                <a:ext cx="1383840" cy="1356120"/>
              </a:xfrm>
              <a:prstGeom prst="rect">
                <a:avLst/>
              </a:prstGeom>
            </p:spPr>
          </p:pic>
        </mc:Fallback>
      </mc:AlternateContent>
      <p:sp>
        <p:nvSpPr>
          <p:cNvPr id="11" name="TextBox 10">
            <a:extLst>
              <a:ext uri="{FF2B5EF4-FFF2-40B4-BE49-F238E27FC236}">
                <a16:creationId xmlns:a16="http://schemas.microsoft.com/office/drawing/2014/main" id="{3AF2DBBA-8A5D-B8DB-4904-FDD066D89B9A}"/>
              </a:ext>
            </a:extLst>
          </p:cNvPr>
          <p:cNvSpPr txBox="1"/>
          <p:nvPr/>
        </p:nvSpPr>
        <p:spPr>
          <a:xfrm>
            <a:off x="5198674" y="4430228"/>
            <a:ext cx="476412" cy="369332"/>
          </a:xfrm>
          <a:prstGeom prst="rect">
            <a:avLst/>
          </a:prstGeom>
          <a:noFill/>
        </p:spPr>
        <p:txBody>
          <a:bodyPr wrap="none" rtlCol="0">
            <a:spAutoFit/>
          </a:bodyPr>
          <a:lstStyle/>
          <a:p>
            <a:r>
              <a:rPr lang="en-US" dirty="0"/>
              <a:t>0.2</a:t>
            </a:r>
          </a:p>
        </p:txBody>
      </p:sp>
      <p:sp>
        <p:nvSpPr>
          <p:cNvPr id="12" name="TextBox 11">
            <a:extLst>
              <a:ext uri="{FF2B5EF4-FFF2-40B4-BE49-F238E27FC236}">
                <a16:creationId xmlns:a16="http://schemas.microsoft.com/office/drawing/2014/main" id="{467FBC51-D720-D0AC-D0F0-87174BE5D3CC}"/>
              </a:ext>
            </a:extLst>
          </p:cNvPr>
          <p:cNvSpPr txBox="1"/>
          <p:nvPr/>
        </p:nvSpPr>
        <p:spPr>
          <a:xfrm>
            <a:off x="5198674" y="6488668"/>
            <a:ext cx="476412" cy="369332"/>
          </a:xfrm>
          <a:prstGeom prst="rect">
            <a:avLst/>
          </a:prstGeom>
          <a:noFill/>
        </p:spPr>
        <p:txBody>
          <a:bodyPr wrap="none" rtlCol="0">
            <a:spAutoFit/>
          </a:bodyPr>
          <a:lstStyle/>
          <a:p>
            <a:r>
              <a:rPr lang="en-US" dirty="0"/>
              <a:t>0.2</a:t>
            </a:r>
          </a:p>
        </p:txBody>
      </p:sp>
      <p:sp>
        <p:nvSpPr>
          <p:cNvPr id="13" name="TextBox 12">
            <a:extLst>
              <a:ext uri="{FF2B5EF4-FFF2-40B4-BE49-F238E27FC236}">
                <a16:creationId xmlns:a16="http://schemas.microsoft.com/office/drawing/2014/main" id="{F3975C6D-6088-0237-0623-D3EE73BD39D2}"/>
              </a:ext>
            </a:extLst>
          </p:cNvPr>
          <p:cNvSpPr txBox="1"/>
          <p:nvPr/>
        </p:nvSpPr>
        <p:spPr>
          <a:xfrm>
            <a:off x="7986232" y="4528091"/>
            <a:ext cx="476412" cy="369332"/>
          </a:xfrm>
          <a:prstGeom prst="rect">
            <a:avLst/>
          </a:prstGeom>
          <a:noFill/>
        </p:spPr>
        <p:txBody>
          <a:bodyPr wrap="none" rtlCol="0">
            <a:spAutoFit/>
          </a:bodyPr>
          <a:lstStyle/>
          <a:p>
            <a:r>
              <a:rPr lang="en-US" dirty="0"/>
              <a:t>0.8</a:t>
            </a:r>
          </a:p>
        </p:txBody>
      </p:sp>
      <p:sp>
        <p:nvSpPr>
          <p:cNvPr id="14" name="TextBox 13">
            <a:extLst>
              <a:ext uri="{FF2B5EF4-FFF2-40B4-BE49-F238E27FC236}">
                <a16:creationId xmlns:a16="http://schemas.microsoft.com/office/drawing/2014/main" id="{BAED02FB-4C79-C7AC-BAFE-EA03E7CBB3E8}"/>
              </a:ext>
            </a:extLst>
          </p:cNvPr>
          <p:cNvSpPr txBox="1"/>
          <p:nvPr/>
        </p:nvSpPr>
        <p:spPr>
          <a:xfrm>
            <a:off x="2939560" y="4401371"/>
            <a:ext cx="476412" cy="369332"/>
          </a:xfrm>
          <a:prstGeom prst="rect">
            <a:avLst/>
          </a:prstGeom>
          <a:noFill/>
        </p:spPr>
        <p:txBody>
          <a:bodyPr wrap="none" rtlCol="0">
            <a:spAutoFit/>
          </a:bodyPr>
          <a:lstStyle/>
          <a:p>
            <a:r>
              <a:rPr lang="en-US" dirty="0"/>
              <a:t>0.8</a:t>
            </a:r>
          </a:p>
        </p:txBody>
      </p:sp>
      <p:sp>
        <p:nvSpPr>
          <p:cNvPr id="15" name="TextBox 14">
            <a:extLst>
              <a:ext uri="{FF2B5EF4-FFF2-40B4-BE49-F238E27FC236}">
                <a16:creationId xmlns:a16="http://schemas.microsoft.com/office/drawing/2014/main" id="{B4B90408-1228-540B-72C7-27A54CA064DC}"/>
              </a:ext>
            </a:extLst>
          </p:cNvPr>
          <p:cNvSpPr txBox="1"/>
          <p:nvPr/>
        </p:nvSpPr>
        <p:spPr>
          <a:xfrm>
            <a:off x="3761820" y="5355420"/>
            <a:ext cx="827662" cy="369332"/>
          </a:xfrm>
          <a:prstGeom prst="rect">
            <a:avLst/>
          </a:prstGeom>
          <a:noFill/>
        </p:spPr>
        <p:txBody>
          <a:bodyPr wrap="none" rtlCol="0">
            <a:spAutoFit/>
          </a:bodyPr>
          <a:lstStyle/>
          <a:p>
            <a:r>
              <a:rPr lang="en-US" dirty="0"/>
              <a:t>Fair (F)</a:t>
            </a:r>
          </a:p>
        </p:txBody>
      </p:sp>
      <p:sp>
        <p:nvSpPr>
          <p:cNvPr id="16" name="TextBox 15">
            <a:extLst>
              <a:ext uri="{FF2B5EF4-FFF2-40B4-BE49-F238E27FC236}">
                <a16:creationId xmlns:a16="http://schemas.microsoft.com/office/drawing/2014/main" id="{F828265B-EEAE-95FD-8BBD-DA30A0DB3174}"/>
              </a:ext>
            </a:extLst>
          </p:cNvPr>
          <p:cNvSpPr txBox="1"/>
          <p:nvPr/>
        </p:nvSpPr>
        <p:spPr>
          <a:xfrm>
            <a:off x="6711335" y="5355420"/>
            <a:ext cx="881973" cy="369332"/>
          </a:xfrm>
          <a:prstGeom prst="rect">
            <a:avLst/>
          </a:prstGeom>
          <a:noFill/>
        </p:spPr>
        <p:txBody>
          <a:bodyPr wrap="none" rtlCol="0">
            <a:spAutoFit/>
          </a:bodyPr>
          <a:lstStyle/>
          <a:p>
            <a:r>
              <a:rPr lang="en-US" dirty="0"/>
              <a:t>Bias (B)</a:t>
            </a:r>
          </a:p>
        </p:txBody>
      </p:sp>
    </p:spTree>
    <p:extLst>
      <p:ext uri="{BB962C8B-B14F-4D97-AF65-F5344CB8AC3E}">
        <p14:creationId xmlns:p14="http://schemas.microsoft.com/office/powerpoint/2010/main" val="30415951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CA9FE-9ECF-3DB4-B21D-D3F16DF3BA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42DACF-B005-5BCC-E9BE-21E29D6A42AD}"/>
              </a:ext>
            </a:extLst>
          </p:cNvPr>
          <p:cNvSpPr>
            <a:spLocks noGrp="1"/>
          </p:cNvSpPr>
          <p:nvPr>
            <p:ph type="title"/>
          </p:nvPr>
        </p:nvSpPr>
        <p:spPr/>
        <p:txBody>
          <a:bodyPr>
            <a:normAutofit fontScale="90000"/>
          </a:bodyPr>
          <a:lstStyle/>
          <a:p>
            <a:r>
              <a:rPr lang="en-US" dirty="0"/>
              <a:t>Hidden Markov Models</a:t>
            </a:r>
          </a:p>
        </p:txBody>
      </p:sp>
      <p:sp>
        <p:nvSpPr>
          <p:cNvPr id="3" name="Content Placeholder 2">
            <a:extLst>
              <a:ext uri="{FF2B5EF4-FFF2-40B4-BE49-F238E27FC236}">
                <a16:creationId xmlns:a16="http://schemas.microsoft.com/office/drawing/2014/main" id="{4AE122E6-B362-AFF3-6A31-4E7966D91717}"/>
              </a:ext>
            </a:extLst>
          </p:cNvPr>
          <p:cNvSpPr>
            <a:spLocks noGrp="1"/>
          </p:cNvSpPr>
          <p:nvPr>
            <p:ph idx="1"/>
          </p:nvPr>
        </p:nvSpPr>
        <p:spPr>
          <a:xfrm>
            <a:off x="598620" y="1596541"/>
            <a:ext cx="10972800" cy="2831808"/>
          </a:xfrm>
        </p:spPr>
        <p:txBody>
          <a:bodyPr>
            <a:normAutofit fontScale="92500" lnSpcReduction="10000"/>
          </a:bodyPr>
          <a:lstStyle/>
          <a:p>
            <a:r>
              <a:rPr lang="en-US" dirty="0"/>
              <a:t>A walk in HMM from the dealer’s perspective: </a:t>
            </a:r>
            <a:br>
              <a:rPr lang="en-US" dirty="0"/>
            </a:br>
            <a:r>
              <a:rPr lang="en-US" dirty="0">
                <a:latin typeface="Courier New" panose="02070309020205020404" pitchFamily="49" charset="0"/>
                <a:cs typeface="Courier New" panose="02070309020205020404" pitchFamily="49" charset="0"/>
              </a:rPr>
              <a:t>FFBB</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HTHH</a:t>
            </a:r>
          </a:p>
          <a:p>
            <a:r>
              <a:rPr lang="en-US" dirty="0"/>
              <a:t>It is easy for the dealer to compute the probability:</a:t>
            </a:r>
            <a:br>
              <a:rPr lang="en-US" dirty="0"/>
            </a:br>
            <a:r>
              <a:rPr lang="en-US" dirty="0" err="1"/>
              <a:t>Pr</a:t>
            </a:r>
            <a:r>
              <a:rPr lang="en-US" dirty="0"/>
              <a:t>(</a:t>
            </a:r>
            <a:r>
              <a:rPr lang="en-US" dirty="0">
                <a:latin typeface="Courier New" panose="02070309020205020404" pitchFamily="49" charset="0"/>
                <a:cs typeface="Courier New" panose="02070309020205020404" pitchFamily="49" charset="0"/>
              </a:rPr>
              <a:t>FFBB</a:t>
            </a:r>
            <a:r>
              <a:rPr lang="en-US" dirty="0">
                <a:cs typeface="Courier New" panose="02070309020205020404" pitchFamily="49" charset="0"/>
              </a:rPr>
              <a:t>)=</a:t>
            </a:r>
            <a:r>
              <a:rPr lang="en-US" dirty="0" err="1">
                <a:cs typeface="Courier New" panose="02070309020205020404" pitchFamily="49" charset="0"/>
              </a:rPr>
              <a:t>Pr</a:t>
            </a:r>
            <a:r>
              <a:rPr lang="en-US" dirty="0">
                <a:cs typeface="Courier New" panose="02070309020205020404" pitchFamily="49" charset="0"/>
              </a:rPr>
              <a:t>(start in F)*</a:t>
            </a:r>
            <a:r>
              <a:rPr lang="en-US" dirty="0" err="1">
                <a:cs typeface="Courier New" panose="02070309020205020404" pitchFamily="49" charset="0"/>
              </a:rPr>
              <a:t>Pr</a:t>
            </a:r>
            <a:r>
              <a:rPr lang="en-US" dirty="0">
                <a:cs typeface="Courier New" panose="02070309020205020404" pitchFamily="49" charset="0"/>
              </a:rPr>
              <a:t>(emit H in F)*</a:t>
            </a:r>
            <a:r>
              <a:rPr lang="en-US" dirty="0" err="1">
                <a:cs typeface="Courier New" panose="02070309020205020404" pitchFamily="49" charset="0"/>
              </a:rPr>
              <a:t>Pr</a:t>
            </a:r>
            <a:r>
              <a:rPr lang="en-US" dirty="0">
                <a:cs typeface="Courier New" panose="02070309020205020404" pitchFamily="49" charset="0"/>
              </a:rPr>
              <a:t>(stay in F)* </a:t>
            </a:r>
            <a:r>
              <a:rPr lang="en-US" dirty="0" err="1">
                <a:cs typeface="Courier New" panose="02070309020205020404" pitchFamily="49" charset="0"/>
              </a:rPr>
              <a:t>Pr</a:t>
            </a:r>
            <a:r>
              <a:rPr lang="en-US" dirty="0">
                <a:cs typeface="Courier New" panose="02070309020205020404" pitchFamily="49" charset="0"/>
              </a:rPr>
              <a:t>(emit T in F)* </a:t>
            </a:r>
            <a:r>
              <a:rPr lang="en-US" dirty="0" err="1">
                <a:cs typeface="Courier New" panose="02070309020205020404" pitchFamily="49" charset="0"/>
              </a:rPr>
              <a:t>Pr</a:t>
            </a:r>
            <a:r>
              <a:rPr lang="en-US" dirty="0">
                <a:cs typeface="Courier New" panose="02070309020205020404" pitchFamily="49" charset="0"/>
              </a:rPr>
              <a:t>(switch to B)* </a:t>
            </a:r>
            <a:r>
              <a:rPr lang="en-US" dirty="0" err="1">
                <a:cs typeface="Courier New" panose="02070309020205020404" pitchFamily="49" charset="0"/>
              </a:rPr>
              <a:t>Pr</a:t>
            </a:r>
            <a:r>
              <a:rPr lang="en-US" dirty="0">
                <a:cs typeface="Courier New" panose="02070309020205020404" pitchFamily="49" charset="0"/>
              </a:rPr>
              <a:t>(emit H in B)*</a:t>
            </a:r>
            <a:r>
              <a:rPr lang="en-US" dirty="0" err="1">
                <a:cs typeface="Courier New" panose="02070309020205020404" pitchFamily="49" charset="0"/>
              </a:rPr>
              <a:t>Pr</a:t>
            </a:r>
            <a:r>
              <a:rPr lang="en-US" dirty="0">
                <a:cs typeface="Courier New" panose="02070309020205020404" pitchFamily="49" charset="0"/>
              </a:rPr>
              <a:t>(stay in B)* </a:t>
            </a:r>
            <a:r>
              <a:rPr lang="en-US" dirty="0" err="1">
                <a:cs typeface="Courier New" panose="02070309020205020404" pitchFamily="49" charset="0"/>
              </a:rPr>
              <a:t>Pr</a:t>
            </a:r>
            <a:r>
              <a:rPr lang="en-US" dirty="0">
                <a:cs typeface="Courier New" panose="02070309020205020404" pitchFamily="49" charset="0"/>
              </a:rPr>
              <a:t>(emit H in B) = </a:t>
            </a:r>
            <a:br>
              <a:rPr lang="en-US" dirty="0">
                <a:cs typeface="Courier New" panose="02070309020205020404" pitchFamily="49" charset="0"/>
              </a:rPr>
            </a:br>
            <a:r>
              <a:rPr lang="en-US" dirty="0">
                <a:cs typeface="Courier New" panose="02070309020205020404" pitchFamily="49" charset="0"/>
              </a:rPr>
              <a:t>0.5*0.5*0.8*0.5*0.2*0.9*0.8*0.9</a:t>
            </a:r>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p>
          <a:p>
            <a:endParaRPr lang="en-US" dirty="0"/>
          </a:p>
          <a:p>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C0F5982B-5F33-B9E6-B77B-24962F05583C}"/>
              </a:ext>
            </a:extLst>
          </p:cNvPr>
          <p:cNvSpPr>
            <a:spLocks noGrp="1"/>
          </p:cNvSpPr>
          <p:nvPr>
            <p:ph type="sldNum" sz="quarter" idx="12"/>
          </p:nvPr>
        </p:nvSpPr>
        <p:spPr/>
        <p:txBody>
          <a:bodyPr/>
          <a:lstStyle/>
          <a:p>
            <a:fld id="{B82CCC60-E8CD-4174-8B1A-7DF615B22EEF}" type="slidenum">
              <a:rPr lang="en-US" smtClean="0"/>
              <a:pPr/>
              <a:t>33</a:t>
            </a:fld>
            <a:endParaRPr lang="en-US"/>
          </a:p>
        </p:txBody>
      </p:sp>
      <p:sp>
        <p:nvSpPr>
          <p:cNvPr id="5" name="Oval 4">
            <a:extLst>
              <a:ext uri="{FF2B5EF4-FFF2-40B4-BE49-F238E27FC236}">
                <a16:creationId xmlns:a16="http://schemas.microsoft.com/office/drawing/2014/main" id="{BC39ADAA-9D2A-298D-DD69-A5BE32D0C565}"/>
              </a:ext>
            </a:extLst>
          </p:cNvPr>
          <p:cNvSpPr/>
          <p:nvPr/>
        </p:nvSpPr>
        <p:spPr>
          <a:xfrm>
            <a:off x="3725708" y="5090143"/>
            <a:ext cx="899886" cy="89988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8B278906-3134-B264-5987-CC4F215A1860}"/>
              </a:ext>
            </a:extLst>
          </p:cNvPr>
          <p:cNvSpPr/>
          <p:nvPr/>
        </p:nvSpPr>
        <p:spPr>
          <a:xfrm>
            <a:off x="6686623" y="5090143"/>
            <a:ext cx="899886" cy="899886"/>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7" name="Ink 6">
                <a:extLst>
                  <a:ext uri="{FF2B5EF4-FFF2-40B4-BE49-F238E27FC236}">
                    <a16:creationId xmlns:a16="http://schemas.microsoft.com/office/drawing/2014/main" id="{244D23E3-96BA-5D6B-4952-2916A41FC51F}"/>
                  </a:ext>
                </a:extLst>
              </p14:cNvPr>
              <p14:cNvContentPartPr/>
              <p14:nvPr/>
            </p14:nvContentPartPr>
            <p14:xfrm>
              <a:off x="4422286" y="4813183"/>
              <a:ext cx="2343600" cy="472680"/>
            </p14:xfrm>
          </p:contentPart>
        </mc:Choice>
        <mc:Fallback xmlns="">
          <p:pic>
            <p:nvPicPr>
              <p:cNvPr id="7" name="Ink 6">
                <a:extLst>
                  <a:ext uri="{FF2B5EF4-FFF2-40B4-BE49-F238E27FC236}">
                    <a16:creationId xmlns:a16="http://schemas.microsoft.com/office/drawing/2014/main" id="{244D23E3-96BA-5D6B-4952-2916A41FC51F}"/>
                  </a:ext>
                </a:extLst>
              </p:cNvPr>
              <p:cNvPicPr/>
              <p:nvPr/>
            </p:nvPicPr>
            <p:blipFill>
              <a:blip r:embed="rId3"/>
              <a:stretch>
                <a:fillRect/>
              </a:stretch>
            </p:blipFill>
            <p:spPr>
              <a:xfrm>
                <a:off x="4416165" y="4807063"/>
                <a:ext cx="2355842" cy="4849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8" name="Ink 7">
                <a:extLst>
                  <a:ext uri="{FF2B5EF4-FFF2-40B4-BE49-F238E27FC236}">
                    <a16:creationId xmlns:a16="http://schemas.microsoft.com/office/drawing/2014/main" id="{9F86BA86-54F1-1332-5EE1-F9F4753BD315}"/>
                  </a:ext>
                </a:extLst>
              </p14:cNvPr>
              <p14:cNvContentPartPr/>
              <p14:nvPr/>
            </p14:nvContentPartPr>
            <p14:xfrm>
              <a:off x="4423726" y="5931703"/>
              <a:ext cx="2502720" cy="400320"/>
            </p14:xfrm>
          </p:contentPart>
        </mc:Choice>
        <mc:Fallback xmlns="">
          <p:pic>
            <p:nvPicPr>
              <p:cNvPr id="8" name="Ink 7">
                <a:extLst>
                  <a:ext uri="{FF2B5EF4-FFF2-40B4-BE49-F238E27FC236}">
                    <a16:creationId xmlns:a16="http://schemas.microsoft.com/office/drawing/2014/main" id="{9F86BA86-54F1-1332-5EE1-F9F4753BD315}"/>
                  </a:ext>
                </a:extLst>
              </p:cNvPr>
              <p:cNvPicPr/>
              <p:nvPr/>
            </p:nvPicPr>
            <p:blipFill>
              <a:blip r:embed="rId5"/>
              <a:stretch>
                <a:fillRect/>
              </a:stretch>
            </p:blipFill>
            <p:spPr>
              <a:xfrm>
                <a:off x="4417606" y="5925583"/>
                <a:ext cx="25149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9" name="Ink 8">
                <a:extLst>
                  <a:ext uri="{FF2B5EF4-FFF2-40B4-BE49-F238E27FC236}">
                    <a16:creationId xmlns:a16="http://schemas.microsoft.com/office/drawing/2014/main" id="{74DEE59B-326F-9578-BF8F-46C193D81738}"/>
                  </a:ext>
                </a:extLst>
              </p14:cNvPr>
              <p14:cNvContentPartPr/>
              <p14:nvPr/>
            </p14:nvContentPartPr>
            <p14:xfrm>
              <a:off x="7484446" y="4959343"/>
              <a:ext cx="1329840" cy="1373040"/>
            </p14:xfrm>
          </p:contentPart>
        </mc:Choice>
        <mc:Fallback xmlns="">
          <p:pic>
            <p:nvPicPr>
              <p:cNvPr id="9" name="Ink 8">
                <a:extLst>
                  <a:ext uri="{FF2B5EF4-FFF2-40B4-BE49-F238E27FC236}">
                    <a16:creationId xmlns:a16="http://schemas.microsoft.com/office/drawing/2014/main" id="{74DEE59B-326F-9578-BF8F-46C193D81738}"/>
                  </a:ext>
                </a:extLst>
              </p:cNvPr>
              <p:cNvPicPr/>
              <p:nvPr/>
            </p:nvPicPr>
            <p:blipFill>
              <a:blip r:embed="rId7"/>
              <a:stretch>
                <a:fillRect/>
              </a:stretch>
            </p:blipFill>
            <p:spPr>
              <a:xfrm>
                <a:off x="7478326" y="4953223"/>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5CCAB885-0764-64B5-ACF3-84306CBBFD8B}"/>
                  </a:ext>
                </a:extLst>
              </p14:cNvPr>
              <p14:cNvContentPartPr/>
              <p14:nvPr/>
            </p14:nvContentPartPr>
            <p14:xfrm>
              <a:off x="2491966" y="4770703"/>
              <a:ext cx="1371600" cy="1343880"/>
            </p14:xfrm>
          </p:contentPart>
        </mc:Choice>
        <mc:Fallback xmlns="">
          <p:pic>
            <p:nvPicPr>
              <p:cNvPr id="10" name="Ink 9">
                <a:extLst>
                  <a:ext uri="{FF2B5EF4-FFF2-40B4-BE49-F238E27FC236}">
                    <a16:creationId xmlns:a16="http://schemas.microsoft.com/office/drawing/2014/main" id="{5CCAB885-0764-64B5-ACF3-84306CBBFD8B}"/>
                  </a:ext>
                </a:extLst>
              </p:cNvPr>
              <p:cNvPicPr/>
              <p:nvPr/>
            </p:nvPicPr>
            <p:blipFill>
              <a:blip r:embed="rId9"/>
              <a:stretch>
                <a:fillRect/>
              </a:stretch>
            </p:blipFill>
            <p:spPr>
              <a:xfrm>
                <a:off x="2485846" y="4764583"/>
                <a:ext cx="1383840" cy="1356120"/>
              </a:xfrm>
              <a:prstGeom prst="rect">
                <a:avLst/>
              </a:prstGeom>
            </p:spPr>
          </p:pic>
        </mc:Fallback>
      </mc:AlternateContent>
      <p:sp>
        <p:nvSpPr>
          <p:cNvPr id="11" name="TextBox 10">
            <a:extLst>
              <a:ext uri="{FF2B5EF4-FFF2-40B4-BE49-F238E27FC236}">
                <a16:creationId xmlns:a16="http://schemas.microsoft.com/office/drawing/2014/main" id="{45DBDF70-2D97-4FF2-B51A-50B5FEBCF94A}"/>
              </a:ext>
            </a:extLst>
          </p:cNvPr>
          <p:cNvSpPr txBox="1"/>
          <p:nvPr/>
        </p:nvSpPr>
        <p:spPr>
          <a:xfrm>
            <a:off x="5198674" y="4430228"/>
            <a:ext cx="476412" cy="369332"/>
          </a:xfrm>
          <a:prstGeom prst="rect">
            <a:avLst/>
          </a:prstGeom>
          <a:noFill/>
        </p:spPr>
        <p:txBody>
          <a:bodyPr wrap="none" rtlCol="0">
            <a:spAutoFit/>
          </a:bodyPr>
          <a:lstStyle/>
          <a:p>
            <a:r>
              <a:rPr lang="en-US" dirty="0"/>
              <a:t>0.2</a:t>
            </a:r>
          </a:p>
        </p:txBody>
      </p:sp>
      <p:sp>
        <p:nvSpPr>
          <p:cNvPr id="12" name="TextBox 11">
            <a:extLst>
              <a:ext uri="{FF2B5EF4-FFF2-40B4-BE49-F238E27FC236}">
                <a16:creationId xmlns:a16="http://schemas.microsoft.com/office/drawing/2014/main" id="{2C866F49-BF0D-FBB4-5844-C7AD498F2BEC}"/>
              </a:ext>
            </a:extLst>
          </p:cNvPr>
          <p:cNvSpPr txBox="1"/>
          <p:nvPr/>
        </p:nvSpPr>
        <p:spPr>
          <a:xfrm>
            <a:off x="5198674" y="6488668"/>
            <a:ext cx="476412" cy="369332"/>
          </a:xfrm>
          <a:prstGeom prst="rect">
            <a:avLst/>
          </a:prstGeom>
          <a:noFill/>
        </p:spPr>
        <p:txBody>
          <a:bodyPr wrap="none" rtlCol="0">
            <a:spAutoFit/>
          </a:bodyPr>
          <a:lstStyle/>
          <a:p>
            <a:r>
              <a:rPr lang="en-US" dirty="0"/>
              <a:t>0.2</a:t>
            </a:r>
          </a:p>
        </p:txBody>
      </p:sp>
      <p:sp>
        <p:nvSpPr>
          <p:cNvPr id="13" name="TextBox 12">
            <a:extLst>
              <a:ext uri="{FF2B5EF4-FFF2-40B4-BE49-F238E27FC236}">
                <a16:creationId xmlns:a16="http://schemas.microsoft.com/office/drawing/2014/main" id="{B67CB788-4FD3-045E-A387-4E9010F9EA7A}"/>
              </a:ext>
            </a:extLst>
          </p:cNvPr>
          <p:cNvSpPr txBox="1"/>
          <p:nvPr/>
        </p:nvSpPr>
        <p:spPr>
          <a:xfrm>
            <a:off x="7986232" y="4528091"/>
            <a:ext cx="476412" cy="369332"/>
          </a:xfrm>
          <a:prstGeom prst="rect">
            <a:avLst/>
          </a:prstGeom>
          <a:noFill/>
        </p:spPr>
        <p:txBody>
          <a:bodyPr wrap="none" rtlCol="0">
            <a:spAutoFit/>
          </a:bodyPr>
          <a:lstStyle/>
          <a:p>
            <a:r>
              <a:rPr lang="en-US" dirty="0"/>
              <a:t>0.8</a:t>
            </a:r>
          </a:p>
        </p:txBody>
      </p:sp>
      <p:sp>
        <p:nvSpPr>
          <p:cNvPr id="14" name="TextBox 13">
            <a:extLst>
              <a:ext uri="{FF2B5EF4-FFF2-40B4-BE49-F238E27FC236}">
                <a16:creationId xmlns:a16="http://schemas.microsoft.com/office/drawing/2014/main" id="{ABD619AE-643D-A691-0B0F-AE1FE0FD9664}"/>
              </a:ext>
            </a:extLst>
          </p:cNvPr>
          <p:cNvSpPr txBox="1"/>
          <p:nvPr/>
        </p:nvSpPr>
        <p:spPr>
          <a:xfrm>
            <a:off x="2939560" y="4401371"/>
            <a:ext cx="476412" cy="369332"/>
          </a:xfrm>
          <a:prstGeom prst="rect">
            <a:avLst/>
          </a:prstGeom>
          <a:noFill/>
        </p:spPr>
        <p:txBody>
          <a:bodyPr wrap="none" rtlCol="0">
            <a:spAutoFit/>
          </a:bodyPr>
          <a:lstStyle/>
          <a:p>
            <a:r>
              <a:rPr lang="en-US" dirty="0"/>
              <a:t>0.8</a:t>
            </a:r>
          </a:p>
        </p:txBody>
      </p:sp>
      <p:sp>
        <p:nvSpPr>
          <p:cNvPr id="15" name="TextBox 14">
            <a:extLst>
              <a:ext uri="{FF2B5EF4-FFF2-40B4-BE49-F238E27FC236}">
                <a16:creationId xmlns:a16="http://schemas.microsoft.com/office/drawing/2014/main" id="{85D557C3-3A3D-0FF5-5A4E-7B5562363ED9}"/>
              </a:ext>
            </a:extLst>
          </p:cNvPr>
          <p:cNvSpPr txBox="1"/>
          <p:nvPr/>
        </p:nvSpPr>
        <p:spPr>
          <a:xfrm>
            <a:off x="3761820" y="5355420"/>
            <a:ext cx="827662" cy="369332"/>
          </a:xfrm>
          <a:prstGeom prst="rect">
            <a:avLst/>
          </a:prstGeom>
          <a:noFill/>
        </p:spPr>
        <p:txBody>
          <a:bodyPr wrap="none" rtlCol="0">
            <a:spAutoFit/>
          </a:bodyPr>
          <a:lstStyle/>
          <a:p>
            <a:r>
              <a:rPr lang="en-US" dirty="0"/>
              <a:t>Fair (F)</a:t>
            </a:r>
          </a:p>
        </p:txBody>
      </p:sp>
      <p:sp>
        <p:nvSpPr>
          <p:cNvPr id="16" name="TextBox 15">
            <a:extLst>
              <a:ext uri="{FF2B5EF4-FFF2-40B4-BE49-F238E27FC236}">
                <a16:creationId xmlns:a16="http://schemas.microsoft.com/office/drawing/2014/main" id="{6B89ADA8-AE0B-2FA3-7C4E-24D5BF713063}"/>
              </a:ext>
            </a:extLst>
          </p:cNvPr>
          <p:cNvSpPr txBox="1"/>
          <p:nvPr/>
        </p:nvSpPr>
        <p:spPr>
          <a:xfrm>
            <a:off x="6711335" y="5355420"/>
            <a:ext cx="881973" cy="369332"/>
          </a:xfrm>
          <a:prstGeom prst="rect">
            <a:avLst/>
          </a:prstGeom>
          <a:noFill/>
        </p:spPr>
        <p:txBody>
          <a:bodyPr wrap="none" rtlCol="0">
            <a:spAutoFit/>
          </a:bodyPr>
          <a:lstStyle/>
          <a:p>
            <a:r>
              <a:rPr lang="en-US" dirty="0"/>
              <a:t>Bias (B)</a:t>
            </a:r>
          </a:p>
        </p:txBody>
      </p:sp>
    </p:spTree>
    <p:extLst>
      <p:ext uri="{BB962C8B-B14F-4D97-AF65-F5344CB8AC3E}">
        <p14:creationId xmlns:p14="http://schemas.microsoft.com/office/powerpoint/2010/main" val="84166483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3BA45-1CED-D738-3D4E-97ABCC9A97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959515-861D-2B62-EFE7-C139A3E4ADC4}"/>
              </a:ext>
            </a:extLst>
          </p:cNvPr>
          <p:cNvSpPr>
            <a:spLocks noGrp="1"/>
          </p:cNvSpPr>
          <p:nvPr>
            <p:ph type="title"/>
          </p:nvPr>
        </p:nvSpPr>
        <p:spPr/>
        <p:txBody>
          <a:bodyPr>
            <a:normAutofit fontScale="90000"/>
          </a:bodyPr>
          <a:lstStyle/>
          <a:p>
            <a:r>
              <a:rPr lang="en-US" dirty="0"/>
              <a:t>Hidden Markov Models</a:t>
            </a:r>
          </a:p>
        </p:txBody>
      </p:sp>
      <p:sp>
        <p:nvSpPr>
          <p:cNvPr id="3" name="Content Placeholder 2">
            <a:extLst>
              <a:ext uri="{FF2B5EF4-FFF2-40B4-BE49-F238E27FC236}">
                <a16:creationId xmlns:a16="http://schemas.microsoft.com/office/drawing/2014/main" id="{D29AC204-01C9-954A-CDCA-0CEB4C5ABBD0}"/>
              </a:ext>
            </a:extLst>
          </p:cNvPr>
          <p:cNvSpPr>
            <a:spLocks noGrp="1"/>
          </p:cNvSpPr>
          <p:nvPr>
            <p:ph idx="1"/>
          </p:nvPr>
        </p:nvSpPr>
        <p:spPr>
          <a:xfrm>
            <a:off x="598620" y="1596541"/>
            <a:ext cx="10972800" cy="2831808"/>
          </a:xfrm>
        </p:spPr>
        <p:txBody>
          <a:bodyPr>
            <a:normAutofit/>
          </a:bodyPr>
          <a:lstStyle/>
          <a:p>
            <a:r>
              <a:rPr lang="en-US" dirty="0"/>
              <a:t>A walk in HMM from the dealer’s perspective: </a:t>
            </a:r>
            <a:br>
              <a:rPr lang="en-US" dirty="0"/>
            </a:br>
            <a:r>
              <a:rPr lang="en-US" dirty="0">
                <a:latin typeface="Courier New" panose="02070309020205020404" pitchFamily="49" charset="0"/>
                <a:cs typeface="Courier New" panose="02070309020205020404" pitchFamily="49" charset="0"/>
              </a:rPr>
              <a:t>FFBB</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HTHH</a:t>
            </a:r>
          </a:p>
          <a:p>
            <a:r>
              <a:rPr lang="en-US" dirty="0"/>
              <a:t>What can we do?  The coins are hidden from us!</a:t>
            </a:r>
          </a:p>
          <a:p>
            <a:r>
              <a:rPr lang="en-US" dirty="0"/>
              <a:t>Try all possible sequences of 4-letter combinations of F and B, compute probabilities (2^4)</a:t>
            </a:r>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p>
          <a:p>
            <a:endParaRPr lang="en-US" dirty="0"/>
          </a:p>
          <a:p>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0A664F8C-F966-5408-DEB5-27C9EC48F5FC}"/>
              </a:ext>
            </a:extLst>
          </p:cNvPr>
          <p:cNvSpPr>
            <a:spLocks noGrp="1"/>
          </p:cNvSpPr>
          <p:nvPr>
            <p:ph type="sldNum" sz="quarter" idx="12"/>
          </p:nvPr>
        </p:nvSpPr>
        <p:spPr/>
        <p:txBody>
          <a:bodyPr/>
          <a:lstStyle/>
          <a:p>
            <a:fld id="{B82CCC60-E8CD-4174-8B1A-7DF615B22EEF}" type="slidenum">
              <a:rPr lang="en-US" smtClean="0"/>
              <a:pPr/>
              <a:t>34</a:t>
            </a:fld>
            <a:endParaRPr lang="en-US"/>
          </a:p>
        </p:txBody>
      </p:sp>
      <p:sp>
        <p:nvSpPr>
          <p:cNvPr id="5" name="Oval 4">
            <a:extLst>
              <a:ext uri="{FF2B5EF4-FFF2-40B4-BE49-F238E27FC236}">
                <a16:creationId xmlns:a16="http://schemas.microsoft.com/office/drawing/2014/main" id="{1A7BAC98-E2F6-6DB9-850C-EC92F5C00319}"/>
              </a:ext>
            </a:extLst>
          </p:cNvPr>
          <p:cNvSpPr/>
          <p:nvPr/>
        </p:nvSpPr>
        <p:spPr>
          <a:xfrm>
            <a:off x="3725708" y="5090143"/>
            <a:ext cx="899886" cy="89988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686765AC-5D7E-D806-9988-4FE92DC39D5D}"/>
              </a:ext>
            </a:extLst>
          </p:cNvPr>
          <p:cNvSpPr/>
          <p:nvPr/>
        </p:nvSpPr>
        <p:spPr>
          <a:xfrm>
            <a:off x="6686623" y="5090143"/>
            <a:ext cx="899886" cy="899886"/>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7" name="Ink 6">
                <a:extLst>
                  <a:ext uri="{FF2B5EF4-FFF2-40B4-BE49-F238E27FC236}">
                    <a16:creationId xmlns:a16="http://schemas.microsoft.com/office/drawing/2014/main" id="{1BE51B1E-B8C7-60B5-A372-35666C77E84D}"/>
                  </a:ext>
                </a:extLst>
              </p14:cNvPr>
              <p14:cNvContentPartPr/>
              <p14:nvPr/>
            </p14:nvContentPartPr>
            <p14:xfrm>
              <a:off x="4422286" y="4813183"/>
              <a:ext cx="2343600" cy="472680"/>
            </p14:xfrm>
          </p:contentPart>
        </mc:Choice>
        <mc:Fallback xmlns="">
          <p:pic>
            <p:nvPicPr>
              <p:cNvPr id="7" name="Ink 6">
                <a:extLst>
                  <a:ext uri="{FF2B5EF4-FFF2-40B4-BE49-F238E27FC236}">
                    <a16:creationId xmlns:a16="http://schemas.microsoft.com/office/drawing/2014/main" id="{1BE51B1E-B8C7-60B5-A372-35666C77E84D}"/>
                  </a:ext>
                </a:extLst>
              </p:cNvPr>
              <p:cNvPicPr/>
              <p:nvPr/>
            </p:nvPicPr>
            <p:blipFill>
              <a:blip r:embed="rId3"/>
              <a:stretch>
                <a:fillRect/>
              </a:stretch>
            </p:blipFill>
            <p:spPr>
              <a:xfrm>
                <a:off x="4416165" y="4807063"/>
                <a:ext cx="2355842" cy="4849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8" name="Ink 7">
                <a:extLst>
                  <a:ext uri="{FF2B5EF4-FFF2-40B4-BE49-F238E27FC236}">
                    <a16:creationId xmlns:a16="http://schemas.microsoft.com/office/drawing/2014/main" id="{1219F17E-B23F-E567-BF0D-8405FA4AAB5E}"/>
                  </a:ext>
                </a:extLst>
              </p14:cNvPr>
              <p14:cNvContentPartPr/>
              <p14:nvPr/>
            </p14:nvContentPartPr>
            <p14:xfrm>
              <a:off x="4423726" y="5931703"/>
              <a:ext cx="2502720" cy="400320"/>
            </p14:xfrm>
          </p:contentPart>
        </mc:Choice>
        <mc:Fallback xmlns="">
          <p:pic>
            <p:nvPicPr>
              <p:cNvPr id="8" name="Ink 7">
                <a:extLst>
                  <a:ext uri="{FF2B5EF4-FFF2-40B4-BE49-F238E27FC236}">
                    <a16:creationId xmlns:a16="http://schemas.microsoft.com/office/drawing/2014/main" id="{1219F17E-B23F-E567-BF0D-8405FA4AAB5E}"/>
                  </a:ext>
                </a:extLst>
              </p:cNvPr>
              <p:cNvPicPr/>
              <p:nvPr/>
            </p:nvPicPr>
            <p:blipFill>
              <a:blip r:embed="rId5"/>
              <a:stretch>
                <a:fillRect/>
              </a:stretch>
            </p:blipFill>
            <p:spPr>
              <a:xfrm>
                <a:off x="4417606" y="5925583"/>
                <a:ext cx="25149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9" name="Ink 8">
                <a:extLst>
                  <a:ext uri="{FF2B5EF4-FFF2-40B4-BE49-F238E27FC236}">
                    <a16:creationId xmlns:a16="http://schemas.microsoft.com/office/drawing/2014/main" id="{B905D0C6-3704-9AF6-9B9C-3F6D71ABB845}"/>
                  </a:ext>
                </a:extLst>
              </p14:cNvPr>
              <p14:cNvContentPartPr/>
              <p14:nvPr/>
            </p14:nvContentPartPr>
            <p14:xfrm>
              <a:off x="7484446" y="4959343"/>
              <a:ext cx="1329840" cy="1373040"/>
            </p14:xfrm>
          </p:contentPart>
        </mc:Choice>
        <mc:Fallback xmlns="">
          <p:pic>
            <p:nvPicPr>
              <p:cNvPr id="9" name="Ink 8">
                <a:extLst>
                  <a:ext uri="{FF2B5EF4-FFF2-40B4-BE49-F238E27FC236}">
                    <a16:creationId xmlns:a16="http://schemas.microsoft.com/office/drawing/2014/main" id="{B905D0C6-3704-9AF6-9B9C-3F6D71ABB845}"/>
                  </a:ext>
                </a:extLst>
              </p:cNvPr>
              <p:cNvPicPr/>
              <p:nvPr/>
            </p:nvPicPr>
            <p:blipFill>
              <a:blip r:embed="rId7"/>
              <a:stretch>
                <a:fillRect/>
              </a:stretch>
            </p:blipFill>
            <p:spPr>
              <a:xfrm>
                <a:off x="7478326" y="4953223"/>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5BE658BA-C980-01DF-D40A-6CF1B9AFC93A}"/>
                  </a:ext>
                </a:extLst>
              </p14:cNvPr>
              <p14:cNvContentPartPr/>
              <p14:nvPr/>
            </p14:nvContentPartPr>
            <p14:xfrm>
              <a:off x="2491966" y="4770703"/>
              <a:ext cx="1371600" cy="1343880"/>
            </p14:xfrm>
          </p:contentPart>
        </mc:Choice>
        <mc:Fallback xmlns="">
          <p:pic>
            <p:nvPicPr>
              <p:cNvPr id="10" name="Ink 9">
                <a:extLst>
                  <a:ext uri="{FF2B5EF4-FFF2-40B4-BE49-F238E27FC236}">
                    <a16:creationId xmlns:a16="http://schemas.microsoft.com/office/drawing/2014/main" id="{5BE658BA-C980-01DF-D40A-6CF1B9AFC93A}"/>
                  </a:ext>
                </a:extLst>
              </p:cNvPr>
              <p:cNvPicPr/>
              <p:nvPr/>
            </p:nvPicPr>
            <p:blipFill>
              <a:blip r:embed="rId9"/>
              <a:stretch>
                <a:fillRect/>
              </a:stretch>
            </p:blipFill>
            <p:spPr>
              <a:xfrm>
                <a:off x="2485846" y="4764583"/>
                <a:ext cx="1383840" cy="1356120"/>
              </a:xfrm>
              <a:prstGeom prst="rect">
                <a:avLst/>
              </a:prstGeom>
            </p:spPr>
          </p:pic>
        </mc:Fallback>
      </mc:AlternateContent>
      <p:sp>
        <p:nvSpPr>
          <p:cNvPr id="11" name="TextBox 10">
            <a:extLst>
              <a:ext uri="{FF2B5EF4-FFF2-40B4-BE49-F238E27FC236}">
                <a16:creationId xmlns:a16="http://schemas.microsoft.com/office/drawing/2014/main" id="{D7F86296-B2AD-EA38-155E-CC326EED969F}"/>
              </a:ext>
            </a:extLst>
          </p:cNvPr>
          <p:cNvSpPr txBox="1"/>
          <p:nvPr/>
        </p:nvSpPr>
        <p:spPr>
          <a:xfrm>
            <a:off x="5198674" y="4430228"/>
            <a:ext cx="476412" cy="369332"/>
          </a:xfrm>
          <a:prstGeom prst="rect">
            <a:avLst/>
          </a:prstGeom>
          <a:noFill/>
        </p:spPr>
        <p:txBody>
          <a:bodyPr wrap="none" rtlCol="0">
            <a:spAutoFit/>
          </a:bodyPr>
          <a:lstStyle/>
          <a:p>
            <a:r>
              <a:rPr lang="en-US" dirty="0"/>
              <a:t>0.2</a:t>
            </a:r>
          </a:p>
        </p:txBody>
      </p:sp>
      <p:sp>
        <p:nvSpPr>
          <p:cNvPr id="12" name="TextBox 11">
            <a:extLst>
              <a:ext uri="{FF2B5EF4-FFF2-40B4-BE49-F238E27FC236}">
                <a16:creationId xmlns:a16="http://schemas.microsoft.com/office/drawing/2014/main" id="{D86DF8B8-73A9-E400-9157-79A24241F29F}"/>
              </a:ext>
            </a:extLst>
          </p:cNvPr>
          <p:cNvSpPr txBox="1"/>
          <p:nvPr/>
        </p:nvSpPr>
        <p:spPr>
          <a:xfrm>
            <a:off x="5198674" y="6488668"/>
            <a:ext cx="476412" cy="369332"/>
          </a:xfrm>
          <a:prstGeom prst="rect">
            <a:avLst/>
          </a:prstGeom>
          <a:noFill/>
        </p:spPr>
        <p:txBody>
          <a:bodyPr wrap="none" rtlCol="0">
            <a:spAutoFit/>
          </a:bodyPr>
          <a:lstStyle/>
          <a:p>
            <a:r>
              <a:rPr lang="en-US" dirty="0"/>
              <a:t>0.2</a:t>
            </a:r>
          </a:p>
        </p:txBody>
      </p:sp>
      <p:sp>
        <p:nvSpPr>
          <p:cNvPr id="13" name="TextBox 12">
            <a:extLst>
              <a:ext uri="{FF2B5EF4-FFF2-40B4-BE49-F238E27FC236}">
                <a16:creationId xmlns:a16="http://schemas.microsoft.com/office/drawing/2014/main" id="{518259B2-C629-9A96-B5CF-4757CAA9A4DA}"/>
              </a:ext>
            </a:extLst>
          </p:cNvPr>
          <p:cNvSpPr txBox="1"/>
          <p:nvPr/>
        </p:nvSpPr>
        <p:spPr>
          <a:xfrm>
            <a:off x="7986232" y="4528091"/>
            <a:ext cx="476412" cy="369332"/>
          </a:xfrm>
          <a:prstGeom prst="rect">
            <a:avLst/>
          </a:prstGeom>
          <a:noFill/>
        </p:spPr>
        <p:txBody>
          <a:bodyPr wrap="none" rtlCol="0">
            <a:spAutoFit/>
          </a:bodyPr>
          <a:lstStyle/>
          <a:p>
            <a:r>
              <a:rPr lang="en-US" dirty="0"/>
              <a:t>0.8</a:t>
            </a:r>
          </a:p>
        </p:txBody>
      </p:sp>
      <p:sp>
        <p:nvSpPr>
          <p:cNvPr id="14" name="TextBox 13">
            <a:extLst>
              <a:ext uri="{FF2B5EF4-FFF2-40B4-BE49-F238E27FC236}">
                <a16:creationId xmlns:a16="http://schemas.microsoft.com/office/drawing/2014/main" id="{7CDA9687-0F74-3940-DC92-79A8E0FB5291}"/>
              </a:ext>
            </a:extLst>
          </p:cNvPr>
          <p:cNvSpPr txBox="1"/>
          <p:nvPr/>
        </p:nvSpPr>
        <p:spPr>
          <a:xfrm>
            <a:off x="2939560" y="4401371"/>
            <a:ext cx="476412" cy="369332"/>
          </a:xfrm>
          <a:prstGeom prst="rect">
            <a:avLst/>
          </a:prstGeom>
          <a:noFill/>
        </p:spPr>
        <p:txBody>
          <a:bodyPr wrap="none" rtlCol="0">
            <a:spAutoFit/>
          </a:bodyPr>
          <a:lstStyle/>
          <a:p>
            <a:r>
              <a:rPr lang="en-US" dirty="0"/>
              <a:t>0.8</a:t>
            </a:r>
          </a:p>
        </p:txBody>
      </p:sp>
      <p:sp>
        <p:nvSpPr>
          <p:cNvPr id="15" name="TextBox 14">
            <a:extLst>
              <a:ext uri="{FF2B5EF4-FFF2-40B4-BE49-F238E27FC236}">
                <a16:creationId xmlns:a16="http://schemas.microsoft.com/office/drawing/2014/main" id="{C312CFE8-320E-CAF3-F358-5E16C444DA30}"/>
              </a:ext>
            </a:extLst>
          </p:cNvPr>
          <p:cNvSpPr txBox="1"/>
          <p:nvPr/>
        </p:nvSpPr>
        <p:spPr>
          <a:xfrm>
            <a:off x="3761820" y="5355420"/>
            <a:ext cx="827662" cy="369332"/>
          </a:xfrm>
          <a:prstGeom prst="rect">
            <a:avLst/>
          </a:prstGeom>
          <a:noFill/>
        </p:spPr>
        <p:txBody>
          <a:bodyPr wrap="none" rtlCol="0">
            <a:spAutoFit/>
          </a:bodyPr>
          <a:lstStyle/>
          <a:p>
            <a:r>
              <a:rPr lang="en-US" dirty="0"/>
              <a:t>Fair (F)</a:t>
            </a:r>
          </a:p>
        </p:txBody>
      </p:sp>
      <p:sp>
        <p:nvSpPr>
          <p:cNvPr id="16" name="TextBox 15">
            <a:extLst>
              <a:ext uri="{FF2B5EF4-FFF2-40B4-BE49-F238E27FC236}">
                <a16:creationId xmlns:a16="http://schemas.microsoft.com/office/drawing/2014/main" id="{E6AE1A07-65B7-D036-0E9C-E894626A3889}"/>
              </a:ext>
            </a:extLst>
          </p:cNvPr>
          <p:cNvSpPr txBox="1"/>
          <p:nvPr/>
        </p:nvSpPr>
        <p:spPr>
          <a:xfrm>
            <a:off x="6711335" y="5355420"/>
            <a:ext cx="881973" cy="369332"/>
          </a:xfrm>
          <a:prstGeom prst="rect">
            <a:avLst/>
          </a:prstGeom>
          <a:noFill/>
        </p:spPr>
        <p:txBody>
          <a:bodyPr wrap="none" rtlCol="0">
            <a:spAutoFit/>
          </a:bodyPr>
          <a:lstStyle/>
          <a:p>
            <a:r>
              <a:rPr lang="en-US" dirty="0"/>
              <a:t>Bias (B)</a:t>
            </a:r>
          </a:p>
        </p:txBody>
      </p:sp>
    </p:spTree>
    <p:extLst>
      <p:ext uri="{BB962C8B-B14F-4D97-AF65-F5344CB8AC3E}">
        <p14:creationId xmlns:p14="http://schemas.microsoft.com/office/powerpoint/2010/main" val="7497563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0F56C-3590-4B93-8794-A19D3CDE56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357462-F74A-A55E-066C-0C69AA13F5F4}"/>
              </a:ext>
            </a:extLst>
          </p:cNvPr>
          <p:cNvSpPr>
            <a:spLocks noGrp="1"/>
          </p:cNvSpPr>
          <p:nvPr>
            <p:ph type="title"/>
          </p:nvPr>
        </p:nvSpPr>
        <p:spPr/>
        <p:txBody>
          <a:bodyPr>
            <a:normAutofit fontScale="90000"/>
          </a:bodyPr>
          <a:lstStyle/>
          <a:p>
            <a:r>
              <a:rPr lang="en-US" dirty="0"/>
              <a:t>Hidden Markov Models</a:t>
            </a:r>
          </a:p>
        </p:txBody>
      </p:sp>
      <p:sp>
        <p:nvSpPr>
          <p:cNvPr id="4" name="Slide Number Placeholder 3">
            <a:extLst>
              <a:ext uri="{FF2B5EF4-FFF2-40B4-BE49-F238E27FC236}">
                <a16:creationId xmlns:a16="http://schemas.microsoft.com/office/drawing/2014/main" id="{EDA77FF9-F8F5-C646-8BB3-0620F9F2DFE8}"/>
              </a:ext>
            </a:extLst>
          </p:cNvPr>
          <p:cNvSpPr>
            <a:spLocks noGrp="1"/>
          </p:cNvSpPr>
          <p:nvPr>
            <p:ph type="sldNum" sz="quarter" idx="12"/>
          </p:nvPr>
        </p:nvSpPr>
        <p:spPr/>
        <p:txBody>
          <a:bodyPr/>
          <a:lstStyle/>
          <a:p>
            <a:fld id="{B82CCC60-E8CD-4174-8B1A-7DF615B22EEF}" type="slidenum">
              <a:rPr lang="en-US" smtClean="0"/>
              <a:pPr/>
              <a:t>35</a:t>
            </a:fld>
            <a:endParaRPr lang="en-US"/>
          </a:p>
        </p:txBody>
      </p:sp>
      <p:sp>
        <p:nvSpPr>
          <p:cNvPr id="5" name="Oval 4">
            <a:extLst>
              <a:ext uri="{FF2B5EF4-FFF2-40B4-BE49-F238E27FC236}">
                <a16:creationId xmlns:a16="http://schemas.microsoft.com/office/drawing/2014/main" id="{2B168BAB-2083-2502-D353-A25A7769FBD0}"/>
              </a:ext>
            </a:extLst>
          </p:cNvPr>
          <p:cNvSpPr/>
          <p:nvPr/>
        </p:nvSpPr>
        <p:spPr>
          <a:xfrm>
            <a:off x="3725708" y="5090143"/>
            <a:ext cx="899886" cy="89988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94DE4518-21A0-2244-5507-5AD14D5C2E2B}"/>
              </a:ext>
            </a:extLst>
          </p:cNvPr>
          <p:cNvSpPr/>
          <p:nvPr/>
        </p:nvSpPr>
        <p:spPr>
          <a:xfrm>
            <a:off x="6686623" y="5090143"/>
            <a:ext cx="899886" cy="899886"/>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7" name="Ink 6">
                <a:extLst>
                  <a:ext uri="{FF2B5EF4-FFF2-40B4-BE49-F238E27FC236}">
                    <a16:creationId xmlns:a16="http://schemas.microsoft.com/office/drawing/2014/main" id="{2C033EE1-80CB-5702-2CB6-DE987248708D}"/>
                  </a:ext>
                </a:extLst>
              </p14:cNvPr>
              <p14:cNvContentPartPr/>
              <p14:nvPr/>
            </p14:nvContentPartPr>
            <p14:xfrm>
              <a:off x="4422286" y="4813183"/>
              <a:ext cx="2343600" cy="472680"/>
            </p14:xfrm>
          </p:contentPart>
        </mc:Choice>
        <mc:Fallback xmlns="">
          <p:pic>
            <p:nvPicPr>
              <p:cNvPr id="7" name="Ink 6">
                <a:extLst>
                  <a:ext uri="{FF2B5EF4-FFF2-40B4-BE49-F238E27FC236}">
                    <a16:creationId xmlns:a16="http://schemas.microsoft.com/office/drawing/2014/main" id="{2C033EE1-80CB-5702-2CB6-DE987248708D}"/>
                  </a:ext>
                </a:extLst>
              </p:cNvPr>
              <p:cNvPicPr/>
              <p:nvPr/>
            </p:nvPicPr>
            <p:blipFill>
              <a:blip r:embed="rId3"/>
              <a:stretch>
                <a:fillRect/>
              </a:stretch>
            </p:blipFill>
            <p:spPr>
              <a:xfrm>
                <a:off x="4416165" y="4807063"/>
                <a:ext cx="2355842" cy="4849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8" name="Ink 7">
                <a:extLst>
                  <a:ext uri="{FF2B5EF4-FFF2-40B4-BE49-F238E27FC236}">
                    <a16:creationId xmlns:a16="http://schemas.microsoft.com/office/drawing/2014/main" id="{785C6ED7-F3FE-564F-2717-7064027198B9}"/>
                  </a:ext>
                </a:extLst>
              </p14:cNvPr>
              <p14:cNvContentPartPr/>
              <p14:nvPr/>
            </p14:nvContentPartPr>
            <p14:xfrm>
              <a:off x="4423726" y="5931703"/>
              <a:ext cx="2502720" cy="400320"/>
            </p14:xfrm>
          </p:contentPart>
        </mc:Choice>
        <mc:Fallback xmlns="">
          <p:pic>
            <p:nvPicPr>
              <p:cNvPr id="8" name="Ink 7">
                <a:extLst>
                  <a:ext uri="{FF2B5EF4-FFF2-40B4-BE49-F238E27FC236}">
                    <a16:creationId xmlns:a16="http://schemas.microsoft.com/office/drawing/2014/main" id="{785C6ED7-F3FE-564F-2717-7064027198B9}"/>
                  </a:ext>
                </a:extLst>
              </p:cNvPr>
              <p:cNvPicPr/>
              <p:nvPr/>
            </p:nvPicPr>
            <p:blipFill>
              <a:blip r:embed="rId5"/>
              <a:stretch>
                <a:fillRect/>
              </a:stretch>
            </p:blipFill>
            <p:spPr>
              <a:xfrm>
                <a:off x="4417606" y="5925583"/>
                <a:ext cx="25149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9" name="Ink 8">
                <a:extLst>
                  <a:ext uri="{FF2B5EF4-FFF2-40B4-BE49-F238E27FC236}">
                    <a16:creationId xmlns:a16="http://schemas.microsoft.com/office/drawing/2014/main" id="{5096853C-B616-36DA-7743-F106416E6323}"/>
                  </a:ext>
                </a:extLst>
              </p14:cNvPr>
              <p14:cNvContentPartPr/>
              <p14:nvPr/>
            </p14:nvContentPartPr>
            <p14:xfrm>
              <a:off x="7484446" y="4959343"/>
              <a:ext cx="1329840" cy="1373040"/>
            </p14:xfrm>
          </p:contentPart>
        </mc:Choice>
        <mc:Fallback xmlns="">
          <p:pic>
            <p:nvPicPr>
              <p:cNvPr id="9" name="Ink 8">
                <a:extLst>
                  <a:ext uri="{FF2B5EF4-FFF2-40B4-BE49-F238E27FC236}">
                    <a16:creationId xmlns:a16="http://schemas.microsoft.com/office/drawing/2014/main" id="{5096853C-B616-36DA-7743-F106416E6323}"/>
                  </a:ext>
                </a:extLst>
              </p:cNvPr>
              <p:cNvPicPr/>
              <p:nvPr/>
            </p:nvPicPr>
            <p:blipFill>
              <a:blip r:embed="rId7"/>
              <a:stretch>
                <a:fillRect/>
              </a:stretch>
            </p:blipFill>
            <p:spPr>
              <a:xfrm>
                <a:off x="7478326" y="4953223"/>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53CFBEF3-2A45-9C85-0AED-68B77005B598}"/>
                  </a:ext>
                </a:extLst>
              </p14:cNvPr>
              <p14:cNvContentPartPr/>
              <p14:nvPr/>
            </p14:nvContentPartPr>
            <p14:xfrm>
              <a:off x="2491966" y="4770703"/>
              <a:ext cx="1371600" cy="1343880"/>
            </p14:xfrm>
          </p:contentPart>
        </mc:Choice>
        <mc:Fallback xmlns="">
          <p:pic>
            <p:nvPicPr>
              <p:cNvPr id="10" name="Ink 9">
                <a:extLst>
                  <a:ext uri="{FF2B5EF4-FFF2-40B4-BE49-F238E27FC236}">
                    <a16:creationId xmlns:a16="http://schemas.microsoft.com/office/drawing/2014/main" id="{53CFBEF3-2A45-9C85-0AED-68B77005B598}"/>
                  </a:ext>
                </a:extLst>
              </p:cNvPr>
              <p:cNvPicPr/>
              <p:nvPr/>
            </p:nvPicPr>
            <p:blipFill>
              <a:blip r:embed="rId9"/>
              <a:stretch>
                <a:fillRect/>
              </a:stretch>
            </p:blipFill>
            <p:spPr>
              <a:xfrm>
                <a:off x="2485846" y="4764583"/>
                <a:ext cx="1383840" cy="1356120"/>
              </a:xfrm>
              <a:prstGeom prst="rect">
                <a:avLst/>
              </a:prstGeom>
            </p:spPr>
          </p:pic>
        </mc:Fallback>
      </mc:AlternateContent>
      <p:sp>
        <p:nvSpPr>
          <p:cNvPr id="11" name="TextBox 10">
            <a:extLst>
              <a:ext uri="{FF2B5EF4-FFF2-40B4-BE49-F238E27FC236}">
                <a16:creationId xmlns:a16="http://schemas.microsoft.com/office/drawing/2014/main" id="{255E23F1-9141-CDC8-3129-D654535A5391}"/>
              </a:ext>
            </a:extLst>
          </p:cNvPr>
          <p:cNvSpPr txBox="1"/>
          <p:nvPr/>
        </p:nvSpPr>
        <p:spPr>
          <a:xfrm>
            <a:off x="5198674" y="4430228"/>
            <a:ext cx="476412" cy="369332"/>
          </a:xfrm>
          <a:prstGeom prst="rect">
            <a:avLst/>
          </a:prstGeom>
          <a:noFill/>
        </p:spPr>
        <p:txBody>
          <a:bodyPr wrap="none" rtlCol="0">
            <a:spAutoFit/>
          </a:bodyPr>
          <a:lstStyle/>
          <a:p>
            <a:r>
              <a:rPr lang="en-US" dirty="0"/>
              <a:t>0.2</a:t>
            </a:r>
          </a:p>
        </p:txBody>
      </p:sp>
      <p:sp>
        <p:nvSpPr>
          <p:cNvPr id="12" name="TextBox 11">
            <a:extLst>
              <a:ext uri="{FF2B5EF4-FFF2-40B4-BE49-F238E27FC236}">
                <a16:creationId xmlns:a16="http://schemas.microsoft.com/office/drawing/2014/main" id="{0FE18C88-F96A-498E-6BE3-1B27D738DB2D}"/>
              </a:ext>
            </a:extLst>
          </p:cNvPr>
          <p:cNvSpPr txBox="1"/>
          <p:nvPr/>
        </p:nvSpPr>
        <p:spPr>
          <a:xfrm>
            <a:off x="5198674" y="6488668"/>
            <a:ext cx="476412" cy="369332"/>
          </a:xfrm>
          <a:prstGeom prst="rect">
            <a:avLst/>
          </a:prstGeom>
          <a:noFill/>
        </p:spPr>
        <p:txBody>
          <a:bodyPr wrap="none" rtlCol="0">
            <a:spAutoFit/>
          </a:bodyPr>
          <a:lstStyle/>
          <a:p>
            <a:r>
              <a:rPr lang="en-US" dirty="0"/>
              <a:t>0.2</a:t>
            </a:r>
          </a:p>
        </p:txBody>
      </p:sp>
      <p:sp>
        <p:nvSpPr>
          <p:cNvPr id="13" name="TextBox 12">
            <a:extLst>
              <a:ext uri="{FF2B5EF4-FFF2-40B4-BE49-F238E27FC236}">
                <a16:creationId xmlns:a16="http://schemas.microsoft.com/office/drawing/2014/main" id="{436286BF-186E-7F87-8853-637AEE049781}"/>
              </a:ext>
            </a:extLst>
          </p:cNvPr>
          <p:cNvSpPr txBox="1"/>
          <p:nvPr/>
        </p:nvSpPr>
        <p:spPr>
          <a:xfrm>
            <a:off x="7986232" y="4528091"/>
            <a:ext cx="476412" cy="369332"/>
          </a:xfrm>
          <a:prstGeom prst="rect">
            <a:avLst/>
          </a:prstGeom>
          <a:noFill/>
        </p:spPr>
        <p:txBody>
          <a:bodyPr wrap="none" rtlCol="0">
            <a:spAutoFit/>
          </a:bodyPr>
          <a:lstStyle/>
          <a:p>
            <a:r>
              <a:rPr lang="en-US" dirty="0"/>
              <a:t>0.8</a:t>
            </a:r>
          </a:p>
        </p:txBody>
      </p:sp>
      <p:sp>
        <p:nvSpPr>
          <p:cNvPr id="14" name="TextBox 13">
            <a:extLst>
              <a:ext uri="{FF2B5EF4-FFF2-40B4-BE49-F238E27FC236}">
                <a16:creationId xmlns:a16="http://schemas.microsoft.com/office/drawing/2014/main" id="{8DC1FE02-EDB6-4A36-A4E3-5E2B36B98B72}"/>
              </a:ext>
            </a:extLst>
          </p:cNvPr>
          <p:cNvSpPr txBox="1"/>
          <p:nvPr/>
        </p:nvSpPr>
        <p:spPr>
          <a:xfrm>
            <a:off x="2939560" y="4401371"/>
            <a:ext cx="476412" cy="369332"/>
          </a:xfrm>
          <a:prstGeom prst="rect">
            <a:avLst/>
          </a:prstGeom>
          <a:noFill/>
        </p:spPr>
        <p:txBody>
          <a:bodyPr wrap="none" rtlCol="0">
            <a:spAutoFit/>
          </a:bodyPr>
          <a:lstStyle/>
          <a:p>
            <a:r>
              <a:rPr lang="en-US" dirty="0"/>
              <a:t>0.8</a:t>
            </a:r>
          </a:p>
        </p:txBody>
      </p:sp>
      <p:sp>
        <p:nvSpPr>
          <p:cNvPr id="15" name="TextBox 14">
            <a:extLst>
              <a:ext uri="{FF2B5EF4-FFF2-40B4-BE49-F238E27FC236}">
                <a16:creationId xmlns:a16="http://schemas.microsoft.com/office/drawing/2014/main" id="{168FA2C9-3513-886F-8292-5CA9EAAC743E}"/>
              </a:ext>
            </a:extLst>
          </p:cNvPr>
          <p:cNvSpPr txBox="1"/>
          <p:nvPr/>
        </p:nvSpPr>
        <p:spPr>
          <a:xfrm>
            <a:off x="3761820" y="5355420"/>
            <a:ext cx="827662" cy="369332"/>
          </a:xfrm>
          <a:prstGeom prst="rect">
            <a:avLst/>
          </a:prstGeom>
          <a:noFill/>
        </p:spPr>
        <p:txBody>
          <a:bodyPr wrap="none" rtlCol="0">
            <a:spAutoFit/>
          </a:bodyPr>
          <a:lstStyle/>
          <a:p>
            <a:r>
              <a:rPr lang="en-US" dirty="0"/>
              <a:t>Fair (F)</a:t>
            </a:r>
          </a:p>
        </p:txBody>
      </p:sp>
      <p:sp>
        <p:nvSpPr>
          <p:cNvPr id="16" name="TextBox 15">
            <a:extLst>
              <a:ext uri="{FF2B5EF4-FFF2-40B4-BE49-F238E27FC236}">
                <a16:creationId xmlns:a16="http://schemas.microsoft.com/office/drawing/2014/main" id="{FBFB9025-2CB3-D674-3F51-301E214E656B}"/>
              </a:ext>
            </a:extLst>
          </p:cNvPr>
          <p:cNvSpPr txBox="1"/>
          <p:nvPr/>
        </p:nvSpPr>
        <p:spPr>
          <a:xfrm>
            <a:off x="6711335" y="5355420"/>
            <a:ext cx="881973" cy="369332"/>
          </a:xfrm>
          <a:prstGeom prst="rect">
            <a:avLst/>
          </a:prstGeom>
          <a:noFill/>
        </p:spPr>
        <p:txBody>
          <a:bodyPr wrap="none" rtlCol="0">
            <a:spAutoFit/>
          </a:bodyPr>
          <a:lstStyle/>
          <a:p>
            <a:r>
              <a:rPr lang="en-US" dirty="0"/>
              <a:t>Bias (B)</a:t>
            </a:r>
          </a:p>
        </p:txBody>
      </p:sp>
      <p:cxnSp>
        <p:nvCxnSpPr>
          <p:cNvPr id="20" name="Straight Connector 19">
            <a:extLst>
              <a:ext uri="{FF2B5EF4-FFF2-40B4-BE49-F238E27FC236}">
                <a16:creationId xmlns:a16="http://schemas.microsoft.com/office/drawing/2014/main" id="{E8544100-A62F-C523-3AD0-4CC8E61D938C}"/>
              </a:ext>
            </a:extLst>
          </p:cNvPr>
          <p:cNvCxnSpPr>
            <a:cxnSpLocks/>
            <a:endCxn id="26" idx="0"/>
          </p:cNvCxnSpPr>
          <p:nvPr/>
        </p:nvCxnSpPr>
        <p:spPr>
          <a:xfrm>
            <a:off x="6191511" y="2049049"/>
            <a:ext cx="1829726" cy="210099"/>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DD4DF3E-91B5-006C-6AC5-F0A8C7EFA5E7}"/>
              </a:ext>
            </a:extLst>
          </p:cNvPr>
          <p:cNvCxnSpPr>
            <a:cxnSpLocks/>
            <a:endCxn id="25" idx="0"/>
          </p:cNvCxnSpPr>
          <p:nvPr/>
        </p:nvCxnSpPr>
        <p:spPr>
          <a:xfrm flipH="1">
            <a:off x="4308596" y="2024743"/>
            <a:ext cx="1584204" cy="191157"/>
          </a:xfrm>
          <a:prstGeom prst="line">
            <a:avLst/>
          </a:prstGeom>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885F7F59-92A0-108A-C231-D82E7358C146}"/>
              </a:ext>
            </a:extLst>
          </p:cNvPr>
          <p:cNvSpPr txBox="1"/>
          <p:nvPr/>
        </p:nvSpPr>
        <p:spPr>
          <a:xfrm>
            <a:off x="4180283" y="2215900"/>
            <a:ext cx="256625" cy="369332"/>
          </a:xfrm>
          <a:prstGeom prst="rect">
            <a:avLst/>
          </a:prstGeom>
          <a:noFill/>
        </p:spPr>
        <p:txBody>
          <a:bodyPr wrap="square" rtlCol="0">
            <a:spAutoFit/>
          </a:bodyPr>
          <a:lstStyle/>
          <a:p>
            <a:r>
              <a:rPr lang="en-US" dirty="0"/>
              <a:t>F</a:t>
            </a:r>
          </a:p>
        </p:txBody>
      </p:sp>
      <p:sp>
        <p:nvSpPr>
          <p:cNvPr id="26" name="TextBox 25">
            <a:extLst>
              <a:ext uri="{FF2B5EF4-FFF2-40B4-BE49-F238E27FC236}">
                <a16:creationId xmlns:a16="http://schemas.microsoft.com/office/drawing/2014/main" id="{A6B41A51-5584-AF95-46C4-8A3E56BBC18C}"/>
              </a:ext>
            </a:extLst>
          </p:cNvPr>
          <p:cNvSpPr txBox="1"/>
          <p:nvPr/>
        </p:nvSpPr>
        <p:spPr>
          <a:xfrm>
            <a:off x="7866387" y="2259148"/>
            <a:ext cx="309700" cy="369332"/>
          </a:xfrm>
          <a:prstGeom prst="rect">
            <a:avLst/>
          </a:prstGeom>
          <a:noFill/>
        </p:spPr>
        <p:txBody>
          <a:bodyPr wrap="none" rtlCol="0">
            <a:spAutoFit/>
          </a:bodyPr>
          <a:lstStyle/>
          <a:p>
            <a:r>
              <a:rPr lang="en-US" dirty="0"/>
              <a:t>B</a:t>
            </a:r>
          </a:p>
        </p:txBody>
      </p:sp>
      <p:cxnSp>
        <p:nvCxnSpPr>
          <p:cNvPr id="44" name="Straight Connector 43">
            <a:extLst>
              <a:ext uri="{FF2B5EF4-FFF2-40B4-BE49-F238E27FC236}">
                <a16:creationId xmlns:a16="http://schemas.microsoft.com/office/drawing/2014/main" id="{47DF2FDD-6C92-50D9-B70B-E8D8B631BB69}"/>
              </a:ext>
            </a:extLst>
          </p:cNvPr>
          <p:cNvCxnSpPr>
            <a:cxnSpLocks/>
            <a:stCxn id="25" idx="2"/>
          </p:cNvCxnSpPr>
          <p:nvPr/>
        </p:nvCxnSpPr>
        <p:spPr>
          <a:xfrm>
            <a:off x="4308596" y="2585232"/>
            <a:ext cx="1128284" cy="2831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7830D506-CFCF-6E2B-6035-378B817F4A65}"/>
              </a:ext>
            </a:extLst>
          </p:cNvPr>
          <p:cNvCxnSpPr>
            <a:cxnSpLocks/>
            <a:stCxn id="25" idx="2"/>
          </p:cNvCxnSpPr>
          <p:nvPr/>
        </p:nvCxnSpPr>
        <p:spPr>
          <a:xfrm flipH="1">
            <a:off x="3194126" y="2585232"/>
            <a:ext cx="1114470" cy="276960"/>
          </a:xfrm>
          <a:prstGeom prst="line">
            <a:avLst/>
          </a:prstGeom>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8594BEDE-2B6B-B365-8191-FEFDC6A2C5D1}"/>
              </a:ext>
            </a:extLst>
          </p:cNvPr>
          <p:cNvSpPr txBox="1"/>
          <p:nvPr/>
        </p:nvSpPr>
        <p:spPr>
          <a:xfrm>
            <a:off x="3049453" y="2856606"/>
            <a:ext cx="256625" cy="369332"/>
          </a:xfrm>
          <a:prstGeom prst="rect">
            <a:avLst/>
          </a:prstGeom>
          <a:noFill/>
        </p:spPr>
        <p:txBody>
          <a:bodyPr wrap="square" rtlCol="0">
            <a:spAutoFit/>
          </a:bodyPr>
          <a:lstStyle/>
          <a:p>
            <a:r>
              <a:rPr lang="en-US" dirty="0"/>
              <a:t>F</a:t>
            </a:r>
          </a:p>
        </p:txBody>
      </p:sp>
      <p:sp>
        <p:nvSpPr>
          <p:cNvPr id="47" name="TextBox 46">
            <a:extLst>
              <a:ext uri="{FF2B5EF4-FFF2-40B4-BE49-F238E27FC236}">
                <a16:creationId xmlns:a16="http://schemas.microsoft.com/office/drawing/2014/main" id="{CE7E97F8-6B68-959D-4940-AD88F0300ACC}"/>
              </a:ext>
            </a:extLst>
          </p:cNvPr>
          <p:cNvSpPr txBox="1"/>
          <p:nvPr/>
        </p:nvSpPr>
        <p:spPr>
          <a:xfrm>
            <a:off x="5289760" y="2791541"/>
            <a:ext cx="309700" cy="369332"/>
          </a:xfrm>
          <a:prstGeom prst="rect">
            <a:avLst/>
          </a:prstGeom>
          <a:noFill/>
        </p:spPr>
        <p:txBody>
          <a:bodyPr wrap="none" rtlCol="0">
            <a:spAutoFit/>
          </a:bodyPr>
          <a:lstStyle/>
          <a:p>
            <a:r>
              <a:rPr lang="en-US" dirty="0"/>
              <a:t>B</a:t>
            </a:r>
          </a:p>
        </p:txBody>
      </p:sp>
      <p:cxnSp>
        <p:nvCxnSpPr>
          <p:cNvPr id="58" name="Straight Connector 57">
            <a:extLst>
              <a:ext uri="{FF2B5EF4-FFF2-40B4-BE49-F238E27FC236}">
                <a16:creationId xmlns:a16="http://schemas.microsoft.com/office/drawing/2014/main" id="{95C44153-F2E4-FF49-72C3-FD639BBAC441}"/>
              </a:ext>
            </a:extLst>
          </p:cNvPr>
          <p:cNvCxnSpPr>
            <a:cxnSpLocks/>
          </p:cNvCxnSpPr>
          <p:nvPr/>
        </p:nvCxnSpPr>
        <p:spPr>
          <a:xfrm>
            <a:off x="8009788" y="2543401"/>
            <a:ext cx="1128284" cy="283152"/>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993BE003-39D7-FD54-6B09-6DD3710576EE}"/>
              </a:ext>
            </a:extLst>
          </p:cNvPr>
          <p:cNvCxnSpPr>
            <a:cxnSpLocks/>
          </p:cNvCxnSpPr>
          <p:nvPr/>
        </p:nvCxnSpPr>
        <p:spPr>
          <a:xfrm flipH="1">
            <a:off x="6895318" y="2543401"/>
            <a:ext cx="1114470" cy="276960"/>
          </a:xfrm>
          <a:prstGeom prst="line">
            <a:avLst/>
          </a:prstGeom>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55A2ADD9-281F-00DE-EF14-9CCEAD2BE942}"/>
              </a:ext>
            </a:extLst>
          </p:cNvPr>
          <p:cNvSpPr txBox="1"/>
          <p:nvPr/>
        </p:nvSpPr>
        <p:spPr>
          <a:xfrm>
            <a:off x="6804789" y="2813572"/>
            <a:ext cx="256625" cy="369332"/>
          </a:xfrm>
          <a:prstGeom prst="rect">
            <a:avLst/>
          </a:prstGeom>
          <a:noFill/>
        </p:spPr>
        <p:txBody>
          <a:bodyPr wrap="square" rtlCol="0">
            <a:spAutoFit/>
          </a:bodyPr>
          <a:lstStyle/>
          <a:p>
            <a:r>
              <a:rPr lang="en-US" dirty="0"/>
              <a:t>F</a:t>
            </a:r>
          </a:p>
        </p:txBody>
      </p:sp>
      <p:sp>
        <p:nvSpPr>
          <p:cNvPr id="61" name="TextBox 60">
            <a:extLst>
              <a:ext uri="{FF2B5EF4-FFF2-40B4-BE49-F238E27FC236}">
                <a16:creationId xmlns:a16="http://schemas.microsoft.com/office/drawing/2014/main" id="{657133D1-B946-E1EC-E694-B1462B688298}"/>
              </a:ext>
            </a:extLst>
          </p:cNvPr>
          <p:cNvSpPr txBox="1"/>
          <p:nvPr/>
        </p:nvSpPr>
        <p:spPr>
          <a:xfrm>
            <a:off x="8881447" y="2780024"/>
            <a:ext cx="309700" cy="369332"/>
          </a:xfrm>
          <a:prstGeom prst="rect">
            <a:avLst/>
          </a:prstGeom>
          <a:noFill/>
        </p:spPr>
        <p:txBody>
          <a:bodyPr wrap="none" rtlCol="0">
            <a:spAutoFit/>
          </a:bodyPr>
          <a:lstStyle/>
          <a:p>
            <a:r>
              <a:rPr lang="en-US" dirty="0"/>
              <a:t>B</a:t>
            </a:r>
          </a:p>
        </p:txBody>
      </p:sp>
      <p:cxnSp>
        <p:nvCxnSpPr>
          <p:cNvPr id="62" name="Straight Connector 61">
            <a:extLst>
              <a:ext uri="{FF2B5EF4-FFF2-40B4-BE49-F238E27FC236}">
                <a16:creationId xmlns:a16="http://schemas.microsoft.com/office/drawing/2014/main" id="{4ADA61D5-C87A-3E4E-F78B-A8C0A488C03D}"/>
              </a:ext>
            </a:extLst>
          </p:cNvPr>
          <p:cNvCxnSpPr>
            <a:cxnSpLocks/>
          </p:cNvCxnSpPr>
          <p:nvPr/>
        </p:nvCxnSpPr>
        <p:spPr>
          <a:xfrm>
            <a:off x="3160563" y="3194188"/>
            <a:ext cx="416019" cy="222538"/>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5277F3A6-A29F-18A7-7E8A-E3E0CBBA4FEB}"/>
              </a:ext>
            </a:extLst>
          </p:cNvPr>
          <p:cNvCxnSpPr>
            <a:cxnSpLocks/>
          </p:cNvCxnSpPr>
          <p:nvPr/>
        </p:nvCxnSpPr>
        <p:spPr>
          <a:xfrm flipH="1">
            <a:off x="2775558" y="3194188"/>
            <a:ext cx="385005" cy="222538"/>
          </a:xfrm>
          <a:prstGeom prst="line">
            <a:avLst/>
          </a:prstGeom>
        </p:spPr>
        <p:style>
          <a:lnRef idx="1">
            <a:schemeClr val="accent1"/>
          </a:lnRef>
          <a:fillRef idx="0">
            <a:schemeClr val="accent1"/>
          </a:fillRef>
          <a:effectRef idx="0">
            <a:schemeClr val="accent1"/>
          </a:effectRef>
          <a:fontRef idx="minor">
            <a:schemeClr val="tx1"/>
          </a:fontRef>
        </p:style>
      </p:cxnSp>
      <p:sp>
        <p:nvSpPr>
          <p:cNvPr id="64" name="TextBox 63">
            <a:extLst>
              <a:ext uri="{FF2B5EF4-FFF2-40B4-BE49-F238E27FC236}">
                <a16:creationId xmlns:a16="http://schemas.microsoft.com/office/drawing/2014/main" id="{2B3AE2B1-70EA-567F-677B-71FC41B041AF}"/>
              </a:ext>
            </a:extLst>
          </p:cNvPr>
          <p:cNvSpPr txBox="1"/>
          <p:nvPr/>
        </p:nvSpPr>
        <p:spPr>
          <a:xfrm>
            <a:off x="2595418" y="3355050"/>
            <a:ext cx="256625" cy="369332"/>
          </a:xfrm>
          <a:prstGeom prst="rect">
            <a:avLst/>
          </a:prstGeom>
          <a:noFill/>
        </p:spPr>
        <p:txBody>
          <a:bodyPr wrap="square" rtlCol="0">
            <a:spAutoFit/>
          </a:bodyPr>
          <a:lstStyle/>
          <a:p>
            <a:r>
              <a:rPr lang="en-US" dirty="0"/>
              <a:t>F</a:t>
            </a:r>
          </a:p>
        </p:txBody>
      </p:sp>
      <p:sp>
        <p:nvSpPr>
          <p:cNvPr id="65" name="TextBox 64">
            <a:extLst>
              <a:ext uri="{FF2B5EF4-FFF2-40B4-BE49-F238E27FC236}">
                <a16:creationId xmlns:a16="http://schemas.microsoft.com/office/drawing/2014/main" id="{5F60D809-CE3A-9234-5EA0-F4DFB757F53C}"/>
              </a:ext>
            </a:extLst>
          </p:cNvPr>
          <p:cNvSpPr txBox="1"/>
          <p:nvPr/>
        </p:nvSpPr>
        <p:spPr>
          <a:xfrm>
            <a:off x="3462080" y="3361187"/>
            <a:ext cx="309700" cy="369332"/>
          </a:xfrm>
          <a:prstGeom prst="rect">
            <a:avLst/>
          </a:prstGeom>
          <a:noFill/>
        </p:spPr>
        <p:txBody>
          <a:bodyPr wrap="none" rtlCol="0">
            <a:spAutoFit/>
          </a:bodyPr>
          <a:lstStyle/>
          <a:p>
            <a:r>
              <a:rPr lang="en-US" dirty="0"/>
              <a:t>B</a:t>
            </a:r>
          </a:p>
        </p:txBody>
      </p:sp>
      <p:cxnSp>
        <p:nvCxnSpPr>
          <p:cNvPr id="79" name="Straight Connector 78">
            <a:extLst>
              <a:ext uri="{FF2B5EF4-FFF2-40B4-BE49-F238E27FC236}">
                <a16:creationId xmlns:a16="http://schemas.microsoft.com/office/drawing/2014/main" id="{713685AF-B62E-F060-05DB-06BA6A920117}"/>
              </a:ext>
            </a:extLst>
          </p:cNvPr>
          <p:cNvCxnSpPr>
            <a:cxnSpLocks/>
          </p:cNvCxnSpPr>
          <p:nvPr/>
        </p:nvCxnSpPr>
        <p:spPr>
          <a:xfrm>
            <a:off x="5436880" y="3189663"/>
            <a:ext cx="416019" cy="222538"/>
          </a:xfrm>
          <a:prstGeom prst="line">
            <a:avLst/>
          </a:prstGeom>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9E5E76BD-C7A7-4FBC-834A-F011E3E10EC5}"/>
              </a:ext>
            </a:extLst>
          </p:cNvPr>
          <p:cNvCxnSpPr>
            <a:cxnSpLocks/>
          </p:cNvCxnSpPr>
          <p:nvPr/>
        </p:nvCxnSpPr>
        <p:spPr>
          <a:xfrm flipH="1">
            <a:off x="5051875" y="3189663"/>
            <a:ext cx="385005" cy="222538"/>
          </a:xfrm>
          <a:prstGeom prst="line">
            <a:avLst/>
          </a:prstGeom>
        </p:spPr>
        <p:style>
          <a:lnRef idx="1">
            <a:schemeClr val="accent1"/>
          </a:lnRef>
          <a:fillRef idx="0">
            <a:schemeClr val="accent1"/>
          </a:fillRef>
          <a:effectRef idx="0">
            <a:schemeClr val="accent1"/>
          </a:effectRef>
          <a:fontRef idx="minor">
            <a:schemeClr val="tx1"/>
          </a:fontRef>
        </p:style>
      </p:cxnSp>
      <p:sp>
        <p:nvSpPr>
          <p:cNvPr id="81" name="TextBox 80">
            <a:extLst>
              <a:ext uri="{FF2B5EF4-FFF2-40B4-BE49-F238E27FC236}">
                <a16:creationId xmlns:a16="http://schemas.microsoft.com/office/drawing/2014/main" id="{7758A69F-7F15-B35A-3637-1FC576F1C1FE}"/>
              </a:ext>
            </a:extLst>
          </p:cNvPr>
          <p:cNvSpPr txBox="1"/>
          <p:nvPr/>
        </p:nvSpPr>
        <p:spPr>
          <a:xfrm>
            <a:off x="4871735" y="3350525"/>
            <a:ext cx="256625" cy="369332"/>
          </a:xfrm>
          <a:prstGeom prst="rect">
            <a:avLst/>
          </a:prstGeom>
          <a:noFill/>
        </p:spPr>
        <p:txBody>
          <a:bodyPr wrap="square" rtlCol="0">
            <a:spAutoFit/>
          </a:bodyPr>
          <a:lstStyle/>
          <a:p>
            <a:r>
              <a:rPr lang="en-US" dirty="0"/>
              <a:t>F</a:t>
            </a:r>
          </a:p>
        </p:txBody>
      </p:sp>
      <p:sp>
        <p:nvSpPr>
          <p:cNvPr id="82" name="TextBox 81">
            <a:extLst>
              <a:ext uri="{FF2B5EF4-FFF2-40B4-BE49-F238E27FC236}">
                <a16:creationId xmlns:a16="http://schemas.microsoft.com/office/drawing/2014/main" id="{BF6BCE03-1696-4511-58D7-EDEE0428EEA4}"/>
              </a:ext>
            </a:extLst>
          </p:cNvPr>
          <p:cNvSpPr txBox="1"/>
          <p:nvPr/>
        </p:nvSpPr>
        <p:spPr>
          <a:xfrm>
            <a:off x="5738397" y="3356662"/>
            <a:ext cx="309700" cy="369332"/>
          </a:xfrm>
          <a:prstGeom prst="rect">
            <a:avLst/>
          </a:prstGeom>
          <a:noFill/>
        </p:spPr>
        <p:txBody>
          <a:bodyPr wrap="none" rtlCol="0">
            <a:spAutoFit/>
          </a:bodyPr>
          <a:lstStyle/>
          <a:p>
            <a:r>
              <a:rPr lang="en-US" dirty="0"/>
              <a:t>B</a:t>
            </a:r>
          </a:p>
        </p:txBody>
      </p:sp>
      <p:cxnSp>
        <p:nvCxnSpPr>
          <p:cNvPr id="83" name="Straight Connector 82">
            <a:extLst>
              <a:ext uri="{FF2B5EF4-FFF2-40B4-BE49-F238E27FC236}">
                <a16:creationId xmlns:a16="http://schemas.microsoft.com/office/drawing/2014/main" id="{D684E74E-3D5E-197F-8F4D-7C7A21164D8B}"/>
              </a:ext>
            </a:extLst>
          </p:cNvPr>
          <p:cNvCxnSpPr>
            <a:cxnSpLocks/>
          </p:cNvCxnSpPr>
          <p:nvPr/>
        </p:nvCxnSpPr>
        <p:spPr>
          <a:xfrm>
            <a:off x="6949462" y="3215235"/>
            <a:ext cx="416019" cy="222538"/>
          </a:xfrm>
          <a:prstGeom prst="line">
            <a:avLst/>
          </a:prstGeom>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56A97F96-4CF9-D7B4-3D10-FABB67BA2C98}"/>
              </a:ext>
            </a:extLst>
          </p:cNvPr>
          <p:cNvCxnSpPr>
            <a:cxnSpLocks/>
          </p:cNvCxnSpPr>
          <p:nvPr/>
        </p:nvCxnSpPr>
        <p:spPr>
          <a:xfrm flipH="1">
            <a:off x="6564457" y="3215235"/>
            <a:ext cx="385005" cy="222538"/>
          </a:xfrm>
          <a:prstGeom prst="line">
            <a:avLst/>
          </a:prstGeom>
        </p:spPr>
        <p:style>
          <a:lnRef idx="1">
            <a:schemeClr val="accent1"/>
          </a:lnRef>
          <a:fillRef idx="0">
            <a:schemeClr val="accent1"/>
          </a:fillRef>
          <a:effectRef idx="0">
            <a:schemeClr val="accent1"/>
          </a:effectRef>
          <a:fontRef idx="minor">
            <a:schemeClr val="tx1"/>
          </a:fontRef>
        </p:style>
      </p:cxnSp>
      <p:sp>
        <p:nvSpPr>
          <p:cNvPr id="85" name="TextBox 84">
            <a:extLst>
              <a:ext uri="{FF2B5EF4-FFF2-40B4-BE49-F238E27FC236}">
                <a16:creationId xmlns:a16="http://schemas.microsoft.com/office/drawing/2014/main" id="{318B5CD3-6F16-1B16-72D1-3571933F78D1}"/>
              </a:ext>
            </a:extLst>
          </p:cNvPr>
          <p:cNvSpPr txBox="1"/>
          <p:nvPr/>
        </p:nvSpPr>
        <p:spPr>
          <a:xfrm>
            <a:off x="6384317" y="3376097"/>
            <a:ext cx="256625" cy="369332"/>
          </a:xfrm>
          <a:prstGeom prst="rect">
            <a:avLst/>
          </a:prstGeom>
          <a:noFill/>
        </p:spPr>
        <p:txBody>
          <a:bodyPr wrap="square" rtlCol="0">
            <a:spAutoFit/>
          </a:bodyPr>
          <a:lstStyle/>
          <a:p>
            <a:r>
              <a:rPr lang="en-US" dirty="0"/>
              <a:t>F</a:t>
            </a:r>
          </a:p>
        </p:txBody>
      </p:sp>
      <p:sp>
        <p:nvSpPr>
          <p:cNvPr id="86" name="TextBox 85">
            <a:extLst>
              <a:ext uri="{FF2B5EF4-FFF2-40B4-BE49-F238E27FC236}">
                <a16:creationId xmlns:a16="http://schemas.microsoft.com/office/drawing/2014/main" id="{FF0417D5-DD9D-3E3A-4B08-574146D16637}"/>
              </a:ext>
            </a:extLst>
          </p:cNvPr>
          <p:cNvSpPr txBox="1"/>
          <p:nvPr/>
        </p:nvSpPr>
        <p:spPr>
          <a:xfrm>
            <a:off x="7250979" y="3382234"/>
            <a:ext cx="309700" cy="369332"/>
          </a:xfrm>
          <a:prstGeom prst="rect">
            <a:avLst/>
          </a:prstGeom>
          <a:noFill/>
        </p:spPr>
        <p:txBody>
          <a:bodyPr wrap="none" rtlCol="0">
            <a:spAutoFit/>
          </a:bodyPr>
          <a:lstStyle/>
          <a:p>
            <a:r>
              <a:rPr lang="en-US" dirty="0"/>
              <a:t>B</a:t>
            </a:r>
          </a:p>
        </p:txBody>
      </p:sp>
      <p:cxnSp>
        <p:nvCxnSpPr>
          <p:cNvPr id="87" name="Straight Connector 86">
            <a:extLst>
              <a:ext uri="{FF2B5EF4-FFF2-40B4-BE49-F238E27FC236}">
                <a16:creationId xmlns:a16="http://schemas.microsoft.com/office/drawing/2014/main" id="{5EFD062F-6722-5D8C-EABE-4F202AF28ABD}"/>
              </a:ext>
            </a:extLst>
          </p:cNvPr>
          <p:cNvCxnSpPr>
            <a:cxnSpLocks/>
          </p:cNvCxnSpPr>
          <p:nvPr/>
        </p:nvCxnSpPr>
        <p:spPr>
          <a:xfrm>
            <a:off x="8972340" y="3102827"/>
            <a:ext cx="416019" cy="222538"/>
          </a:xfrm>
          <a:prstGeom prst="line">
            <a:avLst/>
          </a:prstGeom>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9F4554D9-3164-70FD-14BA-AF1AE232D1CD}"/>
              </a:ext>
            </a:extLst>
          </p:cNvPr>
          <p:cNvCxnSpPr>
            <a:cxnSpLocks/>
          </p:cNvCxnSpPr>
          <p:nvPr/>
        </p:nvCxnSpPr>
        <p:spPr>
          <a:xfrm flipH="1">
            <a:off x="8587335" y="3102827"/>
            <a:ext cx="385005" cy="222538"/>
          </a:xfrm>
          <a:prstGeom prst="line">
            <a:avLst/>
          </a:prstGeom>
        </p:spPr>
        <p:style>
          <a:lnRef idx="1">
            <a:schemeClr val="accent1"/>
          </a:lnRef>
          <a:fillRef idx="0">
            <a:schemeClr val="accent1"/>
          </a:fillRef>
          <a:effectRef idx="0">
            <a:schemeClr val="accent1"/>
          </a:effectRef>
          <a:fontRef idx="minor">
            <a:schemeClr val="tx1"/>
          </a:fontRef>
        </p:style>
      </p:cxnSp>
      <p:sp>
        <p:nvSpPr>
          <p:cNvPr id="89" name="TextBox 88">
            <a:extLst>
              <a:ext uri="{FF2B5EF4-FFF2-40B4-BE49-F238E27FC236}">
                <a16:creationId xmlns:a16="http://schemas.microsoft.com/office/drawing/2014/main" id="{CA36C914-632F-5D2E-0D54-DA1CDE0BD284}"/>
              </a:ext>
            </a:extLst>
          </p:cNvPr>
          <p:cNvSpPr txBox="1"/>
          <p:nvPr/>
        </p:nvSpPr>
        <p:spPr>
          <a:xfrm>
            <a:off x="8407195" y="3263689"/>
            <a:ext cx="256625" cy="369332"/>
          </a:xfrm>
          <a:prstGeom prst="rect">
            <a:avLst/>
          </a:prstGeom>
          <a:noFill/>
        </p:spPr>
        <p:txBody>
          <a:bodyPr wrap="square" rtlCol="0">
            <a:spAutoFit/>
          </a:bodyPr>
          <a:lstStyle/>
          <a:p>
            <a:r>
              <a:rPr lang="en-US" dirty="0"/>
              <a:t>F</a:t>
            </a:r>
          </a:p>
        </p:txBody>
      </p:sp>
      <p:sp>
        <p:nvSpPr>
          <p:cNvPr id="90" name="TextBox 89">
            <a:extLst>
              <a:ext uri="{FF2B5EF4-FFF2-40B4-BE49-F238E27FC236}">
                <a16:creationId xmlns:a16="http://schemas.microsoft.com/office/drawing/2014/main" id="{F1FEF200-7B9C-9B54-34FB-FA64335B2091}"/>
              </a:ext>
            </a:extLst>
          </p:cNvPr>
          <p:cNvSpPr txBox="1"/>
          <p:nvPr/>
        </p:nvSpPr>
        <p:spPr>
          <a:xfrm>
            <a:off x="9273857" y="3269826"/>
            <a:ext cx="309700" cy="369332"/>
          </a:xfrm>
          <a:prstGeom prst="rect">
            <a:avLst/>
          </a:prstGeom>
          <a:noFill/>
        </p:spPr>
        <p:txBody>
          <a:bodyPr wrap="none" rtlCol="0">
            <a:spAutoFit/>
          </a:bodyPr>
          <a:lstStyle/>
          <a:p>
            <a:r>
              <a:rPr lang="en-US" dirty="0"/>
              <a:t>B</a:t>
            </a:r>
          </a:p>
        </p:txBody>
      </p:sp>
      <p:cxnSp>
        <p:nvCxnSpPr>
          <p:cNvPr id="91" name="Straight Connector 90">
            <a:extLst>
              <a:ext uri="{FF2B5EF4-FFF2-40B4-BE49-F238E27FC236}">
                <a16:creationId xmlns:a16="http://schemas.microsoft.com/office/drawing/2014/main" id="{4EA0E46A-7074-BD59-28E5-FED0E1A6F859}"/>
              </a:ext>
            </a:extLst>
          </p:cNvPr>
          <p:cNvCxnSpPr>
            <a:cxnSpLocks/>
          </p:cNvCxnSpPr>
          <p:nvPr/>
        </p:nvCxnSpPr>
        <p:spPr>
          <a:xfrm>
            <a:off x="2788970" y="3652498"/>
            <a:ext cx="203202" cy="121600"/>
          </a:xfrm>
          <a:prstGeom prst="line">
            <a:avLst/>
          </a:prstGeom>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BF371E66-1FBC-595E-2DAF-62CA0F5AFF7C}"/>
              </a:ext>
            </a:extLst>
          </p:cNvPr>
          <p:cNvCxnSpPr>
            <a:cxnSpLocks/>
          </p:cNvCxnSpPr>
          <p:nvPr/>
        </p:nvCxnSpPr>
        <p:spPr>
          <a:xfrm flipH="1">
            <a:off x="2471840" y="3657012"/>
            <a:ext cx="217714" cy="121600"/>
          </a:xfrm>
          <a:prstGeom prst="line">
            <a:avLst/>
          </a:prstGeom>
        </p:spPr>
        <p:style>
          <a:lnRef idx="1">
            <a:schemeClr val="accent1"/>
          </a:lnRef>
          <a:fillRef idx="0">
            <a:schemeClr val="accent1"/>
          </a:fillRef>
          <a:effectRef idx="0">
            <a:schemeClr val="accent1"/>
          </a:effectRef>
          <a:fontRef idx="minor">
            <a:schemeClr val="tx1"/>
          </a:fontRef>
        </p:style>
      </p:cxnSp>
      <p:sp>
        <p:nvSpPr>
          <p:cNvPr id="93" name="TextBox 92">
            <a:extLst>
              <a:ext uri="{FF2B5EF4-FFF2-40B4-BE49-F238E27FC236}">
                <a16:creationId xmlns:a16="http://schemas.microsoft.com/office/drawing/2014/main" id="{C8770D27-1DFB-6C26-C4E4-5EC68F25BAAF}"/>
              </a:ext>
            </a:extLst>
          </p:cNvPr>
          <p:cNvSpPr txBox="1"/>
          <p:nvPr/>
        </p:nvSpPr>
        <p:spPr>
          <a:xfrm>
            <a:off x="2324072" y="3717812"/>
            <a:ext cx="256625" cy="369332"/>
          </a:xfrm>
          <a:prstGeom prst="rect">
            <a:avLst/>
          </a:prstGeom>
          <a:noFill/>
        </p:spPr>
        <p:txBody>
          <a:bodyPr wrap="square" rtlCol="0">
            <a:spAutoFit/>
          </a:bodyPr>
          <a:lstStyle/>
          <a:p>
            <a:r>
              <a:rPr lang="en-US" dirty="0"/>
              <a:t>F</a:t>
            </a:r>
          </a:p>
        </p:txBody>
      </p:sp>
      <p:sp>
        <p:nvSpPr>
          <p:cNvPr id="94" name="TextBox 93">
            <a:extLst>
              <a:ext uri="{FF2B5EF4-FFF2-40B4-BE49-F238E27FC236}">
                <a16:creationId xmlns:a16="http://schemas.microsoft.com/office/drawing/2014/main" id="{AE8D0CCF-7DE4-EC7D-868E-42A18235F3B5}"/>
              </a:ext>
            </a:extLst>
          </p:cNvPr>
          <p:cNvSpPr txBox="1"/>
          <p:nvPr/>
        </p:nvSpPr>
        <p:spPr>
          <a:xfrm>
            <a:off x="2849694" y="3721155"/>
            <a:ext cx="309700" cy="369332"/>
          </a:xfrm>
          <a:prstGeom prst="rect">
            <a:avLst/>
          </a:prstGeom>
          <a:noFill/>
        </p:spPr>
        <p:txBody>
          <a:bodyPr wrap="none" rtlCol="0">
            <a:spAutoFit/>
          </a:bodyPr>
          <a:lstStyle/>
          <a:p>
            <a:r>
              <a:rPr lang="en-US" dirty="0"/>
              <a:t>B</a:t>
            </a:r>
          </a:p>
        </p:txBody>
      </p:sp>
      <p:cxnSp>
        <p:nvCxnSpPr>
          <p:cNvPr id="95" name="Straight Connector 94">
            <a:extLst>
              <a:ext uri="{FF2B5EF4-FFF2-40B4-BE49-F238E27FC236}">
                <a16:creationId xmlns:a16="http://schemas.microsoft.com/office/drawing/2014/main" id="{1C5E2350-97CA-65D4-CD1E-EE6C091C33DE}"/>
              </a:ext>
            </a:extLst>
          </p:cNvPr>
          <p:cNvCxnSpPr>
            <a:cxnSpLocks/>
          </p:cNvCxnSpPr>
          <p:nvPr/>
        </p:nvCxnSpPr>
        <p:spPr>
          <a:xfrm>
            <a:off x="3701428" y="3670852"/>
            <a:ext cx="203202" cy="121600"/>
          </a:xfrm>
          <a:prstGeom prst="line">
            <a:avLst/>
          </a:prstGeom>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A4EC40E5-DE50-3F73-DFAF-7880D37339D5}"/>
              </a:ext>
            </a:extLst>
          </p:cNvPr>
          <p:cNvCxnSpPr>
            <a:cxnSpLocks/>
          </p:cNvCxnSpPr>
          <p:nvPr/>
        </p:nvCxnSpPr>
        <p:spPr>
          <a:xfrm flipH="1">
            <a:off x="3384298" y="3675366"/>
            <a:ext cx="217714" cy="121600"/>
          </a:xfrm>
          <a:prstGeom prst="line">
            <a:avLst/>
          </a:prstGeom>
        </p:spPr>
        <p:style>
          <a:lnRef idx="1">
            <a:schemeClr val="accent1"/>
          </a:lnRef>
          <a:fillRef idx="0">
            <a:schemeClr val="accent1"/>
          </a:fillRef>
          <a:effectRef idx="0">
            <a:schemeClr val="accent1"/>
          </a:effectRef>
          <a:fontRef idx="minor">
            <a:schemeClr val="tx1"/>
          </a:fontRef>
        </p:style>
      </p:cxnSp>
      <p:sp>
        <p:nvSpPr>
          <p:cNvPr id="97" name="TextBox 96">
            <a:extLst>
              <a:ext uri="{FF2B5EF4-FFF2-40B4-BE49-F238E27FC236}">
                <a16:creationId xmlns:a16="http://schemas.microsoft.com/office/drawing/2014/main" id="{FB31E9EC-7221-32DF-0185-DB96FEDB994A}"/>
              </a:ext>
            </a:extLst>
          </p:cNvPr>
          <p:cNvSpPr txBox="1"/>
          <p:nvPr/>
        </p:nvSpPr>
        <p:spPr>
          <a:xfrm>
            <a:off x="3236530" y="3736166"/>
            <a:ext cx="256625" cy="369332"/>
          </a:xfrm>
          <a:prstGeom prst="rect">
            <a:avLst/>
          </a:prstGeom>
          <a:noFill/>
        </p:spPr>
        <p:txBody>
          <a:bodyPr wrap="square" rtlCol="0">
            <a:spAutoFit/>
          </a:bodyPr>
          <a:lstStyle/>
          <a:p>
            <a:r>
              <a:rPr lang="en-US" dirty="0"/>
              <a:t>F</a:t>
            </a:r>
          </a:p>
        </p:txBody>
      </p:sp>
      <p:sp>
        <p:nvSpPr>
          <p:cNvPr id="98" name="TextBox 97">
            <a:extLst>
              <a:ext uri="{FF2B5EF4-FFF2-40B4-BE49-F238E27FC236}">
                <a16:creationId xmlns:a16="http://schemas.microsoft.com/office/drawing/2014/main" id="{899890BF-D665-CB4C-2267-C3D98636592E}"/>
              </a:ext>
            </a:extLst>
          </p:cNvPr>
          <p:cNvSpPr txBox="1"/>
          <p:nvPr/>
        </p:nvSpPr>
        <p:spPr>
          <a:xfrm>
            <a:off x="3762152" y="3739509"/>
            <a:ext cx="309700" cy="369332"/>
          </a:xfrm>
          <a:prstGeom prst="rect">
            <a:avLst/>
          </a:prstGeom>
          <a:noFill/>
        </p:spPr>
        <p:txBody>
          <a:bodyPr wrap="none" rtlCol="0">
            <a:spAutoFit/>
          </a:bodyPr>
          <a:lstStyle/>
          <a:p>
            <a:r>
              <a:rPr lang="en-US" dirty="0"/>
              <a:t>B</a:t>
            </a:r>
          </a:p>
        </p:txBody>
      </p:sp>
      <p:cxnSp>
        <p:nvCxnSpPr>
          <p:cNvPr id="99" name="Straight Connector 98">
            <a:extLst>
              <a:ext uri="{FF2B5EF4-FFF2-40B4-BE49-F238E27FC236}">
                <a16:creationId xmlns:a16="http://schemas.microsoft.com/office/drawing/2014/main" id="{A26448AC-810F-D2B7-293D-A50274869F54}"/>
              </a:ext>
            </a:extLst>
          </p:cNvPr>
          <p:cNvCxnSpPr>
            <a:cxnSpLocks/>
          </p:cNvCxnSpPr>
          <p:nvPr/>
        </p:nvCxnSpPr>
        <p:spPr>
          <a:xfrm>
            <a:off x="4988219" y="3674195"/>
            <a:ext cx="203202" cy="12160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F34B40D3-65F1-F4A7-2F94-C80F2805D5F1}"/>
              </a:ext>
            </a:extLst>
          </p:cNvPr>
          <p:cNvCxnSpPr>
            <a:cxnSpLocks/>
          </p:cNvCxnSpPr>
          <p:nvPr/>
        </p:nvCxnSpPr>
        <p:spPr>
          <a:xfrm flipH="1">
            <a:off x="4671089" y="3678709"/>
            <a:ext cx="217714" cy="121600"/>
          </a:xfrm>
          <a:prstGeom prst="line">
            <a:avLst/>
          </a:prstGeom>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54EDC359-9662-662F-480A-04DB7BE7564A}"/>
              </a:ext>
            </a:extLst>
          </p:cNvPr>
          <p:cNvSpPr txBox="1"/>
          <p:nvPr/>
        </p:nvSpPr>
        <p:spPr>
          <a:xfrm>
            <a:off x="4523321" y="3739509"/>
            <a:ext cx="256625" cy="369332"/>
          </a:xfrm>
          <a:prstGeom prst="rect">
            <a:avLst/>
          </a:prstGeom>
          <a:noFill/>
        </p:spPr>
        <p:txBody>
          <a:bodyPr wrap="square" rtlCol="0">
            <a:spAutoFit/>
          </a:bodyPr>
          <a:lstStyle/>
          <a:p>
            <a:r>
              <a:rPr lang="en-US" dirty="0"/>
              <a:t>F</a:t>
            </a:r>
          </a:p>
        </p:txBody>
      </p:sp>
      <p:sp>
        <p:nvSpPr>
          <p:cNvPr id="102" name="TextBox 101">
            <a:extLst>
              <a:ext uri="{FF2B5EF4-FFF2-40B4-BE49-F238E27FC236}">
                <a16:creationId xmlns:a16="http://schemas.microsoft.com/office/drawing/2014/main" id="{F11A9C0F-45E2-8ACD-759A-995642DB329F}"/>
              </a:ext>
            </a:extLst>
          </p:cNvPr>
          <p:cNvSpPr txBox="1"/>
          <p:nvPr/>
        </p:nvSpPr>
        <p:spPr>
          <a:xfrm>
            <a:off x="5048943" y="3742852"/>
            <a:ext cx="309700" cy="369332"/>
          </a:xfrm>
          <a:prstGeom prst="rect">
            <a:avLst/>
          </a:prstGeom>
          <a:noFill/>
        </p:spPr>
        <p:txBody>
          <a:bodyPr wrap="none" rtlCol="0">
            <a:spAutoFit/>
          </a:bodyPr>
          <a:lstStyle/>
          <a:p>
            <a:r>
              <a:rPr lang="en-US" dirty="0"/>
              <a:t>B</a:t>
            </a:r>
          </a:p>
        </p:txBody>
      </p:sp>
      <p:cxnSp>
        <p:nvCxnSpPr>
          <p:cNvPr id="103" name="Straight Connector 102">
            <a:extLst>
              <a:ext uri="{FF2B5EF4-FFF2-40B4-BE49-F238E27FC236}">
                <a16:creationId xmlns:a16="http://schemas.microsoft.com/office/drawing/2014/main" id="{0BA7985D-6D52-E1A4-F03C-66711155101A}"/>
              </a:ext>
            </a:extLst>
          </p:cNvPr>
          <p:cNvCxnSpPr>
            <a:cxnSpLocks/>
          </p:cNvCxnSpPr>
          <p:nvPr/>
        </p:nvCxnSpPr>
        <p:spPr>
          <a:xfrm>
            <a:off x="5901778" y="3673533"/>
            <a:ext cx="203202" cy="12160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60CAC981-9C5D-E0F3-1192-FE0AD61778D8}"/>
              </a:ext>
            </a:extLst>
          </p:cNvPr>
          <p:cNvCxnSpPr>
            <a:cxnSpLocks/>
          </p:cNvCxnSpPr>
          <p:nvPr/>
        </p:nvCxnSpPr>
        <p:spPr>
          <a:xfrm flipH="1">
            <a:off x="5584648" y="3678047"/>
            <a:ext cx="217714" cy="121600"/>
          </a:xfrm>
          <a:prstGeom prst="line">
            <a:avLst/>
          </a:prstGeom>
        </p:spPr>
        <p:style>
          <a:lnRef idx="1">
            <a:schemeClr val="accent1"/>
          </a:lnRef>
          <a:fillRef idx="0">
            <a:schemeClr val="accent1"/>
          </a:fillRef>
          <a:effectRef idx="0">
            <a:schemeClr val="accent1"/>
          </a:effectRef>
          <a:fontRef idx="minor">
            <a:schemeClr val="tx1"/>
          </a:fontRef>
        </p:style>
      </p:cxnSp>
      <p:sp>
        <p:nvSpPr>
          <p:cNvPr id="105" name="TextBox 104">
            <a:extLst>
              <a:ext uri="{FF2B5EF4-FFF2-40B4-BE49-F238E27FC236}">
                <a16:creationId xmlns:a16="http://schemas.microsoft.com/office/drawing/2014/main" id="{CE7B6A6A-D55C-73F2-2752-AA4CAB8EFA31}"/>
              </a:ext>
            </a:extLst>
          </p:cNvPr>
          <p:cNvSpPr txBox="1"/>
          <p:nvPr/>
        </p:nvSpPr>
        <p:spPr>
          <a:xfrm>
            <a:off x="5436880" y="3738847"/>
            <a:ext cx="256625" cy="369332"/>
          </a:xfrm>
          <a:prstGeom prst="rect">
            <a:avLst/>
          </a:prstGeom>
          <a:noFill/>
        </p:spPr>
        <p:txBody>
          <a:bodyPr wrap="square" rtlCol="0">
            <a:spAutoFit/>
          </a:bodyPr>
          <a:lstStyle/>
          <a:p>
            <a:r>
              <a:rPr lang="en-US" dirty="0"/>
              <a:t>F</a:t>
            </a:r>
          </a:p>
        </p:txBody>
      </p:sp>
      <p:sp>
        <p:nvSpPr>
          <p:cNvPr id="106" name="TextBox 105">
            <a:extLst>
              <a:ext uri="{FF2B5EF4-FFF2-40B4-BE49-F238E27FC236}">
                <a16:creationId xmlns:a16="http://schemas.microsoft.com/office/drawing/2014/main" id="{0C331DC9-4721-8181-87D7-65EA11CC3182}"/>
              </a:ext>
            </a:extLst>
          </p:cNvPr>
          <p:cNvSpPr txBox="1"/>
          <p:nvPr/>
        </p:nvSpPr>
        <p:spPr>
          <a:xfrm>
            <a:off x="5962502" y="3742190"/>
            <a:ext cx="309700" cy="369332"/>
          </a:xfrm>
          <a:prstGeom prst="rect">
            <a:avLst/>
          </a:prstGeom>
          <a:noFill/>
        </p:spPr>
        <p:txBody>
          <a:bodyPr wrap="none" rtlCol="0">
            <a:spAutoFit/>
          </a:bodyPr>
          <a:lstStyle/>
          <a:p>
            <a:r>
              <a:rPr lang="en-US" dirty="0"/>
              <a:t>B</a:t>
            </a:r>
          </a:p>
        </p:txBody>
      </p:sp>
      <p:cxnSp>
        <p:nvCxnSpPr>
          <p:cNvPr id="107" name="Straight Connector 106">
            <a:extLst>
              <a:ext uri="{FF2B5EF4-FFF2-40B4-BE49-F238E27FC236}">
                <a16:creationId xmlns:a16="http://schemas.microsoft.com/office/drawing/2014/main" id="{39C59EEE-5962-12B0-9429-CA3F4E585410}"/>
              </a:ext>
            </a:extLst>
          </p:cNvPr>
          <p:cNvCxnSpPr>
            <a:cxnSpLocks/>
          </p:cNvCxnSpPr>
          <p:nvPr/>
        </p:nvCxnSpPr>
        <p:spPr>
          <a:xfrm>
            <a:off x="6647603" y="3683517"/>
            <a:ext cx="203202" cy="12160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46282897-9A20-ED07-FB9E-72DE7861C289}"/>
              </a:ext>
            </a:extLst>
          </p:cNvPr>
          <p:cNvCxnSpPr>
            <a:cxnSpLocks/>
          </p:cNvCxnSpPr>
          <p:nvPr/>
        </p:nvCxnSpPr>
        <p:spPr>
          <a:xfrm flipH="1">
            <a:off x="6330473" y="3688031"/>
            <a:ext cx="217714" cy="121600"/>
          </a:xfrm>
          <a:prstGeom prst="line">
            <a:avLst/>
          </a:prstGeom>
        </p:spPr>
        <p:style>
          <a:lnRef idx="1">
            <a:schemeClr val="accent1"/>
          </a:lnRef>
          <a:fillRef idx="0">
            <a:schemeClr val="accent1"/>
          </a:fillRef>
          <a:effectRef idx="0">
            <a:schemeClr val="accent1"/>
          </a:effectRef>
          <a:fontRef idx="minor">
            <a:schemeClr val="tx1"/>
          </a:fontRef>
        </p:style>
      </p:cxnSp>
      <p:sp>
        <p:nvSpPr>
          <p:cNvPr id="109" name="TextBox 108">
            <a:extLst>
              <a:ext uri="{FF2B5EF4-FFF2-40B4-BE49-F238E27FC236}">
                <a16:creationId xmlns:a16="http://schemas.microsoft.com/office/drawing/2014/main" id="{E94349BB-F173-8FDC-4A94-BF4BE0283E9F}"/>
              </a:ext>
            </a:extLst>
          </p:cNvPr>
          <p:cNvSpPr txBox="1"/>
          <p:nvPr/>
        </p:nvSpPr>
        <p:spPr>
          <a:xfrm>
            <a:off x="6182705" y="3748831"/>
            <a:ext cx="256625" cy="369332"/>
          </a:xfrm>
          <a:prstGeom prst="rect">
            <a:avLst/>
          </a:prstGeom>
          <a:noFill/>
        </p:spPr>
        <p:txBody>
          <a:bodyPr wrap="square" rtlCol="0">
            <a:spAutoFit/>
          </a:bodyPr>
          <a:lstStyle/>
          <a:p>
            <a:r>
              <a:rPr lang="en-US" dirty="0"/>
              <a:t>F</a:t>
            </a:r>
          </a:p>
        </p:txBody>
      </p:sp>
      <p:sp>
        <p:nvSpPr>
          <p:cNvPr id="110" name="TextBox 109">
            <a:extLst>
              <a:ext uri="{FF2B5EF4-FFF2-40B4-BE49-F238E27FC236}">
                <a16:creationId xmlns:a16="http://schemas.microsoft.com/office/drawing/2014/main" id="{00D73A51-FD40-01FA-F0CB-94BECAB18F81}"/>
              </a:ext>
            </a:extLst>
          </p:cNvPr>
          <p:cNvSpPr txBox="1"/>
          <p:nvPr/>
        </p:nvSpPr>
        <p:spPr>
          <a:xfrm>
            <a:off x="6708327" y="3752174"/>
            <a:ext cx="309700" cy="369332"/>
          </a:xfrm>
          <a:prstGeom prst="rect">
            <a:avLst/>
          </a:prstGeom>
          <a:noFill/>
        </p:spPr>
        <p:txBody>
          <a:bodyPr wrap="none" rtlCol="0">
            <a:spAutoFit/>
          </a:bodyPr>
          <a:lstStyle/>
          <a:p>
            <a:r>
              <a:rPr lang="en-US" dirty="0"/>
              <a:t>B</a:t>
            </a:r>
          </a:p>
        </p:txBody>
      </p:sp>
      <p:cxnSp>
        <p:nvCxnSpPr>
          <p:cNvPr id="111" name="Straight Connector 110">
            <a:extLst>
              <a:ext uri="{FF2B5EF4-FFF2-40B4-BE49-F238E27FC236}">
                <a16:creationId xmlns:a16="http://schemas.microsoft.com/office/drawing/2014/main" id="{3D7E3C20-3DE9-7419-3348-7F7FD634BC52}"/>
              </a:ext>
            </a:extLst>
          </p:cNvPr>
          <p:cNvCxnSpPr>
            <a:cxnSpLocks/>
          </p:cNvCxnSpPr>
          <p:nvPr/>
        </p:nvCxnSpPr>
        <p:spPr>
          <a:xfrm>
            <a:off x="7398589" y="3680920"/>
            <a:ext cx="203202" cy="12160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82ED2343-70C8-7BB3-E4FD-5D10045A632B}"/>
              </a:ext>
            </a:extLst>
          </p:cNvPr>
          <p:cNvCxnSpPr>
            <a:cxnSpLocks/>
          </p:cNvCxnSpPr>
          <p:nvPr/>
        </p:nvCxnSpPr>
        <p:spPr>
          <a:xfrm flipH="1">
            <a:off x="7081459" y="3685434"/>
            <a:ext cx="217714" cy="121600"/>
          </a:xfrm>
          <a:prstGeom prst="line">
            <a:avLst/>
          </a:prstGeom>
        </p:spPr>
        <p:style>
          <a:lnRef idx="1">
            <a:schemeClr val="accent1"/>
          </a:lnRef>
          <a:fillRef idx="0">
            <a:schemeClr val="accent1"/>
          </a:fillRef>
          <a:effectRef idx="0">
            <a:schemeClr val="accent1"/>
          </a:effectRef>
          <a:fontRef idx="minor">
            <a:schemeClr val="tx1"/>
          </a:fontRef>
        </p:style>
      </p:cxnSp>
      <p:sp>
        <p:nvSpPr>
          <p:cNvPr id="113" name="TextBox 112">
            <a:extLst>
              <a:ext uri="{FF2B5EF4-FFF2-40B4-BE49-F238E27FC236}">
                <a16:creationId xmlns:a16="http://schemas.microsoft.com/office/drawing/2014/main" id="{A1C1EB76-1FDC-1EAC-DEC5-5362F858DD4F}"/>
              </a:ext>
            </a:extLst>
          </p:cNvPr>
          <p:cNvSpPr txBox="1"/>
          <p:nvPr/>
        </p:nvSpPr>
        <p:spPr>
          <a:xfrm>
            <a:off x="6933691" y="3746234"/>
            <a:ext cx="256625" cy="369332"/>
          </a:xfrm>
          <a:prstGeom prst="rect">
            <a:avLst/>
          </a:prstGeom>
          <a:noFill/>
        </p:spPr>
        <p:txBody>
          <a:bodyPr wrap="square" rtlCol="0">
            <a:spAutoFit/>
          </a:bodyPr>
          <a:lstStyle/>
          <a:p>
            <a:r>
              <a:rPr lang="en-US" dirty="0"/>
              <a:t>F</a:t>
            </a:r>
          </a:p>
        </p:txBody>
      </p:sp>
      <p:sp>
        <p:nvSpPr>
          <p:cNvPr id="114" name="TextBox 113">
            <a:extLst>
              <a:ext uri="{FF2B5EF4-FFF2-40B4-BE49-F238E27FC236}">
                <a16:creationId xmlns:a16="http://schemas.microsoft.com/office/drawing/2014/main" id="{D19814A4-549E-57B4-E220-9F23201D7AA0}"/>
              </a:ext>
            </a:extLst>
          </p:cNvPr>
          <p:cNvSpPr txBox="1"/>
          <p:nvPr/>
        </p:nvSpPr>
        <p:spPr>
          <a:xfrm>
            <a:off x="7459313" y="3749577"/>
            <a:ext cx="309700" cy="369332"/>
          </a:xfrm>
          <a:prstGeom prst="rect">
            <a:avLst/>
          </a:prstGeom>
          <a:noFill/>
        </p:spPr>
        <p:txBody>
          <a:bodyPr wrap="none" rtlCol="0">
            <a:spAutoFit/>
          </a:bodyPr>
          <a:lstStyle/>
          <a:p>
            <a:r>
              <a:rPr lang="en-US" dirty="0"/>
              <a:t>B</a:t>
            </a:r>
          </a:p>
        </p:txBody>
      </p:sp>
      <p:cxnSp>
        <p:nvCxnSpPr>
          <p:cNvPr id="119" name="Straight Connector 118">
            <a:extLst>
              <a:ext uri="{FF2B5EF4-FFF2-40B4-BE49-F238E27FC236}">
                <a16:creationId xmlns:a16="http://schemas.microsoft.com/office/drawing/2014/main" id="{D82205B9-B8EC-0CA4-307D-9BCD391214A3}"/>
              </a:ext>
            </a:extLst>
          </p:cNvPr>
          <p:cNvCxnSpPr>
            <a:cxnSpLocks/>
          </p:cNvCxnSpPr>
          <p:nvPr/>
        </p:nvCxnSpPr>
        <p:spPr>
          <a:xfrm>
            <a:off x="8725465" y="3620120"/>
            <a:ext cx="203202" cy="12160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160D731A-F1AB-7FEC-CE44-1F619384908A}"/>
              </a:ext>
            </a:extLst>
          </p:cNvPr>
          <p:cNvCxnSpPr>
            <a:cxnSpLocks/>
          </p:cNvCxnSpPr>
          <p:nvPr/>
        </p:nvCxnSpPr>
        <p:spPr>
          <a:xfrm flipH="1">
            <a:off x="8408335" y="3624634"/>
            <a:ext cx="217714" cy="121600"/>
          </a:xfrm>
          <a:prstGeom prst="line">
            <a:avLst/>
          </a:prstGeom>
        </p:spPr>
        <p:style>
          <a:lnRef idx="1">
            <a:schemeClr val="accent1"/>
          </a:lnRef>
          <a:fillRef idx="0">
            <a:schemeClr val="accent1"/>
          </a:fillRef>
          <a:effectRef idx="0">
            <a:schemeClr val="accent1"/>
          </a:effectRef>
          <a:fontRef idx="minor">
            <a:schemeClr val="tx1"/>
          </a:fontRef>
        </p:style>
      </p:cxnSp>
      <p:sp>
        <p:nvSpPr>
          <p:cNvPr id="121" name="TextBox 120">
            <a:extLst>
              <a:ext uri="{FF2B5EF4-FFF2-40B4-BE49-F238E27FC236}">
                <a16:creationId xmlns:a16="http://schemas.microsoft.com/office/drawing/2014/main" id="{B9FDE23E-54BA-5718-4479-BEF0CF76D019}"/>
              </a:ext>
            </a:extLst>
          </p:cNvPr>
          <p:cNvSpPr txBox="1"/>
          <p:nvPr/>
        </p:nvSpPr>
        <p:spPr>
          <a:xfrm>
            <a:off x="8260567" y="3685434"/>
            <a:ext cx="256625" cy="369332"/>
          </a:xfrm>
          <a:prstGeom prst="rect">
            <a:avLst/>
          </a:prstGeom>
          <a:noFill/>
        </p:spPr>
        <p:txBody>
          <a:bodyPr wrap="square" rtlCol="0">
            <a:spAutoFit/>
          </a:bodyPr>
          <a:lstStyle/>
          <a:p>
            <a:r>
              <a:rPr lang="en-US" dirty="0"/>
              <a:t>F</a:t>
            </a:r>
          </a:p>
        </p:txBody>
      </p:sp>
      <p:sp>
        <p:nvSpPr>
          <p:cNvPr id="122" name="TextBox 121">
            <a:extLst>
              <a:ext uri="{FF2B5EF4-FFF2-40B4-BE49-F238E27FC236}">
                <a16:creationId xmlns:a16="http://schemas.microsoft.com/office/drawing/2014/main" id="{5DE760F0-101E-AE7A-7557-7DBDF8AD6336}"/>
              </a:ext>
            </a:extLst>
          </p:cNvPr>
          <p:cNvSpPr txBox="1"/>
          <p:nvPr/>
        </p:nvSpPr>
        <p:spPr>
          <a:xfrm>
            <a:off x="8786189" y="3688777"/>
            <a:ext cx="309700" cy="369332"/>
          </a:xfrm>
          <a:prstGeom prst="rect">
            <a:avLst/>
          </a:prstGeom>
          <a:noFill/>
        </p:spPr>
        <p:txBody>
          <a:bodyPr wrap="none" rtlCol="0">
            <a:spAutoFit/>
          </a:bodyPr>
          <a:lstStyle/>
          <a:p>
            <a:r>
              <a:rPr lang="en-US" dirty="0"/>
              <a:t>B</a:t>
            </a:r>
          </a:p>
        </p:txBody>
      </p:sp>
      <p:cxnSp>
        <p:nvCxnSpPr>
          <p:cNvPr id="123" name="Straight Connector 122">
            <a:extLst>
              <a:ext uri="{FF2B5EF4-FFF2-40B4-BE49-F238E27FC236}">
                <a16:creationId xmlns:a16="http://schemas.microsoft.com/office/drawing/2014/main" id="{01C72E8A-B379-6671-23B3-957F1C8EB146}"/>
              </a:ext>
            </a:extLst>
          </p:cNvPr>
          <p:cNvCxnSpPr>
            <a:cxnSpLocks/>
          </p:cNvCxnSpPr>
          <p:nvPr/>
        </p:nvCxnSpPr>
        <p:spPr>
          <a:xfrm>
            <a:off x="9476451" y="3617523"/>
            <a:ext cx="203202" cy="12160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F86E9E57-E0A2-C03E-5BB3-C00EF44D03C0}"/>
              </a:ext>
            </a:extLst>
          </p:cNvPr>
          <p:cNvCxnSpPr>
            <a:cxnSpLocks/>
          </p:cNvCxnSpPr>
          <p:nvPr/>
        </p:nvCxnSpPr>
        <p:spPr>
          <a:xfrm flipH="1">
            <a:off x="9159321" y="3622037"/>
            <a:ext cx="217714" cy="121600"/>
          </a:xfrm>
          <a:prstGeom prst="line">
            <a:avLst/>
          </a:prstGeom>
        </p:spPr>
        <p:style>
          <a:lnRef idx="1">
            <a:schemeClr val="accent1"/>
          </a:lnRef>
          <a:fillRef idx="0">
            <a:schemeClr val="accent1"/>
          </a:fillRef>
          <a:effectRef idx="0">
            <a:schemeClr val="accent1"/>
          </a:effectRef>
          <a:fontRef idx="minor">
            <a:schemeClr val="tx1"/>
          </a:fontRef>
        </p:style>
      </p:cxnSp>
      <p:sp>
        <p:nvSpPr>
          <p:cNvPr id="125" name="TextBox 124">
            <a:extLst>
              <a:ext uri="{FF2B5EF4-FFF2-40B4-BE49-F238E27FC236}">
                <a16:creationId xmlns:a16="http://schemas.microsoft.com/office/drawing/2014/main" id="{EB710DF3-3AEA-DF07-D3CA-17EEAC519A63}"/>
              </a:ext>
            </a:extLst>
          </p:cNvPr>
          <p:cNvSpPr txBox="1"/>
          <p:nvPr/>
        </p:nvSpPr>
        <p:spPr>
          <a:xfrm>
            <a:off x="9011553" y="3682837"/>
            <a:ext cx="256625" cy="369332"/>
          </a:xfrm>
          <a:prstGeom prst="rect">
            <a:avLst/>
          </a:prstGeom>
          <a:noFill/>
        </p:spPr>
        <p:txBody>
          <a:bodyPr wrap="square" rtlCol="0">
            <a:spAutoFit/>
          </a:bodyPr>
          <a:lstStyle/>
          <a:p>
            <a:r>
              <a:rPr lang="en-US" dirty="0"/>
              <a:t>F</a:t>
            </a:r>
          </a:p>
        </p:txBody>
      </p:sp>
      <p:sp>
        <p:nvSpPr>
          <p:cNvPr id="126" name="TextBox 125">
            <a:extLst>
              <a:ext uri="{FF2B5EF4-FFF2-40B4-BE49-F238E27FC236}">
                <a16:creationId xmlns:a16="http://schemas.microsoft.com/office/drawing/2014/main" id="{1130D8EE-69DC-C586-4B34-20D937CA6A6A}"/>
              </a:ext>
            </a:extLst>
          </p:cNvPr>
          <p:cNvSpPr txBox="1"/>
          <p:nvPr/>
        </p:nvSpPr>
        <p:spPr>
          <a:xfrm>
            <a:off x="9537175" y="3686180"/>
            <a:ext cx="309700" cy="369332"/>
          </a:xfrm>
          <a:prstGeom prst="rect">
            <a:avLst/>
          </a:prstGeom>
          <a:noFill/>
        </p:spPr>
        <p:txBody>
          <a:bodyPr wrap="none" rtlCol="0">
            <a:spAutoFit/>
          </a:bodyPr>
          <a:lstStyle/>
          <a:p>
            <a:r>
              <a:rPr lang="en-US" dirty="0"/>
              <a:t>B</a:t>
            </a:r>
          </a:p>
        </p:txBody>
      </p:sp>
      <p:sp>
        <p:nvSpPr>
          <p:cNvPr id="127" name="TextBox 126">
            <a:extLst>
              <a:ext uri="{FF2B5EF4-FFF2-40B4-BE49-F238E27FC236}">
                <a16:creationId xmlns:a16="http://schemas.microsoft.com/office/drawing/2014/main" id="{5EC5C4C3-8DB3-9E15-0F4A-BED8CB4DDFFC}"/>
              </a:ext>
            </a:extLst>
          </p:cNvPr>
          <p:cNvSpPr txBox="1"/>
          <p:nvPr/>
        </p:nvSpPr>
        <p:spPr>
          <a:xfrm>
            <a:off x="293038" y="3041272"/>
            <a:ext cx="1721129" cy="2862322"/>
          </a:xfrm>
          <a:prstGeom prst="rect">
            <a:avLst/>
          </a:prstGeom>
          <a:noFill/>
        </p:spPr>
        <p:txBody>
          <a:bodyPr wrap="square" rtlCol="0">
            <a:spAutoFit/>
          </a:bodyPr>
          <a:lstStyle/>
          <a:p>
            <a:r>
              <a:rPr lang="en-US" dirty="0"/>
              <a:t>2^4=16 probabilities,</a:t>
            </a:r>
          </a:p>
          <a:p>
            <a:endParaRPr lang="en-US" dirty="0"/>
          </a:p>
          <a:p>
            <a:r>
              <a:rPr lang="en-US" dirty="0"/>
              <a:t>Pick the guess with the highest probability</a:t>
            </a:r>
          </a:p>
          <a:p>
            <a:endParaRPr lang="en-US" dirty="0"/>
          </a:p>
          <a:p>
            <a:r>
              <a:rPr lang="en-US" dirty="0"/>
              <a:t>Not feasible to do for long runs!!!</a:t>
            </a:r>
          </a:p>
        </p:txBody>
      </p:sp>
    </p:spTree>
    <p:extLst>
      <p:ext uri="{BB962C8B-B14F-4D97-AF65-F5344CB8AC3E}">
        <p14:creationId xmlns:p14="http://schemas.microsoft.com/office/powerpoint/2010/main" val="194315971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E4F253-89E7-0465-DAF4-6D73C0D5F3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E57CFA-E0D0-5101-9B09-B3F74A8D964B}"/>
              </a:ext>
            </a:extLst>
          </p:cNvPr>
          <p:cNvSpPr>
            <a:spLocks noGrp="1"/>
          </p:cNvSpPr>
          <p:nvPr>
            <p:ph type="title"/>
          </p:nvPr>
        </p:nvSpPr>
        <p:spPr/>
        <p:txBody>
          <a:bodyPr>
            <a:normAutofit fontScale="90000"/>
          </a:bodyPr>
          <a:lstStyle/>
          <a:p>
            <a:r>
              <a:rPr lang="en-US" dirty="0"/>
              <a:t>Hidden Markov Models</a:t>
            </a:r>
          </a:p>
        </p:txBody>
      </p:sp>
      <p:sp>
        <p:nvSpPr>
          <p:cNvPr id="3" name="Content Placeholder 2">
            <a:extLst>
              <a:ext uri="{FF2B5EF4-FFF2-40B4-BE49-F238E27FC236}">
                <a16:creationId xmlns:a16="http://schemas.microsoft.com/office/drawing/2014/main" id="{8AB317FA-5AC5-854C-F5F8-6D1821D54B7C}"/>
              </a:ext>
            </a:extLst>
          </p:cNvPr>
          <p:cNvSpPr>
            <a:spLocks noGrp="1"/>
          </p:cNvSpPr>
          <p:nvPr>
            <p:ph idx="1"/>
          </p:nvPr>
        </p:nvSpPr>
        <p:spPr>
          <a:xfrm>
            <a:off x="598620" y="1596540"/>
            <a:ext cx="10972800" cy="5124935"/>
          </a:xfrm>
        </p:spPr>
        <p:txBody>
          <a:bodyPr>
            <a:normAutofit/>
          </a:bodyPr>
          <a:lstStyle/>
          <a:p>
            <a:r>
              <a:rPr lang="en-US" dirty="0"/>
              <a:t>Use Viterbi algorithm for long runs</a:t>
            </a:r>
          </a:p>
          <a:p>
            <a:pPr lvl="1"/>
            <a:r>
              <a:rPr lang="en-US" dirty="0">
                <a:cs typeface="Courier New" panose="02070309020205020404" pitchFamily="49" charset="0"/>
              </a:rPr>
              <a:t>Input: HMM and the sequence: </a:t>
            </a:r>
            <a:r>
              <a:rPr lang="en-US" dirty="0">
                <a:latin typeface="Courier New" panose="02070309020205020404" pitchFamily="49" charset="0"/>
                <a:cs typeface="Courier New" panose="02070309020205020404" pitchFamily="49" charset="0"/>
              </a:rPr>
              <a:t>HHTH…</a:t>
            </a:r>
          </a:p>
          <a:p>
            <a:pPr marL="457200" lvl="1" indent="0">
              <a:buNone/>
            </a:pPr>
            <a:endParaRPr lang="en-US" dirty="0">
              <a:cs typeface="Courier New" panose="02070309020205020404" pitchFamily="49" charset="0"/>
            </a:endParaRPr>
          </a:p>
          <a:p>
            <a:pPr marL="457200" lvl="1" indent="0">
              <a:buNone/>
            </a:pPr>
            <a:endParaRPr lang="en-US" dirty="0">
              <a:cs typeface="Courier New" panose="02070309020205020404" pitchFamily="49" charset="0"/>
            </a:endParaRPr>
          </a:p>
          <a:p>
            <a:pPr lvl="1"/>
            <a:endParaRPr lang="en-US" dirty="0">
              <a:cs typeface="Courier New" panose="02070309020205020404" pitchFamily="49" charset="0"/>
            </a:endParaRPr>
          </a:p>
          <a:p>
            <a:pPr lvl="1"/>
            <a:endParaRPr lang="en-US" dirty="0">
              <a:cs typeface="Courier New" panose="02070309020205020404" pitchFamily="49" charset="0"/>
            </a:endParaRPr>
          </a:p>
          <a:p>
            <a:pPr lvl="1"/>
            <a:endParaRPr lang="en-US" dirty="0">
              <a:cs typeface="Courier New" panose="02070309020205020404" pitchFamily="49" charset="0"/>
            </a:endParaRPr>
          </a:p>
          <a:p>
            <a:pPr lvl="1"/>
            <a:r>
              <a:rPr lang="en-US" dirty="0">
                <a:cs typeface="Courier New" panose="02070309020205020404" pitchFamily="49" charset="0"/>
              </a:rPr>
              <a:t>Output: a state sequence with maximum probability: </a:t>
            </a:r>
            <a:r>
              <a:rPr lang="en-US" dirty="0">
                <a:latin typeface="Courier New" panose="02070309020205020404" pitchFamily="49" charset="0"/>
                <a:cs typeface="Courier New" panose="02070309020205020404" pitchFamily="49" charset="0"/>
              </a:rPr>
              <a:t>FFBB…</a:t>
            </a: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p>
          <a:p>
            <a:endParaRPr lang="en-US" dirty="0"/>
          </a:p>
          <a:p>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ACD9757B-DB65-DE71-4327-8D5194508DA9}"/>
              </a:ext>
            </a:extLst>
          </p:cNvPr>
          <p:cNvSpPr>
            <a:spLocks noGrp="1"/>
          </p:cNvSpPr>
          <p:nvPr>
            <p:ph type="sldNum" sz="quarter" idx="12"/>
          </p:nvPr>
        </p:nvSpPr>
        <p:spPr/>
        <p:txBody>
          <a:bodyPr/>
          <a:lstStyle/>
          <a:p>
            <a:fld id="{B82CCC60-E8CD-4174-8B1A-7DF615B22EEF}" type="slidenum">
              <a:rPr lang="en-US" smtClean="0"/>
              <a:pPr/>
              <a:t>36</a:t>
            </a:fld>
            <a:endParaRPr lang="en-US"/>
          </a:p>
        </p:txBody>
      </p:sp>
      <p:sp>
        <p:nvSpPr>
          <p:cNvPr id="5" name="Oval 4">
            <a:extLst>
              <a:ext uri="{FF2B5EF4-FFF2-40B4-BE49-F238E27FC236}">
                <a16:creationId xmlns:a16="http://schemas.microsoft.com/office/drawing/2014/main" id="{5038FF10-107A-4C95-6B8F-542808F2A0CD}"/>
              </a:ext>
            </a:extLst>
          </p:cNvPr>
          <p:cNvSpPr/>
          <p:nvPr/>
        </p:nvSpPr>
        <p:spPr>
          <a:xfrm>
            <a:off x="1821382" y="3218542"/>
            <a:ext cx="899886" cy="89988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54732E7-07DF-738E-6014-B81CE824F0DF}"/>
              </a:ext>
            </a:extLst>
          </p:cNvPr>
          <p:cNvSpPr/>
          <p:nvPr/>
        </p:nvSpPr>
        <p:spPr>
          <a:xfrm>
            <a:off x="4782297" y="3218542"/>
            <a:ext cx="899886" cy="899886"/>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7" name="Ink 6">
                <a:extLst>
                  <a:ext uri="{FF2B5EF4-FFF2-40B4-BE49-F238E27FC236}">
                    <a16:creationId xmlns:a16="http://schemas.microsoft.com/office/drawing/2014/main" id="{A115967F-B6B0-C776-C325-78C6F3F98FAD}"/>
                  </a:ext>
                </a:extLst>
              </p14:cNvPr>
              <p14:cNvContentPartPr/>
              <p14:nvPr/>
            </p14:nvContentPartPr>
            <p14:xfrm>
              <a:off x="2517960" y="2941582"/>
              <a:ext cx="2343600" cy="472680"/>
            </p14:xfrm>
          </p:contentPart>
        </mc:Choice>
        <mc:Fallback xmlns="">
          <p:pic>
            <p:nvPicPr>
              <p:cNvPr id="7" name="Ink 6">
                <a:extLst>
                  <a:ext uri="{FF2B5EF4-FFF2-40B4-BE49-F238E27FC236}">
                    <a16:creationId xmlns:a16="http://schemas.microsoft.com/office/drawing/2014/main" id="{A115967F-B6B0-C776-C325-78C6F3F98FAD}"/>
                  </a:ext>
                </a:extLst>
              </p:cNvPr>
              <p:cNvPicPr/>
              <p:nvPr/>
            </p:nvPicPr>
            <p:blipFill>
              <a:blip r:embed="rId3"/>
              <a:stretch>
                <a:fillRect/>
              </a:stretch>
            </p:blipFill>
            <p:spPr>
              <a:xfrm>
                <a:off x="2511839" y="2935462"/>
                <a:ext cx="2355842" cy="4849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8" name="Ink 7">
                <a:extLst>
                  <a:ext uri="{FF2B5EF4-FFF2-40B4-BE49-F238E27FC236}">
                    <a16:creationId xmlns:a16="http://schemas.microsoft.com/office/drawing/2014/main" id="{6E8DB9AE-9DED-841B-6A7C-A4CD94033AD8}"/>
                  </a:ext>
                </a:extLst>
              </p14:cNvPr>
              <p14:cNvContentPartPr/>
              <p14:nvPr/>
            </p14:nvContentPartPr>
            <p14:xfrm>
              <a:off x="2519400" y="4060102"/>
              <a:ext cx="2502720" cy="400320"/>
            </p14:xfrm>
          </p:contentPart>
        </mc:Choice>
        <mc:Fallback xmlns="">
          <p:pic>
            <p:nvPicPr>
              <p:cNvPr id="8" name="Ink 7">
                <a:extLst>
                  <a:ext uri="{FF2B5EF4-FFF2-40B4-BE49-F238E27FC236}">
                    <a16:creationId xmlns:a16="http://schemas.microsoft.com/office/drawing/2014/main" id="{6E8DB9AE-9DED-841B-6A7C-A4CD94033AD8}"/>
                  </a:ext>
                </a:extLst>
              </p:cNvPr>
              <p:cNvPicPr/>
              <p:nvPr/>
            </p:nvPicPr>
            <p:blipFill>
              <a:blip r:embed="rId5"/>
              <a:stretch>
                <a:fillRect/>
              </a:stretch>
            </p:blipFill>
            <p:spPr>
              <a:xfrm>
                <a:off x="2513280" y="4053982"/>
                <a:ext cx="25149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9" name="Ink 8">
                <a:extLst>
                  <a:ext uri="{FF2B5EF4-FFF2-40B4-BE49-F238E27FC236}">
                    <a16:creationId xmlns:a16="http://schemas.microsoft.com/office/drawing/2014/main" id="{DFC824E5-1878-9F08-65A5-85A7B106A254}"/>
                  </a:ext>
                </a:extLst>
              </p14:cNvPr>
              <p14:cNvContentPartPr/>
              <p14:nvPr/>
            </p14:nvContentPartPr>
            <p14:xfrm>
              <a:off x="5580120" y="3087742"/>
              <a:ext cx="1329840" cy="1373040"/>
            </p14:xfrm>
          </p:contentPart>
        </mc:Choice>
        <mc:Fallback xmlns="">
          <p:pic>
            <p:nvPicPr>
              <p:cNvPr id="9" name="Ink 8">
                <a:extLst>
                  <a:ext uri="{FF2B5EF4-FFF2-40B4-BE49-F238E27FC236}">
                    <a16:creationId xmlns:a16="http://schemas.microsoft.com/office/drawing/2014/main" id="{DFC824E5-1878-9F08-65A5-85A7B106A254}"/>
                  </a:ext>
                </a:extLst>
              </p:cNvPr>
              <p:cNvPicPr/>
              <p:nvPr/>
            </p:nvPicPr>
            <p:blipFill>
              <a:blip r:embed="rId7"/>
              <a:stretch>
                <a:fillRect/>
              </a:stretch>
            </p:blipFill>
            <p:spPr>
              <a:xfrm>
                <a:off x="5574000" y="3081622"/>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32D41D02-7C53-37CE-3D83-5D114FC54EE6}"/>
                  </a:ext>
                </a:extLst>
              </p14:cNvPr>
              <p14:cNvContentPartPr/>
              <p14:nvPr/>
            </p14:nvContentPartPr>
            <p14:xfrm>
              <a:off x="587640" y="2899102"/>
              <a:ext cx="1371600" cy="1343880"/>
            </p14:xfrm>
          </p:contentPart>
        </mc:Choice>
        <mc:Fallback xmlns="">
          <p:pic>
            <p:nvPicPr>
              <p:cNvPr id="10" name="Ink 9">
                <a:extLst>
                  <a:ext uri="{FF2B5EF4-FFF2-40B4-BE49-F238E27FC236}">
                    <a16:creationId xmlns:a16="http://schemas.microsoft.com/office/drawing/2014/main" id="{32D41D02-7C53-37CE-3D83-5D114FC54EE6}"/>
                  </a:ext>
                </a:extLst>
              </p:cNvPr>
              <p:cNvPicPr/>
              <p:nvPr/>
            </p:nvPicPr>
            <p:blipFill>
              <a:blip r:embed="rId9"/>
              <a:stretch>
                <a:fillRect/>
              </a:stretch>
            </p:blipFill>
            <p:spPr>
              <a:xfrm>
                <a:off x="581520" y="2892982"/>
                <a:ext cx="1383840" cy="1356120"/>
              </a:xfrm>
              <a:prstGeom prst="rect">
                <a:avLst/>
              </a:prstGeom>
            </p:spPr>
          </p:pic>
        </mc:Fallback>
      </mc:AlternateContent>
      <p:sp>
        <p:nvSpPr>
          <p:cNvPr id="11" name="TextBox 10">
            <a:extLst>
              <a:ext uri="{FF2B5EF4-FFF2-40B4-BE49-F238E27FC236}">
                <a16:creationId xmlns:a16="http://schemas.microsoft.com/office/drawing/2014/main" id="{A3CA6EC5-03AB-A87F-9D63-5E75D3619AE1}"/>
              </a:ext>
            </a:extLst>
          </p:cNvPr>
          <p:cNvSpPr txBox="1"/>
          <p:nvPr/>
        </p:nvSpPr>
        <p:spPr>
          <a:xfrm>
            <a:off x="3294348" y="2558627"/>
            <a:ext cx="476412" cy="369332"/>
          </a:xfrm>
          <a:prstGeom prst="rect">
            <a:avLst/>
          </a:prstGeom>
          <a:noFill/>
        </p:spPr>
        <p:txBody>
          <a:bodyPr wrap="none" rtlCol="0">
            <a:spAutoFit/>
          </a:bodyPr>
          <a:lstStyle/>
          <a:p>
            <a:r>
              <a:rPr lang="en-US" dirty="0"/>
              <a:t>0.2</a:t>
            </a:r>
          </a:p>
        </p:txBody>
      </p:sp>
      <p:sp>
        <p:nvSpPr>
          <p:cNvPr id="12" name="TextBox 11">
            <a:extLst>
              <a:ext uri="{FF2B5EF4-FFF2-40B4-BE49-F238E27FC236}">
                <a16:creationId xmlns:a16="http://schemas.microsoft.com/office/drawing/2014/main" id="{98985412-90C4-5868-BB41-94101C59E7DE}"/>
              </a:ext>
            </a:extLst>
          </p:cNvPr>
          <p:cNvSpPr txBox="1"/>
          <p:nvPr/>
        </p:nvSpPr>
        <p:spPr>
          <a:xfrm>
            <a:off x="3294348" y="4617067"/>
            <a:ext cx="476412" cy="369332"/>
          </a:xfrm>
          <a:prstGeom prst="rect">
            <a:avLst/>
          </a:prstGeom>
          <a:noFill/>
        </p:spPr>
        <p:txBody>
          <a:bodyPr wrap="none" rtlCol="0">
            <a:spAutoFit/>
          </a:bodyPr>
          <a:lstStyle/>
          <a:p>
            <a:r>
              <a:rPr lang="en-US" dirty="0"/>
              <a:t>0.2</a:t>
            </a:r>
          </a:p>
        </p:txBody>
      </p:sp>
      <p:sp>
        <p:nvSpPr>
          <p:cNvPr id="13" name="TextBox 12">
            <a:extLst>
              <a:ext uri="{FF2B5EF4-FFF2-40B4-BE49-F238E27FC236}">
                <a16:creationId xmlns:a16="http://schemas.microsoft.com/office/drawing/2014/main" id="{44685EB9-4E25-29D8-BC1C-4D85EAF4477D}"/>
              </a:ext>
            </a:extLst>
          </p:cNvPr>
          <p:cNvSpPr txBox="1"/>
          <p:nvPr/>
        </p:nvSpPr>
        <p:spPr>
          <a:xfrm>
            <a:off x="6081906" y="2656490"/>
            <a:ext cx="476412" cy="369332"/>
          </a:xfrm>
          <a:prstGeom prst="rect">
            <a:avLst/>
          </a:prstGeom>
          <a:noFill/>
        </p:spPr>
        <p:txBody>
          <a:bodyPr wrap="none" rtlCol="0">
            <a:spAutoFit/>
          </a:bodyPr>
          <a:lstStyle/>
          <a:p>
            <a:r>
              <a:rPr lang="en-US" dirty="0"/>
              <a:t>0.8</a:t>
            </a:r>
          </a:p>
        </p:txBody>
      </p:sp>
      <p:sp>
        <p:nvSpPr>
          <p:cNvPr id="14" name="TextBox 13">
            <a:extLst>
              <a:ext uri="{FF2B5EF4-FFF2-40B4-BE49-F238E27FC236}">
                <a16:creationId xmlns:a16="http://schemas.microsoft.com/office/drawing/2014/main" id="{E022A640-9A05-46AC-3404-B665E2C7C971}"/>
              </a:ext>
            </a:extLst>
          </p:cNvPr>
          <p:cNvSpPr txBox="1"/>
          <p:nvPr/>
        </p:nvSpPr>
        <p:spPr>
          <a:xfrm>
            <a:off x="1035234" y="2529770"/>
            <a:ext cx="476412" cy="369332"/>
          </a:xfrm>
          <a:prstGeom prst="rect">
            <a:avLst/>
          </a:prstGeom>
          <a:noFill/>
        </p:spPr>
        <p:txBody>
          <a:bodyPr wrap="none" rtlCol="0">
            <a:spAutoFit/>
          </a:bodyPr>
          <a:lstStyle/>
          <a:p>
            <a:r>
              <a:rPr lang="en-US" dirty="0"/>
              <a:t>0.8</a:t>
            </a:r>
          </a:p>
        </p:txBody>
      </p:sp>
      <p:sp>
        <p:nvSpPr>
          <p:cNvPr id="15" name="TextBox 14">
            <a:extLst>
              <a:ext uri="{FF2B5EF4-FFF2-40B4-BE49-F238E27FC236}">
                <a16:creationId xmlns:a16="http://schemas.microsoft.com/office/drawing/2014/main" id="{FF78BA12-5779-380B-B815-80A9BE84ED46}"/>
              </a:ext>
            </a:extLst>
          </p:cNvPr>
          <p:cNvSpPr txBox="1"/>
          <p:nvPr/>
        </p:nvSpPr>
        <p:spPr>
          <a:xfrm>
            <a:off x="1857494" y="3483819"/>
            <a:ext cx="827662" cy="369332"/>
          </a:xfrm>
          <a:prstGeom prst="rect">
            <a:avLst/>
          </a:prstGeom>
          <a:noFill/>
        </p:spPr>
        <p:txBody>
          <a:bodyPr wrap="none" rtlCol="0">
            <a:spAutoFit/>
          </a:bodyPr>
          <a:lstStyle/>
          <a:p>
            <a:r>
              <a:rPr lang="en-US" dirty="0"/>
              <a:t>Fair (F)</a:t>
            </a:r>
          </a:p>
        </p:txBody>
      </p:sp>
      <p:sp>
        <p:nvSpPr>
          <p:cNvPr id="16" name="TextBox 15">
            <a:extLst>
              <a:ext uri="{FF2B5EF4-FFF2-40B4-BE49-F238E27FC236}">
                <a16:creationId xmlns:a16="http://schemas.microsoft.com/office/drawing/2014/main" id="{F8DB8FBA-2792-5873-D2FD-004660DA78C8}"/>
              </a:ext>
            </a:extLst>
          </p:cNvPr>
          <p:cNvSpPr txBox="1"/>
          <p:nvPr/>
        </p:nvSpPr>
        <p:spPr>
          <a:xfrm>
            <a:off x="4807009" y="3483819"/>
            <a:ext cx="881973" cy="369332"/>
          </a:xfrm>
          <a:prstGeom prst="rect">
            <a:avLst/>
          </a:prstGeom>
          <a:noFill/>
        </p:spPr>
        <p:txBody>
          <a:bodyPr wrap="none" rtlCol="0">
            <a:spAutoFit/>
          </a:bodyPr>
          <a:lstStyle/>
          <a:p>
            <a:r>
              <a:rPr lang="en-US" dirty="0"/>
              <a:t>Bias (B)</a:t>
            </a:r>
          </a:p>
        </p:txBody>
      </p:sp>
    </p:spTree>
    <p:extLst>
      <p:ext uri="{BB962C8B-B14F-4D97-AF65-F5344CB8AC3E}">
        <p14:creationId xmlns:p14="http://schemas.microsoft.com/office/powerpoint/2010/main" val="21314171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B02AD2-4470-E3A7-6098-7F8431AEF2A5}"/>
              </a:ext>
            </a:extLst>
          </p:cNvPr>
          <p:cNvSpPr>
            <a:spLocks noGrp="1"/>
          </p:cNvSpPr>
          <p:nvPr>
            <p:ph type="title"/>
          </p:nvPr>
        </p:nvSpPr>
        <p:spPr/>
        <p:txBody>
          <a:bodyPr>
            <a:normAutofit fontScale="90000"/>
          </a:bodyPr>
          <a:lstStyle/>
          <a:p>
            <a:r>
              <a:rPr lang="en-US" dirty="0"/>
              <a:t>Gene finding with HMMs</a:t>
            </a:r>
          </a:p>
        </p:txBody>
      </p:sp>
      <p:sp>
        <p:nvSpPr>
          <p:cNvPr id="3" name="Content Placeholder 2">
            <a:extLst>
              <a:ext uri="{FF2B5EF4-FFF2-40B4-BE49-F238E27FC236}">
                <a16:creationId xmlns:a16="http://schemas.microsoft.com/office/drawing/2014/main" id="{3BDB5289-F96A-3ABB-8FA2-895A3D3DF6DC}"/>
              </a:ext>
            </a:extLst>
          </p:cNvPr>
          <p:cNvSpPr>
            <a:spLocks noGrp="1"/>
          </p:cNvSpPr>
          <p:nvPr>
            <p:ph idx="1"/>
          </p:nvPr>
        </p:nvSpPr>
        <p:spPr>
          <a:xfrm>
            <a:off x="598620" y="1596540"/>
            <a:ext cx="10972800" cy="4978431"/>
          </a:xfrm>
        </p:spPr>
        <p:txBody>
          <a:bodyPr/>
          <a:lstStyle/>
          <a:p>
            <a:r>
              <a:rPr lang="en-US" dirty="0"/>
              <a:t>We know the sequence of a genome, how can we find where the coding sequences are?</a:t>
            </a:r>
            <a:br>
              <a:rPr lang="en-US" dirty="0"/>
            </a:br>
            <a:r>
              <a:rPr lang="en-US" dirty="0"/>
              <a:t>AGA</a:t>
            </a:r>
            <a:r>
              <a:rPr lang="en-US" dirty="0">
                <a:solidFill>
                  <a:srgbClr val="FF0000"/>
                </a:solidFill>
              </a:rPr>
              <a:t>ATGGATAGATAG</a:t>
            </a:r>
            <a:r>
              <a:rPr lang="en-US" dirty="0"/>
              <a:t>GATAATA</a:t>
            </a:r>
            <a:r>
              <a:rPr lang="en-US" dirty="0">
                <a:solidFill>
                  <a:srgbClr val="FF0000"/>
                </a:solidFill>
              </a:rPr>
              <a:t>ATGGGAAATTGA</a:t>
            </a:r>
            <a:r>
              <a:rPr lang="en-US" dirty="0"/>
              <a:t>TTTAAATTTA  --?</a:t>
            </a:r>
          </a:p>
          <a:p>
            <a:endParaRPr lang="en-US" dirty="0"/>
          </a:p>
          <a:p>
            <a:r>
              <a:rPr lang="en-US" dirty="0"/>
              <a:t>The coding/noncoding regions are </a:t>
            </a:r>
            <a:r>
              <a:rPr lang="en-US" i="1" dirty="0"/>
              <a:t>hidden states </a:t>
            </a:r>
            <a:r>
              <a:rPr lang="en-US" dirty="0"/>
              <a:t>(like the coins)</a:t>
            </a:r>
          </a:p>
          <a:p>
            <a:r>
              <a:rPr lang="en-US" dirty="0"/>
              <a:t>Patterns of letters within coding and noncoding sequences </a:t>
            </a:r>
            <a:r>
              <a:rPr lang="en-US" i="1" dirty="0"/>
              <a:t>differ</a:t>
            </a:r>
            <a:endParaRPr lang="en-US" dirty="0"/>
          </a:p>
          <a:p>
            <a:r>
              <a:rPr lang="en-US" dirty="0"/>
              <a:t>We can use the RNA-seq data or a closely related genome to:</a:t>
            </a:r>
          </a:p>
          <a:p>
            <a:pPr lvl="1"/>
            <a:r>
              <a:rPr lang="en-US" dirty="0"/>
              <a:t>compute patterns for coding/noncoding sequence -- these are our </a:t>
            </a:r>
            <a:r>
              <a:rPr lang="en-US" i="1" dirty="0"/>
              <a:t>emission probabilities</a:t>
            </a:r>
          </a:p>
          <a:p>
            <a:pPr lvl="1"/>
            <a:r>
              <a:rPr lang="en-US" dirty="0"/>
              <a:t>compute transition probabilities between coding/noncoding states</a:t>
            </a:r>
          </a:p>
        </p:txBody>
      </p:sp>
      <p:sp>
        <p:nvSpPr>
          <p:cNvPr id="4" name="Slide Number Placeholder 3">
            <a:extLst>
              <a:ext uri="{FF2B5EF4-FFF2-40B4-BE49-F238E27FC236}">
                <a16:creationId xmlns:a16="http://schemas.microsoft.com/office/drawing/2014/main" id="{42C7FC57-277B-DD7F-3E83-B27DB898CE9F}"/>
              </a:ext>
            </a:extLst>
          </p:cNvPr>
          <p:cNvSpPr>
            <a:spLocks noGrp="1"/>
          </p:cNvSpPr>
          <p:nvPr>
            <p:ph type="sldNum" sz="quarter" idx="12"/>
          </p:nvPr>
        </p:nvSpPr>
        <p:spPr/>
        <p:txBody>
          <a:bodyPr/>
          <a:lstStyle/>
          <a:p>
            <a:fld id="{B82CCC60-E8CD-4174-8B1A-7DF615B22EEF}" type="slidenum">
              <a:rPr lang="en-US" smtClean="0"/>
              <a:pPr/>
              <a:t>37</a:t>
            </a:fld>
            <a:endParaRPr lang="en-US"/>
          </a:p>
        </p:txBody>
      </p:sp>
    </p:spTree>
    <p:extLst>
      <p:ext uri="{BB962C8B-B14F-4D97-AF65-F5344CB8AC3E}">
        <p14:creationId xmlns:p14="http://schemas.microsoft.com/office/powerpoint/2010/main" val="323728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6AC69-F640-3672-34EE-74554EC743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980898-19B7-76FE-4AFE-5E15260480CE}"/>
              </a:ext>
            </a:extLst>
          </p:cNvPr>
          <p:cNvSpPr>
            <a:spLocks noGrp="1"/>
          </p:cNvSpPr>
          <p:nvPr>
            <p:ph type="title"/>
          </p:nvPr>
        </p:nvSpPr>
        <p:spPr/>
        <p:txBody>
          <a:bodyPr>
            <a:normAutofit fontScale="90000"/>
          </a:bodyPr>
          <a:lstStyle/>
          <a:p>
            <a:r>
              <a:rPr lang="en-US" dirty="0"/>
              <a:t>Gene finding with HMMs</a:t>
            </a:r>
          </a:p>
        </p:txBody>
      </p:sp>
      <p:sp>
        <p:nvSpPr>
          <p:cNvPr id="3" name="Content Placeholder 2">
            <a:extLst>
              <a:ext uri="{FF2B5EF4-FFF2-40B4-BE49-F238E27FC236}">
                <a16:creationId xmlns:a16="http://schemas.microsoft.com/office/drawing/2014/main" id="{E5603A78-2368-9F29-197B-E45A2D94E023}"/>
              </a:ext>
            </a:extLst>
          </p:cNvPr>
          <p:cNvSpPr>
            <a:spLocks noGrp="1"/>
          </p:cNvSpPr>
          <p:nvPr>
            <p:ph idx="1"/>
          </p:nvPr>
        </p:nvSpPr>
        <p:spPr>
          <a:xfrm>
            <a:off x="598620" y="1596540"/>
            <a:ext cx="10972800" cy="5261460"/>
          </a:xfrm>
        </p:spPr>
        <p:txBody>
          <a:bodyPr>
            <a:normAutofit fontScale="85000" lnSpcReduction="20000"/>
          </a:bodyPr>
          <a:lstStyle/>
          <a:p>
            <a:r>
              <a:rPr lang="en-US" dirty="0"/>
              <a:t>Closely related annotated genome:</a:t>
            </a:r>
            <a:br>
              <a:rPr lang="en-US" dirty="0"/>
            </a:br>
            <a:r>
              <a:rPr lang="en-US" dirty="0"/>
              <a:t>AGA</a:t>
            </a:r>
            <a:r>
              <a:rPr lang="en-US" dirty="0">
                <a:solidFill>
                  <a:srgbClr val="FF0000"/>
                </a:solidFill>
              </a:rPr>
              <a:t>ATGGGTAGATAG</a:t>
            </a:r>
            <a:r>
              <a:rPr lang="en-US" dirty="0"/>
              <a:t>GATCATA</a:t>
            </a:r>
            <a:r>
              <a:rPr lang="en-US" dirty="0">
                <a:solidFill>
                  <a:srgbClr val="FF0000"/>
                </a:solidFill>
              </a:rPr>
              <a:t>ATGGCAAATTGA</a:t>
            </a:r>
            <a:r>
              <a:rPr lang="en-US" dirty="0"/>
              <a:t>TTTATATTTA </a:t>
            </a:r>
          </a:p>
          <a:p>
            <a:r>
              <a:rPr lang="en-US" dirty="0"/>
              <a:t>Assume a model:</a:t>
            </a:r>
          </a:p>
          <a:p>
            <a:endParaRPr lang="en-US" dirty="0"/>
          </a:p>
          <a:p>
            <a:endParaRPr lang="en-US" dirty="0"/>
          </a:p>
          <a:p>
            <a:endParaRPr lang="en-US" dirty="0"/>
          </a:p>
          <a:p>
            <a:endParaRPr lang="en-US" dirty="0"/>
          </a:p>
          <a:p>
            <a:endParaRPr lang="en-US" dirty="0"/>
          </a:p>
          <a:p>
            <a:r>
              <a:rPr lang="en-US" dirty="0"/>
              <a:t>44 letters, 2 coding-&gt;non-coding and 2 non-coding-&gt; coding transitions</a:t>
            </a:r>
          </a:p>
          <a:p>
            <a:r>
              <a:rPr lang="en-US" i="1" dirty="0"/>
              <a:t>Train</a:t>
            </a:r>
            <a:r>
              <a:rPr lang="en-US" dirty="0"/>
              <a:t> the model by computing emission probabilities:</a:t>
            </a:r>
          </a:p>
          <a:p>
            <a:pPr lvl="1"/>
            <a:r>
              <a:rPr lang="en-US" dirty="0"/>
              <a:t>Coding: A:9/24, C:1/24, G:8/24, T:6/24</a:t>
            </a:r>
          </a:p>
          <a:p>
            <a:pPr lvl="1"/>
            <a:r>
              <a:rPr lang="en-US" dirty="0"/>
              <a:t>Noncoding: A:8/20, C:1/20, G:2/20, T:9/20</a:t>
            </a:r>
          </a:p>
          <a:p>
            <a:r>
              <a:rPr lang="en-US" dirty="0"/>
              <a:t>Use Viterbi algorithm to figure out most likely sequence of states (N or C) given the model and emission probabilities; label the letters </a:t>
            </a:r>
          </a:p>
        </p:txBody>
      </p:sp>
      <p:sp>
        <p:nvSpPr>
          <p:cNvPr id="4" name="Slide Number Placeholder 3">
            <a:extLst>
              <a:ext uri="{FF2B5EF4-FFF2-40B4-BE49-F238E27FC236}">
                <a16:creationId xmlns:a16="http://schemas.microsoft.com/office/drawing/2014/main" id="{4C13829D-62A4-4F36-C414-30BCB30BD578}"/>
              </a:ext>
            </a:extLst>
          </p:cNvPr>
          <p:cNvSpPr>
            <a:spLocks noGrp="1"/>
          </p:cNvSpPr>
          <p:nvPr>
            <p:ph type="sldNum" sz="quarter" idx="12"/>
          </p:nvPr>
        </p:nvSpPr>
        <p:spPr/>
        <p:txBody>
          <a:bodyPr/>
          <a:lstStyle/>
          <a:p>
            <a:fld id="{B82CCC60-E8CD-4174-8B1A-7DF615B22EEF}" type="slidenum">
              <a:rPr lang="en-US" smtClean="0"/>
              <a:pPr/>
              <a:t>38</a:t>
            </a:fld>
            <a:endParaRPr lang="en-US"/>
          </a:p>
        </p:txBody>
      </p:sp>
      <p:sp>
        <p:nvSpPr>
          <p:cNvPr id="5" name="Oval 4">
            <a:extLst>
              <a:ext uri="{FF2B5EF4-FFF2-40B4-BE49-F238E27FC236}">
                <a16:creationId xmlns:a16="http://schemas.microsoft.com/office/drawing/2014/main" id="{AB9D89AB-EA6A-1F39-E4D1-D4C51956D421}"/>
              </a:ext>
            </a:extLst>
          </p:cNvPr>
          <p:cNvSpPr/>
          <p:nvPr/>
        </p:nvSpPr>
        <p:spPr>
          <a:xfrm>
            <a:off x="6770753" y="2754818"/>
            <a:ext cx="899886" cy="89988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AE7AF0C9-E395-9EC2-D538-788120EB9A03}"/>
              </a:ext>
            </a:extLst>
          </p:cNvPr>
          <p:cNvSpPr/>
          <p:nvPr/>
        </p:nvSpPr>
        <p:spPr>
          <a:xfrm>
            <a:off x="9731668" y="2754818"/>
            <a:ext cx="899886" cy="899886"/>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7" name="Ink 6">
                <a:extLst>
                  <a:ext uri="{FF2B5EF4-FFF2-40B4-BE49-F238E27FC236}">
                    <a16:creationId xmlns:a16="http://schemas.microsoft.com/office/drawing/2014/main" id="{AAFF7EFF-ABAF-19F4-3A77-BC3AD834F069}"/>
                  </a:ext>
                </a:extLst>
              </p14:cNvPr>
              <p14:cNvContentPartPr/>
              <p14:nvPr/>
            </p14:nvContentPartPr>
            <p14:xfrm>
              <a:off x="7467331" y="2477858"/>
              <a:ext cx="2343600" cy="472680"/>
            </p14:xfrm>
          </p:contentPart>
        </mc:Choice>
        <mc:Fallback xmlns="">
          <p:pic>
            <p:nvPicPr>
              <p:cNvPr id="7" name="Ink 6">
                <a:extLst>
                  <a:ext uri="{FF2B5EF4-FFF2-40B4-BE49-F238E27FC236}">
                    <a16:creationId xmlns:a16="http://schemas.microsoft.com/office/drawing/2014/main" id="{AAFF7EFF-ABAF-19F4-3A77-BC3AD834F069}"/>
                  </a:ext>
                </a:extLst>
              </p:cNvPr>
              <p:cNvPicPr/>
              <p:nvPr/>
            </p:nvPicPr>
            <p:blipFill>
              <a:blip r:embed="rId3"/>
              <a:stretch>
                <a:fillRect/>
              </a:stretch>
            </p:blipFill>
            <p:spPr>
              <a:xfrm>
                <a:off x="7461210" y="2471738"/>
                <a:ext cx="2355842" cy="4849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8" name="Ink 7">
                <a:extLst>
                  <a:ext uri="{FF2B5EF4-FFF2-40B4-BE49-F238E27FC236}">
                    <a16:creationId xmlns:a16="http://schemas.microsoft.com/office/drawing/2014/main" id="{6C479AC8-80E6-FC31-7D49-3AE0F71873D8}"/>
                  </a:ext>
                </a:extLst>
              </p14:cNvPr>
              <p14:cNvContentPartPr/>
              <p14:nvPr/>
            </p14:nvContentPartPr>
            <p14:xfrm>
              <a:off x="7468771" y="3596378"/>
              <a:ext cx="2502720" cy="400320"/>
            </p14:xfrm>
          </p:contentPart>
        </mc:Choice>
        <mc:Fallback xmlns="">
          <p:pic>
            <p:nvPicPr>
              <p:cNvPr id="8" name="Ink 7">
                <a:extLst>
                  <a:ext uri="{FF2B5EF4-FFF2-40B4-BE49-F238E27FC236}">
                    <a16:creationId xmlns:a16="http://schemas.microsoft.com/office/drawing/2014/main" id="{6C479AC8-80E6-FC31-7D49-3AE0F71873D8}"/>
                  </a:ext>
                </a:extLst>
              </p:cNvPr>
              <p:cNvPicPr/>
              <p:nvPr/>
            </p:nvPicPr>
            <p:blipFill>
              <a:blip r:embed="rId5"/>
              <a:stretch>
                <a:fillRect/>
              </a:stretch>
            </p:blipFill>
            <p:spPr>
              <a:xfrm>
                <a:off x="7462651" y="3590258"/>
                <a:ext cx="25149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9" name="Ink 8">
                <a:extLst>
                  <a:ext uri="{FF2B5EF4-FFF2-40B4-BE49-F238E27FC236}">
                    <a16:creationId xmlns:a16="http://schemas.microsoft.com/office/drawing/2014/main" id="{1613E774-4061-239B-26B6-96B72909AF0D}"/>
                  </a:ext>
                </a:extLst>
              </p14:cNvPr>
              <p14:cNvContentPartPr/>
              <p14:nvPr/>
            </p14:nvContentPartPr>
            <p14:xfrm>
              <a:off x="10529491" y="2624018"/>
              <a:ext cx="1329840" cy="1373040"/>
            </p14:xfrm>
          </p:contentPart>
        </mc:Choice>
        <mc:Fallback xmlns="">
          <p:pic>
            <p:nvPicPr>
              <p:cNvPr id="9" name="Ink 8">
                <a:extLst>
                  <a:ext uri="{FF2B5EF4-FFF2-40B4-BE49-F238E27FC236}">
                    <a16:creationId xmlns:a16="http://schemas.microsoft.com/office/drawing/2014/main" id="{1613E774-4061-239B-26B6-96B72909AF0D}"/>
                  </a:ext>
                </a:extLst>
              </p:cNvPr>
              <p:cNvPicPr/>
              <p:nvPr/>
            </p:nvPicPr>
            <p:blipFill>
              <a:blip r:embed="rId7"/>
              <a:stretch>
                <a:fillRect/>
              </a:stretch>
            </p:blipFill>
            <p:spPr>
              <a:xfrm>
                <a:off x="10523371" y="2617898"/>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CDEFFE29-C076-070C-461D-52BA77EB6362}"/>
                  </a:ext>
                </a:extLst>
              </p14:cNvPr>
              <p14:cNvContentPartPr/>
              <p14:nvPr/>
            </p14:nvContentPartPr>
            <p14:xfrm>
              <a:off x="5537011" y="2435378"/>
              <a:ext cx="1371600" cy="1343880"/>
            </p14:xfrm>
          </p:contentPart>
        </mc:Choice>
        <mc:Fallback xmlns="">
          <p:pic>
            <p:nvPicPr>
              <p:cNvPr id="10" name="Ink 9">
                <a:extLst>
                  <a:ext uri="{FF2B5EF4-FFF2-40B4-BE49-F238E27FC236}">
                    <a16:creationId xmlns:a16="http://schemas.microsoft.com/office/drawing/2014/main" id="{CDEFFE29-C076-070C-461D-52BA77EB6362}"/>
                  </a:ext>
                </a:extLst>
              </p:cNvPr>
              <p:cNvPicPr/>
              <p:nvPr/>
            </p:nvPicPr>
            <p:blipFill>
              <a:blip r:embed="rId9"/>
              <a:stretch>
                <a:fillRect/>
              </a:stretch>
            </p:blipFill>
            <p:spPr>
              <a:xfrm>
                <a:off x="5530891" y="2429258"/>
                <a:ext cx="1383840" cy="1356120"/>
              </a:xfrm>
              <a:prstGeom prst="rect">
                <a:avLst/>
              </a:prstGeom>
            </p:spPr>
          </p:pic>
        </mc:Fallback>
      </mc:AlternateContent>
      <p:sp>
        <p:nvSpPr>
          <p:cNvPr id="11" name="TextBox 10">
            <a:extLst>
              <a:ext uri="{FF2B5EF4-FFF2-40B4-BE49-F238E27FC236}">
                <a16:creationId xmlns:a16="http://schemas.microsoft.com/office/drawing/2014/main" id="{2F423B44-7238-F22F-F7D1-13914ACE33F9}"/>
              </a:ext>
            </a:extLst>
          </p:cNvPr>
          <p:cNvSpPr txBox="1"/>
          <p:nvPr/>
        </p:nvSpPr>
        <p:spPr>
          <a:xfrm>
            <a:off x="8243719" y="2094903"/>
            <a:ext cx="625492" cy="369332"/>
          </a:xfrm>
          <a:prstGeom prst="rect">
            <a:avLst/>
          </a:prstGeom>
          <a:noFill/>
        </p:spPr>
        <p:txBody>
          <a:bodyPr wrap="none" rtlCol="0">
            <a:spAutoFit/>
          </a:bodyPr>
          <a:lstStyle/>
          <a:p>
            <a:r>
              <a:rPr lang="en-US" dirty="0"/>
              <a:t>1/22</a:t>
            </a:r>
          </a:p>
        </p:txBody>
      </p:sp>
      <p:sp>
        <p:nvSpPr>
          <p:cNvPr id="12" name="TextBox 11">
            <a:extLst>
              <a:ext uri="{FF2B5EF4-FFF2-40B4-BE49-F238E27FC236}">
                <a16:creationId xmlns:a16="http://schemas.microsoft.com/office/drawing/2014/main" id="{CE0FE142-0C7E-E30F-BC28-91029A1E4C39}"/>
              </a:ext>
            </a:extLst>
          </p:cNvPr>
          <p:cNvSpPr txBox="1"/>
          <p:nvPr/>
        </p:nvSpPr>
        <p:spPr>
          <a:xfrm>
            <a:off x="8243719" y="4153343"/>
            <a:ext cx="625492" cy="369332"/>
          </a:xfrm>
          <a:prstGeom prst="rect">
            <a:avLst/>
          </a:prstGeom>
          <a:noFill/>
        </p:spPr>
        <p:txBody>
          <a:bodyPr wrap="none" rtlCol="0">
            <a:spAutoFit/>
          </a:bodyPr>
          <a:lstStyle/>
          <a:p>
            <a:r>
              <a:rPr lang="en-US" dirty="0"/>
              <a:t>1/22</a:t>
            </a:r>
          </a:p>
        </p:txBody>
      </p:sp>
      <p:sp>
        <p:nvSpPr>
          <p:cNvPr id="13" name="TextBox 12">
            <a:extLst>
              <a:ext uri="{FF2B5EF4-FFF2-40B4-BE49-F238E27FC236}">
                <a16:creationId xmlns:a16="http://schemas.microsoft.com/office/drawing/2014/main" id="{C82245E6-446F-D6DD-D873-912928473E08}"/>
              </a:ext>
            </a:extLst>
          </p:cNvPr>
          <p:cNvSpPr txBox="1"/>
          <p:nvPr/>
        </p:nvSpPr>
        <p:spPr>
          <a:xfrm>
            <a:off x="10823155" y="2250712"/>
            <a:ext cx="742511" cy="369332"/>
          </a:xfrm>
          <a:prstGeom prst="rect">
            <a:avLst/>
          </a:prstGeom>
          <a:noFill/>
        </p:spPr>
        <p:txBody>
          <a:bodyPr wrap="none" rtlCol="0">
            <a:spAutoFit/>
          </a:bodyPr>
          <a:lstStyle/>
          <a:p>
            <a:r>
              <a:rPr lang="en-US" dirty="0"/>
              <a:t>21/22</a:t>
            </a:r>
          </a:p>
        </p:txBody>
      </p:sp>
      <p:sp>
        <p:nvSpPr>
          <p:cNvPr id="14" name="TextBox 13">
            <a:extLst>
              <a:ext uri="{FF2B5EF4-FFF2-40B4-BE49-F238E27FC236}">
                <a16:creationId xmlns:a16="http://schemas.microsoft.com/office/drawing/2014/main" id="{D8F17330-0991-BB74-4E7D-D1CDA5DDEEC4}"/>
              </a:ext>
            </a:extLst>
          </p:cNvPr>
          <p:cNvSpPr txBox="1"/>
          <p:nvPr/>
        </p:nvSpPr>
        <p:spPr>
          <a:xfrm>
            <a:off x="5800335" y="2108526"/>
            <a:ext cx="742511" cy="369332"/>
          </a:xfrm>
          <a:prstGeom prst="rect">
            <a:avLst/>
          </a:prstGeom>
          <a:noFill/>
        </p:spPr>
        <p:txBody>
          <a:bodyPr wrap="none" rtlCol="0">
            <a:spAutoFit/>
          </a:bodyPr>
          <a:lstStyle/>
          <a:p>
            <a:r>
              <a:rPr lang="en-US" dirty="0"/>
              <a:t>21/22</a:t>
            </a:r>
          </a:p>
        </p:txBody>
      </p:sp>
      <p:sp>
        <p:nvSpPr>
          <p:cNvPr id="15" name="TextBox 14">
            <a:extLst>
              <a:ext uri="{FF2B5EF4-FFF2-40B4-BE49-F238E27FC236}">
                <a16:creationId xmlns:a16="http://schemas.microsoft.com/office/drawing/2014/main" id="{64316D95-D1D9-C44D-88FA-F6DF5E9246E2}"/>
              </a:ext>
            </a:extLst>
          </p:cNvPr>
          <p:cNvSpPr txBox="1"/>
          <p:nvPr/>
        </p:nvSpPr>
        <p:spPr>
          <a:xfrm>
            <a:off x="6835154" y="2877737"/>
            <a:ext cx="835485" cy="646331"/>
          </a:xfrm>
          <a:prstGeom prst="rect">
            <a:avLst/>
          </a:prstGeom>
          <a:noFill/>
        </p:spPr>
        <p:txBody>
          <a:bodyPr wrap="none" rtlCol="0">
            <a:spAutoFit/>
          </a:bodyPr>
          <a:lstStyle/>
          <a:p>
            <a:r>
              <a:rPr lang="en-US" dirty="0"/>
              <a:t>Coding</a:t>
            </a:r>
            <a:br>
              <a:rPr lang="en-US" dirty="0"/>
            </a:br>
            <a:r>
              <a:rPr lang="en-US" dirty="0"/>
              <a:t>(C)</a:t>
            </a:r>
          </a:p>
        </p:txBody>
      </p:sp>
      <p:sp>
        <p:nvSpPr>
          <p:cNvPr id="16" name="TextBox 15">
            <a:extLst>
              <a:ext uri="{FF2B5EF4-FFF2-40B4-BE49-F238E27FC236}">
                <a16:creationId xmlns:a16="http://schemas.microsoft.com/office/drawing/2014/main" id="{2951EE45-B1D7-2130-A400-516514C91402}"/>
              </a:ext>
            </a:extLst>
          </p:cNvPr>
          <p:cNvSpPr txBox="1"/>
          <p:nvPr/>
        </p:nvSpPr>
        <p:spPr>
          <a:xfrm>
            <a:off x="9860544" y="2731374"/>
            <a:ext cx="807913" cy="923330"/>
          </a:xfrm>
          <a:prstGeom prst="rect">
            <a:avLst/>
          </a:prstGeom>
          <a:noFill/>
        </p:spPr>
        <p:txBody>
          <a:bodyPr wrap="none" rtlCol="0">
            <a:spAutoFit/>
          </a:bodyPr>
          <a:lstStyle/>
          <a:p>
            <a:r>
              <a:rPr lang="en-US" dirty="0"/>
              <a:t>Non-</a:t>
            </a:r>
            <a:br>
              <a:rPr lang="en-US" dirty="0"/>
            </a:br>
            <a:r>
              <a:rPr lang="en-US" dirty="0"/>
              <a:t>coding</a:t>
            </a:r>
            <a:br>
              <a:rPr lang="en-US" dirty="0"/>
            </a:br>
            <a:r>
              <a:rPr lang="en-US" dirty="0"/>
              <a:t>(N)</a:t>
            </a:r>
          </a:p>
        </p:txBody>
      </p:sp>
    </p:spTree>
    <p:extLst>
      <p:ext uri="{BB962C8B-B14F-4D97-AF65-F5344CB8AC3E}">
        <p14:creationId xmlns:p14="http://schemas.microsoft.com/office/powerpoint/2010/main" val="1697097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10" end="1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07383B-57E8-8426-E9B2-F8B08888C8F8}"/>
              </a:ext>
            </a:extLst>
          </p:cNvPr>
          <p:cNvSpPr>
            <a:spLocks noGrp="1"/>
          </p:cNvSpPr>
          <p:nvPr>
            <p:ph type="title"/>
          </p:nvPr>
        </p:nvSpPr>
        <p:spPr/>
        <p:txBody>
          <a:bodyPr>
            <a:normAutofit fontScale="90000"/>
          </a:bodyPr>
          <a:lstStyle/>
          <a:p>
            <a:r>
              <a:rPr lang="en-US" dirty="0"/>
              <a:t>Viterbi algorithm for HMMs</a:t>
            </a:r>
          </a:p>
        </p:txBody>
      </p:sp>
      <p:sp>
        <p:nvSpPr>
          <p:cNvPr id="3" name="Content Placeholder 2">
            <a:extLst>
              <a:ext uri="{FF2B5EF4-FFF2-40B4-BE49-F238E27FC236}">
                <a16:creationId xmlns:a16="http://schemas.microsoft.com/office/drawing/2014/main" id="{1E004E40-D459-3413-C789-D3A6249A7A21}"/>
              </a:ext>
            </a:extLst>
          </p:cNvPr>
          <p:cNvSpPr>
            <a:spLocks noGrp="1"/>
          </p:cNvSpPr>
          <p:nvPr>
            <p:ph idx="1"/>
          </p:nvPr>
        </p:nvSpPr>
        <p:spPr>
          <a:xfrm>
            <a:off x="462013" y="5040427"/>
            <a:ext cx="11109407" cy="1232033"/>
          </a:xfrm>
        </p:spPr>
        <p:txBody>
          <a:bodyPr>
            <a:normAutofit fontScale="92500"/>
          </a:bodyPr>
          <a:lstStyle/>
          <a:p>
            <a:r>
              <a:rPr lang="en-US" dirty="0"/>
              <a:t>Let's consider the following simple HMM for coding/non-coding regions of DNA. This model is composed of 2 states, C (coding) and N (non-coding). </a:t>
            </a:r>
          </a:p>
        </p:txBody>
      </p:sp>
      <p:sp>
        <p:nvSpPr>
          <p:cNvPr id="4" name="Slide Number Placeholder 3">
            <a:extLst>
              <a:ext uri="{FF2B5EF4-FFF2-40B4-BE49-F238E27FC236}">
                <a16:creationId xmlns:a16="http://schemas.microsoft.com/office/drawing/2014/main" id="{DF3AC70A-40B1-7BE0-0F13-CC7563BB660D}"/>
              </a:ext>
            </a:extLst>
          </p:cNvPr>
          <p:cNvSpPr>
            <a:spLocks noGrp="1"/>
          </p:cNvSpPr>
          <p:nvPr>
            <p:ph type="sldNum" sz="quarter" idx="12"/>
          </p:nvPr>
        </p:nvSpPr>
        <p:spPr/>
        <p:txBody>
          <a:bodyPr/>
          <a:lstStyle/>
          <a:p>
            <a:fld id="{B82CCC60-E8CD-4174-8B1A-7DF615B22EEF}" type="slidenum">
              <a:rPr lang="en-US" smtClean="0"/>
              <a:pPr/>
              <a:t>39</a:t>
            </a:fld>
            <a:endParaRPr lang="en-US"/>
          </a:p>
        </p:txBody>
      </p:sp>
      <p:sp>
        <p:nvSpPr>
          <p:cNvPr id="5" name="TextBox 4">
            <a:extLst>
              <a:ext uri="{FF2B5EF4-FFF2-40B4-BE49-F238E27FC236}">
                <a16:creationId xmlns:a16="http://schemas.microsoft.com/office/drawing/2014/main" id="{E4D00B5C-8833-0573-6433-CDF16FFC3174}"/>
              </a:ext>
            </a:extLst>
          </p:cNvPr>
          <p:cNvSpPr txBox="1"/>
          <p:nvPr/>
        </p:nvSpPr>
        <p:spPr>
          <a:xfrm>
            <a:off x="5909911" y="1514877"/>
            <a:ext cx="782009" cy="461665"/>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Start</a:t>
            </a:r>
          </a:p>
        </p:txBody>
      </p:sp>
      <p:cxnSp>
        <p:nvCxnSpPr>
          <p:cNvPr id="7" name="Straight Arrow Connector 6">
            <a:extLst>
              <a:ext uri="{FF2B5EF4-FFF2-40B4-BE49-F238E27FC236}">
                <a16:creationId xmlns:a16="http://schemas.microsoft.com/office/drawing/2014/main" id="{41837D1E-C824-4D38-3E44-175345078A28}"/>
              </a:ext>
            </a:extLst>
          </p:cNvPr>
          <p:cNvCxnSpPr>
            <a:cxnSpLocks/>
          </p:cNvCxnSpPr>
          <p:nvPr/>
        </p:nvCxnSpPr>
        <p:spPr>
          <a:xfrm flipH="1">
            <a:off x="5303520" y="2082767"/>
            <a:ext cx="798897"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9" name="Straight Arrow Connector 8">
            <a:extLst>
              <a:ext uri="{FF2B5EF4-FFF2-40B4-BE49-F238E27FC236}">
                <a16:creationId xmlns:a16="http://schemas.microsoft.com/office/drawing/2014/main" id="{DD98F8D4-32E2-D22F-CDAB-D4B025E2D5D2}"/>
              </a:ext>
            </a:extLst>
          </p:cNvPr>
          <p:cNvCxnSpPr>
            <a:cxnSpLocks/>
          </p:cNvCxnSpPr>
          <p:nvPr/>
        </p:nvCxnSpPr>
        <p:spPr>
          <a:xfrm>
            <a:off x="6420050" y="2082767"/>
            <a:ext cx="744354"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2" name="TextBox 11">
            <a:extLst>
              <a:ext uri="{FF2B5EF4-FFF2-40B4-BE49-F238E27FC236}">
                <a16:creationId xmlns:a16="http://schemas.microsoft.com/office/drawing/2014/main" id="{5E275128-51D8-4160-7033-96D9AEF08A83}"/>
              </a:ext>
            </a:extLst>
          </p:cNvPr>
          <p:cNvSpPr txBox="1"/>
          <p:nvPr/>
        </p:nvSpPr>
        <p:spPr>
          <a:xfrm>
            <a:off x="5274683" y="1898101"/>
            <a:ext cx="476412" cy="369332"/>
          </a:xfrm>
          <a:prstGeom prst="rect">
            <a:avLst/>
          </a:prstGeom>
          <a:noFill/>
        </p:spPr>
        <p:txBody>
          <a:bodyPr wrap="none" rtlCol="0">
            <a:spAutoFit/>
          </a:bodyPr>
          <a:lstStyle/>
          <a:p>
            <a:r>
              <a:rPr lang="en-US" dirty="0"/>
              <a:t>0.5</a:t>
            </a:r>
          </a:p>
        </p:txBody>
      </p:sp>
      <p:sp>
        <p:nvSpPr>
          <p:cNvPr id="13" name="TextBox 12">
            <a:extLst>
              <a:ext uri="{FF2B5EF4-FFF2-40B4-BE49-F238E27FC236}">
                <a16:creationId xmlns:a16="http://schemas.microsoft.com/office/drawing/2014/main" id="{2E881E24-0825-D9BE-3589-7B7020E83921}"/>
              </a:ext>
            </a:extLst>
          </p:cNvPr>
          <p:cNvSpPr txBox="1"/>
          <p:nvPr/>
        </p:nvSpPr>
        <p:spPr>
          <a:xfrm>
            <a:off x="6729663" y="1898101"/>
            <a:ext cx="476412" cy="369332"/>
          </a:xfrm>
          <a:prstGeom prst="rect">
            <a:avLst/>
          </a:prstGeom>
          <a:noFill/>
        </p:spPr>
        <p:txBody>
          <a:bodyPr wrap="none" rtlCol="0">
            <a:spAutoFit/>
          </a:bodyPr>
          <a:lstStyle/>
          <a:p>
            <a:r>
              <a:rPr lang="en-US" dirty="0"/>
              <a:t>0.5</a:t>
            </a:r>
          </a:p>
        </p:txBody>
      </p:sp>
      <p:sp>
        <p:nvSpPr>
          <p:cNvPr id="14" name="TextBox 13">
            <a:extLst>
              <a:ext uri="{FF2B5EF4-FFF2-40B4-BE49-F238E27FC236}">
                <a16:creationId xmlns:a16="http://schemas.microsoft.com/office/drawing/2014/main" id="{4EE1E9DE-2BE4-3551-D4F8-5D6090DD44B5}"/>
              </a:ext>
            </a:extLst>
          </p:cNvPr>
          <p:cNvSpPr txBox="1"/>
          <p:nvPr/>
        </p:nvSpPr>
        <p:spPr>
          <a:xfrm>
            <a:off x="4803518" y="2459504"/>
            <a:ext cx="873957"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C </a:t>
            </a:r>
          </a:p>
          <a:p>
            <a:r>
              <a:rPr lang="en-US" b="1" dirty="0">
                <a:latin typeface="Courier New" panose="02070309020205020404" pitchFamily="49" charset="0"/>
                <a:cs typeface="Courier New" panose="02070309020205020404" pitchFamily="49" charset="0"/>
              </a:rPr>
              <a:t>A 0.2</a:t>
            </a:r>
          </a:p>
          <a:p>
            <a:r>
              <a:rPr lang="en-US" b="1" dirty="0">
                <a:latin typeface="Courier New" panose="02070309020205020404" pitchFamily="49" charset="0"/>
                <a:cs typeface="Courier New" panose="02070309020205020404" pitchFamily="49" charset="0"/>
              </a:rPr>
              <a:t>C 0.3</a:t>
            </a:r>
          </a:p>
          <a:p>
            <a:r>
              <a:rPr lang="en-US" b="1" dirty="0">
                <a:latin typeface="Courier New" panose="02070309020205020404" pitchFamily="49" charset="0"/>
                <a:cs typeface="Courier New" panose="02070309020205020404" pitchFamily="49" charset="0"/>
              </a:rPr>
              <a:t>G 0.3</a:t>
            </a:r>
          </a:p>
          <a:p>
            <a:r>
              <a:rPr lang="en-US" b="1" dirty="0">
                <a:latin typeface="Courier New" panose="02070309020205020404" pitchFamily="49" charset="0"/>
                <a:cs typeface="Courier New" panose="02070309020205020404" pitchFamily="49" charset="0"/>
              </a:rPr>
              <a:t>T 0.2</a:t>
            </a:r>
          </a:p>
        </p:txBody>
      </p:sp>
      <p:sp>
        <p:nvSpPr>
          <p:cNvPr id="16" name="TextBox 15">
            <a:extLst>
              <a:ext uri="{FF2B5EF4-FFF2-40B4-BE49-F238E27FC236}">
                <a16:creationId xmlns:a16="http://schemas.microsoft.com/office/drawing/2014/main" id="{152400C1-5A91-B00F-70E1-31311B6AE0D5}"/>
              </a:ext>
            </a:extLst>
          </p:cNvPr>
          <p:cNvSpPr txBox="1"/>
          <p:nvPr/>
        </p:nvSpPr>
        <p:spPr>
          <a:xfrm>
            <a:off x="6698084" y="2459504"/>
            <a:ext cx="873957"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N </a:t>
            </a:r>
          </a:p>
          <a:p>
            <a:r>
              <a:rPr lang="en-US" b="1" dirty="0">
                <a:latin typeface="Courier New" panose="02070309020205020404" pitchFamily="49" charset="0"/>
                <a:cs typeface="Courier New" panose="02070309020205020404" pitchFamily="49" charset="0"/>
              </a:rPr>
              <a:t>A 0.3</a:t>
            </a:r>
          </a:p>
          <a:p>
            <a:r>
              <a:rPr lang="en-US" b="1" dirty="0">
                <a:latin typeface="Courier New" panose="02070309020205020404" pitchFamily="49" charset="0"/>
                <a:cs typeface="Courier New" panose="02070309020205020404" pitchFamily="49" charset="0"/>
              </a:rPr>
              <a:t>C 0.2</a:t>
            </a:r>
          </a:p>
          <a:p>
            <a:r>
              <a:rPr lang="en-US" b="1" dirty="0">
                <a:latin typeface="Courier New" panose="02070309020205020404" pitchFamily="49" charset="0"/>
                <a:cs typeface="Courier New" panose="02070309020205020404" pitchFamily="49" charset="0"/>
              </a:rPr>
              <a:t>G 0.2</a:t>
            </a:r>
          </a:p>
          <a:p>
            <a:r>
              <a:rPr lang="en-US" b="1" dirty="0">
                <a:latin typeface="Courier New" panose="02070309020205020404" pitchFamily="49" charset="0"/>
                <a:cs typeface="Courier New" panose="02070309020205020404" pitchFamily="49" charset="0"/>
              </a:rPr>
              <a:t>T 0.3</a:t>
            </a:r>
          </a:p>
        </p:txBody>
      </p:sp>
      <p:cxnSp>
        <p:nvCxnSpPr>
          <p:cNvPr id="17" name="Straight Arrow Connector 16">
            <a:extLst>
              <a:ext uri="{FF2B5EF4-FFF2-40B4-BE49-F238E27FC236}">
                <a16:creationId xmlns:a16="http://schemas.microsoft.com/office/drawing/2014/main" id="{A2786695-1B52-A7A6-6691-CF75F66DA301}"/>
              </a:ext>
            </a:extLst>
          </p:cNvPr>
          <p:cNvCxnSpPr>
            <a:cxnSpLocks/>
          </p:cNvCxnSpPr>
          <p:nvPr/>
        </p:nvCxnSpPr>
        <p:spPr>
          <a:xfrm>
            <a:off x="5919961" y="3095530"/>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500EEE9E-980C-529C-7B73-FFE2D84E5420}"/>
              </a:ext>
            </a:extLst>
          </p:cNvPr>
          <p:cNvCxnSpPr>
            <a:cxnSpLocks/>
          </p:cNvCxnSpPr>
          <p:nvPr/>
        </p:nvCxnSpPr>
        <p:spPr>
          <a:xfrm flipH="1">
            <a:off x="5919961" y="3472267"/>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5" name="TextBox 24">
            <a:extLst>
              <a:ext uri="{FF2B5EF4-FFF2-40B4-BE49-F238E27FC236}">
                <a16:creationId xmlns:a16="http://schemas.microsoft.com/office/drawing/2014/main" id="{58063C21-A161-3C73-63C1-1151A03E276F}"/>
              </a:ext>
            </a:extLst>
          </p:cNvPr>
          <p:cNvSpPr txBox="1"/>
          <p:nvPr/>
        </p:nvSpPr>
        <p:spPr>
          <a:xfrm>
            <a:off x="5951515" y="2756425"/>
            <a:ext cx="476412" cy="369332"/>
          </a:xfrm>
          <a:prstGeom prst="rect">
            <a:avLst/>
          </a:prstGeom>
          <a:noFill/>
        </p:spPr>
        <p:txBody>
          <a:bodyPr wrap="none" rtlCol="0">
            <a:spAutoFit/>
          </a:bodyPr>
          <a:lstStyle/>
          <a:p>
            <a:r>
              <a:rPr lang="en-US" dirty="0"/>
              <a:t>0.5</a:t>
            </a:r>
          </a:p>
        </p:txBody>
      </p:sp>
      <p:sp>
        <p:nvSpPr>
          <p:cNvPr id="26" name="TextBox 25">
            <a:extLst>
              <a:ext uri="{FF2B5EF4-FFF2-40B4-BE49-F238E27FC236}">
                <a16:creationId xmlns:a16="http://schemas.microsoft.com/office/drawing/2014/main" id="{45E84933-3B96-B7B4-31B8-874CE728A0D4}"/>
              </a:ext>
            </a:extLst>
          </p:cNvPr>
          <p:cNvSpPr txBox="1"/>
          <p:nvPr/>
        </p:nvSpPr>
        <p:spPr>
          <a:xfrm>
            <a:off x="5957893" y="3497847"/>
            <a:ext cx="476412" cy="369332"/>
          </a:xfrm>
          <a:prstGeom prst="rect">
            <a:avLst/>
          </a:prstGeom>
          <a:noFill/>
        </p:spPr>
        <p:txBody>
          <a:bodyPr wrap="none" rtlCol="0">
            <a:spAutoFit/>
          </a:bodyPr>
          <a:lstStyle/>
          <a:p>
            <a:r>
              <a:rPr lang="en-US" dirty="0"/>
              <a:t>0.4</a:t>
            </a:r>
          </a:p>
        </p:txBody>
      </p:sp>
      <mc:AlternateContent xmlns:mc="http://schemas.openxmlformats.org/markup-compatibility/2006" xmlns:p14="http://schemas.microsoft.com/office/powerpoint/2010/main">
        <mc:Choice Requires="p14">
          <p:contentPart p14:bwMode="auto" r:id="rId2">
            <p14:nvContentPartPr>
              <p14:cNvPr id="27" name="Ink 26">
                <a:extLst>
                  <a:ext uri="{FF2B5EF4-FFF2-40B4-BE49-F238E27FC236}">
                    <a16:creationId xmlns:a16="http://schemas.microsoft.com/office/drawing/2014/main" id="{74198DD9-E962-1FF0-F53E-0E125156FE8E}"/>
                  </a:ext>
                </a:extLst>
              </p14:cNvPr>
              <p14:cNvContentPartPr/>
              <p14:nvPr/>
            </p14:nvContentPartPr>
            <p14:xfrm>
              <a:off x="7819170" y="2627049"/>
              <a:ext cx="1329840" cy="1373040"/>
            </p14:xfrm>
          </p:contentPart>
        </mc:Choice>
        <mc:Fallback xmlns="">
          <p:pic>
            <p:nvPicPr>
              <p:cNvPr id="27" name="Ink 26">
                <a:extLst>
                  <a:ext uri="{FF2B5EF4-FFF2-40B4-BE49-F238E27FC236}">
                    <a16:creationId xmlns:a16="http://schemas.microsoft.com/office/drawing/2014/main" id="{74198DD9-E962-1FF0-F53E-0E125156FE8E}"/>
                  </a:ext>
                </a:extLst>
              </p:cNvPr>
              <p:cNvPicPr/>
              <p:nvPr/>
            </p:nvPicPr>
            <p:blipFill>
              <a:blip r:embed="rId3"/>
              <a:stretch>
                <a:fillRect/>
              </a:stretch>
            </p:blipFill>
            <p:spPr>
              <a:xfrm>
                <a:off x="7813050" y="2620929"/>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94FA7466-D832-6FE4-6427-054900F9CB3D}"/>
                  </a:ext>
                </a:extLst>
              </p14:cNvPr>
              <p14:cNvContentPartPr/>
              <p14:nvPr/>
            </p14:nvContentPartPr>
            <p14:xfrm rot="10800000">
              <a:off x="3297754" y="2494139"/>
              <a:ext cx="1329840" cy="1373040"/>
            </p14:xfrm>
          </p:contentPart>
        </mc:Choice>
        <mc:Fallback xmlns="">
          <p:pic>
            <p:nvPicPr>
              <p:cNvPr id="28" name="Ink 27">
                <a:extLst>
                  <a:ext uri="{FF2B5EF4-FFF2-40B4-BE49-F238E27FC236}">
                    <a16:creationId xmlns:a16="http://schemas.microsoft.com/office/drawing/2014/main" id="{94FA7466-D832-6FE4-6427-054900F9CB3D}"/>
                  </a:ext>
                </a:extLst>
              </p:cNvPr>
              <p:cNvPicPr/>
              <p:nvPr/>
            </p:nvPicPr>
            <p:blipFill>
              <a:blip r:embed="rId3"/>
              <a:stretch>
                <a:fillRect/>
              </a:stretch>
            </p:blipFill>
            <p:spPr>
              <a:xfrm rot="10800000">
                <a:off x="3291634" y="2488019"/>
                <a:ext cx="1342080" cy="1385280"/>
              </a:xfrm>
              <a:prstGeom prst="rect">
                <a:avLst/>
              </a:prstGeom>
            </p:spPr>
          </p:pic>
        </mc:Fallback>
      </mc:AlternateContent>
      <p:sp>
        <p:nvSpPr>
          <p:cNvPr id="29" name="TextBox 28">
            <a:extLst>
              <a:ext uri="{FF2B5EF4-FFF2-40B4-BE49-F238E27FC236}">
                <a16:creationId xmlns:a16="http://schemas.microsoft.com/office/drawing/2014/main" id="{9233339F-F742-0CAF-3AAA-F7CFF71F34DA}"/>
              </a:ext>
            </a:extLst>
          </p:cNvPr>
          <p:cNvSpPr txBox="1"/>
          <p:nvPr/>
        </p:nvSpPr>
        <p:spPr>
          <a:xfrm>
            <a:off x="2798313" y="2995993"/>
            <a:ext cx="476412" cy="369332"/>
          </a:xfrm>
          <a:prstGeom prst="rect">
            <a:avLst/>
          </a:prstGeom>
          <a:noFill/>
        </p:spPr>
        <p:txBody>
          <a:bodyPr wrap="none" rtlCol="0">
            <a:spAutoFit/>
          </a:bodyPr>
          <a:lstStyle/>
          <a:p>
            <a:r>
              <a:rPr lang="en-US" dirty="0"/>
              <a:t>0.5</a:t>
            </a:r>
          </a:p>
        </p:txBody>
      </p:sp>
      <p:sp>
        <p:nvSpPr>
          <p:cNvPr id="30" name="TextBox 29">
            <a:extLst>
              <a:ext uri="{FF2B5EF4-FFF2-40B4-BE49-F238E27FC236}">
                <a16:creationId xmlns:a16="http://schemas.microsoft.com/office/drawing/2014/main" id="{FC2AA1FD-571E-DA41-2ED3-8CAC942F260D}"/>
              </a:ext>
            </a:extLst>
          </p:cNvPr>
          <p:cNvSpPr txBox="1"/>
          <p:nvPr/>
        </p:nvSpPr>
        <p:spPr>
          <a:xfrm>
            <a:off x="9193778" y="3059126"/>
            <a:ext cx="476412" cy="369332"/>
          </a:xfrm>
          <a:prstGeom prst="rect">
            <a:avLst/>
          </a:prstGeom>
          <a:noFill/>
        </p:spPr>
        <p:txBody>
          <a:bodyPr wrap="none" rtlCol="0">
            <a:spAutoFit/>
          </a:bodyPr>
          <a:lstStyle/>
          <a:p>
            <a:r>
              <a:rPr lang="en-US" dirty="0"/>
              <a:t>0.6</a:t>
            </a:r>
          </a:p>
        </p:txBody>
      </p:sp>
    </p:spTree>
    <p:extLst>
      <p:ext uri="{BB962C8B-B14F-4D97-AF65-F5344CB8AC3E}">
        <p14:creationId xmlns:p14="http://schemas.microsoft.com/office/powerpoint/2010/main" val="70218958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BE885-5B7D-EBFD-B63D-C48C87FF6E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0936A0-2AF5-CC22-A801-101F9251518E}"/>
              </a:ext>
            </a:extLst>
          </p:cNvPr>
          <p:cNvSpPr>
            <a:spLocks noGrp="1"/>
          </p:cNvSpPr>
          <p:nvPr>
            <p:ph type="title"/>
          </p:nvPr>
        </p:nvSpPr>
        <p:spPr/>
        <p:txBody>
          <a:bodyPr>
            <a:normAutofit fontScale="90000"/>
          </a:bodyPr>
          <a:lstStyle/>
          <a:p>
            <a:r>
              <a:rPr lang="en-US" dirty="0"/>
              <a:t>Viterbi algorithm for HMMs</a:t>
            </a:r>
          </a:p>
        </p:txBody>
      </p:sp>
      <p:sp>
        <p:nvSpPr>
          <p:cNvPr id="3" name="Content Placeholder 2">
            <a:extLst>
              <a:ext uri="{FF2B5EF4-FFF2-40B4-BE49-F238E27FC236}">
                <a16:creationId xmlns:a16="http://schemas.microsoft.com/office/drawing/2014/main" id="{4A7508DC-02E3-40FF-DD97-23370E304C90}"/>
              </a:ext>
            </a:extLst>
          </p:cNvPr>
          <p:cNvSpPr>
            <a:spLocks noGrp="1"/>
          </p:cNvSpPr>
          <p:nvPr>
            <p:ph idx="1"/>
          </p:nvPr>
        </p:nvSpPr>
        <p:spPr>
          <a:xfrm>
            <a:off x="462013" y="5040427"/>
            <a:ext cx="11109407" cy="1569657"/>
          </a:xfrm>
        </p:spPr>
        <p:txBody>
          <a:bodyPr>
            <a:normAutofit fontScale="92500" lnSpcReduction="20000"/>
          </a:bodyPr>
          <a:lstStyle/>
          <a:p>
            <a:r>
              <a:rPr lang="en-US" dirty="0"/>
              <a:t>Consider the sequence S = </a:t>
            </a:r>
            <a:r>
              <a:rPr lang="en-US" b="1" dirty="0"/>
              <a:t>GGCACTGAA</a:t>
            </a:r>
          </a:p>
          <a:p>
            <a:r>
              <a:rPr lang="en-US" dirty="0"/>
              <a:t>There are several paths through hidden states (C and N) that lead to this sequence, e.g. NNCCCCNNN</a:t>
            </a:r>
          </a:p>
          <a:p>
            <a:r>
              <a:rPr lang="en-US" dirty="0"/>
              <a:t>Prob(S) through this path is 0.5*0.2*0.6*0.2*0.4*0.3*...</a:t>
            </a:r>
          </a:p>
        </p:txBody>
      </p:sp>
      <p:sp>
        <p:nvSpPr>
          <p:cNvPr id="4" name="Slide Number Placeholder 3">
            <a:extLst>
              <a:ext uri="{FF2B5EF4-FFF2-40B4-BE49-F238E27FC236}">
                <a16:creationId xmlns:a16="http://schemas.microsoft.com/office/drawing/2014/main" id="{63B4668E-8F8D-4864-CF40-178AA1C80751}"/>
              </a:ext>
            </a:extLst>
          </p:cNvPr>
          <p:cNvSpPr>
            <a:spLocks noGrp="1"/>
          </p:cNvSpPr>
          <p:nvPr>
            <p:ph type="sldNum" sz="quarter" idx="12"/>
          </p:nvPr>
        </p:nvSpPr>
        <p:spPr/>
        <p:txBody>
          <a:bodyPr/>
          <a:lstStyle/>
          <a:p>
            <a:fld id="{B82CCC60-E8CD-4174-8B1A-7DF615B22EEF}" type="slidenum">
              <a:rPr lang="en-US" smtClean="0"/>
              <a:pPr/>
              <a:t>40</a:t>
            </a:fld>
            <a:endParaRPr lang="en-US"/>
          </a:p>
        </p:txBody>
      </p:sp>
      <p:sp>
        <p:nvSpPr>
          <p:cNvPr id="5" name="TextBox 4">
            <a:extLst>
              <a:ext uri="{FF2B5EF4-FFF2-40B4-BE49-F238E27FC236}">
                <a16:creationId xmlns:a16="http://schemas.microsoft.com/office/drawing/2014/main" id="{A55A5AD5-1C70-75F5-CD55-0E615525E654}"/>
              </a:ext>
            </a:extLst>
          </p:cNvPr>
          <p:cNvSpPr txBox="1"/>
          <p:nvPr/>
        </p:nvSpPr>
        <p:spPr>
          <a:xfrm>
            <a:off x="5909911" y="1514877"/>
            <a:ext cx="782009" cy="461665"/>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Start</a:t>
            </a:r>
          </a:p>
        </p:txBody>
      </p:sp>
      <p:cxnSp>
        <p:nvCxnSpPr>
          <p:cNvPr id="7" name="Straight Arrow Connector 6">
            <a:extLst>
              <a:ext uri="{FF2B5EF4-FFF2-40B4-BE49-F238E27FC236}">
                <a16:creationId xmlns:a16="http://schemas.microsoft.com/office/drawing/2014/main" id="{12DB8BD0-3C2B-7318-5E5A-108B163A329A}"/>
              </a:ext>
            </a:extLst>
          </p:cNvPr>
          <p:cNvCxnSpPr>
            <a:cxnSpLocks/>
          </p:cNvCxnSpPr>
          <p:nvPr/>
        </p:nvCxnSpPr>
        <p:spPr>
          <a:xfrm flipH="1">
            <a:off x="5303520" y="2082767"/>
            <a:ext cx="798897"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9" name="Straight Arrow Connector 8">
            <a:extLst>
              <a:ext uri="{FF2B5EF4-FFF2-40B4-BE49-F238E27FC236}">
                <a16:creationId xmlns:a16="http://schemas.microsoft.com/office/drawing/2014/main" id="{8CC31601-05E6-FB18-C3D9-D4BE2E314B35}"/>
              </a:ext>
            </a:extLst>
          </p:cNvPr>
          <p:cNvCxnSpPr>
            <a:cxnSpLocks/>
          </p:cNvCxnSpPr>
          <p:nvPr/>
        </p:nvCxnSpPr>
        <p:spPr>
          <a:xfrm>
            <a:off x="6420050" y="2082767"/>
            <a:ext cx="744354"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2" name="TextBox 11">
            <a:extLst>
              <a:ext uri="{FF2B5EF4-FFF2-40B4-BE49-F238E27FC236}">
                <a16:creationId xmlns:a16="http://schemas.microsoft.com/office/drawing/2014/main" id="{DA0F4F18-07F0-CC7A-F542-F9F6F3CEF0D1}"/>
              </a:ext>
            </a:extLst>
          </p:cNvPr>
          <p:cNvSpPr txBox="1"/>
          <p:nvPr/>
        </p:nvSpPr>
        <p:spPr>
          <a:xfrm>
            <a:off x="5274683" y="1898101"/>
            <a:ext cx="476412" cy="369332"/>
          </a:xfrm>
          <a:prstGeom prst="rect">
            <a:avLst/>
          </a:prstGeom>
          <a:noFill/>
        </p:spPr>
        <p:txBody>
          <a:bodyPr wrap="none" rtlCol="0">
            <a:spAutoFit/>
          </a:bodyPr>
          <a:lstStyle/>
          <a:p>
            <a:r>
              <a:rPr lang="en-US" dirty="0"/>
              <a:t>0.5</a:t>
            </a:r>
          </a:p>
        </p:txBody>
      </p:sp>
      <p:sp>
        <p:nvSpPr>
          <p:cNvPr id="13" name="TextBox 12">
            <a:extLst>
              <a:ext uri="{FF2B5EF4-FFF2-40B4-BE49-F238E27FC236}">
                <a16:creationId xmlns:a16="http://schemas.microsoft.com/office/drawing/2014/main" id="{527D4C40-8A7C-873B-D500-CFA1DD00F7A2}"/>
              </a:ext>
            </a:extLst>
          </p:cNvPr>
          <p:cNvSpPr txBox="1"/>
          <p:nvPr/>
        </p:nvSpPr>
        <p:spPr>
          <a:xfrm>
            <a:off x="6729663" y="1898101"/>
            <a:ext cx="476412" cy="369332"/>
          </a:xfrm>
          <a:prstGeom prst="rect">
            <a:avLst/>
          </a:prstGeom>
          <a:noFill/>
        </p:spPr>
        <p:txBody>
          <a:bodyPr wrap="none" rtlCol="0">
            <a:spAutoFit/>
          </a:bodyPr>
          <a:lstStyle/>
          <a:p>
            <a:r>
              <a:rPr lang="en-US" dirty="0"/>
              <a:t>0.5</a:t>
            </a:r>
          </a:p>
        </p:txBody>
      </p:sp>
      <p:sp>
        <p:nvSpPr>
          <p:cNvPr id="14" name="TextBox 13">
            <a:extLst>
              <a:ext uri="{FF2B5EF4-FFF2-40B4-BE49-F238E27FC236}">
                <a16:creationId xmlns:a16="http://schemas.microsoft.com/office/drawing/2014/main" id="{0E6EC965-B672-2760-4B9C-19FE288D2FFB}"/>
              </a:ext>
            </a:extLst>
          </p:cNvPr>
          <p:cNvSpPr txBox="1"/>
          <p:nvPr/>
        </p:nvSpPr>
        <p:spPr>
          <a:xfrm>
            <a:off x="4803518" y="2459504"/>
            <a:ext cx="873957"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C </a:t>
            </a:r>
          </a:p>
          <a:p>
            <a:r>
              <a:rPr lang="en-US" b="1" dirty="0">
                <a:latin typeface="Courier New" panose="02070309020205020404" pitchFamily="49" charset="0"/>
                <a:cs typeface="Courier New" panose="02070309020205020404" pitchFamily="49" charset="0"/>
              </a:rPr>
              <a:t>A 0.2</a:t>
            </a:r>
          </a:p>
          <a:p>
            <a:r>
              <a:rPr lang="en-US" b="1" dirty="0">
                <a:latin typeface="Courier New" panose="02070309020205020404" pitchFamily="49" charset="0"/>
                <a:cs typeface="Courier New" panose="02070309020205020404" pitchFamily="49" charset="0"/>
              </a:rPr>
              <a:t>C 0.3</a:t>
            </a:r>
          </a:p>
          <a:p>
            <a:r>
              <a:rPr lang="en-US" b="1" dirty="0">
                <a:latin typeface="Courier New" panose="02070309020205020404" pitchFamily="49" charset="0"/>
                <a:cs typeface="Courier New" panose="02070309020205020404" pitchFamily="49" charset="0"/>
              </a:rPr>
              <a:t>G 0.3</a:t>
            </a:r>
          </a:p>
          <a:p>
            <a:r>
              <a:rPr lang="en-US" b="1" dirty="0">
                <a:latin typeface="Courier New" panose="02070309020205020404" pitchFamily="49" charset="0"/>
                <a:cs typeface="Courier New" panose="02070309020205020404" pitchFamily="49" charset="0"/>
              </a:rPr>
              <a:t>T 0.2</a:t>
            </a:r>
          </a:p>
        </p:txBody>
      </p:sp>
      <p:sp>
        <p:nvSpPr>
          <p:cNvPr id="16" name="TextBox 15">
            <a:extLst>
              <a:ext uri="{FF2B5EF4-FFF2-40B4-BE49-F238E27FC236}">
                <a16:creationId xmlns:a16="http://schemas.microsoft.com/office/drawing/2014/main" id="{F74C7DA6-7FB4-9D00-EE84-79E38DCEDB84}"/>
              </a:ext>
            </a:extLst>
          </p:cNvPr>
          <p:cNvSpPr txBox="1"/>
          <p:nvPr/>
        </p:nvSpPr>
        <p:spPr>
          <a:xfrm>
            <a:off x="6698084" y="2459504"/>
            <a:ext cx="873957"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N </a:t>
            </a:r>
          </a:p>
          <a:p>
            <a:r>
              <a:rPr lang="en-US" b="1" dirty="0">
                <a:latin typeface="Courier New" panose="02070309020205020404" pitchFamily="49" charset="0"/>
                <a:cs typeface="Courier New" panose="02070309020205020404" pitchFamily="49" charset="0"/>
              </a:rPr>
              <a:t>A 0.3</a:t>
            </a:r>
          </a:p>
          <a:p>
            <a:r>
              <a:rPr lang="en-US" b="1" dirty="0">
                <a:latin typeface="Courier New" panose="02070309020205020404" pitchFamily="49" charset="0"/>
                <a:cs typeface="Courier New" panose="02070309020205020404" pitchFamily="49" charset="0"/>
              </a:rPr>
              <a:t>C 0.2</a:t>
            </a:r>
          </a:p>
          <a:p>
            <a:r>
              <a:rPr lang="en-US" b="1" dirty="0">
                <a:latin typeface="Courier New" panose="02070309020205020404" pitchFamily="49" charset="0"/>
                <a:cs typeface="Courier New" panose="02070309020205020404" pitchFamily="49" charset="0"/>
              </a:rPr>
              <a:t>G 0.2</a:t>
            </a:r>
          </a:p>
          <a:p>
            <a:r>
              <a:rPr lang="en-US" b="1" dirty="0">
                <a:latin typeface="Courier New" panose="02070309020205020404" pitchFamily="49" charset="0"/>
                <a:cs typeface="Courier New" panose="02070309020205020404" pitchFamily="49" charset="0"/>
              </a:rPr>
              <a:t>T 0.3</a:t>
            </a:r>
          </a:p>
        </p:txBody>
      </p:sp>
      <p:cxnSp>
        <p:nvCxnSpPr>
          <p:cNvPr id="17" name="Straight Arrow Connector 16">
            <a:extLst>
              <a:ext uri="{FF2B5EF4-FFF2-40B4-BE49-F238E27FC236}">
                <a16:creationId xmlns:a16="http://schemas.microsoft.com/office/drawing/2014/main" id="{6353836A-20D7-0C0B-00D2-5189014D038D}"/>
              </a:ext>
            </a:extLst>
          </p:cNvPr>
          <p:cNvCxnSpPr>
            <a:cxnSpLocks/>
          </p:cNvCxnSpPr>
          <p:nvPr/>
        </p:nvCxnSpPr>
        <p:spPr>
          <a:xfrm>
            <a:off x="5919961" y="3095530"/>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2211056B-78D3-5B4F-73BE-0CDA64BA9C00}"/>
              </a:ext>
            </a:extLst>
          </p:cNvPr>
          <p:cNvCxnSpPr>
            <a:cxnSpLocks/>
          </p:cNvCxnSpPr>
          <p:nvPr/>
        </p:nvCxnSpPr>
        <p:spPr>
          <a:xfrm flipH="1">
            <a:off x="5919961" y="3472267"/>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5" name="TextBox 24">
            <a:extLst>
              <a:ext uri="{FF2B5EF4-FFF2-40B4-BE49-F238E27FC236}">
                <a16:creationId xmlns:a16="http://schemas.microsoft.com/office/drawing/2014/main" id="{40CF8B3D-60F9-A3F3-903D-A4987CD080C1}"/>
              </a:ext>
            </a:extLst>
          </p:cNvPr>
          <p:cNvSpPr txBox="1"/>
          <p:nvPr/>
        </p:nvSpPr>
        <p:spPr>
          <a:xfrm>
            <a:off x="5951515" y="2756425"/>
            <a:ext cx="476412" cy="369332"/>
          </a:xfrm>
          <a:prstGeom prst="rect">
            <a:avLst/>
          </a:prstGeom>
          <a:noFill/>
        </p:spPr>
        <p:txBody>
          <a:bodyPr wrap="none" rtlCol="0">
            <a:spAutoFit/>
          </a:bodyPr>
          <a:lstStyle/>
          <a:p>
            <a:r>
              <a:rPr lang="en-US" dirty="0"/>
              <a:t>0.5</a:t>
            </a:r>
          </a:p>
        </p:txBody>
      </p:sp>
      <p:sp>
        <p:nvSpPr>
          <p:cNvPr id="26" name="TextBox 25">
            <a:extLst>
              <a:ext uri="{FF2B5EF4-FFF2-40B4-BE49-F238E27FC236}">
                <a16:creationId xmlns:a16="http://schemas.microsoft.com/office/drawing/2014/main" id="{412BDD48-899E-48CD-C89A-C7E741E79F14}"/>
              </a:ext>
            </a:extLst>
          </p:cNvPr>
          <p:cNvSpPr txBox="1"/>
          <p:nvPr/>
        </p:nvSpPr>
        <p:spPr>
          <a:xfrm>
            <a:off x="5957893" y="3497847"/>
            <a:ext cx="476412" cy="369332"/>
          </a:xfrm>
          <a:prstGeom prst="rect">
            <a:avLst/>
          </a:prstGeom>
          <a:noFill/>
        </p:spPr>
        <p:txBody>
          <a:bodyPr wrap="none" rtlCol="0">
            <a:spAutoFit/>
          </a:bodyPr>
          <a:lstStyle/>
          <a:p>
            <a:r>
              <a:rPr lang="en-US" dirty="0"/>
              <a:t>0.4</a:t>
            </a:r>
          </a:p>
        </p:txBody>
      </p:sp>
      <mc:AlternateContent xmlns:mc="http://schemas.openxmlformats.org/markup-compatibility/2006" xmlns:p14="http://schemas.microsoft.com/office/powerpoint/2010/main">
        <mc:Choice Requires="p14">
          <p:contentPart p14:bwMode="auto" r:id="rId2">
            <p14:nvContentPartPr>
              <p14:cNvPr id="27" name="Ink 26">
                <a:extLst>
                  <a:ext uri="{FF2B5EF4-FFF2-40B4-BE49-F238E27FC236}">
                    <a16:creationId xmlns:a16="http://schemas.microsoft.com/office/drawing/2014/main" id="{F339CE19-8BFF-BCBE-3B49-853277366905}"/>
                  </a:ext>
                </a:extLst>
              </p14:cNvPr>
              <p14:cNvContentPartPr/>
              <p14:nvPr/>
            </p14:nvContentPartPr>
            <p14:xfrm>
              <a:off x="7819170" y="2627049"/>
              <a:ext cx="1329840" cy="1373040"/>
            </p14:xfrm>
          </p:contentPart>
        </mc:Choice>
        <mc:Fallback xmlns="">
          <p:pic>
            <p:nvPicPr>
              <p:cNvPr id="27" name="Ink 26">
                <a:extLst>
                  <a:ext uri="{FF2B5EF4-FFF2-40B4-BE49-F238E27FC236}">
                    <a16:creationId xmlns:a16="http://schemas.microsoft.com/office/drawing/2014/main" id="{F339CE19-8BFF-BCBE-3B49-853277366905}"/>
                  </a:ext>
                </a:extLst>
              </p:cNvPr>
              <p:cNvPicPr/>
              <p:nvPr/>
            </p:nvPicPr>
            <p:blipFill>
              <a:blip r:embed="rId3"/>
              <a:stretch>
                <a:fillRect/>
              </a:stretch>
            </p:blipFill>
            <p:spPr>
              <a:xfrm>
                <a:off x="7813050" y="2620929"/>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2A3A51AD-2F7D-3A31-E52E-877075D65435}"/>
                  </a:ext>
                </a:extLst>
              </p14:cNvPr>
              <p14:cNvContentPartPr/>
              <p14:nvPr/>
            </p14:nvContentPartPr>
            <p14:xfrm rot="10800000">
              <a:off x="3297754" y="2494139"/>
              <a:ext cx="1329840" cy="1373040"/>
            </p14:xfrm>
          </p:contentPart>
        </mc:Choice>
        <mc:Fallback xmlns="">
          <p:pic>
            <p:nvPicPr>
              <p:cNvPr id="28" name="Ink 27">
                <a:extLst>
                  <a:ext uri="{FF2B5EF4-FFF2-40B4-BE49-F238E27FC236}">
                    <a16:creationId xmlns:a16="http://schemas.microsoft.com/office/drawing/2014/main" id="{2A3A51AD-2F7D-3A31-E52E-877075D65435}"/>
                  </a:ext>
                </a:extLst>
              </p:cNvPr>
              <p:cNvPicPr/>
              <p:nvPr/>
            </p:nvPicPr>
            <p:blipFill>
              <a:blip r:embed="rId3"/>
              <a:stretch>
                <a:fillRect/>
              </a:stretch>
            </p:blipFill>
            <p:spPr>
              <a:xfrm rot="10800000">
                <a:off x="3291634" y="2488019"/>
                <a:ext cx="1342080" cy="1385280"/>
              </a:xfrm>
              <a:prstGeom prst="rect">
                <a:avLst/>
              </a:prstGeom>
            </p:spPr>
          </p:pic>
        </mc:Fallback>
      </mc:AlternateContent>
      <p:sp>
        <p:nvSpPr>
          <p:cNvPr id="29" name="TextBox 28">
            <a:extLst>
              <a:ext uri="{FF2B5EF4-FFF2-40B4-BE49-F238E27FC236}">
                <a16:creationId xmlns:a16="http://schemas.microsoft.com/office/drawing/2014/main" id="{38C73F6E-54D5-45BD-0317-CADFE5EF115B}"/>
              </a:ext>
            </a:extLst>
          </p:cNvPr>
          <p:cNvSpPr txBox="1"/>
          <p:nvPr/>
        </p:nvSpPr>
        <p:spPr>
          <a:xfrm>
            <a:off x="2798313" y="2995993"/>
            <a:ext cx="476412" cy="369332"/>
          </a:xfrm>
          <a:prstGeom prst="rect">
            <a:avLst/>
          </a:prstGeom>
          <a:noFill/>
        </p:spPr>
        <p:txBody>
          <a:bodyPr wrap="none" rtlCol="0">
            <a:spAutoFit/>
          </a:bodyPr>
          <a:lstStyle/>
          <a:p>
            <a:r>
              <a:rPr lang="en-US" dirty="0"/>
              <a:t>0.5</a:t>
            </a:r>
          </a:p>
        </p:txBody>
      </p:sp>
      <p:sp>
        <p:nvSpPr>
          <p:cNvPr id="30" name="TextBox 29">
            <a:extLst>
              <a:ext uri="{FF2B5EF4-FFF2-40B4-BE49-F238E27FC236}">
                <a16:creationId xmlns:a16="http://schemas.microsoft.com/office/drawing/2014/main" id="{FD144901-6FAD-6A63-B0D1-1A35879DC63F}"/>
              </a:ext>
            </a:extLst>
          </p:cNvPr>
          <p:cNvSpPr txBox="1"/>
          <p:nvPr/>
        </p:nvSpPr>
        <p:spPr>
          <a:xfrm>
            <a:off x="9193778" y="3059126"/>
            <a:ext cx="476412" cy="369332"/>
          </a:xfrm>
          <a:prstGeom prst="rect">
            <a:avLst/>
          </a:prstGeom>
          <a:noFill/>
        </p:spPr>
        <p:txBody>
          <a:bodyPr wrap="none" rtlCol="0">
            <a:spAutoFit/>
          </a:bodyPr>
          <a:lstStyle/>
          <a:p>
            <a:r>
              <a:rPr lang="en-US" dirty="0"/>
              <a:t>0.6</a:t>
            </a:r>
          </a:p>
        </p:txBody>
      </p:sp>
    </p:spTree>
    <p:extLst>
      <p:ext uri="{BB962C8B-B14F-4D97-AF65-F5344CB8AC3E}">
        <p14:creationId xmlns:p14="http://schemas.microsoft.com/office/powerpoint/2010/main" val="14521795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BD082-5C55-91A8-2DD1-B537010F64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711A75-8B5B-119B-131F-1CB7FAEBE57A}"/>
              </a:ext>
            </a:extLst>
          </p:cNvPr>
          <p:cNvSpPr>
            <a:spLocks noGrp="1"/>
          </p:cNvSpPr>
          <p:nvPr>
            <p:ph type="title"/>
          </p:nvPr>
        </p:nvSpPr>
        <p:spPr/>
        <p:txBody>
          <a:bodyPr>
            <a:normAutofit fontScale="90000"/>
          </a:bodyPr>
          <a:lstStyle/>
          <a:p>
            <a:r>
              <a:rPr lang="en-US" dirty="0"/>
              <a:t>Viterbi algorithm for HMMs</a:t>
            </a:r>
          </a:p>
        </p:txBody>
      </p:sp>
      <p:sp>
        <p:nvSpPr>
          <p:cNvPr id="3" name="Content Placeholder 2">
            <a:extLst>
              <a:ext uri="{FF2B5EF4-FFF2-40B4-BE49-F238E27FC236}">
                <a16:creationId xmlns:a16="http://schemas.microsoft.com/office/drawing/2014/main" id="{E27E8D11-182B-65B5-2D67-E39B819B0035}"/>
              </a:ext>
            </a:extLst>
          </p:cNvPr>
          <p:cNvSpPr>
            <a:spLocks noGrp="1"/>
          </p:cNvSpPr>
          <p:nvPr>
            <p:ph idx="1"/>
          </p:nvPr>
        </p:nvSpPr>
        <p:spPr>
          <a:xfrm>
            <a:off x="462013" y="5040427"/>
            <a:ext cx="11109407" cy="1569657"/>
          </a:xfrm>
        </p:spPr>
        <p:txBody>
          <a:bodyPr>
            <a:normAutofit fontScale="92500" lnSpcReduction="20000"/>
          </a:bodyPr>
          <a:lstStyle/>
          <a:p>
            <a:r>
              <a:rPr lang="en-US" dirty="0"/>
              <a:t>Consider the sequence S = </a:t>
            </a:r>
            <a:r>
              <a:rPr lang="en-US" b="1" dirty="0"/>
              <a:t>GGCACTGAA</a:t>
            </a:r>
          </a:p>
          <a:p>
            <a:r>
              <a:rPr lang="en-US" dirty="0"/>
              <a:t>There are several paths through hidden states (C and N) that lead to this sequence, but they do not have the same </a:t>
            </a:r>
            <a:r>
              <a:rPr lang="en-US" b="1" dirty="0"/>
              <a:t>probability</a:t>
            </a:r>
          </a:p>
          <a:p>
            <a:r>
              <a:rPr lang="en-US" dirty="0"/>
              <a:t>The </a:t>
            </a:r>
            <a:r>
              <a:rPr lang="en-US" b="1" dirty="0"/>
              <a:t>Viterbi algorithm </a:t>
            </a:r>
            <a:r>
              <a:rPr lang="en-US" dirty="0"/>
              <a:t>allows us to compute the most probable (best) path</a:t>
            </a:r>
          </a:p>
        </p:txBody>
      </p:sp>
      <p:sp>
        <p:nvSpPr>
          <p:cNvPr id="4" name="Slide Number Placeholder 3">
            <a:extLst>
              <a:ext uri="{FF2B5EF4-FFF2-40B4-BE49-F238E27FC236}">
                <a16:creationId xmlns:a16="http://schemas.microsoft.com/office/drawing/2014/main" id="{274E68D9-D3B9-51CE-7241-35739725B91E}"/>
              </a:ext>
            </a:extLst>
          </p:cNvPr>
          <p:cNvSpPr>
            <a:spLocks noGrp="1"/>
          </p:cNvSpPr>
          <p:nvPr>
            <p:ph type="sldNum" sz="quarter" idx="12"/>
          </p:nvPr>
        </p:nvSpPr>
        <p:spPr/>
        <p:txBody>
          <a:bodyPr/>
          <a:lstStyle/>
          <a:p>
            <a:fld id="{B82CCC60-E8CD-4174-8B1A-7DF615B22EEF}" type="slidenum">
              <a:rPr lang="en-US" smtClean="0"/>
              <a:pPr/>
              <a:t>41</a:t>
            </a:fld>
            <a:endParaRPr lang="en-US"/>
          </a:p>
        </p:txBody>
      </p:sp>
      <p:sp>
        <p:nvSpPr>
          <p:cNvPr id="5" name="TextBox 4">
            <a:extLst>
              <a:ext uri="{FF2B5EF4-FFF2-40B4-BE49-F238E27FC236}">
                <a16:creationId xmlns:a16="http://schemas.microsoft.com/office/drawing/2014/main" id="{BB2D2E36-8E38-DCEA-6168-39EB78FC9426}"/>
              </a:ext>
            </a:extLst>
          </p:cNvPr>
          <p:cNvSpPr txBox="1"/>
          <p:nvPr/>
        </p:nvSpPr>
        <p:spPr>
          <a:xfrm>
            <a:off x="5909911" y="1514877"/>
            <a:ext cx="782009" cy="461665"/>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Start</a:t>
            </a:r>
          </a:p>
        </p:txBody>
      </p:sp>
      <p:cxnSp>
        <p:nvCxnSpPr>
          <p:cNvPr id="7" name="Straight Arrow Connector 6">
            <a:extLst>
              <a:ext uri="{FF2B5EF4-FFF2-40B4-BE49-F238E27FC236}">
                <a16:creationId xmlns:a16="http://schemas.microsoft.com/office/drawing/2014/main" id="{8E5C7B58-2C9D-24AD-7336-05BFF06A5BEF}"/>
              </a:ext>
            </a:extLst>
          </p:cNvPr>
          <p:cNvCxnSpPr>
            <a:cxnSpLocks/>
          </p:cNvCxnSpPr>
          <p:nvPr/>
        </p:nvCxnSpPr>
        <p:spPr>
          <a:xfrm flipH="1">
            <a:off x="5303520" y="2082767"/>
            <a:ext cx="798897"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9" name="Straight Arrow Connector 8">
            <a:extLst>
              <a:ext uri="{FF2B5EF4-FFF2-40B4-BE49-F238E27FC236}">
                <a16:creationId xmlns:a16="http://schemas.microsoft.com/office/drawing/2014/main" id="{B1C9963E-310B-3C2D-F2CC-D2625714C7BD}"/>
              </a:ext>
            </a:extLst>
          </p:cNvPr>
          <p:cNvCxnSpPr>
            <a:cxnSpLocks/>
          </p:cNvCxnSpPr>
          <p:nvPr/>
        </p:nvCxnSpPr>
        <p:spPr>
          <a:xfrm>
            <a:off x="6420050" y="2082767"/>
            <a:ext cx="744354"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2" name="TextBox 11">
            <a:extLst>
              <a:ext uri="{FF2B5EF4-FFF2-40B4-BE49-F238E27FC236}">
                <a16:creationId xmlns:a16="http://schemas.microsoft.com/office/drawing/2014/main" id="{E0FE7B12-B90C-F781-B178-878211277959}"/>
              </a:ext>
            </a:extLst>
          </p:cNvPr>
          <p:cNvSpPr txBox="1"/>
          <p:nvPr/>
        </p:nvSpPr>
        <p:spPr>
          <a:xfrm>
            <a:off x="5274683" y="1898101"/>
            <a:ext cx="476412" cy="369332"/>
          </a:xfrm>
          <a:prstGeom prst="rect">
            <a:avLst/>
          </a:prstGeom>
          <a:noFill/>
        </p:spPr>
        <p:txBody>
          <a:bodyPr wrap="none" rtlCol="0">
            <a:spAutoFit/>
          </a:bodyPr>
          <a:lstStyle/>
          <a:p>
            <a:r>
              <a:rPr lang="en-US" dirty="0"/>
              <a:t>0.5</a:t>
            </a:r>
          </a:p>
        </p:txBody>
      </p:sp>
      <p:sp>
        <p:nvSpPr>
          <p:cNvPr id="13" name="TextBox 12">
            <a:extLst>
              <a:ext uri="{FF2B5EF4-FFF2-40B4-BE49-F238E27FC236}">
                <a16:creationId xmlns:a16="http://schemas.microsoft.com/office/drawing/2014/main" id="{5C062B0A-345E-390C-230B-D14C8823FA56}"/>
              </a:ext>
            </a:extLst>
          </p:cNvPr>
          <p:cNvSpPr txBox="1"/>
          <p:nvPr/>
        </p:nvSpPr>
        <p:spPr>
          <a:xfrm>
            <a:off x="6729663" y="1898101"/>
            <a:ext cx="476412" cy="369332"/>
          </a:xfrm>
          <a:prstGeom prst="rect">
            <a:avLst/>
          </a:prstGeom>
          <a:noFill/>
        </p:spPr>
        <p:txBody>
          <a:bodyPr wrap="none" rtlCol="0">
            <a:spAutoFit/>
          </a:bodyPr>
          <a:lstStyle/>
          <a:p>
            <a:r>
              <a:rPr lang="en-US" dirty="0"/>
              <a:t>0.5</a:t>
            </a:r>
          </a:p>
        </p:txBody>
      </p:sp>
      <p:sp>
        <p:nvSpPr>
          <p:cNvPr id="14" name="TextBox 13">
            <a:extLst>
              <a:ext uri="{FF2B5EF4-FFF2-40B4-BE49-F238E27FC236}">
                <a16:creationId xmlns:a16="http://schemas.microsoft.com/office/drawing/2014/main" id="{378CC1B7-E00B-29C7-7426-7184E2C0FB6F}"/>
              </a:ext>
            </a:extLst>
          </p:cNvPr>
          <p:cNvSpPr txBox="1"/>
          <p:nvPr/>
        </p:nvSpPr>
        <p:spPr>
          <a:xfrm>
            <a:off x="4803518" y="2459504"/>
            <a:ext cx="873957"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C </a:t>
            </a:r>
          </a:p>
          <a:p>
            <a:r>
              <a:rPr lang="en-US" b="1" dirty="0">
                <a:latin typeface="Courier New" panose="02070309020205020404" pitchFamily="49" charset="0"/>
                <a:cs typeface="Courier New" panose="02070309020205020404" pitchFamily="49" charset="0"/>
              </a:rPr>
              <a:t>A 0.2</a:t>
            </a:r>
          </a:p>
          <a:p>
            <a:r>
              <a:rPr lang="en-US" b="1" dirty="0">
                <a:latin typeface="Courier New" panose="02070309020205020404" pitchFamily="49" charset="0"/>
                <a:cs typeface="Courier New" panose="02070309020205020404" pitchFamily="49" charset="0"/>
              </a:rPr>
              <a:t>C 0.3</a:t>
            </a:r>
          </a:p>
          <a:p>
            <a:r>
              <a:rPr lang="en-US" b="1" dirty="0">
                <a:latin typeface="Courier New" panose="02070309020205020404" pitchFamily="49" charset="0"/>
                <a:cs typeface="Courier New" panose="02070309020205020404" pitchFamily="49" charset="0"/>
              </a:rPr>
              <a:t>G 0.3</a:t>
            </a:r>
          </a:p>
          <a:p>
            <a:r>
              <a:rPr lang="en-US" b="1" dirty="0">
                <a:latin typeface="Courier New" panose="02070309020205020404" pitchFamily="49" charset="0"/>
                <a:cs typeface="Courier New" panose="02070309020205020404" pitchFamily="49" charset="0"/>
              </a:rPr>
              <a:t>T 0.2</a:t>
            </a:r>
          </a:p>
        </p:txBody>
      </p:sp>
      <p:sp>
        <p:nvSpPr>
          <p:cNvPr id="16" name="TextBox 15">
            <a:extLst>
              <a:ext uri="{FF2B5EF4-FFF2-40B4-BE49-F238E27FC236}">
                <a16:creationId xmlns:a16="http://schemas.microsoft.com/office/drawing/2014/main" id="{E75AECA3-9CDF-21BB-2BCF-EF5DBC86D1C6}"/>
              </a:ext>
            </a:extLst>
          </p:cNvPr>
          <p:cNvSpPr txBox="1"/>
          <p:nvPr/>
        </p:nvSpPr>
        <p:spPr>
          <a:xfrm>
            <a:off x="6698084" y="2459504"/>
            <a:ext cx="873957"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N </a:t>
            </a:r>
          </a:p>
          <a:p>
            <a:r>
              <a:rPr lang="en-US" b="1" dirty="0">
                <a:latin typeface="Courier New" panose="02070309020205020404" pitchFamily="49" charset="0"/>
                <a:cs typeface="Courier New" panose="02070309020205020404" pitchFamily="49" charset="0"/>
              </a:rPr>
              <a:t>A 0.3</a:t>
            </a:r>
          </a:p>
          <a:p>
            <a:r>
              <a:rPr lang="en-US" b="1" dirty="0">
                <a:latin typeface="Courier New" panose="02070309020205020404" pitchFamily="49" charset="0"/>
                <a:cs typeface="Courier New" panose="02070309020205020404" pitchFamily="49" charset="0"/>
              </a:rPr>
              <a:t>C 0.2</a:t>
            </a:r>
          </a:p>
          <a:p>
            <a:r>
              <a:rPr lang="en-US" b="1" dirty="0">
                <a:latin typeface="Courier New" panose="02070309020205020404" pitchFamily="49" charset="0"/>
                <a:cs typeface="Courier New" panose="02070309020205020404" pitchFamily="49" charset="0"/>
              </a:rPr>
              <a:t>G 0.2</a:t>
            </a:r>
          </a:p>
          <a:p>
            <a:r>
              <a:rPr lang="en-US" b="1" dirty="0">
                <a:latin typeface="Courier New" panose="02070309020205020404" pitchFamily="49" charset="0"/>
                <a:cs typeface="Courier New" panose="02070309020205020404" pitchFamily="49" charset="0"/>
              </a:rPr>
              <a:t>T 0.3</a:t>
            </a:r>
          </a:p>
        </p:txBody>
      </p:sp>
      <p:cxnSp>
        <p:nvCxnSpPr>
          <p:cNvPr id="17" name="Straight Arrow Connector 16">
            <a:extLst>
              <a:ext uri="{FF2B5EF4-FFF2-40B4-BE49-F238E27FC236}">
                <a16:creationId xmlns:a16="http://schemas.microsoft.com/office/drawing/2014/main" id="{0EE80D44-E5D9-1FDB-66DF-B4F3FE62A62A}"/>
              </a:ext>
            </a:extLst>
          </p:cNvPr>
          <p:cNvCxnSpPr>
            <a:cxnSpLocks/>
          </p:cNvCxnSpPr>
          <p:nvPr/>
        </p:nvCxnSpPr>
        <p:spPr>
          <a:xfrm>
            <a:off x="5919961" y="3095530"/>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6684BDDE-1FC4-0472-F878-77337369E192}"/>
              </a:ext>
            </a:extLst>
          </p:cNvPr>
          <p:cNvCxnSpPr>
            <a:cxnSpLocks/>
          </p:cNvCxnSpPr>
          <p:nvPr/>
        </p:nvCxnSpPr>
        <p:spPr>
          <a:xfrm flipH="1">
            <a:off x="5919961" y="3472267"/>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5" name="TextBox 24">
            <a:extLst>
              <a:ext uri="{FF2B5EF4-FFF2-40B4-BE49-F238E27FC236}">
                <a16:creationId xmlns:a16="http://schemas.microsoft.com/office/drawing/2014/main" id="{B6CB1928-36C4-766A-C76E-E2227B19D406}"/>
              </a:ext>
            </a:extLst>
          </p:cNvPr>
          <p:cNvSpPr txBox="1"/>
          <p:nvPr/>
        </p:nvSpPr>
        <p:spPr>
          <a:xfrm>
            <a:off x="5951515" y="2756425"/>
            <a:ext cx="476412" cy="369332"/>
          </a:xfrm>
          <a:prstGeom prst="rect">
            <a:avLst/>
          </a:prstGeom>
          <a:noFill/>
        </p:spPr>
        <p:txBody>
          <a:bodyPr wrap="none" rtlCol="0">
            <a:spAutoFit/>
          </a:bodyPr>
          <a:lstStyle/>
          <a:p>
            <a:r>
              <a:rPr lang="en-US" dirty="0"/>
              <a:t>0.5</a:t>
            </a:r>
          </a:p>
        </p:txBody>
      </p:sp>
      <p:sp>
        <p:nvSpPr>
          <p:cNvPr id="26" name="TextBox 25">
            <a:extLst>
              <a:ext uri="{FF2B5EF4-FFF2-40B4-BE49-F238E27FC236}">
                <a16:creationId xmlns:a16="http://schemas.microsoft.com/office/drawing/2014/main" id="{269E99DB-20A5-5D4D-EBA0-F50AB1315FAC}"/>
              </a:ext>
            </a:extLst>
          </p:cNvPr>
          <p:cNvSpPr txBox="1"/>
          <p:nvPr/>
        </p:nvSpPr>
        <p:spPr>
          <a:xfrm>
            <a:off x="5957893" y="3497847"/>
            <a:ext cx="476412" cy="369332"/>
          </a:xfrm>
          <a:prstGeom prst="rect">
            <a:avLst/>
          </a:prstGeom>
          <a:noFill/>
        </p:spPr>
        <p:txBody>
          <a:bodyPr wrap="none" rtlCol="0">
            <a:spAutoFit/>
          </a:bodyPr>
          <a:lstStyle/>
          <a:p>
            <a:r>
              <a:rPr lang="en-US" dirty="0"/>
              <a:t>0.4</a:t>
            </a:r>
          </a:p>
        </p:txBody>
      </p:sp>
      <mc:AlternateContent xmlns:mc="http://schemas.openxmlformats.org/markup-compatibility/2006" xmlns:p14="http://schemas.microsoft.com/office/powerpoint/2010/main">
        <mc:Choice Requires="p14">
          <p:contentPart p14:bwMode="auto" r:id="rId2">
            <p14:nvContentPartPr>
              <p14:cNvPr id="27" name="Ink 26">
                <a:extLst>
                  <a:ext uri="{FF2B5EF4-FFF2-40B4-BE49-F238E27FC236}">
                    <a16:creationId xmlns:a16="http://schemas.microsoft.com/office/drawing/2014/main" id="{78A8C1BA-B8F4-67C8-6C0C-1788529C0F4B}"/>
                  </a:ext>
                </a:extLst>
              </p14:cNvPr>
              <p14:cNvContentPartPr/>
              <p14:nvPr/>
            </p14:nvContentPartPr>
            <p14:xfrm>
              <a:off x="7819170" y="2627049"/>
              <a:ext cx="1329840" cy="1373040"/>
            </p14:xfrm>
          </p:contentPart>
        </mc:Choice>
        <mc:Fallback xmlns="">
          <p:pic>
            <p:nvPicPr>
              <p:cNvPr id="27" name="Ink 26">
                <a:extLst>
                  <a:ext uri="{FF2B5EF4-FFF2-40B4-BE49-F238E27FC236}">
                    <a16:creationId xmlns:a16="http://schemas.microsoft.com/office/drawing/2014/main" id="{78A8C1BA-B8F4-67C8-6C0C-1788529C0F4B}"/>
                  </a:ext>
                </a:extLst>
              </p:cNvPr>
              <p:cNvPicPr/>
              <p:nvPr/>
            </p:nvPicPr>
            <p:blipFill>
              <a:blip r:embed="rId3"/>
              <a:stretch>
                <a:fillRect/>
              </a:stretch>
            </p:blipFill>
            <p:spPr>
              <a:xfrm>
                <a:off x="7813050" y="2620929"/>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7D6A4E78-26AC-134B-D5D9-7AB5835D6DB9}"/>
                  </a:ext>
                </a:extLst>
              </p14:cNvPr>
              <p14:cNvContentPartPr/>
              <p14:nvPr/>
            </p14:nvContentPartPr>
            <p14:xfrm rot="10800000">
              <a:off x="3297754" y="2494139"/>
              <a:ext cx="1329840" cy="1373040"/>
            </p14:xfrm>
          </p:contentPart>
        </mc:Choice>
        <mc:Fallback xmlns="">
          <p:pic>
            <p:nvPicPr>
              <p:cNvPr id="28" name="Ink 27">
                <a:extLst>
                  <a:ext uri="{FF2B5EF4-FFF2-40B4-BE49-F238E27FC236}">
                    <a16:creationId xmlns:a16="http://schemas.microsoft.com/office/drawing/2014/main" id="{7D6A4E78-26AC-134B-D5D9-7AB5835D6DB9}"/>
                  </a:ext>
                </a:extLst>
              </p:cNvPr>
              <p:cNvPicPr/>
              <p:nvPr/>
            </p:nvPicPr>
            <p:blipFill>
              <a:blip r:embed="rId3"/>
              <a:stretch>
                <a:fillRect/>
              </a:stretch>
            </p:blipFill>
            <p:spPr>
              <a:xfrm rot="10800000">
                <a:off x="3291634" y="2488019"/>
                <a:ext cx="1342080" cy="1385280"/>
              </a:xfrm>
              <a:prstGeom prst="rect">
                <a:avLst/>
              </a:prstGeom>
            </p:spPr>
          </p:pic>
        </mc:Fallback>
      </mc:AlternateContent>
      <p:sp>
        <p:nvSpPr>
          <p:cNvPr id="29" name="TextBox 28">
            <a:extLst>
              <a:ext uri="{FF2B5EF4-FFF2-40B4-BE49-F238E27FC236}">
                <a16:creationId xmlns:a16="http://schemas.microsoft.com/office/drawing/2014/main" id="{80E6B3BD-0D75-E8F5-41C5-FDA5616DC628}"/>
              </a:ext>
            </a:extLst>
          </p:cNvPr>
          <p:cNvSpPr txBox="1"/>
          <p:nvPr/>
        </p:nvSpPr>
        <p:spPr>
          <a:xfrm>
            <a:off x="2798313" y="2995993"/>
            <a:ext cx="476412" cy="369332"/>
          </a:xfrm>
          <a:prstGeom prst="rect">
            <a:avLst/>
          </a:prstGeom>
          <a:noFill/>
        </p:spPr>
        <p:txBody>
          <a:bodyPr wrap="none" rtlCol="0">
            <a:spAutoFit/>
          </a:bodyPr>
          <a:lstStyle/>
          <a:p>
            <a:r>
              <a:rPr lang="en-US" dirty="0"/>
              <a:t>0.5</a:t>
            </a:r>
          </a:p>
        </p:txBody>
      </p:sp>
      <p:sp>
        <p:nvSpPr>
          <p:cNvPr id="30" name="TextBox 29">
            <a:extLst>
              <a:ext uri="{FF2B5EF4-FFF2-40B4-BE49-F238E27FC236}">
                <a16:creationId xmlns:a16="http://schemas.microsoft.com/office/drawing/2014/main" id="{1310C1D9-FC1E-1B1C-0493-3C6B1D0D1D03}"/>
              </a:ext>
            </a:extLst>
          </p:cNvPr>
          <p:cNvSpPr txBox="1"/>
          <p:nvPr/>
        </p:nvSpPr>
        <p:spPr>
          <a:xfrm>
            <a:off x="9193778" y="3059126"/>
            <a:ext cx="476412" cy="369332"/>
          </a:xfrm>
          <a:prstGeom prst="rect">
            <a:avLst/>
          </a:prstGeom>
          <a:noFill/>
        </p:spPr>
        <p:txBody>
          <a:bodyPr wrap="none" rtlCol="0">
            <a:spAutoFit/>
          </a:bodyPr>
          <a:lstStyle/>
          <a:p>
            <a:r>
              <a:rPr lang="en-US" dirty="0"/>
              <a:t>0.6</a:t>
            </a:r>
          </a:p>
        </p:txBody>
      </p:sp>
      <p:pic>
        <p:nvPicPr>
          <p:cNvPr id="8" name="Picture 7">
            <a:extLst>
              <a:ext uri="{FF2B5EF4-FFF2-40B4-BE49-F238E27FC236}">
                <a16:creationId xmlns:a16="http://schemas.microsoft.com/office/drawing/2014/main" id="{A4E4ABB4-3AB9-DDB5-60B9-79A733FB0CFB}"/>
              </a:ext>
            </a:extLst>
          </p:cNvPr>
          <p:cNvPicPr>
            <a:picLocks noChangeAspect="1"/>
          </p:cNvPicPr>
          <p:nvPr/>
        </p:nvPicPr>
        <p:blipFill>
          <a:blip r:embed="rId5"/>
          <a:stretch>
            <a:fillRect/>
          </a:stretch>
        </p:blipFill>
        <p:spPr>
          <a:xfrm>
            <a:off x="9818262" y="1290780"/>
            <a:ext cx="2257740" cy="3410426"/>
          </a:xfrm>
          <a:prstGeom prst="rect">
            <a:avLst/>
          </a:prstGeom>
        </p:spPr>
      </p:pic>
      <p:sp>
        <p:nvSpPr>
          <p:cNvPr id="10" name="TextBox 9">
            <a:extLst>
              <a:ext uri="{FF2B5EF4-FFF2-40B4-BE49-F238E27FC236}">
                <a16:creationId xmlns:a16="http://schemas.microsoft.com/office/drawing/2014/main" id="{95053595-BADF-4C23-EF16-2321CE20CD0A}"/>
              </a:ext>
            </a:extLst>
          </p:cNvPr>
          <p:cNvSpPr txBox="1"/>
          <p:nvPr/>
        </p:nvSpPr>
        <p:spPr>
          <a:xfrm>
            <a:off x="9663347" y="4673451"/>
            <a:ext cx="2407903" cy="646331"/>
          </a:xfrm>
          <a:prstGeom prst="rect">
            <a:avLst/>
          </a:prstGeom>
          <a:noFill/>
        </p:spPr>
        <p:txBody>
          <a:bodyPr wrap="none" rtlCol="0">
            <a:spAutoFit/>
          </a:bodyPr>
          <a:lstStyle/>
          <a:p>
            <a:r>
              <a:rPr lang="en-US" dirty="0"/>
              <a:t>Andrew James Viterbi</a:t>
            </a:r>
          </a:p>
          <a:p>
            <a:r>
              <a:rPr lang="en-US" dirty="0"/>
              <a:t>Image credit: Wikipedia</a:t>
            </a:r>
          </a:p>
        </p:txBody>
      </p:sp>
    </p:spTree>
    <p:extLst>
      <p:ext uri="{BB962C8B-B14F-4D97-AF65-F5344CB8AC3E}">
        <p14:creationId xmlns:p14="http://schemas.microsoft.com/office/powerpoint/2010/main" val="35497185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179F87-CF8C-7154-EBA1-24BB49DEC8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84AF11-B67B-03F1-BFA8-4D940D2B2A8F}"/>
              </a:ext>
            </a:extLst>
          </p:cNvPr>
          <p:cNvSpPr>
            <a:spLocks noGrp="1"/>
          </p:cNvSpPr>
          <p:nvPr>
            <p:ph type="title"/>
          </p:nvPr>
        </p:nvSpPr>
        <p:spPr/>
        <p:txBody>
          <a:bodyPr>
            <a:normAutofit fontScale="90000"/>
          </a:bodyPr>
          <a:lstStyle/>
          <a:p>
            <a:r>
              <a:rPr lang="en-US" dirty="0"/>
              <a:t>Viterbi algorithm for HMMs</a:t>
            </a:r>
          </a:p>
        </p:txBody>
      </p:sp>
      <p:sp>
        <p:nvSpPr>
          <p:cNvPr id="3" name="Content Placeholder 2">
            <a:extLst>
              <a:ext uri="{FF2B5EF4-FFF2-40B4-BE49-F238E27FC236}">
                <a16:creationId xmlns:a16="http://schemas.microsoft.com/office/drawing/2014/main" id="{3C9C5ADF-09CC-14A1-E031-F2DC938B9829}"/>
              </a:ext>
            </a:extLst>
          </p:cNvPr>
          <p:cNvSpPr>
            <a:spLocks noGrp="1"/>
          </p:cNvSpPr>
          <p:nvPr>
            <p:ph idx="1"/>
          </p:nvPr>
        </p:nvSpPr>
        <p:spPr>
          <a:xfrm>
            <a:off x="279133" y="1819053"/>
            <a:ext cx="10847671" cy="4822379"/>
          </a:xfrm>
        </p:spPr>
        <p:txBody>
          <a:bodyPr>
            <a:normAutofit/>
          </a:bodyPr>
          <a:lstStyle/>
          <a:p>
            <a:r>
              <a:rPr lang="en-US" dirty="0"/>
              <a:t>Consider the sequence S = </a:t>
            </a:r>
            <a:r>
              <a:rPr lang="en-US" b="1" dirty="0"/>
              <a:t>GGCACTGAA</a:t>
            </a:r>
          </a:p>
          <a:p>
            <a:r>
              <a:rPr lang="en-US" dirty="0"/>
              <a:t>The probability of the best </a:t>
            </a:r>
            <a:br>
              <a:rPr lang="en-US" dirty="0"/>
            </a:br>
            <a:r>
              <a:rPr lang="en-US" dirty="0"/>
              <a:t>path ending in state </a:t>
            </a:r>
            <a:r>
              <a:rPr lang="en-US" i="1" dirty="0"/>
              <a:t>l</a:t>
            </a:r>
            <a:r>
              <a:rPr lang="en-US" dirty="0"/>
              <a:t> </a:t>
            </a:r>
            <a:br>
              <a:rPr lang="en-US" dirty="0"/>
            </a:br>
            <a:r>
              <a:rPr lang="en-US" dirty="0"/>
              <a:t>with observation </a:t>
            </a:r>
            <a:r>
              <a:rPr lang="en-US" i="1" dirty="0" err="1"/>
              <a:t>i</a:t>
            </a:r>
            <a:r>
              <a:rPr lang="en-US" dirty="0"/>
              <a:t> is:</a:t>
            </a:r>
            <a:endParaRPr lang="en-US" i="1" dirty="0"/>
          </a:p>
        </p:txBody>
      </p:sp>
      <p:sp>
        <p:nvSpPr>
          <p:cNvPr id="4" name="Slide Number Placeholder 3">
            <a:extLst>
              <a:ext uri="{FF2B5EF4-FFF2-40B4-BE49-F238E27FC236}">
                <a16:creationId xmlns:a16="http://schemas.microsoft.com/office/drawing/2014/main" id="{8F32EB87-43A9-2C77-497C-37E12F7056BA}"/>
              </a:ext>
            </a:extLst>
          </p:cNvPr>
          <p:cNvSpPr>
            <a:spLocks noGrp="1"/>
          </p:cNvSpPr>
          <p:nvPr>
            <p:ph type="sldNum" sz="quarter" idx="12"/>
          </p:nvPr>
        </p:nvSpPr>
        <p:spPr/>
        <p:txBody>
          <a:bodyPr/>
          <a:lstStyle/>
          <a:p>
            <a:fld id="{B82CCC60-E8CD-4174-8B1A-7DF615B22EEF}" type="slidenum">
              <a:rPr lang="en-US" smtClean="0"/>
              <a:pPr/>
              <a:t>42</a:t>
            </a:fld>
            <a:endParaRPr lang="en-US"/>
          </a:p>
        </p:txBody>
      </p:sp>
      <p:sp>
        <p:nvSpPr>
          <p:cNvPr id="5" name="TextBox 4">
            <a:extLst>
              <a:ext uri="{FF2B5EF4-FFF2-40B4-BE49-F238E27FC236}">
                <a16:creationId xmlns:a16="http://schemas.microsoft.com/office/drawing/2014/main" id="{56FEA932-9DAB-7801-2761-66315AC986C7}"/>
              </a:ext>
            </a:extLst>
          </p:cNvPr>
          <p:cNvSpPr txBox="1"/>
          <p:nvPr/>
        </p:nvSpPr>
        <p:spPr>
          <a:xfrm>
            <a:off x="8325852" y="1659255"/>
            <a:ext cx="782009" cy="461665"/>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Start</a:t>
            </a:r>
          </a:p>
        </p:txBody>
      </p:sp>
      <p:cxnSp>
        <p:nvCxnSpPr>
          <p:cNvPr id="7" name="Straight Arrow Connector 6">
            <a:extLst>
              <a:ext uri="{FF2B5EF4-FFF2-40B4-BE49-F238E27FC236}">
                <a16:creationId xmlns:a16="http://schemas.microsoft.com/office/drawing/2014/main" id="{410134AF-7567-8095-EDAD-572184BD70B8}"/>
              </a:ext>
            </a:extLst>
          </p:cNvPr>
          <p:cNvCxnSpPr>
            <a:cxnSpLocks/>
          </p:cNvCxnSpPr>
          <p:nvPr/>
        </p:nvCxnSpPr>
        <p:spPr>
          <a:xfrm flipH="1">
            <a:off x="7719461" y="2227145"/>
            <a:ext cx="798897"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9" name="Straight Arrow Connector 8">
            <a:extLst>
              <a:ext uri="{FF2B5EF4-FFF2-40B4-BE49-F238E27FC236}">
                <a16:creationId xmlns:a16="http://schemas.microsoft.com/office/drawing/2014/main" id="{322B6A63-EB49-0F73-8F3C-B40D637B43FA}"/>
              </a:ext>
            </a:extLst>
          </p:cNvPr>
          <p:cNvCxnSpPr>
            <a:cxnSpLocks/>
          </p:cNvCxnSpPr>
          <p:nvPr/>
        </p:nvCxnSpPr>
        <p:spPr>
          <a:xfrm>
            <a:off x="8835991" y="2227145"/>
            <a:ext cx="744354"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2" name="TextBox 11">
            <a:extLst>
              <a:ext uri="{FF2B5EF4-FFF2-40B4-BE49-F238E27FC236}">
                <a16:creationId xmlns:a16="http://schemas.microsoft.com/office/drawing/2014/main" id="{ADD76057-D642-7806-D58F-1779B42EAC64}"/>
              </a:ext>
            </a:extLst>
          </p:cNvPr>
          <p:cNvSpPr txBox="1"/>
          <p:nvPr/>
        </p:nvSpPr>
        <p:spPr>
          <a:xfrm>
            <a:off x="7690624" y="2042479"/>
            <a:ext cx="476412" cy="369332"/>
          </a:xfrm>
          <a:prstGeom prst="rect">
            <a:avLst/>
          </a:prstGeom>
          <a:noFill/>
        </p:spPr>
        <p:txBody>
          <a:bodyPr wrap="none" rtlCol="0">
            <a:spAutoFit/>
          </a:bodyPr>
          <a:lstStyle/>
          <a:p>
            <a:r>
              <a:rPr lang="en-US" dirty="0"/>
              <a:t>0.5</a:t>
            </a:r>
          </a:p>
        </p:txBody>
      </p:sp>
      <p:sp>
        <p:nvSpPr>
          <p:cNvPr id="13" name="TextBox 12">
            <a:extLst>
              <a:ext uri="{FF2B5EF4-FFF2-40B4-BE49-F238E27FC236}">
                <a16:creationId xmlns:a16="http://schemas.microsoft.com/office/drawing/2014/main" id="{246D1124-EC66-4315-10D0-081B71D07B7F}"/>
              </a:ext>
            </a:extLst>
          </p:cNvPr>
          <p:cNvSpPr txBox="1"/>
          <p:nvPr/>
        </p:nvSpPr>
        <p:spPr>
          <a:xfrm>
            <a:off x="9145604" y="2042479"/>
            <a:ext cx="476412" cy="369332"/>
          </a:xfrm>
          <a:prstGeom prst="rect">
            <a:avLst/>
          </a:prstGeom>
          <a:noFill/>
        </p:spPr>
        <p:txBody>
          <a:bodyPr wrap="none" rtlCol="0">
            <a:spAutoFit/>
          </a:bodyPr>
          <a:lstStyle/>
          <a:p>
            <a:r>
              <a:rPr lang="en-US" dirty="0"/>
              <a:t>0.5</a:t>
            </a:r>
          </a:p>
        </p:txBody>
      </p:sp>
      <p:sp>
        <p:nvSpPr>
          <p:cNvPr id="14" name="TextBox 13">
            <a:extLst>
              <a:ext uri="{FF2B5EF4-FFF2-40B4-BE49-F238E27FC236}">
                <a16:creationId xmlns:a16="http://schemas.microsoft.com/office/drawing/2014/main" id="{EA8FBE85-4D34-004F-987A-03D1B0304CD9}"/>
              </a:ext>
            </a:extLst>
          </p:cNvPr>
          <p:cNvSpPr txBox="1"/>
          <p:nvPr/>
        </p:nvSpPr>
        <p:spPr>
          <a:xfrm>
            <a:off x="7219459" y="2603882"/>
            <a:ext cx="873957"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C </a:t>
            </a:r>
          </a:p>
          <a:p>
            <a:r>
              <a:rPr lang="en-US" b="1" dirty="0">
                <a:latin typeface="Courier New" panose="02070309020205020404" pitchFamily="49" charset="0"/>
                <a:cs typeface="Courier New" panose="02070309020205020404" pitchFamily="49" charset="0"/>
              </a:rPr>
              <a:t>A 0.2</a:t>
            </a:r>
          </a:p>
          <a:p>
            <a:r>
              <a:rPr lang="en-US" b="1" dirty="0">
                <a:latin typeface="Courier New" panose="02070309020205020404" pitchFamily="49" charset="0"/>
                <a:cs typeface="Courier New" panose="02070309020205020404" pitchFamily="49" charset="0"/>
              </a:rPr>
              <a:t>C 0.3</a:t>
            </a:r>
          </a:p>
          <a:p>
            <a:r>
              <a:rPr lang="en-US" b="1" dirty="0">
                <a:latin typeface="Courier New" panose="02070309020205020404" pitchFamily="49" charset="0"/>
                <a:cs typeface="Courier New" panose="02070309020205020404" pitchFamily="49" charset="0"/>
              </a:rPr>
              <a:t>G 0.3</a:t>
            </a:r>
          </a:p>
          <a:p>
            <a:r>
              <a:rPr lang="en-US" b="1" dirty="0">
                <a:latin typeface="Courier New" panose="02070309020205020404" pitchFamily="49" charset="0"/>
                <a:cs typeface="Courier New" panose="02070309020205020404" pitchFamily="49" charset="0"/>
              </a:rPr>
              <a:t>T 0.2</a:t>
            </a:r>
          </a:p>
        </p:txBody>
      </p:sp>
      <p:sp>
        <p:nvSpPr>
          <p:cNvPr id="16" name="TextBox 15">
            <a:extLst>
              <a:ext uri="{FF2B5EF4-FFF2-40B4-BE49-F238E27FC236}">
                <a16:creationId xmlns:a16="http://schemas.microsoft.com/office/drawing/2014/main" id="{8BEC7037-E4D7-7BAE-9C8F-AA19AE39ADFD}"/>
              </a:ext>
            </a:extLst>
          </p:cNvPr>
          <p:cNvSpPr txBox="1"/>
          <p:nvPr/>
        </p:nvSpPr>
        <p:spPr>
          <a:xfrm>
            <a:off x="9114025" y="2603882"/>
            <a:ext cx="873957"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N </a:t>
            </a:r>
          </a:p>
          <a:p>
            <a:r>
              <a:rPr lang="en-US" b="1" dirty="0">
                <a:latin typeface="Courier New" panose="02070309020205020404" pitchFamily="49" charset="0"/>
                <a:cs typeface="Courier New" panose="02070309020205020404" pitchFamily="49" charset="0"/>
              </a:rPr>
              <a:t>A 0.3</a:t>
            </a:r>
          </a:p>
          <a:p>
            <a:r>
              <a:rPr lang="en-US" b="1" dirty="0">
                <a:latin typeface="Courier New" panose="02070309020205020404" pitchFamily="49" charset="0"/>
                <a:cs typeface="Courier New" panose="02070309020205020404" pitchFamily="49" charset="0"/>
              </a:rPr>
              <a:t>C 0.2</a:t>
            </a:r>
          </a:p>
          <a:p>
            <a:r>
              <a:rPr lang="en-US" b="1" dirty="0">
                <a:latin typeface="Courier New" panose="02070309020205020404" pitchFamily="49" charset="0"/>
                <a:cs typeface="Courier New" panose="02070309020205020404" pitchFamily="49" charset="0"/>
              </a:rPr>
              <a:t>G 0.2</a:t>
            </a:r>
          </a:p>
          <a:p>
            <a:r>
              <a:rPr lang="en-US" b="1" dirty="0">
                <a:latin typeface="Courier New" panose="02070309020205020404" pitchFamily="49" charset="0"/>
                <a:cs typeface="Courier New" panose="02070309020205020404" pitchFamily="49" charset="0"/>
              </a:rPr>
              <a:t>T 0.3</a:t>
            </a:r>
          </a:p>
        </p:txBody>
      </p:sp>
      <p:cxnSp>
        <p:nvCxnSpPr>
          <p:cNvPr id="17" name="Straight Arrow Connector 16">
            <a:extLst>
              <a:ext uri="{FF2B5EF4-FFF2-40B4-BE49-F238E27FC236}">
                <a16:creationId xmlns:a16="http://schemas.microsoft.com/office/drawing/2014/main" id="{B31EEEA7-CE97-6D1F-12D1-0EE13619D70B}"/>
              </a:ext>
            </a:extLst>
          </p:cNvPr>
          <p:cNvCxnSpPr>
            <a:cxnSpLocks/>
          </p:cNvCxnSpPr>
          <p:nvPr/>
        </p:nvCxnSpPr>
        <p:spPr>
          <a:xfrm>
            <a:off x="8335902" y="3239908"/>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1F923779-5FFB-EDBC-FD70-681BEBAF7E25}"/>
              </a:ext>
            </a:extLst>
          </p:cNvPr>
          <p:cNvCxnSpPr>
            <a:cxnSpLocks/>
          </p:cNvCxnSpPr>
          <p:nvPr/>
        </p:nvCxnSpPr>
        <p:spPr>
          <a:xfrm flipH="1">
            <a:off x="8335902" y="3616645"/>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5" name="TextBox 24">
            <a:extLst>
              <a:ext uri="{FF2B5EF4-FFF2-40B4-BE49-F238E27FC236}">
                <a16:creationId xmlns:a16="http://schemas.microsoft.com/office/drawing/2014/main" id="{80D9A03D-49CD-EA22-B420-804E7F96B24A}"/>
              </a:ext>
            </a:extLst>
          </p:cNvPr>
          <p:cNvSpPr txBox="1"/>
          <p:nvPr/>
        </p:nvSpPr>
        <p:spPr>
          <a:xfrm>
            <a:off x="8367456" y="2900803"/>
            <a:ext cx="476412" cy="369332"/>
          </a:xfrm>
          <a:prstGeom prst="rect">
            <a:avLst/>
          </a:prstGeom>
          <a:noFill/>
        </p:spPr>
        <p:txBody>
          <a:bodyPr wrap="none" rtlCol="0">
            <a:spAutoFit/>
          </a:bodyPr>
          <a:lstStyle/>
          <a:p>
            <a:r>
              <a:rPr lang="en-US" dirty="0"/>
              <a:t>0.5</a:t>
            </a:r>
          </a:p>
        </p:txBody>
      </p:sp>
      <p:sp>
        <p:nvSpPr>
          <p:cNvPr id="26" name="TextBox 25">
            <a:extLst>
              <a:ext uri="{FF2B5EF4-FFF2-40B4-BE49-F238E27FC236}">
                <a16:creationId xmlns:a16="http://schemas.microsoft.com/office/drawing/2014/main" id="{700F0219-6BB7-4E7C-4AC7-54B2A5BB1E5C}"/>
              </a:ext>
            </a:extLst>
          </p:cNvPr>
          <p:cNvSpPr txBox="1"/>
          <p:nvPr/>
        </p:nvSpPr>
        <p:spPr>
          <a:xfrm>
            <a:off x="8373834" y="3642225"/>
            <a:ext cx="476412" cy="369332"/>
          </a:xfrm>
          <a:prstGeom prst="rect">
            <a:avLst/>
          </a:prstGeom>
          <a:noFill/>
        </p:spPr>
        <p:txBody>
          <a:bodyPr wrap="none" rtlCol="0">
            <a:spAutoFit/>
          </a:bodyPr>
          <a:lstStyle/>
          <a:p>
            <a:r>
              <a:rPr lang="en-US" dirty="0"/>
              <a:t>0.4</a:t>
            </a:r>
          </a:p>
        </p:txBody>
      </p:sp>
      <mc:AlternateContent xmlns:mc="http://schemas.openxmlformats.org/markup-compatibility/2006" xmlns:p14="http://schemas.microsoft.com/office/powerpoint/2010/main">
        <mc:Choice Requires="p14">
          <p:contentPart p14:bwMode="auto" r:id="rId2">
            <p14:nvContentPartPr>
              <p14:cNvPr id="27" name="Ink 26">
                <a:extLst>
                  <a:ext uri="{FF2B5EF4-FFF2-40B4-BE49-F238E27FC236}">
                    <a16:creationId xmlns:a16="http://schemas.microsoft.com/office/drawing/2014/main" id="{56599EEB-12F8-0722-89B5-3BBBA55E9E00}"/>
                  </a:ext>
                </a:extLst>
              </p14:cNvPr>
              <p14:cNvContentPartPr/>
              <p14:nvPr/>
            </p14:nvContentPartPr>
            <p14:xfrm>
              <a:off x="10235111" y="2771427"/>
              <a:ext cx="1329840" cy="1373040"/>
            </p14:xfrm>
          </p:contentPart>
        </mc:Choice>
        <mc:Fallback xmlns="">
          <p:pic>
            <p:nvPicPr>
              <p:cNvPr id="27" name="Ink 26">
                <a:extLst>
                  <a:ext uri="{FF2B5EF4-FFF2-40B4-BE49-F238E27FC236}">
                    <a16:creationId xmlns:a16="http://schemas.microsoft.com/office/drawing/2014/main" id="{56599EEB-12F8-0722-89B5-3BBBA55E9E00}"/>
                  </a:ext>
                </a:extLst>
              </p:cNvPr>
              <p:cNvPicPr/>
              <p:nvPr/>
            </p:nvPicPr>
            <p:blipFill>
              <a:blip r:embed="rId3"/>
              <a:stretch>
                <a:fillRect/>
              </a:stretch>
            </p:blipFill>
            <p:spPr>
              <a:xfrm>
                <a:off x="10228991" y="2765307"/>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5C4C6E1D-FCF8-A7BC-5B96-8906A40803EC}"/>
                  </a:ext>
                </a:extLst>
              </p14:cNvPr>
              <p14:cNvContentPartPr/>
              <p14:nvPr/>
            </p14:nvContentPartPr>
            <p14:xfrm rot="10800000">
              <a:off x="5713695" y="2638517"/>
              <a:ext cx="1329840" cy="1373040"/>
            </p14:xfrm>
          </p:contentPart>
        </mc:Choice>
        <mc:Fallback xmlns="">
          <p:pic>
            <p:nvPicPr>
              <p:cNvPr id="28" name="Ink 27">
                <a:extLst>
                  <a:ext uri="{FF2B5EF4-FFF2-40B4-BE49-F238E27FC236}">
                    <a16:creationId xmlns:a16="http://schemas.microsoft.com/office/drawing/2014/main" id="{5C4C6E1D-FCF8-A7BC-5B96-8906A40803EC}"/>
                  </a:ext>
                </a:extLst>
              </p:cNvPr>
              <p:cNvPicPr/>
              <p:nvPr/>
            </p:nvPicPr>
            <p:blipFill>
              <a:blip r:embed="rId3"/>
              <a:stretch>
                <a:fillRect/>
              </a:stretch>
            </p:blipFill>
            <p:spPr>
              <a:xfrm rot="10800000">
                <a:off x="5707575" y="2632397"/>
                <a:ext cx="1342080" cy="1385280"/>
              </a:xfrm>
              <a:prstGeom prst="rect">
                <a:avLst/>
              </a:prstGeom>
            </p:spPr>
          </p:pic>
        </mc:Fallback>
      </mc:AlternateContent>
      <p:sp>
        <p:nvSpPr>
          <p:cNvPr id="29" name="TextBox 28">
            <a:extLst>
              <a:ext uri="{FF2B5EF4-FFF2-40B4-BE49-F238E27FC236}">
                <a16:creationId xmlns:a16="http://schemas.microsoft.com/office/drawing/2014/main" id="{230F779E-563F-19DD-605A-20EDC1AC5F57}"/>
              </a:ext>
            </a:extLst>
          </p:cNvPr>
          <p:cNvSpPr txBox="1"/>
          <p:nvPr/>
        </p:nvSpPr>
        <p:spPr>
          <a:xfrm>
            <a:off x="5214254" y="3140371"/>
            <a:ext cx="476412" cy="369332"/>
          </a:xfrm>
          <a:prstGeom prst="rect">
            <a:avLst/>
          </a:prstGeom>
          <a:noFill/>
        </p:spPr>
        <p:txBody>
          <a:bodyPr wrap="none" rtlCol="0">
            <a:spAutoFit/>
          </a:bodyPr>
          <a:lstStyle/>
          <a:p>
            <a:r>
              <a:rPr lang="en-US" dirty="0"/>
              <a:t>0.5</a:t>
            </a:r>
          </a:p>
        </p:txBody>
      </p:sp>
      <p:sp>
        <p:nvSpPr>
          <p:cNvPr id="30" name="TextBox 29">
            <a:extLst>
              <a:ext uri="{FF2B5EF4-FFF2-40B4-BE49-F238E27FC236}">
                <a16:creationId xmlns:a16="http://schemas.microsoft.com/office/drawing/2014/main" id="{10ABD210-2224-FC93-F1D8-C2235AC73F53}"/>
              </a:ext>
            </a:extLst>
          </p:cNvPr>
          <p:cNvSpPr txBox="1"/>
          <p:nvPr/>
        </p:nvSpPr>
        <p:spPr>
          <a:xfrm>
            <a:off x="11609719" y="3203504"/>
            <a:ext cx="476412" cy="369332"/>
          </a:xfrm>
          <a:prstGeom prst="rect">
            <a:avLst/>
          </a:prstGeom>
          <a:noFill/>
        </p:spPr>
        <p:txBody>
          <a:bodyPr wrap="none" rtlCol="0">
            <a:spAutoFit/>
          </a:bodyPr>
          <a:lstStyle/>
          <a:p>
            <a:r>
              <a:rPr lang="en-US" dirty="0"/>
              <a:t>0.6</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607D650-3E93-BC0D-4C08-09A227AD354A}"/>
                  </a:ext>
                </a:extLst>
              </p:cNvPr>
              <p:cNvSpPr txBox="1"/>
              <p:nvPr/>
            </p:nvSpPr>
            <p:spPr>
              <a:xfrm>
                <a:off x="598620" y="4574406"/>
                <a:ext cx="6379128" cy="619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pt-BR" sz="2800" i="1" smtClean="0">
                              <a:latin typeface="Cambria Math" panose="02040503050406030204" pitchFamily="18" charset="0"/>
                            </a:rPr>
                          </m:ctrlPr>
                        </m:sSubPr>
                        <m:e>
                          <m:r>
                            <a:rPr lang="en-US" sz="2800" b="0" i="1" smtClean="0">
                              <a:latin typeface="Cambria Math" panose="02040503050406030204" pitchFamily="18" charset="0"/>
                            </a:rPr>
                            <m:t>𝑝</m:t>
                          </m:r>
                        </m:e>
                        <m:sub>
                          <m:r>
                            <a:rPr lang="en-US" sz="2800" b="0" i="1" smtClean="0">
                              <a:latin typeface="Cambria Math" panose="02040503050406030204" pitchFamily="18" charset="0"/>
                            </a:rPr>
                            <m:t>𝑙</m:t>
                          </m:r>
                        </m:sub>
                      </m:sSub>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𝑖</m:t>
                          </m:r>
                          <m:r>
                            <a:rPr lang="en-US" sz="2800" b="0" i="1" smtClean="0">
                              <a:latin typeface="Cambria Math" panose="02040503050406030204" pitchFamily="18" charset="0"/>
                            </a:rPr>
                            <m:t>,</m:t>
                          </m:r>
                          <m:r>
                            <a:rPr lang="en-US" sz="2800" b="0" i="1" smtClean="0">
                              <a:latin typeface="Cambria Math" panose="02040503050406030204" pitchFamily="18" charset="0"/>
                            </a:rPr>
                            <m:t>𝑥</m:t>
                          </m:r>
                        </m:e>
                      </m:d>
                      <m:r>
                        <a:rPr lang="en-US" sz="2800" b="0" i="1" smtClean="0">
                          <a:latin typeface="Cambria Math" panose="02040503050406030204" pitchFamily="18" charset="0"/>
                        </a:rPr>
                        <m:t>=</m:t>
                      </m:r>
                      <m:sSub>
                        <m:sSubPr>
                          <m:ctrlPr>
                            <a:rPr lang="pt-BR" sz="2800" i="1">
                              <a:latin typeface="Cambria Math" panose="02040503050406030204" pitchFamily="18" charset="0"/>
                            </a:rPr>
                          </m:ctrlPr>
                        </m:sSubPr>
                        <m:e>
                          <m:r>
                            <a:rPr lang="en-US" sz="2800" b="0" i="1" smtClean="0">
                              <a:latin typeface="Cambria Math" panose="02040503050406030204" pitchFamily="18" charset="0"/>
                            </a:rPr>
                            <m:t>𝑒</m:t>
                          </m:r>
                        </m:e>
                        <m:sub>
                          <m:r>
                            <a:rPr lang="en-US" sz="2800" i="1">
                              <a:latin typeface="Cambria Math" panose="02040503050406030204" pitchFamily="18" charset="0"/>
                            </a:rPr>
                            <m:t>𝑙</m:t>
                          </m:r>
                        </m:sub>
                      </m:sSub>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𝑖</m:t>
                          </m:r>
                        </m:e>
                      </m:d>
                      <m:func>
                        <m:funcPr>
                          <m:ctrlPr>
                            <a:rPr lang="en-US" sz="2800" b="0" i="1" smtClean="0">
                              <a:latin typeface="Cambria Math" panose="02040503050406030204" pitchFamily="18" charset="0"/>
                            </a:rPr>
                          </m:ctrlPr>
                        </m:funcPr>
                        <m:fName>
                          <m:limLow>
                            <m:limLowPr>
                              <m:ctrlPr>
                                <a:rPr lang="en-US" sz="2800" b="0" i="1" smtClean="0">
                                  <a:latin typeface="Cambria Math" panose="02040503050406030204" pitchFamily="18" charset="0"/>
                                </a:rPr>
                              </m:ctrlPr>
                            </m:limLowPr>
                            <m:e>
                              <m:r>
                                <m:rPr>
                                  <m:sty m:val="p"/>
                                </m:rPr>
                                <a:rPr lang="en-US" sz="2800" b="0" i="0" smtClean="0">
                                  <a:latin typeface="Cambria Math" panose="02040503050406030204" pitchFamily="18" charset="0"/>
                                </a:rPr>
                                <m:t>max</m:t>
                              </m:r>
                            </m:e>
                            <m:lim>
                              <m:r>
                                <a:rPr lang="en-US" sz="2800" b="0" i="1" smtClean="0">
                                  <a:latin typeface="Cambria Math" panose="02040503050406030204" pitchFamily="18" charset="0"/>
                                </a:rPr>
                                <m:t>𝑘</m:t>
                              </m:r>
                              <m:r>
                                <a:rPr lang="en-US" sz="2800" b="0" i="1" smtClean="0">
                                  <a:latin typeface="Cambria Math" panose="02040503050406030204" pitchFamily="18" charset="0"/>
                                </a:rPr>
                                <m:t>=(</m:t>
                              </m:r>
                              <m:r>
                                <a:rPr lang="en-US" sz="2800" b="0" i="1" smtClean="0">
                                  <a:latin typeface="Cambria Math" panose="02040503050406030204" pitchFamily="18" charset="0"/>
                                </a:rPr>
                                <m:t>𝑁</m:t>
                              </m:r>
                              <m:r>
                                <a:rPr lang="en-US" sz="2800" b="0" i="1" smtClean="0">
                                  <a:latin typeface="Cambria Math" panose="02040503050406030204" pitchFamily="18" charset="0"/>
                                </a:rPr>
                                <m:t>,</m:t>
                              </m:r>
                              <m:r>
                                <a:rPr lang="en-US" sz="2800" b="0" i="1" smtClean="0">
                                  <a:latin typeface="Cambria Math" panose="02040503050406030204" pitchFamily="18" charset="0"/>
                                </a:rPr>
                                <m:t>𝐶</m:t>
                              </m:r>
                              <m:r>
                                <a:rPr lang="en-US" sz="2800" b="0" i="1" smtClean="0">
                                  <a:latin typeface="Cambria Math" panose="02040503050406030204" pitchFamily="18" charset="0"/>
                                </a:rPr>
                                <m:t>)</m:t>
                              </m:r>
                            </m:lim>
                          </m:limLow>
                        </m:fName>
                        <m:e>
                          <m:r>
                            <a:rPr lang="en-US" sz="2800" b="0" i="1" smtClean="0">
                              <a:latin typeface="Cambria Math" panose="02040503050406030204" pitchFamily="18" charset="0"/>
                            </a:rPr>
                            <m:t>(</m:t>
                          </m:r>
                        </m:e>
                      </m:func>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b="0" i="1" smtClean="0">
                              <a:latin typeface="Cambria Math" panose="02040503050406030204" pitchFamily="18" charset="0"/>
                            </a:rPr>
                            <m:t>𝑘</m:t>
                          </m:r>
                        </m:sub>
                      </m:sSub>
                      <m:d>
                        <m:dPr>
                          <m:ctrlPr>
                            <a:rPr lang="en-US" sz="2800" i="1">
                              <a:latin typeface="Cambria Math" panose="02040503050406030204" pitchFamily="18" charset="0"/>
                            </a:rPr>
                          </m:ctrlPr>
                        </m:dPr>
                        <m:e>
                          <m:r>
                            <a:rPr lang="en-US" sz="2800" b="0" i="1" smtClean="0">
                              <a:latin typeface="Cambria Math" panose="02040503050406030204" pitchFamily="18" charset="0"/>
                            </a:rPr>
                            <m:t>𝑗</m:t>
                          </m:r>
                          <m:r>
                            <a:rPr lang="en-US" sz="2800" i="1">
                              <a:latin typeface="Cambria Math" panose="02040503050406030204" pitchFamily="18" charset="0"/>
                            </a:rPr>
                            <m:t>,</m:t>
                          </m:r>
                          <m:r>
                            <a:rPr lang="en-US" sz="2800" i="1">
                              <a:latin typeface="Cambria Math" panose="02040503050406030204" pitchFamily="18" charset="0"/>
                            </a:rPr>
                            <m:t>𝑥</m:t>
                          </m:r>
                          <m:r>
                            <a:rPr lang="en-US" sz="2800" b="0" i="1" smtClean="0">
                              <a:latin typeface="Cambria Math" panose="02040503050406030204" pitchFamily="18" charset="0"/>
                            </a:rPr>
                            <m:t>−1</m:t>
                          </m:r>
                        </m:e>
                      </m:d>
                      <m:r>
                        <a:rPr lang="en-US" sz="2800" b="0" i="1" smtClean="0">
                          <a:latin typeface="Cambria Math" panose="02040503050406030204" pitchFamily="18" charset="0"/>
                        </a:rPr>
                        <m:t>∗</m:t>
                      </m:r>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b="0" i="1" smtClean="0">
                              <a:latin typeface="Cambria Math" panose="02040503050406030204" pitchFamily="18" charset="0"/>
                            </a:rPr>
                            <m:t>𝑘𝑙</m:t>
                          </m:r>
                        </m:sub>
                      </m:sSub>
                      <m:r>
                        <a:rPr lang="en-US" sz="2800" b="0" i="1" smtClean="0">
                          <a:latin typeface="Cambria Math" panose="02040503050406030204" pitchFamily="18" charset="0"/>
                        </a:rPr>
                        <m:t>)</m:t>
                      </m:r>
                    </m:oMath>
                  </m:oMathPara>
                </a14:m>
                <a:endParaRPr lang="en-US" sz="2800" dirty="0"/>
              </a:p>
            </p:txBody>
          </p:sp>
        </mc:Choice>
        <mc:Fallback xmlns="">
          <p:sp>
            <p:nvSpPr>
              <p:cNvPr id="6" name="TextBox 5">
                <a:extLst>
                  <a:ext uri="{FF2B5EF4-FFF2-40B4-BE49-F238E27FC236}">
                    <a16:creationId xmlns:a16="http://schemas.microsoft.com/office/drawing/2014/main" id="{7607D650-3E93-BC0D-4C08-09A227AD354A}"/>
                  </a:ext>
                </a:extLst>
              </p:cNvPr>
              <p:cNvSpPr txBox="1">
                <a:spLocks noRot="1" noChangeAspect="1" noMove="1" noResize="1" noEditPoints="1" noAdjustHandles="1" noChangeArrowheads="1" noChangeShapeType="1" noTextEdit="1"/>
              </p:cNvSpPr>
              <p:nvPr/>
            </p:nvSpPr>
            <p:spPr>
              <a:xfrm>
                <a:off x="598620" y="4574406"/>
                <a:ext cx="6379128" cy="619272"/>
              </a:xfrm>
              <a:prstGeom prst="rect">
                <a:avLst/>
              </a:prstGeom>
              <a:blipFill>
                <a:blip r:embed="rId5"/>
                <a:stretch>
                  <a:fillRect/>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5B44FF7F-3A92-FE2D-25CF-60CDC4012A93}"/>
              </a:ext>
            </a:extLst>
          </p:cNvPr>
          <p:cNvCxnSpPr>
            <a:cxnSpLocks/>
            <a:stCxn id="11" idx="0"/>
          </p:cNvCxnSpPr>
          <p:nvPr/>
        </p:nvCxnSpPr>
        <p:spPr>
          <a:xfrm flipV="1">
            <a:off x="1530417" y="5121801"/>
            <a:ext cx="749450" cy="31930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1" name="TextBox 10">
            <a:extLst>
              <a:ext uri="{FF2B5EF4-FFF2-40B4-BE49-F238E27FC236}">
                <a16:creationId xmlns:a16="http://schemas.microsoft.com/office/drawing/2014/main" id="{A998A6AA-09A9-E4F1-A9D7-FD298D159A57}"/>
              </a:ext>
            </a:extLst>
          </p:cNvPr>
          <p:cNvSpPr txBox="1"/>
          <p:nvPr/>
        </p:nvSpPr>
        <p:spPr>
          <a:xfrm>
            <a:off x="799557" y="5441103"/>
            <a:ext cx="1461720" cy="1200329"/>
          </a:xfrm>
          <a:prstGeom prst="rect">
            <a:avLst/>
          </a:prstGeom>
          <a:noFill/>
        </p:spPr>
        <p:txBody>
          <a:bodyPr wrap="square" rtlCol="0">
            <a:spAutoFit/>
          </a:bodyPr>
          <a:lstStyle/>
          <a:p>
            <a:r>
              <a:rPr lang="en-US" dirty="0"/>
              <a:t>Probability to observe element </a:t>
            </a:r>
            <a:r>
              <a:rPr lang="en-US" i="1" dirty="0" err="1"/>
              <a:t>i</a:t>
            </a:r>
            <a:r>
              <a:rPr lang="en-US" dirty="0"/>
              <a:t> in state </a:t>
            </a:r>
            <a:r>
              <a:rPr lang="en-US" i="1" dirty="0"/>
              <a:t>l</a:t>
            </a:r>
          </a:p>
        </p:txBody>
      </p:sp>
      <p:sp>
        <p:nvSpPr>
          <p:cNvPr id="15" name="TextBox 14">
            <a:extLst>
              <a:ext uri="{FF2B5EF4-FFF2-40B4-BE49-F238E27FC236}">
                <a16:creationId xmlns:a16="http://schemas.microsoft.com/office/drawing/2014/main" id="{03E1730B-B539-4973-B04D-C977F07144F6}"/>
              </a:ext>
            </a:extLst>
          </p:cNvPr>
          <p:cNvSpPr txBox="1"/>
          <p:nvPr/>
        </p:nvSpPr>
        <p:spPr>
          <a:xfrm>
            <a:off x="5844189" y="5568142"/>
            <a:ext cx="2105260" cy="923330"/>
          </a:xfrm>
          <a:prstGeom prst="rect">
            <a:avLst/>
          </a:prstGeom>
          <a:noFill/>
        </p:spPr>
        <p:txBody>
          <a:bodyPr wrap="square" rtlCol="0">
            <a:spAutoFit/>
          </a:bodyPr>
          <a:lstStyle/>
          <a:p>
            <a:r>
              <a:rPr lang="en-US" dirty="0"/>
              <a:t>Probability of transition from state </a:t>
            </a:r>
            <a:r>
              <a:rPr lang="en-US" i="1" dirty="0"/>
              <a:t>k</a:t>
            </a:r>
            <a:r>
              <a:rPr lang="en-US" dirty="0"/>
              <a:t> to state </a:t>
            </a:r>
            <a:r>
              <a:rPr lang="en-US" i="1" dirty="0"/>
              <a:t>l</a:t>
            </a:r>
          </a:p>
        </p:txBody>
      </p:sp>
      <p:cxnSp>
        <p:nvCxnSpPr>
          <p:cNvPr id="18" name="Straight Arrow Connector 17">
            <a:extLst>
              <a:ext uri="{FF2B5EF4-FFF2-40B4-BE49-F238E27FC236}">
                <a16:creationId xmlns:a16="http://schemas.microsoft.com/office/drawing/2014/main" id="{E70B330A-BD8E-5430-50B8-4A5A35E2ABCB}"/>
              </a:ext>
            </a:extLst>
          </p:cNvPr>
          <p:cNvCxnSpPr>
            <a:cxnSpLocks/>
            <a:stCxn id="15" idx="0"/>
          </p:cNvCxnSpPr>
          <p:nvPr/>
        </p:nvCxnSpPr>
        <p:spPr>
          <a:xfrm flipH="1" flipV="1">
            <a:off x="6036881" y="4979960"/>
            <a:ext cx="859938" cy="58818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3" name="Straight Arrow Connector 22">
            <a:extLst>
              <a:ext uri="{FF2B5EF4-FFF2-40B4-BE49-F238E27FC236}">
                <a16:creationId xmlns:a16="http://schemas.microsoft.com/office/drawing/2014/main" id="{AD48E0BE-3D82-AF73-B276-DD51CC2D44E6}"/>
              </a:ext>
            </a:extLst>
          </p:cNvPr>
          <p:cNvCxnSpPr>
            <a:cxnSpLocks/>
          </p:cNvCxnSpPr>
          <p:nvPr/>
        </p:nvCxnSpPr>
        <p:spPr>
          <a:xfrm flipV="1">
            <a:off x="1530417" y="5121801"/>
            <a:ext cx="749450" cy="29233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4" name="TextBox 23">
            <a:extLst>
              <a:ext uri="{FF2B5EF4-FFF2-40B4-BE49-F238E27FC236}">
                <a16:creationId xmlns:a16="http://schemas.microsoft.com/office/drawing/2014/main" id="{2C49823B-D7B2-432F-E88E-4A0D04A39672}"/>
              </a:ext>
            </a:extLst>
          </p:cNvPr>
          <p:cNvSpPr txBox="1"/>
          <p:nvPr/>
        </p:nvSpPr>
        <p:spPr>
          <a:xfrm>
            <a:off x="3347200" y="5568142"/>
            <a:ext cx="2105260" cy="1200329"/>
          </a:xfrm>
          <a:prstGeom prst="rect">
            <a:avLst/>
          </a:prstGeom>
          <a:noFill/>
        </p:spPr>
        <p:txBody>
          <a:bodyPr wrap="square" rtlCol="0">
            <a:spAutoFit/>
          </a:bodyPr>
          <a:lstStyle/>
          <a:p>
            <a:r>
              <a:rPr lang="en-US" dirty="0"/>
              <a:t>Probability of the best path ending at position </a:t>
            </a:r>
            <a:r>
              <a:rPr lang="en-US" i="1" dirty="0"/>
              <a:t>x-1</a:t>
            </a:r>
            <a:r>
              <a:rPr lang="en-US" dirty="0"/>
              <a:t> in state </a:t>
            </a:r>
            <a:r>
              <a:rPr lang="en-US" i="1" dirty="0"/>
              <a:t>k </a:t>
            </a:r>
            <a:r>
              <a:rPr lang="en-US" dirty="0"/>
              <a:t>with element </a:t>
            </a:r>
            <a:r>
              <a:rPr lang="en-US" i="1" dirty="0"/>
              <a:t>j</a:t>
            </a:r>
          </a:p>
        </p:txBody>
      </p:sp>
      <p:cxnSp>
        <p:nvCxnSpPr>
          <p:cNvPr id="31" name="Straight Arrow Connector 30">
            <a:extLst>
              <a:ext uri="{FF2B5EF4-FFF2-40B4-BE49-F238E27FC236}">
                <a16:creationId xmlns:a16="http://schemas.microsoft.com/office/drawing/2014/main" id="{21CE15B0-47EC-AD2F-5BB2-20E0276C8898}"/>
              </a:ext>
            </a:extLst>
          </p:cNvPr>
          <p:cNvCxnSpPr>
            <a:cxnSpLocks/>
            <a:stCxn id="24" idx="0"/>
          </p:cNvCxnSpPr>
          <p:nvPr/>
        </p:nvCxnSpPr>
        <p:spPr>
          <a:xfrm flipV="1">
            <a:off x="4399830" y="5118326"/>
            <a:ext cx="143294" cy="449816"/>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94179373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2EE50-7F12-051A-5DF8-FDAA47F023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E9833A-C2AE-0CF3-7399-28B5B8BDFEF4}"/>
              </a:ext>
            </a:extLst>
          </p:cNvPr>
          <p:cNvSpPr>
            <a:spLocks noGrp="1"/>
          </p:cNvSpPr>
          <p:nvPr>
            <p:ph type="title"/>
          </p:nvPr>
        </p:nvSpPr>
        <p:spPr/>
        <p:txBody>
          <a:bodyPr>
            <a:normAutofit fontScale="90000"/>
          </a:bodyPr>
          <a:lstStyle/>
          <a:p>
            <a:r>
              <a:rPr lang="en-US" dirty="0"/>
              <a:t>Viterbi algorithm for HMMs</a:t>
            </a:r>
          </a:p>
        </p:txBody>
      </p:sp>
      <p:sp>
        <p:nvSpPr>
          <p:cNvPr id="3" name="Content Placeholder 2">
            <a:extLst>
              <a:ext uri="{FF2B5EF4-FFF2-40B4-BE49-F238E27FC236}">
                <a16:creationId xmlns:a16="http://schemas.microsoft.com/office/drawing/2014/main" id="{C910ADDA-A0FC-A89D-6DCD-DF12C3CB423D}"/>
              </a:ext>
            </a:extLst>
          </p:cNvPr>
          <p:cNvSpPr>
            <a:spLocks noGrp="1"/>
          </p:cNvSpPr>
          <p:nvPr>
            <p:ph idx="1"/>
          </p:nvPr>
        </p:nvSpPr>
        <p:spPr>
          <a:xfrm>
            <a:off x="279133" y="1819053"/>
            <a:ext cx="10847671" cy="4822379"/>
          </a:xfrm>
        </p:spPr>
        <p:txBody>
          <a:bodyPr>
            <a:normAutofit/>
          </a:bodyPr>
          <a:lstStyle/>
          <a:p>
            <a:r>
              <a:rPr lang="en-US" dirty="0"/>
              <a:t>Consider the sequence S = </a:t>
            </a:r>
            <a:r>
              <a:rPr lang="en-US" b="1" dirty="0"/>
              <a:t>GG</a:t>
            </a:r>
            <a:r>
              <a:rPr lang="en-US" b="1" dirty="0">
                <a:solidFill>
                  <a:srgbClr val="018ACF"/>
                </a:solidFill>
              </a:rPr>
              <a:t>C</a:t>
            </a:r>
            <a:r>
              <a:rPr lang="en-US" b="1" dirty="0">
                <a:solidFill>
                  <a:srgbClr val="FF0000"/>
                </a:solidFill>
              </a:rPr>
              <a:t>A</a:t>
            </a:r>
            <a:r>
              <a:rPr lang="en-US" b="1" dirty="0"/>
              <a:t>CTGAA</a:t>
            </a:r>
          </a:p>
          <a:p>
            <a:r>
              <a:rPr lang="en-US" dirty="0"/>
              <a:t>The probability of the best </a:t>
            </a:r>
            <a:br>
              <a:rPr lang="en-US" dirty="0"/>
            </a:br>
            <a:r>
              <a:rPr lang="en-US" dirty="0"/>
              <a:t>path ending in state </a:t>
            </a:r>
            <a:r>
              <a:rPr lang="en-US" i="1" dirty="0"/>
              <a:t>l</a:t>
            </a:r>
            <a:r>
              <a:rPr lang="en-US" dirty="0"/>
              <a:t> </a:t>
            </a:r>
            <a:br>
              <a:rPr lang="en-US" dirty="0"/>
            </a:br>
            <a:r>
              <a:rPr lang="en-US" dirty="0"/>
              <a:t>with observation </a:t>
            </a:r>
            <a:r>
              <a:rPr lang="en-US" i="1" dirty="0" err="1"/>
              <a:t>i</a:t>
            </a:r>
            <a:r>
              <a:rPr lang="en-US" dirty="0"/>
              <a:t> is:</a:t>
            </a:r>
          </a:p>
          <a:p>
            <a:endParaRPr lang="en-US" i="1" dirty="0"/>
          </a:p>
          <a:p>
            <a:endParaRPr lang="en-US" i="1" dirty="0"/>
          </a:p>
          <a:p>
            <a:r>
              <a:rPr lang="en-US" dirty="0"/>
              <a:t>In our example, the probability of the best path ending in state </a:t>
            </a:r>
            <a:r>
              <a:rPr lang="en-US" i="1" dirty="0"/>
              <a:t>l=</a:t>
            </a:r>
            <a:r>
              <a:rPr lang="en-US" dirty="0"/>
              <a:t>C with “A” at the 4</a:t>
            </a:r>
            <a:r>
              <a:rPr lang="en-US" baseline="30000" dirty="0"/>
              <a:t>th</a:t>
            </a:r>
            <a:r>
              <a:rPr lang="en-US" dirty="0"/>
              <a:t> position is:</a:t>
            </a:r>
          </a:p>
        </p:txBody>
      </p:sp>
      <p:sp>
        <p:nvSpPr>
          <p:cNvPr id="4" name="Slide Number Placeholder 3">
            <a:extLst>
              <a:ext uri="{FF2B5EF4-FFF2-40B4-BE49-F238E27FC236}">
                <a16:creationId xmlns:a16="http://schemas.microsoft.com/office/drawing/2014/main" id="{B4B7C4BE-2845-4B25-7913-9152BB88B46A}"/>
              </a:ext>
            </a:extLst>
          </p:cNvPr>
          <p:cNvSpPr>
            <a:spLocks noGrp="1"/>
          </p:cNvSpPr>
          <p:nvPr>
            <p:ph type="sldNum" sz="quarter" idx="12"/>
          </p:nvPr>
        </p:nvSpPr>
        <p:spPr/>
        <p:txBody>
          <a:bodyPr/>
          <a:lstStyle/>
          <a:p>
            <a:fld id="{B82CCC60-E8CD-4174-8B1A-7DF615B22EEF}" type="slidenum">
              <a:rPr lang="en-US" smtClean="0"/>
              <a:pPr/>
              <a:t>43</a:t>
            </a:fld>
            <a:endParaRPr lang="en-US"/>
          </a:p>
        </p:txBody>
      </p:sp>
      <p:sp>
        <p:nvSpPr>
          <p:cNvPr id="5" name="TextBox 4">
            <a:extLst>
              <a:ext uri="{FF2B5EF4-FFF2-40B4-BE49-F238E27FC236}">
                <a16:creationId xmlns:a16="http://schemas.microsoft.com/office/drawing/2014/main" id="{DE298B4D-B013-AB3E-3384-8691EF5821B7}"/>
              </a:ext>
            </a:extLst>
          </p:cNvPr>
          <p:cNvSpPr txBox="1"/>
          <p:nvPr/>
        </p:nvSpPr>
        <p:spPr>
          <a:xfrm>
            <a:off x="8325852" y="1659255"/>
            <a:ext cx="782009" cy="461665"/>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Start</a:t>
            </a:r>
          </a:p>
        </p:txBody>
      </p:sp>
      <p:cxnSp>
        <p:nvCxnSpPr>
          <p:cNvPr id="7" name="Straight Arrow Connector 6">
            <a:extLst>
              <a:ext uri="{FF2B5EF4-FFF2-40B4-BE49-F238E27FC236}">
                <a16:creationId xmlns:a16="http://schemas.microsoft.com/office/drawing/2014/main" id="{E38C976B-2976-6F70-C194-102B2B565E32}"/>
              </a:ext>
            </a:extLst>
          </p:cNvPr>
          <p:cNvCxnSpPr>
            <a:cxnSpLocks/>
          </p:cNvCxnSpPr>
          <p:nvPr/>
        </p:nvCxnSpPr>
        <p:spPr>
          <a:xfrm flipH="1">
            <a:off x="7719461" y="2227145"/>
            <a:ext cx="798897"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9" name="Straight Arrow Connector 8">
            <a:extLst>
              <a:ext uri="{FF2B5EF4-FFF2-40B4-BE49-F238E27FC236}">
                <a16:creationId xmlns:a16="http://schemas.microsoft.com/office/drawing/2014/main" id="{62F830A4-F212-DFCA-77F4-3AA7BF73FD87}"/>
              </a:ext>
            </a:extLst>
          </p:cNvPr>
          <p:cNvCxnSpPr>
            <a:cxnSpLocks/>
          </p:cNvCxnSpPr>
          <p:nvPr/>
        </p:nvCxnSpPr>
        <p:spPr>
          <a:xfrm>
            <a:off x="8835991" y="2227145"/>
            <a:ext cx="744354"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2" name="TextBox 11">
            <a:extLst>
              <a:ext uri="{FF2B5EF4-FFF2-40B4-BE49-F238E27FC236}">
                <a16:creationId xmlns:a16="http://schemas.microsoft.com/office/drawing/2014/main" id="{61C928DF-2FB4-5FE7-BC93-870CB938D21B}"/>
              </a:ext>
            </a:extLst>
          </p:cNvPr>
          <p:cNvSpPr txBox="1"/>
          <p:nvPr/>
        </p:nvSpPr>
        <p:spPr>
          <a:xfrm>
            <a:off x="7690624" y="2042479"/>
            <a:ext cx="476412" cy="369332"/>
          </a:xfrm>
          <a:prstGeom prst="rect">
            <a:avLst/>
          </a:prstGeom>
          <a:noFill/>
        </p:spPr>
        <p:txBody>
          <a:bodyPr wrap="none" rtlCol="0">
            <a:spAutoFit/>
          </a:bodyPr>
          <a:lstStyle/>
          <a:p>
            <a:r>
              <a:rPr lang="en-US" dirty="0"/>
              <a:t>0.5</a:t>
            </a:r>
          </a:p>
        </p:txBody>
      </p:sp>
      <p:sp>
        <p:nvSpPr>
          <p:cNvPr id="13" name="TextBox 12">
            <a:extLst>
              <a:ext uri="{FF2B5EF4-FFF2-40B4-BE49-F238E27FC236}">
                <a16:creationId xmlns:a16="http://schemas.microsoft.com/office/drawing/2014/main" id="{BD6E66B2-FBDC-B875-1D36-D88C4F2CB12B}"/>
              </a:ext>
            </a:extLst>
          </p:cNvPr>
          <p:cNvSpPr txBox="1"/>
          <p:nvPr/>
        </p:nvSpPr>
        <p:spPr>
          <a:xfrm>
            <a:off x="9145604" y="2042479"/>
            <a:ext cx="476412" cy="369332"/>
          </a:xfrm>
          <a:prstGeom prst="rect">
            <a:avLst/>
          </a:prstGeom>
          <a:noFill/>
        </p:spPr>
        <p:txBody>
          <a:bodyPr wrap="none" rtlCol="0">
            <a:spAutoFit/>
          </a:bodyPr>
          <a:lstStyle/>
          <a:p>
            <a:r>
              <a:rPr lang="en-US" dirty="0"/>
              <a:t>0.5</a:t>
            </a:r>
          </a:p>
        </p:txBody>
      </p:sp>
      <p:sp>
        <p:nvSpPr>
          <p:cNvPr id="14" name="TextBox 13">
            <a:extLst>
              <a:ext uri="{FF2B5EF4-FFF2-40B4-BE49-F238E27FC236}">
                <a16:creationId xmlns:a16="http://schemas.microsoft.com/office/drawing/2014/main" id="{CECF9BCC-AE7F-D0C8-DC14-3ECB78E14455}"/>
              </a:ext>
            </a:extLst>
          </p:cNvPr>
          <p:cNvSpPr txBox="1"/>
          <p:nvPr/>
        </p:nvSpPr>
        <p:spPr>
          <a:xfrm>
            <a:off x="7219459" y="2603882"/>
            <a:ext cx="873957"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C </a:t>
            </a:r>
          </a:p>
          <a:p>
            <a:r>
              <a:rPr lang="en-US" b="1" dirty="0">
                <a:latin typeface="Courier New" panose="02070309020205020404" pitchFamily="49" charset="0"/>
                <a:cs typeface="Courier New" panose="02070309020205020404" pitchFamily="49" charset="0"/>
              </a:rPr>
              <a:t>A 0.2</a:t>
            </a:r>
          </a:p>
          <a:p>
            <a:r>
              <a:rPr lang="en-US" b="1" dirty="0">
                <a:latin typeface="Courier New" panose="02070309020205020404" pitchFamily="49" charset="0"/>
                <a:cs typeface="Courier New" panose="02070309020205020404" pitchFamily="49" charset="0"/>
              </a:rPr>
              <a:t>C 0.3</a:t>
            </a:r>
          </a:p>
          <a:p>
            <a:r>
              <a:rPr lang="en-US" b="1" dirty="0">
                <a:latin typeface="Courier New" panose="02070309020205020404" pitchFamily="49" charset="0"/>
                <a:cs typeface="Courier New" panose="02070309020205020404" pitchFamily="49" charset="0"/>
              </a:rPr>
              <a:t>G 0.3</a:t>
            </a:r>
          </a:p>
          <a:p>
            <a:r>
              <a:rPr lang="en-US" b="1" dirty="0">
                <a:latin typeface="Courier New" panose="02070309020205020404" pitchFamily="49" charset="0"/>
                <a:cs typeface="Courier New" panose="02070309020205020404" pitchFamily="49" charset="0"/>
              </a:rPr>
              <a:t>T 0.2</a:t>
            </a:r>
          </a:p>
        </p:txBody>
      </p:sp>
      <p:sp>
        <p:nvSpPr>
          <p:cNvPr id="16" name="TextBox 15">
            <a:extLst>
              <a:ext uri="{FF2B5EF4-FFF2-40B4-BE49-F238E27FC236}">
                <a16:creationId xmlns:a16="http://schemas.microsoft.com/office/drawing/2014/main" id="{19289828-0853-1236-9EC2-6FEC9F8AC4D7}"/>
              </a:ext>
            </a:extLst>
          </p:cNvPr>
          <p:cNvSpPr txBox="1"/>
          <p:nvPr/>
        </p:nvSpPr>
        <p:spPr>
          <a:xfrm>
            <a:off x="9114025" y="2603882"/>
            <a:ext cx="873957"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N </a:t>
            </a:r>
          </a:p>
          <a:p>
            <a:r>
              <a:rPr lang="en-US" b="1" dirty="0">
                <a:latin typeface="Courier New" panose="02070309020205020404" pitchFamily="49" charset="0"/>
                <a:cs typeface="Courier New" panose="02070309020205020404" pitchFamily="49" charset="0"/>
              </a:rPr>
              <a:t>A 0.3</a:t>
            </a:r>
          </a:p>
          <a:p>
            <a:r>
              <a:rPr lang="en-US" b="1" dirty="0">
                <a:latin typeface="Courier New" panose="02070309020205020404" pitchFamily="49" charset="0"/>
                <a:cs typeface="Courier New" panose="02070309020205020404" pitchFamily="49" charset="0"/>
              </a:rPr>
              <a:t>C 0.2</a:t>
            </a:r>
          </a:p>
          <a:p>
            <a:r>
              <a:rPr lang="en-US" b="1" dirty="0">
                <a:latin typeface="Courier New" panose="02070309020205020404" pitchFamily="49" charset="0"/>
                <a:cs typeface="Courier New" panose="02070309020205020404" pitchFamily="49" charset="0"/>
              </a:rPr>
              <a:t>G 0.2</a:t>
            </a:r>
          </a:p>
          <a:p>
            <a:r>
              <a:rPr lang="en-US" b="1" dirty="0">
                <a:latin typeface="Courier New" panose="02070309020205020404" pitchFamily="49" charset="0"/>
                <a:cs typeface="Courier New" panose="02070309020205020404" pitchFamily="49" charset="0"/>
              </a:rPr>
              <a:t>T 0.3</a:t>
            </a:r>
          </a:p>
        </p:txBody>
      </p:sp>
      <p:cxnSp>
        <p:nvCxnSpPr>
          <p:cNvPr id="17" name="Straight Arrow Connector 16">
            <a:extLst>
              <a:ext uri="{FF2B5EF4-FFF2-40B4-BE49-F238E27FC236}">
                <a16:creationId xmlns:a16="http://schemas.microsoft.com/office/drawing/2014/main" id="{F2D761C4-C1CB-65FC-0E84-BA63FE7E6ECA}"/>
              </a:ext>
            </a:extLst>
          </p:cNvPr>
          <p:cNvCxnSpPr>
            <a:cxnSpLocks/>
          </p:cNvCxnSpPr>
          <p:nvPr/>
        </p:nvCxnSpPr>
        <p:spPr>
          <a:xfrm>
            <a:off x="8335902" y="3239908"/>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E4ECC020-E28D-66B8-C85D-48AE928C857B}"/>
              </a:ext>
            </a:extLst>
          </p:cNvPr>
          <p:cNvCxnSpPr>
            <a:cxnSpLocks/>
          </p:cNvCxnSpPr>
          <p:nvPr/>
        </p:nvCxnSpPr>
        <p:spPr>
          <a:xfrm flipH="1">
            <a:off x="8335902" y="3616645"/>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5" name="TextBox 24">
            <a:extLst>
              <a:ext uri="{FF2B5EF4-FFF2-40B4-BE49-F238E27FC236}">
                <a16:creationId xmlns:a16="http://schemas.microsoft.com/office/drawing/2014/main" id="{F31C4918-0036-6716-488C-748E653A1175}"/>
              </a:ext>
            </a:extLst>
          </p:cNvPr>
          <p:cNvSpPr txBox="1"/>
          <p:nvPr/>
        </p:nvSpPr>
        <p:spPr>
          <a:xfrm>
            <a:off x="8367456" y="2900803"/>
            <a:ext cx="476412" cy="369332"/>
          </a:xfrm>
          <a:prstGeom prst="rect">
            <a:avLst/>
          </a:prstGeom>
          <a:noFill/>
        </p:spPr>
        <p:txBody>
          <a:bodyPr wrap="none" rtlCol="0">
            <a:spAutoFit/>
          </a:bodyPr>
          <a:lstStyle/>
          <a:p>
            <a:r>
              <a:rPr lang="en-US" dirty="0"/>
              <a:t>0.5</a:t>
            </a:r>
          </a:p>
        </p:txBody>
      </p:sp>
      <p:sp>
        <p:nvSpPr>
          <p:cNvPr id="26" name="TextBox 25">
            <a:extLst>
              <a:ext uri="{FF2B5EF4-FFF2-40B4-BE49-F238E27FC236}">
                <a16:creationId xmlns:a16="http://schemas.microsoft.com/office/drawing/2014/main" id="{4B00D219-4765-79D9-A0CA-8F5EF857D865}"/>
              </a:ext>
            </a:extLst>
          </p:cNvPr>
          <p:cNvSpPr txBox="1"/>
          <p:nvPr/>
        </p:nvSpPr>
        <p:spPr>
          <a:xfrm>
            <a:off x="8373834" y="3642225"/>
            <a:ext cx="476412" cy="369332"/>
          </a:xfrm>
          <a:prstGeom prst="rect">
            <a:avLst/>
          </a:prstGeom>
          <a:noFill/>
        </p:spPr>
        <p:txBody>
          <a:bodyPr wrap="none" rtlCol="0">
            <a:spAutoFit/>
          </a:bodyPr>
          <a:lstStyle/>
          <a:p>
            <a:r>
              <a:rPr lang="en-US" dirty="0"/>
              <a:t>0.4</a:t>
            </a:r>
          </a:p>
        </p:txBody>
      </p:sp>
      <mc:AlternateContent xmlns:mc="http://schemas.openxmlformats.org/markup-compatibility/2006" xmlns:p14="http://schemas.microsoft.com/office/powerpoint/2010/main">
        <mc:Choice Requires="p14">
          <p:contentPart p14:bwMode="auto" r:id="rId2">
            <p14:nvContentPartPr>
              <p14:cNvPr id="27" name="Ink 26">
                <a:extLst>
                  <a:ext uri="{FF2B5EF4-FFF2-40B4-BE49-F238E27FC236}">
                    <a16:creationId xmlns:a16="http://schemas.microsoft.com/office/drawing/2014/main" id="{75F49128-EA5C-C56C-978A-F0E5E6023245}"/>
                  </a:ext>
                </a:extLst>
              </p14:cNvPr>
              <p14:cNvContentPartPr/>
              <p14:nvPr/>
            </p14:nvContentPartPr>
            <p14:xfrm>
              <a:off x="10235111" y="2771427"/>
              <a:ext cx="1329840" cy="1373040"/>
            </p14:xfrm>
          </p:contentPart>
        </mc:Choice>
        <mc:Fallback xmlns="">
          <p:pic>
            <p:nvPicPr>
              <p:cNvPr id="27" name="Ink 26">
                <a:extLst>
                  <a:ext uri="{FF2B5EF4-FFF2-40B4-BE49-F238E27FC236}">
                    <a16:creationId xmlns:a16="http://schemas.microsoft.com/office/drawing/2014/main" id="{75F49128-EA5C-C56C-978A-F0E5E6023245}"/>
                  </a:ext>
                </a:extLst>
              </p:cNvPr>
              <p:cNvPicPr/>
              <p:nvPr/>
            </p:nvPicPr>
            <p:blipFill>
              <a:blip r:embed="rId3"/>
              <a:stretch>
                <a:fillRect/>
              </a:stretch>
            </p:blipFill>
            <p:spPr>
              <a:xfrm>
                <a:off x="10228991" y="2765307"/>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6320151B-7E63-A31B-F602-1D3A4EB30FC2}"/>
                  </a:ext>
                </a:extLst>
              </p14:cNvPr>
              <p14:cNvContentPartPr/>
              <p14:nvPr/>
            </p14:nvContentPartPr>
            <p14:xfrm rot="10800000">
              <a:off x="5713695" y="2638517"/>
              <a:ext cx="1329840" cy="1373040"/>
            </p14:xfrm>
          </p:contentPart>
        </mc:Choice>
        <mc:Fallback xmlns="">
          <p:pic>
            <p:nvPicPr>
              <p:cNvPr id="28" name="Ink 27">
                <a:extLst>
                  <a:ext uri="{FF2B5EF4-FFF2-40B4-BE49-F238E27FC236}">
                    <a16:creationId xmlns:a16="http://schemas.microsoft.com/office/drawing/2014/main" id="{6320151B-7E63-A31B-F602-1D3A4EB30FC2}"/>
                  </a:ext>
                </a:extLst>
              </p:cNvPr>
              <p:cNvPicPr/>
              <p:nvPr/>
            </p:nvPicPr>
            <p:blipFill>
              <a:blip r:embed="rId3"/>
              <a:stretch>
                <a:fillRect/>
              </a:stretch>
            </p:blipFill>
            <p:spPr>
              <a:xfrm rot="10800000">
                <a:off x="5707575" y="2632397"/>
                <a:ext cx="1342080" cy="1385280"/>
              </a:xfrm>
              <a:prstGeom prst="rect">
                <a:avLst/>
              </a:prstGeom>
            </p:spPr>
          </p:pic>
        </mc:Fallback>
      </mc:AlternateContent>
      <p:sp>
        <p:nvSpPr>
          <p:cNvPr id="29" name="TextBox 28">
            <a:extLst>
              <a:ext uri="{FF2B5EF4-FFF2-40B4-BE49-F238E27FC236}">
                <a16:creationId xmlns:a16="http://schemas.microsoft.com/office/drawing/2014/main" id="{A3921464-E8AF-2738-9C3B-DEB070FA88D5}"/>
              </a:ext>
            </a:extLst>
          </p:cNvPr>
          <p:cNvSpPr txBox="1"/>
          <p:nvPr/>
        </p:nvSpPr>
        <p:spPr>
          <a:xfrm>
            <a:off x="5214254" y="3140371"/>
            <a:ext cx="476412" cy="369332"/>
          </a:xfrm>
          <a:prstGeom prst="rect">
            <a:avLst/>
          </a:prstGeom>
          <a:noFill/>
        </p:spPr>
        <p:txBody>
          <a:bodyPr wrap="none" rtlCol="0">
            <a:spAutoFit/>
          </a:bodyPr>
          <a:lstStyle/>
          <a:p>
            <a:r>
              <a:rPr lang="en-US" dirty="0"/>
              <a:t>0.5</a:t>
            </a:r>
          </a:p>
        </p:txBody>
      </p:sp>
      <p:sp>
        <p:nvSpPr>
          <p:cNvPr id="30" name="TextBox 29">
            <a:extLst>
              <a:ext uri="{FF2B5EF4-FFF2-40B4-BE49-F238E27FC236}">
                <a16:creationId xmlns:a16="http://schemas.microsoft.com/office/drawing/2014/main" id="{5F2AAB16-CF45-9B5A-4D0F-D9D9332BA76B}"/>
              </a:ext>
            </a:extLst>
          </p:cNvPr>
          <p:cNvSpPr txBox="1"/>
          <p:nvPr/>
        </p:nvSpPr>
        <p:spPr>
          <a:xfrm>
            <a:off x="11609719" y="3203504"/>
            <a:ext cx="476412" cy="369332"/>
          </a:xfrm>
          <a:prstGeom prst="rect">
            <a:avLst/>
          </a:prstGeom>
          <a:noFill/>
        </p:spPr>
        <p:txBody>
          <a:bodyPr wrap="none" rtlCol="0">
            <a:spAutoFit/>
          </a:bodyPr>
          <a:lstStyle/>
          <a:p>
            <a:r>
              <a:rPr lang="en-US" dirty="0"/>
              <a:t>0.6</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467A5F7B-8CEF-5D1E-C6C0-5703C9D4D65F}"/>
                  </a:ext>
                </a:extLst>
              </p:cNvPr>
              <p:cNvSpPr txBox="1"/>
              <p:nvPr/>
            </p:nvSpPr>
            <p:spPr>
              <a:xfrm>
                <a:off x="541142" y="4125373"/>
                <a:ext cx="6379128" cy="619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pt-BR" sz="2800" i="1" smtClean="0">
                              <a:latin typeface="Cambria Math" panose="02040503050406030204" pitchFamily="18" charset="0"/>
                            </a:rPr>
                          </m:ctrlPr>
                        </m:sSubPr>
                        <m:e>
                          <m:r>
                            <a:rPr lang="en-US" sz="2800" b="0" i="1" smtClean="0">
                              <a:latin typeface="Cambria Math" panose="02040503050406030204" pitchFamily="18" charset="0"/>
                            </a:rPr>
                            <m:t>𝑝</m:t>
                          </m:r>
                        </m:e>
                        <m:sub>
                          <m:r>
                            <a:rPr lang="en-US" sz="2800" b="0" i="1" smtClean="0">
                              <a:latin typeface="Cambria Math" panose="02040503050406030204" pitchFamily="18" charset="0"/>
                            </a:rPr>
                            <m:t>𝑙</m:t>
                          </m:r>
                        </m:sub>
                      </m:sSub>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𝑖</m:t>
                          </m:r>
                          <m:r>
                            <a:rPr lang="en-US" sz="2800" b="0" i="1" smtClean="0">
                              <a:latin typeface="Cambria Math" panose="02040503050406030204" pitchFamily="18" charset="0"/>
                            </a:rPr>
                            <m:t>,</m:t>
                          </m:r>
                          <m:r>
                            <a:rPr lang="en-US" sz="2800" b="0" i="1" smtClean="0">
                              <a:latin typeface="Cambria Math" panose="02040503050406030204" pitchFamily="18" charset="0"/>
                            </a:rPr>
                            <m:t>𝑥</m:t>
                          </m:r>
                        </m:e>
                      </m:d>
                      <m:r>
                        <a:rPr lang="en-US" sz="2800" b="0" i="1" smtClean="0">
                          <a:latin typeface="Cambria Math" panose="02040503050406030204" pitchFamily="18" charset="0"/>
                        </a:rPr>
                        <m:t>=</m:t>
                      </m:r>
                      <m:sSub>
                        <m:sSubPr>
                          <m:ctrlPr>
                            <a:rPr lang="pt-BR" sz="2800" i="1">
                              <a:latin typeface="Cambria Math" panose="02040503050406030204" pitchFamily="18" charset="0"/>
                            </a:rPr>
                          </m:ctrlPr>
                        </m:sSubPr>
                        <m:e>
                          <m:r>
                            <a:rPr lang="en-US" sz="2800" b="0" i="1" smtClean="0">
                              <a:latin typeface="Cambria Math" panose="02040503050406030204" pitchFamily="18" charset="0"/>
                            </a:rPr>
                            <m:t>𝑒</m:t>
                          </m:r>
                        </m:e>
                        <m:sub>
                          <m:r>
                            <a:rPr lang="en-US" sz="2800" i="1">
                              <a:latin typeface="Cambria Math" panose="02040503050406030204" pitchFamily="18" charset="0"/>
                            </a:rPr>
                            <m:t>𝑙</m:t>
                          </m:r>
                        </m:sub>
                      </m:sSub>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𝑖</m:t>
                          </m:r>
                        </m:e>
                      </m:d>
                      <m:func>
                        <m:funcPr>
                          <m:ctrlPr>
                            <a:rPr lang="en-US" sz="2800" b="0" i="1" smtClean="0">
                              <a:latin typeface="Cambria Math" panose="02040503050406030204" pitchFamily="18" charset="0"/>
                            </a:rPr>
                          </m:ctrlPr>
                        </m:funcPr>
                        <m:fName>
                          <m:limLow>
                            <m:limLowPr>
                              <m:ctrlPr>
                                <a:rPr lang="en-US" sz="2800" b="0" i="1" smtClean="0">
                                  <a:latin typeface="Cambria Math" panose="02040503050406030204" pitchFamily="18" charset="0"/>
                                </a:rPr>
                              </m:ctrlPr>
                            </m:limLowPr>
                            <m:e>
                              <m:r>
                                <m:rPr>
                                  <m:sty m:val="p"/>
                                </m:rPr>
                                <a:rPr lang="en-US" sz="2800" b="0" i="0" smtClean="0">
                                  <a:latin typeface="Cambria Math" panose="02040503050406030204" pitchFamily="18" charset="0"/>
                                </a:rPr>
                                <m:t>max</m:t>
                              </m:r>
                            </m:e>
                            <m:lim>
                              <m:r>
                                <a:rPr lang="en-US" sz="2800" b="0" i="1" smtClean="0">
                                  <a:latin typeface="Cambria Math" panose="02040503050406030204" pitchFamily="18" charset="0"/>
                                </a:rPr>
                                <m:t>𝑘</m:t>
                              </m:r>
                              <m:r>
                                <a:rPr lang="en-US" sz="2800" b="0" i="1" smtClean="0">
                                  <a:latin typeface="Cambria Math" panose="02040503050406030204" pitchFamily="18" charset="0"/>
                                </a:rPr>
                                <m:t>=(</m:t>
                              </m:r>
                              <m:r>
                                <a:rPr lang="en-US" sz="2800" b="0" i="1" smtClean="0">
                                  <a:latin typeface="Cambria Math" panose="02040503050406030204" pitchFamily="18" charset="0"/>
                                </a:rPr>
                                <m:t>𝑁</m:t>
                              </m:r>
                              <m:r>
                                <a:rPr lang="en-US" sz="2800" b="0" i="1" smtClean="0">
                                  <a:latin typeface="Cambria Math" panose="02040503050406030204" pitchFamily="18" charset="0"/>
                                </a:rPr>
                                <m:t>,</m:t>
                              </m:r>
                              <m:r>
                                <a:rPr lang="en-US" sz="2800" b="0" i="1" smtClean="0">
                                  <a:latin typeface="Cambria Math" panose="02040503050406030204" pitchFamily="18" charset="0"/>
                                </a:rPr>
                                <m:t>𝐶</m:t>
                              </m:r>
                              <m:r>
                                <a:rPr lang="en-US" sz="2800" b="0" i="1" smtClean="0">
                                  <a:latin typeface="Cambria Math" panose="02040503050406030204" pitchFamily="18" charset="0"/>
                                </a:rPr>
                                <m:t>)</m:t>
                              </m:r>
                            </m:lim>
                          </m:limLow>
                        </m:fName>
                        <m:e>
                          <m:r>
                            <a:rPr lang="en-US" sz="2800" b="0" i="1" smtClean="0">
                              <a:latin typeface="Cambria Math" panose="02040503050406030204" pitchFamily="18" charset="0"/>
                            </a:rPr>
                            <m:t>(</m:t>
                          </m:r>
                        </m:e>
                      </m:func>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b="0" i="1" smtClean="0">
                              <a:latin typeface="Cambria Math" panose="02040503050406030204" pitchFamily="18" charset="0"/>
                            </a:rPr>
                            <m:t>𝑘</m:t>
                          </m:r>
                        </m:sub>
                      </m:sSub>
                      <m:d>
                        <m:dPr>
                          <m:ctrlPr>
                            <a:rPr lang="en-US" sz="2800" i="1">
                              <a:latin typeface="Cambria Math" panose="02040503050406030204" pitchFamily="18" charset="0"/>
                            </a:rPr>
                          </m:ctrlPr>
                        </m:dPr>
                        <m:e>
                          <m:r>
                            <a:rPr lang="en-US" sz="2800" b="0" i="1" smtClean="0">
                              <a:latin typeface="Cambria Math" panose="02040503050406030204" pitchFamily="18" charset="0"/>
                            </a:rPr>
                            <m:t>𝑗</m:t>
                          </m:r>
                          <m:r>
                            <a:rPr lang="en-US" sz="2800" i="1">
                              <a:latin typeface="Cambria Math" panose="02040503050406030204" pitchFamily="18" charset="0"/>
                            </a:rPr>
                            <m:t>,</m:t>
                          </m:r>
                          <m:r>
                            <a:rPr lang="en-US" sz="2800" i="1">
                              <a:latin typeface="Cambria Math" panose="02040503050406030204" pitchFamily="18" charset="0"/>
                            </a:rPr>
                            <m:t>𝑥</m:t>
                          </m:r>
                          <m:r>
                            <a:rPr lang="en-US" sz="2800" b="0" i="1" smtClean="0">
                              <a:latin typeface="Cambria Math" panose="02040503050406030204" pitchFamily="18" charset="0"/>
                            </a:rPr>
                            <m:t>−1</m:t>
                          </m:r>
                        </m:e>
                      </m:d>
                      <m:r>
                        <a:rPr lang="en-US" sz="2800" b="0" i="1" smtClean="0">
                          <a:latin typeface="Cambria Math" panose="02040503050406030204" pitchFamily="18" charset="0"/>
                        </a:rPr>
                        <m:t>∗</m:t>
                      </m:r>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b="0" i="1" smtClean="0">
                              <a:latin typeface="Cambria Math" panose="02040503050406030204" pitchFamily="18" charset="0"/>
                            </a:rPr>
                            <m:t>𝑘𝑙</m:t>
                          </m:r>
                        </m:sub>
                      </m:sSub>
                      <m:r>
                        <a:rPr lang="en-US" sz="2800" b="0" i="1" smtClean="0">
                          <a:latin typeface="Cambria Math" panose="02040503050406030204" pitchFamily="18" charset="0"/>
                        </a:rPr>
                        <m:t>)</m:t>
                      </m:r>
                    </m:oMath>
                  </m:oMathPara>
                </a14:m>
                <a:endParaRPr lang="en-US" sz="2800" dirty="0"/>
              </a:p>
            </p:txBody>
          </p:sp>
        </mc:Choice>
        <mc:Fallback xmlns="">
          <p:sp>
            <p:nvSpPr>
              <p:cNvPr id="6" name="TextBox 5">
                <a:extLst>
                  <a:ext uri="{FF2B5EF4-FFF2-40B4-BE49-F238E27FC236}">
                    <a16:creationId xmlns:a16="http://schemas.microsoft.com/office/drawing/2014/main" id="{467A5F7B-8CEF-5D1E-C6C0-5703C9D4D65F}"/>
                  </a:ext>
                </a:extLst>
              </p:cNvPr>
              <p:cNvSpPr txBox="1">
                <a:spLocks noRot="1" noChangeAspect="1" noMove="1" noResize="1" noEditPoints="1" noAdjustHandles="1" noChangeArrowheads="1" noChangeShapeType="1" noTextEdit="1"/>
              </p:cNvSpPr>
              <p:nvPr/>
            </p:nvSpPr>
            <p:spPr>
              <a:xfrm>
                <a:off x="541142" y="4125373"/>
                <a:ext cx="6379128" cy="61927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8BC214B-5B3C-57E5-6757-EAEC9FF0575B}"/>
                  </a:ext>
                </a:extLst>
              </p:cNvPr>
              <p:cNvSpPr txBox="1"/>
              <p:nvPr/>
            </p:nvSpPr>
            <p:spPr>
              <a:xfrm>
                <a:off x="541141" y="5746803"/>
                <a:ext cx="8121595" cy="56368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pt-BR" sz="2800" i="1" smtClean="0">
                              <a:latin typeface="Cambria Math" panose="02040503050406030204" pitchFamily="18" charset="0"/>
                            </a:rPr>
                          </m:ctrlPr>
                        </m:sSubPr>
                        <m:e>
                          <m:r>
                            <a:rPr lang="en-US" sz="2800" b="0" i="1" smtClean="0">
                              <a:latin typeface="Cambria Math" panose="02040503050406030204" pitchFamily="18" charset="0"/>
                            </a:rPr>
                            <m:t>𝑝</m:t>
                          </m:r>
                        </m:e>
                        <m:sub>
                          <m:r>
                            <a:rPr lang="en-US" sz="2800" b="0" i="1" smtClean="0">
                              <a:latin typeface="Cambria Math" panose="02040503050406030204" pitchFamily="18" charset="0"/>
                            </a:rPr>
                            <m:t>𝐶</m:t>
                          </m:r>
                        </m:sub>
                      </m:sSub>
                      <m:d>
                        <m:dPr>
                          <m:ctrlPr>
                            <a:rPr lang="en-US" sz="2800" b="0" i="1" smtClean="0">
                              <a:latin typeface="Cambria Math" panose="02040503050406030204" pitchFamily="18" charset="0"/>
                            </a:rPr>
                          </m:ctrlPr>
                        </m:dPr>
                        <m:e>
                          <m:r>
                            <a:rPr lang="en-US" sz="2800" b="0" i="1" smtClean="0">
                              <a:solidFill>
                                <a:srgbClr val="FF0000"/>
                              </a:solidFill>
                              <a:latin typeface="Cambria Math" panose="02040503050406030204" pitchFamily="18" charset="0"/>
                            </a:rPr>
                            <m:t>𝐴</m:t>
                          </m:r>
                          <m:r>
                            <a:rPr lang="en-US" sz="2800" b="0" i="1" smtClean="0">
                              <a:latin typeface="Cambria Math" panose="02040503050406030204" pitchFamily="18" charset="0"/>
                            </a:rPr>
                            <m:t>,4</m:t>
                          </m:r>
                        </m:e>
                      </m:d>
                      <m:r>
                        <a:rPr lang="en-US" sz="2800" b="0" i="1" smtClean="0">
                          <a:latin typeface="Cambria Math" panose="02040503050406030204" pitchFamily="18" charset="0"/>
                        </a:rPr>
                        <m:t>=</m:t>
                      </m:r>
                      <m:sSub>
                        <m:sSubPr>
                          <m:ctrlPr>
                            <a:rPr lang="pt-BR" sz="2800" i="1">
                              <a:latin typeface="Cambria Math" panose="02040503050406030204" pitchFamily="18" charset="0"/>
                            </a:rPr>
                          </m:ctrlPr>
                        </m:sSubPr>
                        <m:e>
                          <m:r>
                            <a:rPr lang="en-US" sz="2800" b="0" i="1" smtClean="0">
                              <a:latin typeface="Cambria Math" panose="02040503050406030204" pitchFamily="18" charset="0"/>
                            </a:rPr>
                            <m:t>𝑒</m:t>
                          </m:r>
                        </m:e>
                        <m:sub>
                          <m:r>
                            <a:rPr lang="en-US" sz="2800" b="0" i="1" smtClean="0">
                              <a:latin typeface="Cambria Math" panose="02040503050406030204" pitchFamily="18" charset="0"/>
                            </a:rPr>
                            <m:t>𝐶</m:t>
                          </m:r>
                        </m:sub>
                      </m:sSub>
                      <m:d>
                        <m:dPr>
                          <m:ctrlPr>
                            <a:rPr lang="en-US" sz="2800" b="0" i="1" smtClean="0">
                              <a:latin typeface="Cambria Math" panose="02040503050406030204" pitchFamily="18" charset="0"/>
                            </a:rPr>
                          </m:ctrlPr>
                        </m:dPr>
                        <m:e>
                          <m:r>
                            <a:rPr lang="en-US" sz="2800" b="0" i="1" smtClean="0">
                              <a:solidFill>
                                <a:srgbClr val="FF0000"/>
                              </a:solidFill>
                              <a:latin typeface="Cambria Math" panose="02040503050406030204" pitchFamily="18" charset="0"/>
                            </a:rPr>
                            <m:t>𝐴</m:t>
                          </m:r>
                        </m:e>
                      </m:d>
                      <m:func>
                        <m:funcPr>
                          <m:ctrlPr>
                            <a:rPr lang="en-US" sz="2800" b="0" i="1" smtClean="0">
                              <a:latin typeface="Cambria Math" panose="02040503050406030204" pitchFamily="18" charset="0"/>
                            </a:rPr>
                          </m:ctrlPr>
                        </m:funcPr>
                        <m:fName>
                          <m:limLow>
                            <m:limLowPr>
                              <m:ctrlPr>
                                <a:rPr lang="en-US" sz="2800" b="0" i="1" smtClean="0">
                                  <a:latin typeface="Cambria Math" panose="02040503050406030204" pitchFamily="18" charset="0"/>
                                </a:rPr>
                              </m:ctrlPr>
                            </m:limLowPr>
                            <m:e>
                              <m:r>
                                <m:rPr>
                                  <m:sty m:val="p"/>
                                </m:rPr>
                                <a:rPr lang="en-US" sz="2800" b="0" i="0" smtClean="0">
                                  <a:latin typeface="Cambria Math" panose="02040503050406030204" pitchFamily="18" charset="0"/>
                                </a:rPr>
                                <m:t>max</m:t>
                              </m:r>
                            </m:e>
                            <m:lim>
                              <m:r>
                                <a:rPr lang="en-US" sz="2800" b="0" i="1" smtClean="0">
                                  <a:latin typeface="Cambria Math" panose="02040503050406030204" pitchFamily="18" charset="0"/>
                                </a:rPr>
                                <m:t>𝑘</m:t>
                              </m:r>
                            </m:lim>
                          </m:limLow>
                        </m:fName>
                        <m:e>
                          <m:r>
                            <a:rPr lang="en-US" sz="2800" b="0" i="1" smtClean="0">
                              <a:latin typeface="Cambria Math" panose="02040503050406030204" pitchFamily="18" charset="0"/>
                            </a:rPr>
                            <m:t>(</m:t>
                          </m:r>
                        </m:e>
                      </m:func>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b="0" i="1" smtClean="0">
                              <a:latin typeface="Cambria Math" panose="02040503050406030204" pitchFamily="18" charset="0"/>
                            </a:rPr>
                            <m:t>𝑁</m:t>
                          </m:r>
                        </m:sub>
                      </m:sSub>
                      <m:d>
                        <m:dPr>
                          <m:ctrlPr>
                            <a:rPr lang="en-US" sz="2800" i="1">
                              <a:latin typeface="Cambria Math" panose="02040503050406030204" pitchFamily="18" charset="0"/>
                            </a:rPr>
                          </m:ctrlPr>
                        </m:dPr>
                        <m:e>
                          <m:r>
                            <a:rPr lang="en-US" sz="2800" b="0" i="1" smtClean="0">
                              <a:solidFill>
                                <a:srgbClr val="018ACF"/>
                              </a:solidFill>
                              <a:latin typeface="Cambria Math" panose="02040503050406030204" pitchFamily="18" charset="0"/>
                            </a:rPr>
                            <m:t>𝐶</m:t>
                          </m:r>
                          <m:r>
                            <a:rPr lang="en-US" sz="2800" i="1">
                              <a:latin typeface="Cambria Math" panose="02040503050406030204" pitchFamily="18" charset="0"/>
                            </a:rPr>
                            <m:t>,</m:t>
                          </m:r>
                          <m:r>
                            <a:rPr lang="en-US" sz="2800" b="0" i="1" smtClean="0">
                              <a:latin typeface="Cambria Math" panose="02040503050406030204" pitchFamily="18" charset="0"/>
                            </a:rPr>
                            <m:t>3</m:t>
                          </m:r>
                        </m:e>
                      </m:d>
                      <m:r>
                        <a:rPr lang="en-US" sz="2800" b="0" i="1" smtClean="0">
                          <a:latin typeface="Cambria Math" panose="02040503050406030204" pitchFamily="18" charset="0"/>
                        </a:rPr>
                        <m:t>∗</m:t>
                      </m:r>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b="0" i="1" smtClean="0">
                              <a:latin typeface="Cambria Math" panose="02040503050406030204" pitchFamily="18" charset="0"/>
                            </a:rPr>
                            <m:t>𝑁𝐶</m:t>
                          </m:r>
                        </m:sub>
                      </m:sSub>
                      <m:r>
                        <a:rPr lang="en-US" sz="2800" b="0" i="1" smtClean="0">
                          <a:latin typeface="Cambria Math" panose="02040503050406030204" pitchFamily="18" charset="0"/>
                        </a:rPr>
                        <m:t>,</m:t>
                      </m:r>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b="0" i="1" smtClean="0">
                              <a:latin typeface="Cambria Math" panose="02040503050406030204" pitchFamily="18" charset="0"/>
                            </a:rPr>
                            <m:t>𝐶</m:t>
                          </m:r>
                        </m:sub>
                      </m:sSub>
                      <m:d>
                        <m:dPr>
                          <m:ctrlPr>
                            <a:rPr lang="en-US" sz="2800" i="1">
                              <a:latin typeface="Cambria Math" panose="02040503050406030204" pitchFamily="18" charset="0"/>
                            </a:rPr>
                          </m:ctrlPr>
                        </m:dPr>
                        <m:e>
                          <m:r>
                            <a:rPr lang="en-US" sz="2800" i="1" smtClean="0">
                              <a:solidFill>
                                <a:srgbClr val="018ACF"/>
                              </a:solidFill>
                              <a:latin typeface="Cambria Math" panose="02040503050406030204" pitchFamily="18" charset="0"/>
                            </a:rPr>
                            <m:t>𝐶</m:t>
                          </m:r>
                          <m:r>
                            <a:rPr lang="en-US" sz="2800" i="1">
                              <a:latin typeface="Cambria Math" panose="02040503050406030204" pitchFamily="18" charset="0"/>
                            </a:rPr>
                            <m:t>,3</m:t>
                          </m:r>
                        </m:e>
                      </m:d>
                      <m:r>
                        <a:rPr lang="en-US" sz="2800" i="1">
                          <a:latin typeface="Cambria Math" panose="02040503050406030204" pitchFamily="18" charset="0"/>
                        </a:rPr>
                        <m:t>∗</m:t>
                      </m:r>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b="0" i="1" smtClean="0">
                              <a:latin typeface="Cambria Math" panose="02040503050406030204" pitchFamily="18" charset="0"/>
                            </a:rPr>
                            <m:t>𝐶</m:t>
                          </m:r>
                          <m:r>
                            <a:rPr lang="en-US" sz="2800" i="1">
                              <a:latin typeface="Cambria Math" panose="02040503050406030204" pitchFamily="18" charset="0"/>
                            </a:rPr>
                            <m:t>𝐶</m:t>
                          </m:r>
                        </m:sub>
                      </m:sSub>
                      <m:r>
                        <a:rPr lang="en-US" sz="2800" b="0" i="1" smtClean="0">
                          <a:latin typeface="Cambria Math" panose="02040503050406030204" pitchFamily="18" charset="0"/>
                        </a:rPr>
                        <m:t>)</m:t>
                      </m:r>
                    </m:oMath>
                  </m:oMathPara>
                </a14:m>
                <a:endParaRPr lang="en-US" sz="2800" dirty="0"/>
              </a:p>
            </p:txBody>
          </p:sp>
        </mc:Choice>
        <mc:Fallback xmlns="">
          <p:sp>
            <p:nvSpPr>
              <p:cNvPr id="10" name="TextBox 9">
                <a:extLst>
                  <a:ext uri="{FF2B5EF4-FFF2-40B4-BE49-F238E27FC236}">
                    <a16:creationId xmlns:a16="http://schemas.microsoft.com/office/drawing/2014/main" id="{C8BC214B-5B3C-57E5-6757-EAEC9FF0575B}"/>
                  </a:ext>
                </a:extLst>
              </p:cNvPr>
              <p:cNvSpPr txBox="1">
                <a:spLocks noRot="1" noChangeAspect="1" noMove="1" noResize="1" noEditPoints="1" noAdjustHandles="1" noChangeArrowheads="1" noChangeShapeType="1" noTextEdit="1"/>
              </p:cNvSpPr>
              <p:nvPr/>
            </p:nvSpPr>
            <p:spPr>
              <a:xfrm>
                <a:off x="541141" y="5746803"/>
                <a:ext cx="8121595" cy="563680"/>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5234577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5944D-9524-E455-1A40-0F20734DCB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E0C750-9DB6-EB1A-24CD-749664193038}"/>
              </a:ext>
            </a:extLst>
          </p:cNvPr>
          <p:cNvSpPr>
            <a:spLocks noGrp="1"/>
          </p:cNvSpPr>
          <p:nvPr>
            <p:ph type="title"/>
          </p:nvPr>
        </p:nvSpPr>
        <p:spPr/>
        <p:txBody>
          <a:bodyPr>
            <a:normAutofit fontScale="90000"/>
          </a:bodyPr>
          <a:lstStyle/>
          <a:p>
            <a:r>
              <a:rPr lang="en-US" dirty="0"/>
              <a:t>Viterbi algorithm for HMMs</a:t>
            </a:r>
          </a:p>
        </p:txBody>
      </p:sp>
      <p:sp>
        <p:nvSpPr>
          <p:cNvPr id="3" name="Content Placeholder 2">
            <a:extLst>
              <a:ext uri="{FF2B5EF4-FFF2-40B4-BE49-F238E27FC236}">
                <a16:creationId xmlns:a16="http://schemas.microsoft.com/office/drawing/2014/main" id="{AB61C6BE-2041-35F3-3B28-0A3B3F9025C8}"/>
              </a:ext>
            </a:extLst>
          </p:cNvPr>
          <p:cNvSpPr>
            <a:spLocks noGrp="1"/>
          </p:cNvSpPr>
          <p:nvPr>
            <p:ph idx="1"/>
          </p:nvPr>
        </p:nvSpPr>
        <p:spPr>
          <a:xfrm>
            <a:off x="231007" y="1761423"/>
            <a:ext cx="10895798" cy="4880009"/>
          </a:xfrm>
        </p:spPr>
        <p:txBody>
          <a:bodyPr>
            <a:normAutofit/>
          </a:bodyPr>
          <a:lstStyle/>
          <a:p>
            <a:r>
              <a:rPr lang="en-US" dirty="0"/>
              <a:t>For simplicity, let’s convert </a:t>
            </a:r>
            <a:br>
              <a:rPr lang="en-US" dirty="0"/>
            </a:br>
            <a:r>
              <a:rPr lang="en-US" dirty="0"/>
              <a:t>everything to log</a:t>
            </a:r>
            <a:r>
              <a:rPr lang="en-US" baseline="-25000" dirty="0"/>
              <a:t>2</a:t>
            </a:r>
            <a:r>
              <a:rPr lang="en-US" dirty="0"/>
              <a:t>(p):</a:t>
            </a:r>
          </a:p>
        </p:txBody>
      </p:sp>
      <p:sp>
        <p:nvSpPr>
          <p:cNvPr id="4" name="Slide Number Placeholder 3">
            <a:extLst>
              <a:ext uri="{FF2B5EF4-FFF2-40B4-BE49-F238E27FC236}">
                <a16:creationId xmlns:a16="http://schemas.microsoft.com/office/drawing/2014/main" id="{47D17DEB-E4EC-E871-B749-95D9250FBB79}"/>
              </a:ext>
            </a:extLst>
          </p:cNvPr>
          <p:cNvSpPr>
            <a:spLocks noGrp="1"/>
          </p:cNvSpPr>
          <p:nvPr>
            <p:ph type="sldNum" sz="quarter" idx="12"/>
          </p:nvPr>
        </p:nvSpPr>
        <p:spPr/>
        <p:txBody>
          <a:bodyPr/>
          <a:lstStyle/>
          <a:p>
            <a:fld id="{B82CCC60-E8CD-4174-8B1A-7DF615B22EEF}" type="slidenum">
              <a:rPr lang="en-US" smtClean="0"/>
              <a:pPr/>
              <a:t>44</a:t>
            </a:fld>
            <a:endParaRPr lang="en-US"/>
          </a:p>
        </p:txBody>
      </p:sp>
      <p:sp>
        <p:nvSpPr>
          <p:cNvPr id="5" name="TextBox 4">
            <a:extLst>
              <a:ext uri="{FF2B5EF4-FFF2-40B4-BE49-F238E27FC236}">
                <a16:creationId xmlns:a16="http://schemas.microsoft.com/office/drawing/2014/main" id="{E577C657-FEBD-6103-9932-95AF30413860}"/>
              </a:ext>
            </a:extLst>
          </p:cNvPr>
          <p:cNvSpPr txBox="1"/>
          <p:nvPr/>
        </p:nvSpPr>
        <p:spPr>
          <a:xfrm>
            <a:off x="7366526" y="1947884"/>
            <a:ext cx="782009" cy="461665"/>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Start</a:t>
            </a:r>
          </a:p>
        </p:txBody>
      </p:sp>
      <p:cxnSp>
        <p:nvCxnSpPr>
          <p:cNvPr id="7" name="Straight Arrow Connector 6">
            <a:extLst>
              <a:ext uri="{FF2B5EF4-FFF2-40B4-BE49-F238E27FC236}">
                <a16:creationId xmlns:a16="http://schemas.microsoft.com/office/drawing/2014/main" id="{48B82A3E-0485-1797-48E6-7BCEA460F3B5}"/>
              </a:ext>
            </a:extLst>
          </p:cNvPr>
          <p:cNvCxnSpPr>
            <a:cxnSpLocks/>
          </p:cNvCxnSpPr>
          <p:nvPr/>
        </p:nvCxnSpPr>
        <p:spPr>
          <a:xfrm flipH="1">
            <a:off x="6760135" y="2515774"/>
            <a:ext cx="798897"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9" name="Straight Arrow Connector 8">
            <a:extLst>
              <a:ext uri="{FF2B5EF4-FFF2-40B4-BE49-F238E27FC236}">
                <a16:creationId xmlns:a16="http://schemas.microsoft.com/office/drawing/2014/main" id="{AE28BB0B-3FDF-5D1C-799D-9F0DED6BDD39}"/>
              </a:ext>
            </a:extLst>
          </p:cNvPr>
          <p:cNvCxnSpPr>
            <a:cxnSpLocks/>
          </p:cNvCxnSpPr>
          <p:nvPr/>
        </p:nvCxnSpPr>
        <p:spPr>
          <a:xfrm>
            <a:off x="7876665" y="2515774"/>
            <a:ext cx="744354"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2" name="TextBox 11">
            <a:extLst>
              <a:ext uri="{FF2B5EF4-FFF2-40B4-BE49-F238E27FC236}">
                <a16:creationId xmlns:a16="http://schemas.microsoft.com/office/drawing/2014/main" id="{3FF821A0-B59A-A203-11DC-6273E1C8D880}"/>
              </a:ext>
            </a:extLst>
          </p:cNvPr>
          <p:cNvSpPr txBox="1"/>
          <p:nvPr/>
        </p:nvSpPr>
        <p:spPr>
          <a:xfrm>
            <a:off x="6731298" y="2331108"/>
            <a:ext cx="476412" cy="369332"/>
          </a:xfrm>
          <a:prstGeom prst="rect">
            <a:avLst/>
          </a:prstGeom>
          <a:noFill/>
        </p:spPr>
        <p:txBody>
          <a:bodyPr wrap="none" rtlCol="0">
            <a:spAutoFit/>
          </a:bodyPr>
          <a:lstStyle/>
          <a:p>
            <a:r>
              <a:rPr lang="en-US" dirty="0"/>
              <a:t>0.5</a:t>
            </a:r>
          </a:p>
        </p:txBody>
      </p:sp>
      <p:sp>
        <p:nvSpPr>
          <p:cNvPr id="13" name="TextBox 12">
            <a:extLst>
              <a:ext uri="{FF2B5EF4-FFF2-40B4-BE49-F238E27FC236}">
                <a16:creationId xmlns:a16="http://schemas.microsoft.com/office/drawing/2014/main" id="{4B1FD3A1-AA3D-D987-8417-5E4CF4A784B2}"/>
              </a:ext>
            </a:extLst>
          </p:cNvPr>
          <p:cNvSpPr txBox="1"/>
          <p:nvPr/>
        </p:nvSpPr>
        <p:spPr>
          <a:xfrm>
            <a:off x="8186278" y="2331108"/>
            <a:ext cx="476412" cy="369332"/>
          </a:xfrm>
          <a:prstGeom prst="rect">
            <a:avLst/>
          </a:prstGeom>
          <a:noFill/>
        </p:spPr>
        <p:txBody>
          <a:bodyPr wrap="none" rtlCol="0">
            <a:spAutoFit/>
          </a:bodyPr>
          <a:lstStyle/>
          <a:p>
            <a:r>
              <a:rPr lang="en-US" dirty="0"/>
              <a:t>0.5</a:t>
            </a:r>
          </a:p>
        </p:txBody>
      </p:sp>
      <p:sp>
        <p:nvSpPr>
          <p:cNvPr id="14" name="TextBox 13">
            <a:extLst>
              <a:ext uri="{FF2B5EF4-FFF2-40B4-BE49-F238E27FC236}">
                <a16:creationId xmlns:a16="http://schemas.microsoft.com/office/drawing/2014/main" id="{AA5291CE-F004-E685-F4FF-D5D4207D864D}"/>
              </a:ext>
            </a:extLst>
          </p:cNvPr>
          <p:cNvSpPr txBox="1"/>
          <p:nvPr/>
        </p:nvSpPr>
        <p:spPr>
          <a:xfrm>
            <a:off x="6260133" y="2892511"/>
            <a:ext cx="873957"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C </a:t>
            </a:r>
          </a:p>
          <a:p>
            <a:r>
              <a:rPr lang="en-US" b="1" dirty="0">
                <a:latin typeface="Courier New" panose="02070309020205020404" pitchFamily="49" charset="0"/>
                <a:cs typeface="Courier New" panose="02070309020205020404" pitchFamily="49" charset="0"/>
              </a:rPr>
              <a:t>A 0.2</a:t>
            </a:r>
          </a:p>
          <a:p>
            <a:r>
              <a:rPr lang="en-US" b="1" dirty="0">
                <a:latin typeface="Courier New" panose="02070309020205020404" pitchFamily="49" charset="0"/>
                <a:cs typeface="Courier New" panose="02070309020205020404" pitchFamily="49" charset="0"/>
              </a:rPr>
              <a:t>C 0.3</a:t>
            </a:r>
          </a:p>
          <a:p>
            <a:r>
              <a:rPr lang="en-US" b="1" dirty="0">
                <a:latin typeface="Courier New" panose="02070309020205020404" pitchFamily="49" charset="0"/>
                <a:cs typeface="Courier New" panose="02070309020205020404" pitchFamily="49" charset="0"/>
              </a:rPr>
              <a:t>G 0.3</a:t>
            </a:r>
          </a:p>
          <a:p>
            <a:r>
              <a:rPr lang="en-US" b="1" dirty="0">
                <a:latin typeface="Courier New" panose="02070309020205020404" pitchFamily="49" charset="0"/>
                <a:cs typeface="Courier New" panose="02070309020205020404" pitchFamily="49" charset="0"/>
              </a:rPr>
              <a:t>T 0.2</a:t>
            </a:r>
          </a:p>
        </p:txBody>
      </p:sp>
      <p:sp>
        <p:nvSpPr>
          <p:cNvPr id="16" name="TextBox 15">
            <a:extLst>
              <a:ext uri="{FF2B5EF4-FFF2-40B4-BE49-F238E27FC236}">
                <a16:creationId xmlns:a16="http://schemas.microsoft.com/office/drawing/2014/main" id="{A7C7B471-A4E8-D3F5-7A09-997EDE56D8BF}"/>
              </a:ext>
            </a:extLst>
          </p:cNvPr>
          <p:cNvSpPr txBox="1"/>
          <p:nvPr/>
        </p:nvSpPr>
        <p:spPr>
          <a:xfrm>
            <a:off x="8154699" y="2892511"/>
            <a:ext cx="873957"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N </a:t>
            </a:r>
          </a:p>
          <a:p>
            <a:r>
              <a:rPr lang="en-US" b="1" dirty="0">
                <a:latin typeface="Courier New" panose="02070309020205020404" pitchFamily="49" charset="0"/>
                <a:cs typeface="Courier New" panose="02070309020205020404" pitchFamily="49" charset="0"/>
              </a:rPr>
              <a:t>A 0.3</a:t>
            </a:r>
          </a:p>
          <a:p>
            <a:r>
              <a:rPr lang="en-US" b="1" dirty="0">
                <a:latin typeface="Courier New" panose="02070309020205020404" pitchFamily="49" charset="0"/>
                <a:cs typeface="Courier New" panose="02070309020205020404" pitchFamily="49" charset="0"/>
              </a:rPr>
              <a:t>C 0.2</a:t>
            </a:r>
          </a:p>
          <a:p>
            <a:r>
              <a:rPr lang="en-US" b="1" dirty="0">
                <a:latin typeface="Courier New" panose="02070309020205020404" pitchFamily="49" charset="0"/>
                <a:cs typeface="Courier New" panose="02070309020205020404" pitchFamily="49" charset="0"/>
              </a:rPr>
              <a:t>G 0.2</a:t>
            </a:r>
          </a:p>
          <a:p>
            <a:r>
              <a:rPr lang="en-US" b="1" dirty="0">
                <a:latin typeface="Courier New" panose="02070309020205020404" pitchFamily="49" charset="0"/>
                <a:cs typeface="Courier New" panose="02070309020205020404" pitchFamily="49" charset="0"/>
              </a:rPr>
              <a:t>T 0.3</a:t>
            </a:r>
          </a:p>
        </p:txBody>
      </p:sp>
      <p:cxnSp>
        <p:nvCxnSpPr>
          <p:cNvPr id="17" name="Straight Arrow Connector 16">
            <a:extLst>
              <a:ext uri="{FF2B5EF4-FFF2-40B4-BE49-F238E27FC236}">
                <a16:creationId xmlns:a16="http://schemas.microsoft.com/office/drawing/2014/main" id="{E8AD3631-8975-424F-BE34-92C20566789D}"/>
              </a:ext>
            </a:extLst>
          </p:cNvPr>
          <p:cNvCxnSpPr>
            <a:cxnSpLocks/>
          </p:cNvCxnSpPr>
          <p:nvPr/>
        </p:nvCxnSpPr>
        <p:spPr>
          <a:xfrm>
            <a:off x="7376576" y="3528537"/>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8444C5F2-4673-D30F-1B53-C88530371C40}"/>
              </a:ext>
            </a:extLst>
          </p:cNvPr>
          <p:cNvCxnSpPr>
            <a:cxnSpLocks/>
          </p:cNvCxnSpPr>
          <p:nvPr/>
        </p:nvCxnSpPr>
        <p:spPr>
          <a:xfrm flipH="1">
            <a:off x="7376576" y="3905274"/>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5" name="TextBox 24">
            <a:extLst>
              <a:ext uri="{FF2B5EF4-FFF2-40B4-BE49-F238E27FC236}">
                <a16:creationId xmlns:a16="http://schemas.microsoft.com/office/drawing/2014/main" id="{6DA3F4DE-931B-FFB9-E05A-2C5D2AE510CC}"/>
              </a:ext>
            </a:extLst>
          </p:cNvPr>
          <p:cNvSpPr txBox="1"/>
          <p:nvPr/>
        </p:nvSpPr>
        <p:spPr>
          <a:xfrm>
            <a:off x="7408130" y="3189432"/>
            <a:ext cx="476412" cy="369332"/>
          </a:xfrm>
          <a:prstGeom prst="rect">
            <a:avLst/>
          </a:prstGeom>
          <a:noFill/>
        </p:spPr>
        <p:txBody>
          <a:bodyPr wrap="none" rtlCol="0">
            <a:spAutoFit/>
          </a:bodyPr>
          <a:lstStyle/>
          <a:p>
            <a:r>
              <a:rPr lang="en-US" dirty="0"/>
              <a:t>0.5</a:t>
            </a:r>
          </a:p>
        </p:txBody>
      </p:sp>
      <p:sp>
        <p:nvSpPr>
          <p:cNvPr id="26" name="TextBox 25">
            <a:extLst>
              <a:ext uri="{FF2B5EF4-FFF2-40B4-BE49-F238E27FC236}">
                <a16:creationId xmlns:a16="http://schemas.microsoft.com/office/drawing/2014/main" id="{5A879C79-0019-BA09-55C4-01EF3FCDD2A9}"/>
              </a:ext>
            </a:extLst>
          </p:cNvPr>
          <p:cNvSpPr txBox="1"/>
          <p:nvPr/>
        </p:nvSpPr>
        <p:spPr>
          <a:xfrm>
            <a:off x="7414508" y="3930854"/>
            <a:ext cx="476412" cy="369332"/>
          </a:xfrm>
          <a:prstGeom prst="rect">
            <a:avLst/>
          </a:prstGeom>
          <a:noFill/>
        </p:spPr>
        <p:txBody>
          <a:bodyPr wrap="none" rtlCol="0">
            <a:spAutoFit/>
          </a:bodyPr>
          <a:lstStyle/>
          <a:p>
            <a:r>
              <a:rPr lang="en-US" dirty="0"/>
              <a:t>0.4</a:t>
            </a:r>
          </a:p>
        </p:txBody>
      </p:sp>
      <mc:AlternateContent xmlns:mc="http://schemas.openxmlformats.org/markup-compatibility/2006" xmlns:p14="http://schemas.microsoft.com/office/powerpoint/2010/main">
        <mc:Choice Requires="p14">
          <p:contentPart p14:bwMode="auto" r:id="rId2">
            <p14:nvContentPartPr>
              <p14:cNvPr id="27" name="Ink 26">
                <a:extLst>
                  <a:ext uri="{FF2B5EF4-FFF2-40B4-BE49-F238E27FC236}">
                    <a16:creationId xmlns:a16="http://schemas.microsoft.com/office/drawing/2014/main" id="{662B38B4-A41A-67EA-8A0A-5878B9F1406C}"/>
                  </a:ext>
                </a:extLst>
              </p14:cNvPr>
              <p14:cNvContentPartPr/>
              <p14:nvPr/>
            </p14:nvContentPartPr>
            <p14:xfrm>
              <a:off x="9275785" y="3060056"/>
              <a:ext cx="1329840" cy="1373040"/>
            </p14:xfrm>
          </p:contentPart>
        </mc:Choice>
        <mc:Fallback xmlns="">
          <p:pic>
            <p:nvPicPr>
              <p:cNvPr id="27" name="Ink 26">
                <a:extLst>
                  <a:ext uri="{FF2B5EF4-FFF2-40B4-BE49-F238E27FC236}">
                    <a16:creationId xmlns:a16="http://schemas.microsoft.com/office/drawing/2014/main" id="{662B38B4-A41A-67EA-8A0A-5878B9F1406C}"/>
                  </a:ext>
                </a:extLst>
              </p:cNvPr>
              <p:cNvPicPr/>
              <p:nvPr/>
            </p:nvPicPr>
            <p:blipFill>
              <a:blip r:embed="rId3"/>
              <a:stretch>
                <a:fillRect/>
              </a:stretch>
            </p:blipFill>
            <p:spPr>
              <a:xfrm>
                <a:off x="9269665" y="3053936"/>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21E48CD5-8ED7-20F7-39A3-541DE932D956}"/>
                  </a:ext>
                </a:extLst>
              </p14:cNvPr>
              <p14:cNvContentPartPr/>
              <p14:nvPr/>
            </p14:nvContentPartPr>
            <p14:xfrm rot="10800000">
              <a:off x="4754369" y="2927146"/>
              <a:ext cx="1329840" cy="1373040"/>
            </p14:xfrm>
          </p:contentPart>
        </mc:Choice>
        <mc:Fallback xmlns="">
          <p:pic>
            <p:nvPicPr>
              <p:cNvPr id="28" name="Ink 27">
                <a:extLst>
                  <a:ext uri="{FF2B5EF4-FFF2-40B4-BE49-F238E27FC236}">
                    <a16:creationId xmlns:a16="http://schemas.microsoft.com/office/drawing/2014/main" id="{21E48CD5-8ED7-20F7-39A3-541DE932D956}"/>
                  </a:ext>
                </a:extLst>
              </p:cNvPr>
              <p:cNvPicPr/>
              <p:nvPr/>
            </p:nvPicPr>
            <p:blipFill>
              <a:blip r:embed="rId3"/>
              <a:stretch>
                <a:fillRect/>
              </a:stretch>
            </p:blipFill>
            <p:spPr>
              <a:xfrm rot="10800000">
                <a:off x="4748249" y="2921026"/>
                <a:ext cx="1342080" cy="1385280"/>
              </a:xfrm>
              <a:prstGeom prst="rect">
                <a:avLst/>
              </a:prstGeom>
            </p:spPr>
          </p:pic>
        </mc:Fallback>
      </mc:AlternateContent>
      <p:sp>
        <p:nvSpPr>
          <p:cNvPr id="29" name="TextBox 28">
            <a:extLst>
              <a:ext uri="{FF2B5EF4-FFF2-40B4-BE49-F238E27FC236}">
                <a16:creationId xmlns:a16="http://schemas.microsoft.com/office/drawing/2014/main" id="{D0A320EC-7F46-0796-DDB9-D13004868453}"/>
              </a:ext>
            </a:extLst>
          </p:cNvPr>
          <p:cNvSpPr txBox="1"/>
          <p:nvPr/>
        </p:nvSpPr>
        <p:spPr>
          <a:xfrm>
            <a:off x="4254928" y="3429000"/>
            <a:ext cx="476412" cy="369332"/>
          </a:xfrm>
          <a:prstGeom prst="rect">
            <a:avLst/>
          </a:prstGeom>
          <a:noFill/>
        </p:spPr>
        <p:txBody>
          <a:bodyPr wrap="none" rtlCol="0">
            <a:spAutoFit/>
          </a:bodyPr>
          <a:lstStyle/>
          <a:p>
            <a:r>
              <a:rPr lang="en-US" dirty="0"/>
              <a:t>0.5</a:t>
            </a:r>
          </a:p>
        </p:txBody>
      </p:sp>
      <p:sp>
        <p:nvSpPr>
          <p:cNvPr id="30" name="TextBox 29">
            <a:extLst>
              <a:ext uri="{FF2B5EF4-FFF2-40B4-BE49-F238E27FC236}">
                <a16:creationId xmlns:a16="http://schemas.microsoft.com/office/drawing/2014/main" id="{D750B36E-962F-5E03-1E90-7396FA491A9F}"/>
              </a:ext>
            </a:extLst>
          </p:cNvPr>
          <p:cNvSpPr txBox="1"/>
          <p:nvPr/>
        </p:nvSpPr>
        <p:spPr>
          <a:xfrm>
            <a:off x="10650393" y="3492133"/>
            <a:ext cx="476412" cy="369332"/>
          </a:xfrm>
          <a:prstGeom prst="rect">
            <a:avLst/>
          </a:prstGeom>
          <a:noFill/>
        </p:spPr>
        <p:txBody>
          <a:bodyPr wrap="none" rtlCol="0">
            <a:spAutoFit/>
          </a:bodyPr>
          <a:lstStyle/>
          <a:p>
            <a:r>
              <a:rPr lang="en-US" dirty="0"/>
              <a:t>0.6</a:t>
            </a:r>
          </a:p>
        </p:txBody>
      </p:sp>
    </p:spTree>
    <p:extLst>
      <p:ext uri="{BB962C8B-B14F-4D97-AF65-F5344CB8AC3E}">
        <p14:creationId xmlns:p14="http://schemas.microsoft.com/office/powerpoint/2010/main" val="319763320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2E577-C5ED-CCEB-3703-88F38B90DA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749E75-3209-CCB0-7188-C2507BD0C1C1}"/>
              </a:ext>
            </a:extLst>
          </p:cNvPr>
          <p:cNvSpPr>
            <a:spLocks noGrp="1"/>
          </p:cNvSpPr>
          <p:nvPr>
            <p:ph type="title"/>
          </p:nvPr>
        </p:nvSpPr>
        <p:spPr/>
        <p:txBody>
          <a:bodyPr>
            <a:normAutofit fontScale="90000"/>
          </a:bodyPr>
          <a:lstStyle/>
          <a:p>
            <a:r>
              <a:rPr lang="en-US" dirty="0"/>
              <a:t>Viterbi algorithm for HMMs</a:t>
            </a:r>
          </a:p>
        </p:txBody>
      </p:sp>
      <p:sp>
        <p:nvSpPr>
          <p:cNvPr id="3" name="Content Placeholder 2">
            <a:extLst>
              <a:ext uri="{FF2B5EF4-FFF2-40B4-BE49-F238E27FC236}">
                <a16:creationId xmlns:a16="http://schemas.microsoft.com/office/drawing/2014/main" id="{B849527A-14E6-96AD-7488-4AC360433817}"/>
              </a:ext>
            </a:extLst>
          </p:cNvPr>
          <p:cNvSpPr>
            <a:spLocks noGrp="1"/>
          </p:cNvSpPr>
          <p:nvPr>
            <p:ph idx="1"/>
          </p:nvPr>
        </p:nvSpPr>
        <p:spPr>
          <a:xfrm>
            <a:off x="231007" y="1761423"/>
            <a:ext cx="10895798" cy="4880009"/>
          </a:xfrm>
        </p:spPr>
        <p:txBody>
          <a:bodyPr>
            <a:normAutofit/>
          </a:bodyPr>
          <a:lstStyle/>
          <a:p>
            <a:r>
              <a:rPr lang="en-US" dirty="0"/>
              <a:t>For simplicity, let’s convert </a:t>
            </a:r>
            <a:br>
              <a:rPr lang="en-US" dirty="0"/>
            </a:br>
            <a:r>
              <a:rPr lang="en-US" dirty="0"/>
              <a:t>everything to log</a:t>
            </a:r>
            <a:r>
              <a:rPr lang="en-US" baseline="-25000" dirty="0"/>
              <a:t>2</a:t>
            </a:r>
            <a:r>
              <a:rPr lang="en-US" dirty="0"/>
              <a:t>(p):</a:t>
            </a:r>
          </a:p>
          <a:p>
            <a:endParaRPr lang="en-US" dirty="0"/>
          </a:p>
          <a:p>
            <a:r>
              <a:rPr lang="en-US" dirty="0"/>
              <a:t>This allows us to add</a:t>
            </a:r>
            <a:br>
              <a:rPr lang="en-US" dirty="0"/>
            </a:br>
            <a:r>
              <a:rPr lang="en-US" dirty="0"/>
              <a:t>probabilities instead of</a:t>
            </a:r>
            <a:br>
              <a:rPr lang="en-US" dirty="0"/>
            </a:br>
            <a:r>
              <a:rPr lang="en-US" dirty="0"/>
              <a:t>multiplying, which is</a:t>
            </a:r>
            <a:br>
              <a:rPr lang="en-US" dirty="0"/>
            </a:br>
            <a:r>
              <a:rPr lang="en-US" dirty="0"/>
              <a:t>more efficient and accurate</a:t>
            </a:r>
          </a:p>
        </p:txBody>
      </p:sp>
      <p:sp>
        <p:nvSpPr>
          <p:cNvPr id="4" name="Slide Number Placeholder 3">
            <a:extLst>
              <a:ext uri="{FF2B5EF4-FFF2-40B4-BE49-F238E27FC236}">
                <a16:creationId xmlns:a16="http://schemas.microsoft.com/office/drawing/2014/main" id="{923F1210-5606-4BD3-D789-0683B276E921}"/>
              </a:ext>
            </a:extLst>
          </p:cNvPr>
          <p:cNvSpPr>
            <a:spLocks noGrp="1"/>
          </p:cNvSpPr>
          <p:nvPr>
            <p:ph type="sldNum" sz="quarter" idx="12"/>
          </p:nvPr>
        </p:nvSpPr>
        <p:spPr/>
        <p:txBody>
          <a:bodyPr/>
          <a:lstStyle/>
          <a:p>
            <a:fld id="{B82CCC60-E8CD-4174-8B1A-7DF615B22EEF}" type="slidenum">
              <a:rPr lang="en-US" smtClean="0"/>
              <a:pPr/>
              <a:t>45</a:t>
            </a:fld>
            <a:endParaRPr lang="en-US"/>
          </a:p>
        </p:txBody>
      </p:sp>
      <p:sp>
        <p:nvSpPr>
          <p:cNvPr id="5" name="TextBox 4">
            <a:extLst>
              <a:ext uri="{FF2B5EF4-FFF2-40B4-BE49-F238E27FC236}">
                <a16:creationId xmlns:a16="http://schemas.microsoft.com/office/drawing/2014/main" id="{7B91244F-0D89-6457-BE1E-D53CFA222DE0}"/>
              </a:ext>
            </a:extLst>
          </p:cNvPr>
          <p:cNvSpPr txBox="1"/>
          <p:nvPr/>
        </p:nvSpPr>
        <p:spPr>
          <a:xfrm>
            <a:off x="7366526" y="1947884"/>
            <a:ext cx="782009" cy="461665"/>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Start</a:t>
            </a:r>
          </a:p>
        </p:txBody>
      </p:sp>
      <p:cxnSp>
        <p:nvCxnSpPr>
          <p:cNvPr id="7" name="Straight Arrow Connector 6">
            <a:extLst>
              <a:ext uri="{FF2B5EF4-FFF2-40B4-BE49-F238E27FC236}">
                <a16:creationId xmlns:a16="http://schemas.microsoft.com/office/drawing/2014/main" id="{9309ABE6-53B0-517B-5A65-71627E4731DA}"/>
              </a:ext>
            </a:extLst>
          </p:cNvPr>
          <p:cNvCxnSpPr>
            <a:cxnSpLocks/>
          </p:cNvCxnSpPr>
          <p:nvPr/>
        </p:nvCxnSpPr>
        <p:spPr>
          <a:xfrm flipH="1">
            <a:off x="6760135" y="2515774"/>
            <a:ext cx="798897"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9" name="Straight Arrow Connector 8">
            <a:extLst>
              <a:ext uri="{FF2B5EF4-FFF2-40B4-BE49-F238E27FC236}">
                <a16:creationId xmlns:a16="http://schemas.microsoft.com/office/drawing/2014/main" id="{1E132741-4680-E44E-6C2C-BDF23273CFE0}"/>
              </a:ext>
            </a:extLst>
          </p:cNvPr>
          <p:cNvCxnSpPr>
            <a:cxnSpLocks/>
          </p:cNvCxnSpPr>
          <p:nvPr/>
        </p:nvCxnSpPr>
        <p:spPr>
          <a:xfrm>
            <a:off x="7876665" y="2515774"/>
            <a:ext cx="744354"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2" name="TextBox 11">
            <a:extLst>
              <a:ext uri="{FF2B5EF4-FFF2-40B4-BE49-F238E27FC236}">
                <a16:creationId xmlns:a16="http://schemas.microsoft.com/office/drawing/2014/main" id="{54E37393-F444-7840-A7D4-338583C70398}"/>
              </a:ext>
            </a:extLst>
          </p:cNvPr>
          <p:cNvSpPr txBox="1"/>
          <p:nvPr/>
        </p:nvSpPr>
        <p:spPr>
          <a:xfrm>
            <a:off x="6731298" y="2331108"/>
            <a:ext cx="372218" cy="369332"/>
          </a:xfrm>
          <a:prstGeom prst="rect">
            <a:avLst/>
          </a:prstGeom>
          <a:noFill/>
        </p:spPr>
        <p:txBody>
          <a:bodyPr wrap="none" rtlCol="0">
            <a:spAutoFit/>
          </a:bodyPr>
          <a:lstStyle/>
          <a:p>
            <a:r>
              <a:rPr lang="en-US" dirty="0"/>
              <a:t>-1</a:t>
            </a:r>
          </a:p>
        </p:txBody>
      </p:sp>
      <p:sp>
        <p:nvSpPr>
          <p:cNvPr id="13" name="TextBox 12">
            <a:extLst>
              <a:ext uri="{FF2B5EF4-FFF2-40B4-BE49-F238E27FC236}">
                <a16:creationId xmlns:a16="http://schemas.microsoft.com/office/drawing/2014/main" id="{E1C9B785-62F4-D44B-C80C-490A5EB36254}"/>
              </a:ext>
            </a:extLst>
          </p:cNvPr>
          <p:cNvSpPr txBox="1"/>
          <p:nvPr/>
        </p:nvSpPr>
        <p:spPr>
          <a:xfrm>
            <a:off x="8186278" y="2331108"/>
            <a:ext cx="372218" cy="369332"/>
          </a:xfrm>
          <a:prstGeom prst="rect">
            <a:avLst/>
          </a:prstGeom>
          <a:noFill/>
        </p:spPr>
        <p:txBody>
          <a:bodyPr wrap="none" rtlCol="0">
            <a:spAutoFit/>
          </a:bodyPr>
          <a:lstStyle/>
          <a:p>
            <a:r>
              <a:rPr lang="en-US" dirty="0"/>
              <a:t>-1</a:t>
            </a:r>
          </a:p>
        </p:txBody>
      </p:sp>
      <p:sp>
        <p:nvSpPr>
          <p:cNvPr id="14" name="TextBox 13">
            <a:extLst>
              <a:ext uri="{FF2B5EF4-FFF2-40B4-BE49-F238E27FC236}">
                <a16:creationId xmlns:a16="http://schemas.microsoft.com/office/drawing/2014/main" id="{7BB59851-821A-8094-AA7B-9DD70073DBCA}"/>
              </a:ext>
            </a:extLst>
          </p:cNvPr>
          <p:cNvSpPr txBox="1"/>
          <p:nvPr/>
        </p:nvSpPr>
        <p:spPr>
          <a:xfrm>
            <a:off x="5961822" y="2892511"/>
            <a:ext cx="1287532"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C </a:t>
            </a:r>
          </a:p>
          <a:p>
            <a:r>
              <a:rPr lang="en-US" b="1" dirty="0">
                <a:latin typeface="Courier New" panose="02070309020205020404" pitchFamily="49" charset="0"/>
                <a:cs typeface="Courier New" panose="02070309020205020404" pitchFamily="49" charset="0"/>
              </a:rPr>
              <a:t>A -2.322</a:t>
            </a:r>
          </a:p>
          <a:p>
            <a:r>
              <a:rPr lang="en-US" b="1" dirty="0">
                <a:latin typeface="Courier New" panose="02070309020205020404" pitchFamily="49" charset="0"/>
                <a:cs typeface="Courier New" panose="02070309020205020404" pitchFamily="49" charset="0"/>
              </a:rPr>
              <a:t>C -1.737</a:t>
            </a:r>
          </a:p>
          <a:p>
            <a:r>
              <a:rPr lang="en-US" b="1" dirty="0">
                <a:latin typeface="Courier New" panose="02070309020205020404" pitchFamily="49" charset="0"/>
                <a:cs typeface="Courier New" panose="02070309020205020404" pitchFamily="49" charset="0"/>
              </a:rPr>
              <a:t>G -1.737</a:t>
            </a:r>
          </a:p>
          <a:p>
            <a:r>
              <a:rPr lang="en-US" b="1" dirty="0">
                <a:latin typeface="Courier New" panose="02070309020205020404" pitchFamily="49" charset="0"/>
                <a:cs typeface="Courier New" panose="02070309020205020404" pitchFamily="49" charset="0"/>
              </a:rPr>
              <a:t>T -2.322</a:t>
            </a:r>
          </a:p>
        </p:txBody>
      </p:sp>
      <p:sp>
        <p:nvSpPr>
          <p:cNvPr id="16" name="TextBox 15">
            <a:extLst>
              <a:ext uri="{FF2B5EF4-FFF2-40B4-BE49-F238E27FC236}">
                <a16:creationId xmlns:a16="http://schemas.microsoft.com/office/drawing/2014/main" id="{709F47C8-9CAF-9575-4EE4-F6C3FEECACA8}"/>
              </a:ext>
            </a:extLst>
          </p:cNvPr>
          <p:cNvSpPr txBox="1"/>
          <p:nvPr/>
        </p:nvSpPr>
        <p:spPr>
          <a:xfrm>
            <a:off x="8154699" y="2892511"/>
            <a:ext cx="1287532"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N </a:t>
            </a:r>
          </a:p>
          <a:p>
            <a:r>
              <a:rPr lang="en-US" b="1" dirty="0">
                <a:latin typeface="Courier New" panose="02070309020205020404" pitchFamily="49" charset="0"/>
                <a:cs typeface="Courier New" panose="02070309020205020404" pitchFamily="49" charset="0"/>
              </a:rPr>
              <a:t>A -1.737</a:t>
            </a:r>
          </a:p>
          <a:p>
            <a:r>
              <a:rPr lang="en-US" b="1" dirty="0">
                <a:latin typeface="Courier New" panose="02070309020205020404" pitchFamily="49" charset="0"/>
                <a:cs typeface="Courier New" panose="02070309020205020404" pitchFamily="49" charset="0"/>
              </a:rPr>
              <a:t>C -2.322</a:t>
            </a:r>
          </a:p>
          <a:p>
            <a:r>
              <a:rPr lang="en-US" b="1" dirty="0">
                <a:latin typeface="Courier New" panose="02070309020205020404" pitchFamily="49" charset="0"/>
                <a:cs typeface="Courier New" panose="02070309020205020404" pitchFamily="49" charset="0"/>
              </a:rPr>
              <a:t>G -2.322</a:t>
            </a:r>
          </a:p>
          <a:p>
            <a:r>
              <a:rPr lang="en-US" b="1" dirty="0">
                <a:latin typeface="Courier New" panose="02070309020205020404" pitchFamily="49" charset="0"/>
                <a:cs typeface="Courier New" panose="02070309020205020404" pitchFamily="49" charset="0"/>
              </a:rPr>
              <a:t>T -1.737</a:t>
            </a:r>
          </a:p>
        </p:txBody>
      </p:sp>
      <p:cxnSp>
        <p:nvCxnSpPr>
          <p:cNvPr id="17" name="Straight Arrow Connector 16">
            <a:extLst>
              <a:ext uri="{FF2B5EF4-FFF2-40B4-BE49-F238E27FC236}">
                <a16:creationId xmlns:a16="http://schemas.microsoft.com/office/drawing/2014/main" id="{1BA3060B-CA71-FA12-D2B1-7A8358B3ED6E}"/>
              </a:ext>
            </a:extLst>
          </p:cNvPr>
          <p:cNvCxnSpPr>
            <a:cxnSpLocks/>
          </p:cNvCxnSpPr>
          <p:nvPr/>
        </p:nvCxnSpPr>
        <p:spPr>
          <a:xfrm>
            <a:off x="7376576" y="3608625"/>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3620E1F6-7AF6-86FE-D2EA-4896592671DE}"/>
              </a:ext>
            </a:extLst>
          </p:cNvPr>
          <p:cNvCxnSpPr>
            <a:cxnSpLocks/>
          </p:cNvCxnSpPr>
          <p:nvPr/>
        </p:nvCxnSpPr>
        <p:spPr>
          <a:xfrm flipH="1">
            <a:off x="7376576" y="3905274"/>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5" name="TextBox 24">
            <a:extLst>
              <a:ext uri="{FF2B5EF4-FFF2-40B4-BE49-F238E27FC236}">
                <a16:creationId xmlns:a16="http://schemas.microsoft.com/office/drawing/2014/main" id="{2AC32336-7B9B-65EA-E5AA-DBE52D3F82D8}"/>
              </a:ext>
            </a:extLst>
          </p:cNvPr>
          <p:cNvSpPr txBox="1"/>
          <p:nvPr/>
        </p:nvSpPr>
        <p:spPr>
          <a:xfrm>
            <a:off x="7449637" y="3171305"/>
            <a:ext cx="409268" cy="369332"/>
          </a:xfrm>
          <a:prstGeom prst="rect">
            <a:avLst/>
          </a:prstGeom>
          <a:noFill/>
        </p:spPr>
        <p:txBody>
          <a:bodyPr wrap="square" rtlCol="0">
            <a:spAutoFit/>
          </a:bodyPr>
          <a:lstStyle/>
          <a:p>
            <a:r>
              <a:rPr lang="en-US" dirty="0"/>
              <a:t>-1</a:t>
            </a:r>
          </a:p>
        </p:txBody>
      </p:sp>
      <p:sp>
        <p:nvSpPr>
          <p:cNvPr id="26" name="TextBox 25">
            <a:extLst>
              <a:ext uri="{FF2B5EF4-FFF2-40B4-BE49-F238E27FC236}">
                <a16:creationId xmlns:a16="http://schemas.microsoft.com/office/drawing/2014/main" id="{2675C1AD-9059-15EF-77E3-A35CB9C3670B}"/>
              </a:ext>
            </a:extLst>
          </p:cNvPr>
          <p:cNvSpPr txBox="1"/>
          <p:nvPr/>
        </p:nvSpPr>
        <p:spPr>
          <a:xfrm>
            <a:off x="7311535" y="3931683"/>
            <a:ext cx="780983" cy="369332"/>
          </a:xfrm>
          <a:prstGeom prst="rect">
            <a:avLst/>
          </a:prstGeom>
          <a:noFill/>
        </p:spPr>
        <p:txBody>
          <a:bodyPr wrap="none" rtlCol="0">
            <a:spAutoFit/>
          </a:bodyPr>
          <a:lstStyle/>
          <a:p>
            <a:r>
              <a:rPr lang="en-US" dirty="0"/>
              <a:t>-1.322</a:t>
            </a:r>
          </a:p>
        </p:txBody>
      </p:sp>
      <mc:AlternateContent xmlns:mc="http://schemas.openxmlformats.org/markup-compatibility/2006" xmlns:p14="http://schemas.microsoft.com/office/powerpoint/2010/main">
        <mc:Choice Requires="p14">
          <p:contentPart p14:bwMode="auto" r:id="rId2">
            <p14:nvContentPartPr>
              <p14:cNvPr id="27" name="Ink 26">
                <a:extLst>
                  <a:ext uri="{FF2B5EF4-FFF2-40B4-BE49-F238E27FC236}">
                    <a16:creationId xmlns:a16="http://schemas.microsoft.com/office/drawing/2014/main" id="{9A4B3183-0557-32C1-755A-EE89B9ACE3BE}"/>
                  </a:ext>
                </a:extLst>
              </p14:cNvPr>
              <p14:cNvContentPartPr/>
              <p14:nvPr/>
            </p14:nvContentPartPr>
            <p14:xfrm>
              <a:off x="9532722" y="3060868"/>
              <a:ext cx="1329840" cy="1373040"/>
            </p14:xfrm>
          </p:contentPart>
        </mc:Choice>
        <mc:Fallback xmlns="">
          <p:pic>
            <p:nvPicPr>
              <p:cNvPr id="27" name="Ink 26">
                <a:extLst>
                  <a:ext uri="{FF2B5EF4-FFF2-40B4-BE49-F238E27FC236}">
                    <a16:creationId xmlns:a16="http://schemas.microsoft.com/office/drawing/2014/main" id="{9A4B3183-0557-32C1-755A-EE89B9ACE3BE}"/>
                  </a:ext>
                </a:extLst>
              </p:cNvPr>
              <p:cNvPicPr/>
              <p:nvPr/>
            </p:nvPicPr>
            <p:blipFill>
              <a:blip r:embed="rId3"/>
              <a:stretch>
                <a:fillRect/>
              </a:stretch>
            </p:blipFill>
            <p:spPr>
              <a:xfrm>
                <a:off x="9526602" y="3054748"/>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6E038DFD-8B9C-7BAD-A21E-4B3CC9494039}"/>
                  </a:ext>
                </a:extLst>
              </p14:cNvPr>
              <p14:cNvContentPartPr/>
              <p14:nvPr/>
            </p14:nvContentPartPr>
            <p14:xfrm rot="10800000">
              <a:off x="4549405" y="2928705"/>
              <a:ext cx="1329840" cy="1373040"/>
            </p14:xfrm>
          </p:contentPart>
        </mc:Choice>
        <mc:Fallback xmlns="">
          <p:pic>
            <p:nvPicPr>
              <p:cNvPr id="28" name="Ink 27">
                <a:extLst>
                  <a:ext uri="{FF2B5EF4-FFF2-40B4-BE49-F238E27FC236}">
                    <a16:creationId xmlns:a16="http://schemas.microsoft.com/office/drawing/2014/main" id="{6E038DFD-8B9C-7BAD-A21E-4B3CC9494039}"/>
                  </a:ext>
                </a:extLst>
              </p:cNvPr>
              <p:cNvPicPr/>
              <p:nvPr/>
            </p:nvPicPr>
            <p:blipFill>
              <a:blip r:embed="rId5"/>
              <a:stretch>
                <a:fillRect/>
              </a:stretch>
            </p:blipFill>
            <p:spPr>
              <a:xfrm rot="10800000">
                <a:off x="4543285" y="2922585"/>
                <a:ext cx="1342080" cy="1385280"/>
              </a:xfrm>
              <a:prstGeom prst="rect">
                <a:avLst/>
              </a:prstGeom>
            </p:spPr>
          </p:pic>
        </mc:Fallback>
      </mc:AlternateContent>
      <p:sp>
        <p:nvSpPr>
          <p:cNvPr id="29" name="TextBox 28">
            <a:extLst>
              <a:ext uri="{FF2B5EF4-FFF2-40B4-BE49-F238E27FC236}">
                <a16:creationId xmlns:a16="http://schemas.microsoft.com/office/drawing/2014/main" id="{4D3277C0-11C2-C212-D4F2-0F9A5D7D4F7C}"/>
              </a:ext>
            </a:extLst>
          </p:cNvPr>
          <p:cNvSpPr txBox="1"/>
          <p:nvPr/>
        </p:nvSpPr>
        <p:spPr>
          <a:xfrm>
            <a:off x="5033400" y="3423959"/>
            <a:ext cx="372218" cy="369332"/>
          </a:xfrm>
          <a:prstGeom prst="rect">
            <a:avLst/>
          </a:prstGeom>
          <a:noFill/>
        </p:spPr>
        <p:txBody>
          <a:bodyPr wrap="none" rtlCol="0">
            <a:spAutoFit/>
          </a:bodyPr>
          <a:lstStyle/>
          <a:p>
            <a:r>
              <a:rPr lang="en-US" dirty="0"/>
              <a:t>-1</a:t>
            </a:r>
          </a:p>
        </p:txBody>
      </p:sp>
      <p:sp>
        <p:nvSpPr>
          <p:cNvPr id="30" name="TextBox 29">
            <a:extLst>
              <a:ext uri="{FF2B5EF4-FFF2-40B4-BE49-F238E27FC236}">
                <a16:creationId xmlns:a16="http://schemas.microsoft.com/office/drawing/2014/main" id="{CC646632-9461-9334-6023-8EFD6FE1A7B5}"/>
              </a:ext>
            </a:extLst>
          </p:cNvPr>
          <p:cNvSpPr txBox="1"/>
          <p:nvPr/>
        </p:nvSpPr>
        <p:spPr>
          <a:xfrm>
            <a:off x="9823209" y="3504889"/>
            <a:ext cx="780983" cy="369332"/>
          </a:xfrm>
          <a:prstGeom prst="rect">
            <a:avLst/>
          </a:prstGeom>
          <a:noFill/>
        </p:spPr>
        <p:txBody>
          <a:bodyPr wrap="none" rtlCol="0">
            <a:spAutoFit/>
          </a:bodyPr>
          <a:lstStyle/>
          <a:p>
            <a:r>
              <a:rPr lang="en-US" dirty="0"/>
              <a:t>-0.737</a:t>
            </a:r>
          </a:p>
        </p:txBody>
      </p:sp>
    </p:spTree>
    <p:extLst>
      <p:ext uri="{BB962C8B-B14F-4D97-AF65-F5344CB8AC3E}">
        <p14:creationId xmlns:p14="http://schemas.microsoft.com/office/powerpoint/2010/main" val="25377980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5AE38-039B-4447-2245-CF422E701C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5F7082-FFD8-E80B-D0E8-FE1803A74868}"/>
              </a:ext>
            </a:extLst>
          </p:cNvPr>
          <p:cNvSpPr>
            <a:spLocks noGrp="1"/>
          </p:cNvSpPr>
          <p:nvPr>
            <p:ph type="title"/>
          </p:nvPr>
        </p:nvSpPr>
        <p:spPr/>
        <p:txBody>
          <a:bodyPr>
            <a:normAutofit fontScale="90000"/>
          </a:bodyPr>
          <a:lstStyle/>
          <a:p>
            <a:r>
              <a:rPr lang="en-US" dirty="0"/>
              <a:t>Viterbi algorithm for HMMs</a:t>
            </a:r>
          </a:p>
        </p:txBody>
      </p:sp>
      <p:sp>
        <p:nvSpPr>
          <p:cNvPr id="3" name="Content Placeholder 2">
            <a:extLst>
              <a:ext uri="{FF2B5EF4-FFF2-40B4-BE49-F238E27FC236}">
                <a16:creationId xmlns:a16="http://schemas.microsoft.com/office/drawing/2014/main" id="{C06C58E6-2353-4477-3014-F10A2B206E1D}"/>
              </a:ext>
            </a:extLst>
          </p:cNvPr>
          <p:cNvSpPr>
            <a:spLocks noGrp="1"/>
          </p:cNvSpPr>
          <p:nvPr>
            <p:ph idx="1"/>
          </p:nvPr>
        </p:nvSpPr>
        <p:spPr>
          <a:xfrm>
            <a:off x="231007" y="1761423"/>
            <a:ext cx="10895798" cy="4880009"/>
          </a:xfrm>
        </p:spPr>
        <p:txBody>
          <a:bodyPr>
            <a:normAutofit/>
          </a:bodyPr>
          <a:lstStyle/>
          <a:p>
            <a:r>
              <a:rPr lang="en-US" dirty="0"/>
              <a:t>S = </a:t>
            </a:r>
            <a:r>
              <a:rPr lang="en-US" b="1" dirty="0">
                <a:solidFill>
                  <a:srgbClr val="FF0000"/>
                </a:solidFill>
              </a:rPr>
              <a:t>G</a:t>
            </a:r>
            <a:r>
              <a:rPr lang="en-US" b="1" dirty="0"/>
              <a:t>GCACTGAA</a:t>
            </a:r>
            <a:endParaRPr lang="en-US" dirty="0"/>
          </a:p>
          <a:p>
            <a:r>
              <a:rPr lang="en-US" dirty="0"/>
              <a:t>Log probability that the first </a:t>
            </a:r>
            <a:r>
              <a:rPr lang="en-US" b="1" dirty="0">
                <a:solidFill>
                  <a:srgbClr val="FF0000"/>
                </a:solidFill>
              </a:rPr>
              <a:t>G</a:t>
            </a:r>
            <a:r>
              <a:rPr lang="en-US" dirty="0"/>
              <a:t> </a:t>
            </a:r>
            <a:br>
              <a:rPr lang="en-US" dirty="0"/>
            </a:br>
            <a:r>
              <a:rPr lang="en-US" dirty="0"/>
              <a:t>was emitted by state C:</a:t>
            </a:r>
          </a:p>
          <a:p>
            <a:endParaRPr lang="en-US" dirty="0"/>
          </a:p>
          <a:p>
            <a:endParaRPr lang="en-US" dirty="0"/>
          </a:p>
          <a:p>
            <a:r>
              <a:rPr lang="en-US" dirty="0"/>
              <a:t>Log probability that the first </a:t>
            </a:r>
            <a:r>
              <a:rPr lang="en-US" b="1" dirty="0">
                <a:solidFill>
                  <a:srgbClr val="FF0000"/>
                </a:solidFill>
              </a:rPr>
              <a:t>G</a:t>
            </a:r>
            <a:r>
              <a:rPr lang="en-US" dirty="0"/>
              <a:t> </a:t>
            </a:r>
            <a:br>
              <a:rPr lang="en-US" dirty="0"/>
            </a:br>
            <a:r>
              <a:rPr lang="en-US" dirty="0"/>
              <a:t>was emitted by state N:</a:t>
            </a:r>
          </a:p>
          <a:p>
            <a:pPr marL="0" indent="0">
              <a:buNone/>
            </a:pPr>
            <a:br>
              <a:rPr lang="en-US" dirty="0"/>
            </a:br>
            <a:endParaRPr lang="en-US" dirty="0"/>
          </a:p>
        </p:txBody>
      </p:sp>
      <p:sp>
        <p:nvSpPr>
          <p:cNvPr id="4" name="Slide Number Placeholder 3">
            <a:extLst>
              <a:ext uri="{FF2B5EF4-FFF2-40B4-BE49-F238E27FC236}">
                <a16:creationId xmlns:a16="http://schemas.microsoft.com/office/drawing/2014/main" id="{56AF6888-5503-D188-CEDA-D9026FD626C9}"/>
              </a:ext>
            </a:extLst>
          </p:cNvPr>
          <p:cNvSpPr>
            <a:spLocks noGrp="1"/>
          </p:cNvSpPr>
          <p:nvPr>
            <p:ph type="sldNum" sz="quarter" idx="12"/>
          </p:nvPr>
        </p:nvSpPr>
        <p:spPr/>
        <p:txBody>
          <a:bodyPr/>
          <a:lstStyle/>
          <a:p>
            <a:fld id="{B82CCC60-E8CD-4174-8B1A-7DF615B22EEF}" type="slidenum">
              <a:rPr lang="en-US" smtClean="0"/>
              <a:pPr/>
              <a:t>46</a:t>
            </a:fld>
            <a:endParaRPr lang="en-US"/>
          </a:p>
        </p:txBody>
      </p:sp>
      <p:sp>
        <p:nvSpPr>
          <p:cNvPr id="5" name="TextBox 4">
            <a:extLst>
              <a:ext uri="{FF2B5EF4-FFF2-40B4-BE49-F238E27FC236}">
                <a16:creationId xmlns:a16="http://schemas.microsoft.com/office/drawing/2014/main" id="{3DF5CC4C-6DCD-E279-592D-413B231C9AB1}"/>
              </a:ext>
            </a:extLst>
          </p:cNvPr>
          <p:cNvSpPr txBox="1"/>
          <p:nvPr/>
        </p:nvSpPr>
        <p:spPr>
          <a:xfrm>
            <a:off x="8464957" y="1509423"/>
            <a:ext cx="782009" cy="461665"/>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Start</a:t>
            </a:r>
          </a:p>
        </p:txBody>
      </p:sp>
      <p:cxnSp>
        <p:nvCxnSpPr>
          <p:cNvPr id="7" name="Straight Arrow Connector 6">
            <a:extLst>
              <a:ext uri="{FF2B5EF4-FFF2-40B4-BE49-F238E27FC236}">
                <a16:creationId xmlns:a16="http://schemas.microsoft.com/office/drawing/2014/main" id="{0A2F671A-4534-4F1B-19A8-8275662BDDE2}"/>
              </a:ext>
            </a:extLst>
          </p:cNvPr>
          <p:cNvCxnSpPr>
            <a:cxnSpLocks/>
          </p:cNvCxnSpPr>
          <p:nvPr/>
        </p:nvCxnSpPr>
        <p:spPr>
          <a:xfrm flipH="1">
            <a:off x="7858566" y="2077313"/>
            <a:ext cx="798897"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9" name="Straight Arrow Connector 8">
            <a:extLst>
              <a:ext uri="{FF2B5EF4-FFF2-40B4-BE49-F238E27FC236}">
                <a16:creationId xmlns:a16="http://schemas.microsoft.com/office/drawing/2014/main" id="{A7D70554-9BC3-4745-9BE3-7597885C8A8E}"/>
              </a:ext>
            </a:extLst>
          </p:cNvPr>
          <p:cNvCxnSpPr>
            <a:cxnSpLocks/>
          </p:cNvCxnSpPr>
          <p:nvPr/>
        </p:nvCxnSpPr>
        <p:spPr>
          <a:xfrm>
            <a:off x="8975096" y="2077313"/>
            <a:ext cx="744354"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2" name="TextBox 11">
            <a:extLst>
              <a:ext uri="{FF2B5EF4-FFF2-40B4-BE49-F238E27FC236}">
                <a16:creationId xmlns:a16="http://schemas.microsoft.com/office/drawing/2014/main" id="{075BE31F-5B7B-D8F2-833C-14D2331F80FA}"/>
              </a:ext>
            </a:extLst>
          </p:cNvPr>
          <p:cNvSpPr txBox="1"/>
          <p:nvPr/>
        </p:nvSpPr>
        <p:spPr>
          <a:xfrm>
            <a:off x="7829729" y="1892647"/>
            <a:ext cx="372218" cy="369332"/>
          </a:xfrm>
          <a:prstGeom prst="rect">
            <a:avLst/>
          </a:prstGeom>
          <a:noFill/>
        </p:spPr>
        <p:txBody>
          <a:bodyPr wrap="none" rtlCol="0">
            <a:spAutoFit/>
          </a:bodyPr>
          <a:lstStyle/>
          <a:p>
            <a:r>
              <a:rPr lang="en-US" dirty="0"/>
              <a:t>-1</a:t>
            </a:r>
          </a:p>
        </p:txBody>
      </p:sp>
      <p:sp>
        <p:nvSpPr>
          <p:cNvPr id="13" name="TextBox 12">
            <a:extLst>
              <a:ext uri="{FF2B5EF4-FFF2-40B4-BE49-F238E27FC236}">
                <a16:creationId xmlns:a16="http://schemas.microsoft.com/office/drawing/2014/main" id="{EC1169E1-A8F9-F089-3EB0-5600DDCD00D4}"/>
              </a:ext>
            </a:extLst>
          </p:cNvPr>
          <p:cNvSpPr txBox="1"/>
          <p:nvPr/>
        </p:nvSpPr>
        <p:spPr>
          <a:xfrm>
            <a:off x="9284709" y="1892647"/>
            <a:ext cx="372218" cy="369332"/>
          </a:xfrm>
          <a:prstGeom prst="rect">
            <a:avLst/>
          </a:prstGeom>
          <a:noFill/>
        </p:spPr>
        <p:txBody>
          <a:bodyPr wrap="none" rtlCol="0">
            <a:spAutoFit/>
          </a:bodyPr>
          <a:lstStyle/>
          <a:p>
            <a:r>
              <a:rPr lang="en-US" dirty="0"/>
              <a:t>-1</a:t>
            </a:r>
          </a:p>
        </p:txBody>
      </p:sp>
      <p:sp>
        <p:nvSpPr>
          <p:cNvPr id="14" name="TextBox 13">
            <a:extLst>
              <a:ext uri="{FF2B5EF4-FFF2-40B4-BE49-F238E27FC236}">
                <a16:creationId xmlns:a16="http://schemas.microsoft.com/office/drawing/2014/main" id="{46D161F2-10C0-AAD1-82C2-07982963B0C2}"/>
              </a:ext>
            </a:extLst>
          </p:cNvPr>
          <p:cNvSpPr txBox="1"/>
          <p:nvPr/>
        </p:nvSpPr>
        <p:spPr>
          <a:xfrm>
            <a:off x="7060253" y="2454050"/>
            <a:ext cx="1287532"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C </a:t>
            </a:r>
          </a:p>
          <a:p>
            <a:r>
              <a:rPr lang="en-US" b="1" dirty="0">
                <a:latin typeface="Courier New" panose="02070309020205020404" pitchFamily="49" charset="0"/>
                <a:cs typeface="Courier New" panose="02070309020205020404" pitchFamily="49" charset="0"/>
              </a:rPr>
              <a:t>A -2.322</a:t>
            </a:r>
          </a:p>
          <a:p>
            <a:r>
              <a:rPr lang="en-US" b="1" dirty="0">
                <a:latin typeface="Courier New" panose="02070309020205020404" pitchFamily="49" charset="0"/>
                <a:cs typeface="Courier New" panose="02070309020205020404" pitchFamily="49" charset="0"/>
              </a:rPr>
              <a:t>C -1.737</a:t>
            </a:r>
          </a:p>
          <a:p>
            <a:r>
              <a:rPr lang="en-US" b="1" dirty="0">
                <a:latin typeface="Courier New" panose="02070309020205020404" pitchFamily="49" charset="0"/>
                <a:cs typeface="Courier New" panose="02070309020205020404" pitchFamily="49" charset="0"/>
              </a:rPr>
              <a:t>G -1.737</a:t>
            </a:r>
          </a:p>
          <a:p>
            <a:r>
              <a:rPr lang="en-US" b="1" dirty="0">
                <a:latin typeface="Courier New" panose="02070309020205020404" pitchFamily="49" charset="0"/>
                <a:cs typeface="Courier New" panose="02070309020205020404" pitchFamily="49" charset="0"/>
              </a:rPr>
              <a:t>T -2.322</a:t>
            </a:r>
          </a:p>
        </p:txBody>
      </p:sp>
      <p:sp>
        <p:nvSpPr>
          <p:cNvPr id="16" name="TextBox 15">
            <a:extLst>
              <a:ext uri="{FF2B5EF4-FFF2-40B4-BE49-F238E27FC236}">
                <a16:creationId xmlns:a16="http://schemas.microsoft.com/office/drawing/2014/main" id="{F36F3175-EF6C-AC89-B6B4-BEA534D3BC26}"/>
              </a:ext>
            </a:extLst>
          </p:cNvPr>
          <p:cNvSpPr txBox="1"/>
          <p:nvPr/>
        </p:nvSpPr>
        <p:spPr>
          <a:xfrm>
            <a:off x="9253130" y="2454050"/>
            <a:ext cx="1287532"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N </a:t>
            </a:r>
          </a:p>
          <a:p>
            <a:r>
              <a:rPr lang="en-US" b="1" dirty="0">
                <a:latin typeface="Courier New" panose="02070309020205020404" pitchFamily="49" charset="0"/>
                <a:cs typeface="Courier New" panose="02070309020205020404" pitchFamily="49" charset="0"/>
              </a:rPr>
              <a:t>A -1.737</a:t>
            </a:r>
          </a:p>
          <a:p>
            <a:r>
              <a:rPr lang="en-US" b="1" dirty="0">
                <a:latin typeface="Courier New" panose="02070309020205020404" pitchFamily="49" charset="0"/>
                <a:cs typeface="Courier New" panose="02070309020205020404" pitchFamily="49" charset="0"/>
              </a:rPr>
              <a:t>C -2.322</a:t>
            </a:r>
          </a:p>
          <a:p>
            <a:r>
              <a:rPr lang="en-US" b="1" dirty="0">
                <a:latin typeface="Courier New" panose="02070309020205020404" pitchFamily="49" charset="0"/>
                <a:cs typeface="Courier New" panose="02070309020205020404" pitchFamily="49" charset="0"/>
              </a:rPr>
              <a:t>G -2.322</a:t>
            </a:r>
          </a:p>
          <a:p>
            <a:r>
              <a:rPr lang="en-US" b="1" dirty="0">
                <a:latin typeface="Courier New" panose="02070309020205020404" pitchFamily="49" charset="0"/>
                <a:cs typeface="Courier New" panose="02070309020205020404" pitchFamily="49" charset="0"/>
              </a:rPr>
              <a:t>T -1.737</a:t>
            </a:r>
          </a:p>
        </p:txBody>
      </p:sp>
      <p:cxnSp>
        <p:nvCxnSpPr>
          <p:cNvPr id="17" name="Straight Arrow Connector 16">
            <a:extLst>
              <a:ext uri="{FF2B5EF4-FFF2-40B4-BE49-F238E27FC236}">
                <a16:creationId xmlns:a16="http://schemas.microsoft.com/office/drawing/2014/main" id="{FB935BEC-E80A-4901-0E69-A806229EE6C5}"/>
              </a:ext>
            </a:extLst>
          </p:cNvPr>
          <p:cNvCxnSpPr>
            <a:cxnSpLocks/>
          </p:cNvCxnSpPr>
          <p:nvPr/>
        </p:nvCxnSpPr>
        <p:spPr>
          <a:xfrm>
            <a:off x="8475007" y="3170164"/>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746D4757-B552-D285-3EEB-71DC3921D923}"/>
              </a:ext>
            </a:extLst>
          </p:cNvPr>
          <p:cNvCxnSpPr>
            <a:cxnSpLocks/>
          </p:cNvCxnSpPr>
          <p:nvPr/>
        </p:nvCxnSpPr>
        <p:spPr>
          <a:xfrm flipH="1">
            <a:off x="8475007" y="3466813"/>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5" name="TextBox 24">
            <a:extLst>
              <a:ext uri="{FF2B5EF4-FFF2-40B4-BE49-F238E27FC236}">
                <a16:creationId xmlns:a16="http://schemas.microsoft.com/office/drawing/2014/main" id="{4D77DA30-59BA-D2C0-3FD0-226CA3FEAE4A}"/>
              </a:ext>
            </a:extLst>
          </p:cNvPr>
          <p:cNvSpPr txBox="1"/>
          <p:nvPr/>
        </p:nvSpPr>
        <p:spPr>
          <a:xfrm>
            <a:off x="8548068" y="2732844"/>
            <a:ext cx="409268" cy="369332"/>
          </a:xfrm>
          <a:prstGeom prst="rect">
            <a:avLst/>
          </a:prstGeom>
          <a:noFill/>
        </p:spPr>
        <p:txBody>
          <a:bodyPr wrap="square" rtlCol="0">
            <a:spAutoFit/>
          </a:bodyPr>
          <a:lstStyle/>
          <a:p>
            <a:r>
              <a:rPr lang="en-US" dirty="0"/>
              <a:t>-1</a:t>
            </a:r>
          </a:p>
        </p:txBody>
      </p:sp>
      <p:sp>
        <p:nvSpPr>
          <p:cNvPr id="26" name="TextBox 25">
            <a:extLst>
              <a:ext uri="{FF2B5EF4-FFF2-40B4-BE49-F238E27FC236}">
                <a16:creationId xmlns:a16="http://schemas.microsoft.com/office/drawing/2014/main" id="{8C434D29-F9DA-8510-9F7F-9F629B373AD6}"/>
              </a:ext>
            </a:extLst>
          </p:cNvPr>
          <p:cNvSpPr txBox="1"/>
          <p:nvPr/>
        </p:nvSpPr>
        <p:spPr>
          <a:xfrm>
            <a:off x="8409966" y="3493222"/>
            <a:ext cx="780983" cy="369332"/>
          </a:xfrm>
          <a:prstGeom prst="rect">
            <a:avLst/>
          </a:prstGeom>
          <a:noFill/>
        </p:spPr>
        <p:txBody>
          <a:bodyPr wrap="none" rtlCol="0">
            <a:spAutoFit/>
          </a:bodyPr>
          <a:lstStyle/>
          <a:p>
            <a:r>
              <a:rPr lang="en-US" dirty="0"/>
              <a:t>-1.322</a:t>
            </a:r>
          </a:p>
        </p:txBody>
      </p:sp>
      <mc:AlternateContent xmlns:mc="http://schemas.openxmlformats.org/markup-compatibility/2006" xmlns:p14="http://schemas.microsoft.com/office/powerpoint/2010/main">
        <mc:Choice Requires="p14">
          <p:contentPart p14:bwMode="auto" r:id="rId2">
            <p14:nvContentPartPr>
              <p14:cNvPr id="27" name="Ink 26">
                <a:extLst>
                  <a:ext uri="{FF2B5EF4-FFF2-40B4-BE49-F238E27FC236}">
                    <a16:creationId xmlns:a16="http://schemas.microsoft.com/office/drawing/2014/main" id="{0AF3EBFD-97E7-1DDF-9460-CE45B409A8BB}"/>
                  </a:ext>
                </a:extLst>
              </p14:cNvPr>
              <p14:cNvContentPartPr/>
              <p14:nvPr/>
            </p14:nvContentPartPr>
            <p14:xfrm>
              <a:off x="10631153" y="2622407"/>
              <a:ext cx="1329840" cy="1373040"/>
            </p14:xfrm>
          </p:contentPart>
        </mc:Choice>
        <mc:Fallback xmlns="">
          <p:pic>
            <p:nvPicPr>
              <p:cNvPr id="27" name="Ink 26">
                <a:extLst>
                  <a:ext uri="{FF2B5EF4-FFF2-40B4-BE49-F238E27FC236}">
                    <a16:creationId xmlns:a16="http://schemas.microsoft.com/office/drawing/2014/main" id="{0AF3EBFD-97E7-1DDF-9460-CE45B409A8BB}"/>
                  </a:ext>
                </a:extLst>
              </p:cNvPr>
              <p:cNvPicPr/>
              <p:nvPr/>
            </p:nvPicPr>
            <p:blipFill>
              <a:blip r:embed="rId3"/>
              <a:stretch>
                <a:fillRect/>
              </a:stretch>
            </p:blipFill>
            <p:spPr>
              <a:xfrm>
                <a:off x="10625033" y="2616287"/>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0719D1FF-015E-2CFD-D7B4-AADB312CAC7D}"/>
                  </a:ext>
                </a:extLst>
              </p14:cNvPr>
              <p14:cNvContentPartPr/>
              <p14:nvPr/>
            </p14:nvContentPartPr>
            <p14:xfrm rot="10800000">
              <a:off x="5647836" y="2490244"/>
              <a:ext cx="1329840" cy="1373040"/>
            </p14:xfrm>
          </p:contentPart>
        </mc:Choice>
        <mc:Fallback xmlns="">
          <p:pic>
            <p:nvPicPr>
              <p:cNvPr id="28" name="Ink 27">
                <a:extLst>
                  <a:ext uri="{FF2B5EF4-FFF2-40B4-BE49-F238E27FC236}">
                    <a16:creationId xmlns:a16="http://schemas.microsoft.com/office/drawing/2014/main" id="{0719D1FF-015E-2CFD-D7B4-AADB312CAC7D}"/>
                  </a:ext>
                </a:extLst>
              </p:cNvPr>
              <p:cNvPicPr/>
              <p:nvPr/>
            </p:nvPicPr>
            <p:blipFill>
              <a:blip r:embed="rId3"/>
              <a:stretch>
                <a:fillRect/>
              </a:stretch>
            </p:blipFill>
            <p:spPr>
              <a:xfrm rot="10800000">
                <a:off x="5641716" y="2484124"/>
                <a:ext cx="1342080" cy="1385280"/>
              </a:xfrm>
              <a:prstGeom prst="rect">
                <a:avLst/>
              </a:prstGeom>
            </p:spPr>
          </p:pic>
        </mc:Fallback>
      </mc:AlternateContent>
      <p:sp>
        <p:nvSpPr>
          <p:cNvPr id="29" name="TextBox 28">
            <a:extLst>
              <a:ext uri="{FF2B5EF4-FFF2-40B4-BE49-F238E27FC236}">
                <a16:creationId xmlns:a16="http://schemas.microsoft.com/office/drawing/2014/main" id="{F44C4D70-C0C3-4E13-8150-BC09B025A391}"/>
              </a:ext>
            </a:extLst>
          </p:cNvPr>
          <p:cNvSpPr txBox="1"/>
          <p:nvPr/>
        </p:nvSpPr>
        <p:spPr>
          <a:xfrm>
            <a:off x="6131831" y="2985498"/>
            <a:ext cx="372218" cy="369332"/>
          </a:xfrm>
          <a:prstGeom prst="rect">
            <a:avLst/>
          </a:prstGeom>
          <a:noFill/>
        </p:spPr>
        <p:txBody>
          <a:bodyPr wrap="none" rtlCol="0">
            <a:spAutoFit/>
          </a:bodyPr>
          <a:lstStyle/>
          <a:p>
            <a:r>
              <a:rPr lang="en-US" dirty="0"/>
              <a:t>-1</a:t>
            </a:r>
          </a:p>
        </p:txBody>
      </p:sp>
      <p:sp>
        <p:nvSpPr>
          <p:cNvPr id="30" name="TextBox 29">
            <a:extLst>
              <a:ext uri="{FF2B5EF4-FFF2-40B4-BE49-F238E27FC236}">
                <a16:creationId xmlns:a16="http://schemas.microsoft.com/office/drawing/2014/main" id="{2768F922-B83B-1E70-6AD9-D17981785E20}"/>
              </a:ext>
            </a:extLst>
          </p:cNvPr>
          <p:cNvSpPr txBox="1"/>
          <p:nvPr/>
        </p:nvSpPr>
        <p:spPr>
          <a:xfrm>
            <a:off x="10921640" y="3066428"/>
            <a:ext cx="780983" cy="369332"/>
          </a:xfrm>
          <a:prstGeom prst="rect">
            <a:avLst/>
          </a:prstGeom>
          <a:noFill/>
        </p:spPr>
        <p:txBody>
          <a:bodyPr wrap="none" rtlCol="0">
            <a:spAutoFit/>
          </a:bodyPr>
          <a:lstStyle/>
          <a:p>
            <a:r>
              <a:rPr lang="en-US" dirty="0"/>
              <a:t>-0.737</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5D57122-3615-587B-0E96-78F13F620B8E}"/>
                  </a:ext>
                </a:extLst>
              </p:cNvPr>
              <p:cNvSpPr txBox="1"/>
              <p:nvPr/>
            </p:nvSpPr>
            <p:spPr>
              <a:xfrm>
                <a:off x="76444" y="3429000"/>
                <a:ext cx="5208841" cy="43088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pt-BR" sz="2800" i="1" smtClean="0">
                              <a:latin typeface="Cambria Math" panose="02040503050406030204" pitchFamily="18" charset="0"/>
                            </a:rPr>
                          </m:ctrlPr>
                        </m:sSubPr>
                        <m:e>
                          <m:r>
                            <a:rPr lang="en-US" sz="2800" b="0" i="1" smtClean="0">
                              <a:latin typeface="Cambria Math" panose="02040503050406030204" pitchFamily="18" charset="0"/>
                            </a:rPr>
                            <m:t>𝑝</m:t>
                          </m:r>
                        </m:e>
                        <m:sub>
                          <m:r>
                            <a:rPr lang="en-US" sz="2800" b="0" i="1" smtClean="0">
                              <a:latin typeface="Cambria Math" panose="02040503050406030204" pitchFamily="18" charset="0"/>
                            </a:rPr>
                            <m:t>𝐶</m:t>
                          </m:r>
                        </m:sub>
                      </m:sSub>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𝐺</m:t>
                          </m:r>
                          <m:r>
                            <a:rPr lang="en-US" sz="2800" b="0" i="1" smtClean="0">
                              <a:latin typeface="Cambria Math" panose="02040503050406030204" pitchFamily="18" charset="0"/>
                            </a:rPr>
                            <m:t>,1</m:t>
                          </m:r>
                        </m:e>
                      </m:d>
                      <m:r>
                        <a:rPr lang="en-US" sz="2800" b="0" i="1" smtClean="0">
                          <a:latin typeface="Cambria Math" panose="02040503050406030204" pitchFamily="18" charset="0"/>
                        </a:rPr>
                        <m:t>=</m:t>
                      </m:r>
                      <m:r>
                        <a:rPr lang="en-US" sz="2800" i="1">
                          <a:latin typeface="Cambria Math" panose="02040503050406030204" pitchFamily="18" charset="0"/>
                        </a:rPr>
                        <m:t>−1−1.737=−2.737</m:t>
                      </m:r>
                    </m:oMath>
                  </m:oMathPara>
                </a14:m>
                <a:endParaRPr lang="en-US" sz="2800" dirty="0"/>
              </a:p>
            </p:txBody>
          </p:sp>
        </mc:Choice>
        <mc:Fallback xmlns="">
          <p:sp>
            <p:nvSpPr>
              <p:cNvPr id="6" name="TextBox 5">
                <a:extLst>
                  <a:ext uri="{FF2B5EF4-FFF2-40B4-BE49-F238E27FC236}">
                    <a16:creationId xmlns:a16="http://schemas.microsoft.com/office/drawing/2014/main" id="{95D57122-3615-587B-0E96-78F13F620B8E}"/>
                  </a:ext>
                </a:extLst>
              </p:cNvPr>
              <p:cNvSpPr txBox="1">
                <a:spLocks noRot="1" noChangeAspect="1" noMove="1" noResize="1" noEditPoints="1" noAdjustHandles="1" noChangeArrowheads="1" noChangeShapeType="1" noTextEdit="1"/>
              </p:cNvSpPr>
              <p:nvPr/>
            </p:nvSpPr>
            <p:spPr>
              <a:xfrm>
                <a:off x="76444" y="3429000"/>
                <a:ext cx="5208841" cy="43088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DD1EF8F-78D7-6810-488E-BDAE9C386E3E}"/>
                  </a:ext>
                </a:extLst>
              </p:cNvPr>
              <p:cNvSpPr txBox="1"/>
              <p:nvPr/>
            </p:nvSpPr>
            <p:spPr>
              <a:xfrm>
                <a:off x="76444" y="5527464"/>
                <a:ext cx="5208841" cy="43088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pt-BR" sz="2800" i="1" smtClean="0">
                              <a:latin typeface="Cambria Math" panose="02040503050406030204" pitchFamily="18" charset="0"/>
                            </a:rPr>
                          </m:ctrlPr>
                        </m:sSubPr>
                        <m:e>
                          <m:r>
                            <a:rPr lang="en-US" sz="2800" b="0" i="1" smtClean="0">
                              <a:latin typeface="Cambria Math" panose="02040503050406030204" pitchFamily="18" charset="0"/>
                            </a:rPr>
                            <m:t>𝑝</m:t>
                          </m:r>
                        </m:e>
                        <m:sub>
                          <m:r>
                            <a:rPr lang="en-US" sz="2800" b="0" i="1" smtClean="0">
                              <a:latin typeface="Cambria Math" panose="02040503050406030204" pitchFamily="18" charset="0"/>
                            </a:rPr>
                            <m:t>𝑁</m:t>
                          </m:r>
                        </m:sub>
                      </m:sSub>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𝐺</m:t>
                          </m:r>
                          <m:r>
                            <a:rPr lang="en-US" sz="2800" b="0" i="1" smtClean="0">
                              <a:latin typeface="Cambria Math" panose="02040503050406030204" pitchFamily="18" charset="0"/>
                            </a:rPr>
                            <m:t>,1</m:t>
                          </m:r>
                        </m:e>
                      </m:d>
                      <m:r>
                        <a:rPr lang="en-US" sz="2800" b="0" i="1" smtClean="0">
                          <a:latin typeface="Cambria Math" panose="02040503050406030204" pitchFamily="18" charset="0"/>
                        </a:rPr>
                        <m:t>=</m:t>
                      </m:r>
                      <m:r>
                        <a:rPr lang="en-US" sz="2800" i="1">
                          <a:latin typeface="Cambria Math" panose="02040503050406030204" pitchFamily="18" charset="0"/>
                        </a:rPr>
                        <m:t>−1−</m:t>
                      </m:r>
                      <m:r>
                        <a:rPr lang="en-US" sz="2800" b="0" i="1" smtClean="0">
                          <a:latin typeface="Cambria Math" panose="02040503050406030204" pitchFamily="18" charset="0"/>
                        </a:rPr>
                        <m:t>2.322</m:t>
                      </m:r>
                      <m:r>
                        <a:rPr lang="en-US" sz="2800" i="1">
                          <a:latin typeface="Cambria Math" panose="02040503050406030204" pitchFamily="18" charset="0"/>
                        </a:rPr>
                        <m:t>=−</m:t>
                      </m:r>
                      <m:r>
                        <a:rPr lang="en-US" sz="2800" b="0" i="1" smtClean="0">
                          <a:latin typeface="Cambria Math" panose="02040503050406030204" pitchFamily="18" charset="0"/>
                        </a:rPr>
                        <m:t>3.322</m:t>
                      </m:r>
                    </m:oMath>
                  </m:oMathPara>
                </a14:m>
                <a:endParaRPr lang="en-US" sz="2800" dirty="0"/>
              </a:p>
            </p:txBody>
          </p:sp>
        </mc:Choice>
        <mc:Fallback xmlns="">
          <p:sp>
            <p:nvSpPr>
              <p:cNvPr id="8" name="TextBox 7">
                <a:extLst>
                  <a:ext uri="{FF2B5EF4-FFF2-40B4-BE49-F238E27FC236}">
                    <a16:creationId xmlns:a16="http://schemas.microsoft.com/office/drawing/2014/main" id="{EDD1EF8F-78D7-6810-488E-BDAE9C386E3E}"/>
                  </a:ext>
                </a:extLst>
              </p:cNvPr>
              <p:cNvSpPr txBox="1">
                <a:spLocks noRot="1" noChangeAspect="1" noMove="1" noResize="1" noEditPoints="1" noAdjustHandles="1" noChangeArrowheads="1" noChangeShapeType="1" noTextEdit="1"/>
              </p:cNvSpPr>
              <p:nvPr/>
            </p:nvSpPr>
            <p:spPr>
              <a:xfrm>
                <a:off x="76444" y="5527464"/>
                <a:ext cx="5208841" cy="430887"/>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57467334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2C62D-3DA5-D05D-1AC7-41483E8994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EC9BD5-0AC4-3B0D-4A73-A13D3B77AC16}"/>
              </a:ext>
            </a:extLst>
          </p:cNvPr>
          <p:cNvSpPr>
            <a:spLocks noGrp="1"/>
          </p:cNvSpPr>
          <p:nvPr>
            <p:ph type="title"/>
          </p:nvPr>
        </p:nvSpPr>
        <p:spPr/>
        <p:txBody>
          <a:bodyPr>
            <a:normAutofit fontScale="90000"/>
          </a:bodyPr>
          <a:lstStyle/>
          <a:p>
            <a:r>
              <a:rPr lang="en-US" dirty="0"/>
              <a:t>Viterbi algorithm for HMMs</a:t>
            </a:r>
          </a:p>
        </p:txBody>
      </p:sp>
      <p:sp>
        <p:nvSpPr>
          <p:cNvPr id="3" name="Content Placeholder 2">
            <a:extLst>
              <a:ext uri="{FF2B5EF4-FFF2-40B4-BE49-F238E27FC236}">
                <a16:creationId xmlns:a16="http://schemas.microsoft.com/office/drawing/2014/main" id="{5969A435-D433-07A6-8B5E-BCE4BC84522E}"/>
              </a:ext>
            </a:extLst>
          </p:cNvPr>
          <p:cNvSpPr>
            <a:spLocks noGrp="1"/>
          </p:cNvSpPr>
          <p:nvPr>
            <p:ph idx="1"/>
          </p:nvPr>
        </p:nvSpPr>
        <p:spPr>
          <a:xfrm>
            <a:off x="231007" y="1761423"/>
            <a:ext cx="10895798" cy="4880009"/>
          </a:xfrm>
        </p:spPr>
        <p:txBody>
          <a:bodyPr>
            <a:normAutofit/>
          </a:bodyPr>
          <a:lstStyle/>
          <a:p>
            <a:r>
              <a:rPr lang="en-US" dirty="0"/>
              <a:t>S = </a:t>
            </a:r>
            <a:r>
              <a:rPr lang="en-US" b="1" dirty="0">
                <a:solidFill>
                  <a:schemeClr val="tx1"/>
                </a:solidFill>
              </a:rPr>
              <a:t>G</a:t>
            </a:r>
            <a:r>
              <a:rPr lang="en-US" b="1" dirty="0">
                <a:solidFill>
                  <a:srgbClr val="FF0000"/>
                </a:solidFill>
              </a:rPr>
              <a:t>G</a:t>
            </a:r>
            <a:r>
              <a:rPr lang="en-US" b="1" dirty="0"/>
              <a:t>CACTGAA</a:t>
            </a:r>
            <a:endParaRPr lang="en-US" dirty="0"/>
          </a:p>
          <a:p>
            <a:pPr marL="0" indent="0">
              <a:buNone/>
            </a:pPr>
            <a:endParaRPr lang="en-US" dirty="0"/>
          </a:p>
          <a:p>
            <a:r>
              <a:rPr lang="en-US" dirty="0"/>
              <a:t>Log probability that the second </a:t>
            </a:r>
            <a:r>
              <a:rPr lang="en-US" b="1" dirty="0">
                <a:solidFill>
                  <a:srgbClr val="FF0000"/>
                </a:solidFill>
              </a:rPr>
              <a:t>G</a:t>
            </a:r>
            <a:r>
              <a:rPr lang="en-US" dirty="0"/>
              <a:t> </a:t>
            </a:r>
            <a:br>
              <a:rPr lang="en-US" dirty="0"/>
            </a:br>
            <a:r>
              <a:rPr lang="en-US" dirty="0"/>
              <a:t>was emitted by state C:</a:t>
            </a:r>
          </a:p>
          <a:p>
            <a:endParaRPr lang="en-US" dirty="0"/>
          </a:p>
          <a:p>
            <a:endParaRPr lang="en-US" dirty="0"/>
          </a:p>
          <a:p>
            <a:r>
              <a:rPr lang="en-US" dirty="0"/>
              <a:t>Log probability that the second </a:t>
            </a:r>
            <a:r>
              <a:rPr lang="en-US" b="1" dirty="0">
                <a:solidFill>
                  <a:srgbClr val="FF0000"/>
                </a:solidFill>
              </a:rPr>
              <a:t>G</a:t>
            </a:r>
            <a:r>
              <a:rPr lang="en-US" dirty="0"/>
              <a:t> </a:t>
            </a:r>
            <a:br>
              <a:rPr lang="en-US" dirty="0"/>
            </a:br>
            <a:r>
              <a:rPr lang="en-US" dirty="0"/>
              <a:t>was emitted by state N:</a:t>
            </a:r>
          </a:p>
          <a:p>
            <a:pPr marL="0" indent="0">
              <a:buNone/>
            </a:pPr>
            <a:br>
              <a:rPr lang="en-US" dirty="0"/>
            </a:br>
            <a:endParaRPr lang="en-US" dirty="0"/>
          </a:p>
        </p:txBody>
      </p:sp>
      <p:sp>
        <p:nvSpPr>
          <p:cNvPr id="4" name="Slide Number Placeholder 3">
            <a:extLst>
              <a:ext uri="{FF2B5EF4-FFF2-40B4-BE49-F238E27FC236}">
                <a16:creationId xmlns:a16="http://schemas.microsoft.com/office/drawing/2014/main" id="{8E903A0E-2681-075D-844A-70B853F54877}"/>
              </a:ext>
            </a:extLst>
          </p:cNvPr>
          <p:cNvSpPr>
            <a:spLocks noGrp="1"/>
          </p:cNvSpPr>
          <p:nvPr>
            <p:ph type="sldNum" sz="quarter" idx="12"/>
          </p:nvPr>
        </p:nvSpPr>
        <p:spPr/>
        <p:txBody>
          <a:bodyPr/>
          <a:lstStyle/>
          <a:p>
            <a:fld id="{B82CCC60-E8CD-4174-8B1A-7DF615B22EEF}" type="slidenum">
              <a:rPr lang="en-US" smtClean="0"/>
              <a:pPr/>
              <a:t>47</a:t>
            </a:fld>
            <a:endParaRPr lang="en-US"/>
          </a:p>
        </p:txBody>
      </p:sp>
      <p:sp>
        <p:nvSpPr>
          <p:cNvPr id="5" name="TextBox 4">
            <a:extLst>
              <a:ext uri="{FF2B5EF4-FFF2-40B4-BE49-F238E27FC236}">
                <a16:creationId xmlns:a16="http://schemas.microsoft.com/office/drawing/2014/main" id="{041599CF-D883-70DB-5541-6ECFA4535EC4}"/>
              </a:ext>
            </a:extLst>
          </p:cNvPr>
          <p:cNvSpPr txBox="1"/>
          <p:nvPr/>
        </p:nvSpPr>
        <p:spPr>
          <a:xfrm>
            <a:off x="8464957" y="1509423"/>
            <a:ext cx="782009" cy="461665"/>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Start</a:t>
            </a:r>
          </a:p>
        </p:txBody>
      </p:sp>
      <p:cxnSp>
        <p:nvCxnSpPr>
          <p:cNvPr id="7" name="Straight Arrow Connector 6">
            <a:extLst>
              <a:ext uri="{FF2B5EF4-FFF2-40B4-BE49-F238E27FC236}">
                <a16:creationId xmlns:a16="http://schemas.microsoft.com/office/drawing/2014/main" id="{1508747C-7137-2AF6-0D8E-179CA5750C95}"/>
              </a:ext>
            </a:extLst>
          </p:cNvPr>
          <p:cNvCxnSpPr>
            <a:cxnSpLocks/>
          </p:cNvCxnSpPr>
          <p:nvPr/>
        </p:nvCxnSpPr>
        <p:spPr>
          <a:xfrm flipH="1">
            <a:off x="7858566" y="2077313"/>
            <a:ext cx="798897"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9" name="Straight Arrow Connector 8">
            <a:extLst>
              <a:ext uri="{FF2B5EF4-FFF2-40B4-BE49-F238E27FC236}">
                <a16:creationId xmlns:a16="http://schemas.microsoft.com/office/drawing/2014/main" id="{32656253-496D-923C-29FD-CC7A01CB84F0}"/>
              </a:ext>
            </a:extLst>
          </p:cNvPr>
          <p:cNvCxnSpPr>
            <a:cxnSpLocks/>
          </p:cNvCxnSpPr>
          <p:nvPr/>
        </p:nvCxnSpPr>
        <p:spPr>
          <a:xfrm>
            <a:off x="8975096" y="2077313"/>
            <a:ext cx="744354"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2" name="TextBox 11">
            <a:extLst>
              <a:ext uri="{FF2B5EF4-FFF2-40B4-BE49-F238E27FC236}">
                <a16:creationId xmlns:a16="http://schemas.microsoft.com/office/drawing/2014/main" id="{2740AD09-D3EC-DE80-C01A-4F8C0FA36208}"/>
              </a:ext>
            </a:extLst>
          </p:cNvPr>
          <p:cNvSpPr txBox="1"/>
          <p:nvPr/>
        </p:nvSpPr>
        <p:spPr>
          <a:xfrm>
            <a:off x="7829729" y="1892647"/>
            <a:ext cx="372218" cy="369332"/>
          </a:xfrm>
          <a:prstGeom prst="rect">
            <a:avLst/>
          </a:prstGeom>
          <a:noFill/>
        </p:spPr>
        <p:txBody>
          <a:bodyPr wrap="none" rtlCol="0">
            <a:spAutoFit/>
          </a:bodyPr>
          <a:lstStyle/>
          <a:p>
            <a:r>
              <a:rPr lang="en-US" dirty="0"/>
              <a:t>-1</a:t>
            </a:r>
          </a:p>
        </p:txBody>
      </p:sp>
      <p:sp>
        <p:nvSpPr>
          <p:cNvPr id="13" name="TextBox 12">
            <a:extLst>
              <a:ext uri="{FF2B5EF4-FFF2-40B4-BE49-F238E27FC236}">
                <a16:creationId xmlns:a16="http://schemas.microsoft.com/office/drawing/2014/main" id="{7954D5AC-4FA2-AD81-96FE-5497875FA6C2}"/>
              </a:ext>
            </a:extLst>
          </p:cNvPr>
          <p:cNvSpPr txBox="1"/>
          <p:nvPr/>
        </p:nvSpPr>
        <p:spPr>
          <a:xfrm>
            <a:off x="9284709" y="1892647"/>
            <a:ext cx="372218" cy="369332"/>
          </a:xfrm>
          <a:prstGeom prst="rect">
            <a:avLst/>
          </a:prstGeom>
          <a:noFill/>
        </p:spPr>
        <p:txBody>
          <a:bodyPr wrap="none" rtlCol="0">
            <a:spAutoFit/>
          </a:bodyPr>
          <a:lstStyle/>
          <a:p>
            <a:r>
              <a:rPr lang="en-US" dirty="0"/>
              <a:t>-1</a:t>
            </a:r>
          </a:p>
        </p:txBody>
      </p:sp>
      <p:sp>
        <p:nvSpPr>
          <p:cNvPr id="14" name="TextBox 13">
            <a:extLst>
              <a:ext uri="{FF2B5EF4-FFF2-40B4-BE49-F238E27FC236}">
                <a16:creationId xmlns:a16="http://schemas.microsoft.com/office/drawing/2014/main" id="{5DDFA975-00D6-1694-134D-60B7508F57C6}"/>
              </a:ext>
            </a:extLst>
          </p:cNvPr>
          <p:cNvSpPr txBox="1"/>
          <p:nvPr/>
        </p:nvSpPr>
        <p:spPr>
          <a:xfrm>
            <a:off x="7060253" y="2454050"/>
            <a:ext cx="1287532"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C </a:t>
            </a:r>
          </a:p>
          <a:p>
            <a:r>
              <a:rPr lang="en-US" b="1" dirty="0">
                <a:latin typeface="Courier New" panose="02070309020205020404" pitchFamily="49" charset="0"/>
                <a:cs typeface="Courier New" panose="02070309020205020404" pitchFamily="49" charset="0"/>
              </a:rPr>
              <a:t>A -2.322</a:t>
            </a:r>
          </a:p>
          <a:p>
            <a:r>
              <a:rPr lang="en-US" b="1" dirty="0">
                <a:latin typeface="Courier New" panose="02070309020205020404" pitchFamily="49" charset="0"/>
                <a:cs typeface="Courier New" panose="02070309020205020404" pitchFamily="49" charset="0"/>
              </a:rPr>
              <a:t>C -1.737</a:t>
            </a:r>
          </a:p>
          <a:p>
            <a:r>
              <a:rPr lang="en-US" b="1" dirty="0">
                <a:latin typeface="Courier New" panose="02070309020205020404" pitchFamily="49" charset="0"/>
                <a:cs typeface="Courier New" panose="02070309020205020404" pitchFamily="49" charset="0"/>
              </a:rPr>
              <a:t>G -1.737</a:t>
            </a:r>
          </a:p>
          <a:p>
            <a:r>
              <a:rPr lang="en-US" b="1" dirty="0">
                <a:latin typeface="Courier New" panose="02070309020205020404" pitchFamily="49" charset="0"/>
                <a:cs typeface="Courier New" panose="02070309020205020404" pitchFamily="49" charset="0"/>
              </a:rPr>
              <a:t>T -2.322</a:t>
            </a:r>
          </a:p>
        </p:txBody>
      </p:sp>
      <p:sp>
        <p:nvSpPr>
          <p:cNvPr id="16" name="TextBox 15">
            <a:extLst>
              <a:ext uri="{FF2B5EF4-FFF2-40B4-BE49-F238E27FC236}">
                <a16:creationId xmlns:a16="http://schemas.microsoft.com/office/drawing/2014/main" id="{C50C56A9-E1CB-7EA1-4B15-0A4988449ACC}"/>
              </a:ext>
            </a:extLst>
          </p:cNvPr>
          <p:cNvSpPr txBox="1"/>
          <p:nvPr/>
        </p:nvSpPr>
        <p:spPr>
          <a:xfrm>
            <a:off x="9253130" y="2454050"/>
            <a:ext cx="1287532"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N </a:t>
            </a:r>
          </a:p>
          <a:p>
            <a:r>
              <a:rPr lang="en-US" b="1" dirty="0">
                <a:latin typeface="Courier New" panose="02070309020205020404" pitchFamily="49" charset="0"/>
                <a:cs typeface="Courier New" panose="02070309020205020404" pitchFamily="49" charset="0"/>
              </a:rPr>
              <a:t>A -1.737</a:t>
            </a:r>
          </a:p>
          <a:p>
            <a:r>
              <a:rPr lang="en-US" b="1" dirty="0">
                <a:latin typeface="Courier New" panose="02070309020205020404" pitchFamily="49" charset="0"/>
                <a:cs typeface="Courier New" panose="02070309020205020404" pitchFamily="49" charset="0"/>
              </a:rPr>
              <a:t>C -2.322</a:t>
            </a:r>
          </a:p>
          <a:p>
            <a:r>
              <a:rPr lang="en-US" b="1" dirty="0">
                <a:latin typeface="Courier New" panose="02070309020205020404" pitchFamily="49" charset="0"/>
                <a:cs typeface="Courier New" panose="02070309020205020404" pitchFamily="49" charset="0"/>
              </a:rPr>
              <a:t>G -2.322</a:t>
            </a:r>
          </a:p>
          <a:p>
            <a:r>
              <a:rPr lang="en-US" b="1" dirty="0">
                <a:latin typeface="Courier New" panose="02070309020205020404" pitchFamily="49" charset="0"/>
                <a:cs typeface="Courier New" panose="02070309020205020404" pitchFamily="49" charset="0"/>
              </a:rPr>
              <a:t>T -1.737</a:t>
            </a:r>
          </a:p>
        </p:txBody>
      </p:sp>
      <p:cxnSp>
        <p:nvCxnSpPr>
          <p:cNvPr id="17" name="Straight Arrow Connector 16">
            <a:extLst>
              <a:ext uri="{FF2B5EF4-FFF2-40B4-BE49-F238E27FC236}">
                <a16:creationId xmlns:a16="http://schemas.microsoft.com/office/drawing/2014/main" id="{2498D920-BF07-330B-CF83-7BE0C216A494}"/>
              </a:ext>
            </a:extLst>
          </p:cNvPr>
          <p:cNvCxnSpPr>
            <a:cxnSpLocks/>
          </p:cNvCxnSpPr>
          <p:nvPr/>
        </p:nvCxnSpPr>
        <p:spPr>
          <a:xfrm>
            <a:off x="8475007" y="3170164"/>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B69B9CA2-1F4A-C01A-30CA-AE82555289D9}"/>
              </a:ext>
            </a:extLst>
          </p:cNvPr>
          <p:cNvCxnSpPr>
            <a:cxnSpLocks/>
          </p:cNvCxnSpPr>
          <p:nvPr/>
        </p:nvCxnSpPr>
        <p:spPr>
          <a:xfrm flipH="1">
            <a:off x="8475007" y="3466813"/>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5" name="TextBox 24">
            <a:extLst>
              <a:ext uri="{FF2B5EF4-FFF2-40B4-BE49-F238E27FC236}">
                <a16:creationId xmlns:a16="http://schemas.microsoft.com/office/drawing/2014/main" id="{E31A8E76-DE19-BE1E-EFD1-1E4169D7701A}"/>
              </a:ext>
            </a:extLst>
          </p:cNvPr>
          <p:cNvSpPr txBox="1"/>
          <p:nvPr/>
        </p:nvSpPr>
        <p:spPr>
          <a:xfrm>
            <a:off x="8548068" y="2732844"/>
            <a:ext cx="409268" cy="369332"/>
          </a:xfrm>
          <a:prstGeom prst="rect">
            <a:avLst/>
          </a:prstGeom>
          <a:noFill/>
        </p:spPr>
        <p:txBody>
          <a:bodyPr wrap="square" rtlCol="0">
            <a:spAutoFit/>
          </a:bodyPr>
          <a:lstStyle/>
          <a:p>
            <a:r>
              <a:rPr lang="en-US" dirty="0"/>
              <a:t>-1</a:t>
            </a:r>
          </a:p>
        </p:txBody>
      </p:sp>
      <p:sp>
        <p:nvSpPr>
          <p:cNvPr id="26" name="TextBox 25">
            <a:extLst>
              <a:ext uri="{FF2B5EF4-FFF2-40B4-BE49-F238E27FC236}">
                <a16:creationId xmlns:a16="http://schemas.microsoft.com/office/drawing/2014/main" id="{82750610-170B-389C-4D8E-AAFE8200A21D}"/>
              </a:ext>
            </a:extLst>
          </p:cNvPr>
          <p:cNvSpPr txBox="1"/>
          <p:nvPr/>
        </p:nvSpPr>
        <p:spPr>
          <a:xfrm>
            <a:off x="8409966" y="3493222"/>
            <a:ext cx="780983" cy="369332"/>
          </a:xfrm>
          <a:prstGeom prst="rect">
            <a:avLst/>
          </a:prstGeom>
          <a:noFill/>
        </p:spPr>
        <p:txBody>
          <a:bodyPr wrap="none" rtlCol="0">
            <a:spAutoFit/>
          </a:bodyPr>
          <a:lstStyle/>
          <a:p>
            <a:r>
              <a:rPr lang="en-US" dirty="0"/>
              <a:t>-1.322</a:t>
            </a:r>
          </a:p>
        </p:txBody>
      </p:sp>
      <mc:AlternateContent xmlns:mc="http://schemas.openxmlformats.org/markup-compatibility/2006" xmlns:p14="http://schemas.microsoft.com/office/powerpoint/2010/main">
        <mc:Choice Requires="p14">
          <p:contentPart p14:bwMode="auto" r:id="rId2">
            <p14:nvContentPartPr>
              <p14:cNvPr id="27" name="Ink 26">
                <a:extLst>
                  <a:ext uri="{FF2B5EF4-FFF2-40B4-BE49-F238E27FC236}">
                    <a16:creationId xmlns:a16="http://schemas.microsoft.com/office/drawing/2014/main" id="{17E33069-29D3-8807-E0B8-23D12AA9426E}"/>
                  </a:ext>
                </a:extLst>
              </p14:cNvPr>
              <p14:cNvContentPartPr/>
              <p14:nvPr/>
            </p14:nvContentPartPr>
            <p14:xfrm>
              <a:off x="10631153" y="2622407"/>
              <a:ext cx="1329840" cy="1373040"/>
            </p14:xfrm>
          </p:contentPart>
        </mc:Choice>
        <mc:Fallback xmlns="">
          <p:pic>
            <p:nvPicPr>
              <p:cNvPr id="27" name="Ink 26">
                <a:extLst>
                  <a:ext uri="{FF2B5EF4-FFF2-40B4-BE49-F238E27FC236}">
                    <a16:creationId xmlns:a16="http://schemas.microsoft.com/office/drawing/2014/main" id="{17E33069-29D3-8807-E0B8-23D12AA9426E}"/>
                  </a:ext>
                </a:extLst>
              </p:cNvPr>
              <p:cNvPicPr/>
              <p:nvPr/>
            </p:nvPicPr>
            <p:blipFill>
              <a:blip r:embed="rId3"/>
              <a:stretch>
                <a:fillRect/>
              </a:stretch>
            </p:blipFill>
            <p:spPr>
              <a:xfrm>
                <a:off x="10625033" y="2616287"/>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FB77136E-ED72-7E25-8A04-B354660B1229}"/>
                  </a:ext>
                </a:extLst>
              </p14:cNvPr>
              <p14:cNvContentPartPr/>
              <p14:nvPr/>
            </p14:nvContentPartPr>
            <p14:xfrm rot="10800000">
              <a:off x="5647836" y="2490244"/>
              <a:ext cx="1329840" cy="1373040"/>
            </p14:xfrm>
          </p:contentPart>
        </mc:Choice>
        <mc:Fallback xmlns="">
          <p:pic>
            <p:nvPicPr>
              <p:cNvPr id="28" name="Ink 27">
                <a:extLst>
                  <a:ext uri="{FF2B5EF4-FFF2-40B4-BE49-F238E27FC236}">
                    <a16:creationId xmlns:a16="http://schemas.microsoft.com/office/drawing/2014/main" id="{FB77136E-ED72-7E25-8A04-B354660B1229}"/>
                  </a:ext>
                </a:extLst>
              </p:cNvPr>
              <p:cNvPicPr/>
              <p:nvPr/>
            </p:nvPicPr>
            <p:blipFill>
              <a:blip r:embed="rId3"/>
              <a:stretch>
                <a:fillRect/>
              </a:stretch>
            </p:blipFill>
            <p:spPr>
              <a:xfrm rot="10800000">
                <a:off x="5641716" y="2484124"/>
                <a:ext cx="1342080" cy="1385280"/>
              </a:xfrm>
              <a:prstGeom prst="rect">
                <a:avLst/>
              </a:prstGeom>
            </p:spPr>
          </p:pic>
        </mc:Fallback>
      </mc:AlternateContent>
      <p:sp>
        <p:nvSpPr>
          <p:cNvPr id="29" name="TextBox 28">
            <a:extLst>
              <a:ext uri="{FF2B5EF4-FFF2-40B4-BE49-F238E27FC236}">
                <a16:creationId xmlns:a16="http://schemas.microsoft.com/office/drawing/2014/main" id="{E5057914-1D20-5CCA-79F4-F0BC16A23466}"/>
              </a:ext>
            </a:extLst>
          </p:cNvPr>
          <p:cNvSpPr txBox="1"/>
          <p:nvPr/>
        </p:nvSpPr>
        <p:spPr>
          <a:xfrm>
            <a:off x="6131831" y="2985498"/>
            <a:ext cx="372218" cy="369332"/>
          </a:xfrm>
          <a:prstGeom prst="rect">
            <a:avLst/>
          </a:prstGeom>
          <a:noFill/>
        </p:spPr>
        <p:txBody>
          <a:bodyPr wrap="none" rtlCol="0">
            <a:spAutoFit/>
          </a:bodyPr>
          <a:lstStyle/>
          <a:p>
            <a:r>
              <a:rPr lang="en-US" dirty="0"/>
              <a:t>-1</a:t>
            </a:r>
          </a:p>
        </p:txBody>
      </p:sp>
      <p:sp>
        <p:nvSpPr>
          <p:cNvPr id="30" name="TextBox 29">
            <a:extLst>
              <a:ext uri="{FF2B5EF4-FFF2-40B4-BE49-F238E27FC236}">
                <a16:creationId xmlns:a16="http://schemas.microsoft.com/office/drawing/2014/main" id="{3F9CFC80-AB6F-5FC1-B9E8-B02338367128}"/>
              </a:ext>
            </a:extLst>
          </p:cNvPr>
          <p:cNvSpPr txBox="1"/>
          <p:nvPr/>
        </p:nvSpPr>
        <p:spPr>
          <a:xfrm>
            <a:off x="10921640" y="3066428"/>
            <a:ext cx="780983" cy="369332"/>
          </a:xfrm>
          <a:prstGeom prst="rect">
            <a:avLst/>
          </a:prstGeom>
          <a:noFill/>
        </p:spPr>
        <p:txBody>
          <a:bodyPr wrap="none" rtlCol="0">
            <a:spAutoFit/>
          </a:bodyPr>
          <a:lstStyle/>
          <a:p>
            <a:r>
              <a:rPr lang="en-US" dirty="0"/>
              <a:t>-0.737</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0D01EF8-4402-C8E2-9971-B56E100D8CD5}"/>
                  </a:ext>
                </a:extLst>
              </p:cNvPr>
              <p:cNvSpPr txBox="1"/>
              <p:nvPr/>
            </p:nvSpPr>
            <p:spPr>
              <a:xfrm>
                <a:off x="0" y="4161217"/>
                <a:ext cx="11357812" cy="43088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pt-BR" sz="2800" i="1" smtClean="0">
                              <a:latin typeface="Cambria Math" panose="02040503050406030204" pitchFamily="18" charset="0"/>
                            </a:rPr>
                          </m:ctrlPr>
                        </m:sSubPr>
                        <m:e>
                          <m:r>
                            <a:rPr lang="en-US" sz="2800" b="0" i="1" smtClean="0">
                              <a:latin typeface="Cambria Math" panose="02040503050406030204" pitchFamily="18" charset="0"/>
                            </a:rPr>
                            <m:t>𝑝</m:t>
                          </m:r>
                        </m:e>
                        <m:sub>
                          <m:r>
                            <a:rPr lang="en-US" sz="2800" b="0" i="1" smtClean="0">
                              <a:latin typeface="Cambria Math" panose="02040503050406030204" pitchFamily="18" charset="0"/>
                            </a:rPr>
                            <m:t>𝐶</m:t>
                          </m:r>
                        </m:sub>
                      </m:sSub>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𝐺</m:t>
                          </m:r>
                          <m:r>
                            <a:rPr lang="en-US" sz="2800" b="0" i="1" smtClean="0">
                              <a:latin typeface="Cambria Math" panose="02040503050406030204" pitchFamily="18" charset="0"/>
                            </a:rPr>
                            <m:t>,2</m:t>
                          </m:r>
                        </m:e>
                      </m:d>
                      <m:r>
                        <a:rPr lang="en-US" sz="2800" b="0" i="1" smtClean="0">
                          <a:latin typeface="Cambria Math" panose="02040503050406030204" pitchFamily="18" charset="0"/>
                        </a:rPr>
                        <m:t>=</m:t>
                      </m:r>
                      <m:r>
                        <a:rPr lang="en-US" sz="2800" i="1">
                          <a:latin typeface="Cambria Math" panose="02040503050406030204" pitchFamily="18" charset="0"/>
                        </a:rPr>
                        <m:t>−1.737</m:t>
                      </m:r>
                      <m:r>
                        <a:rPr lang="en-US" sz="2800" b="0" i="1" smtClean="0">
                          <a:latin typeface="Cambria Math" panose="02040503050406030204" pitchFamily="18" charset="0"/>
                        </a:rPr>
                        <m:t>+</m:t>
                      </m:r>
                      <m:func>
                        <m:funcPr>
                          <m:ctrlPr>
                            <a:rPr lang="en-US" sz="2800" b="0" i="1" smtClean="0">
                              <a:latin typeface="Cambria Math" panose="02040503050406030204" pitchFamily="18" charset="0"/>
                            </a:rPr>
                          </m:ctrlPr>
                        </m:funcPr>
                        <m:fName>
                          <m:r>
                            <m:rPr>
                              <m:sty m:val="p"/>
                            </m:rPr>
                            <a:rPr lang="en-US" sz="2800" b="0" i="0" smtClean="0">
                              <a:latin typeface="Cambria Math" panose="02040503050406030204" pitchFamily="18" charset="0"/>
                            </a:rPr>
                            <m:t>max</m:t>
                          </m:r>
                        </m:fName>
                        <m:e>
                          <m:d>
                            <m:dPr>
                              <m:ctrlPr>
                                <a:rPr lang="en-US" sz="2800" b="0" i="1" smtClean="0">
                                  <a:latin typeface="Cambria Math" panose="02040503050406030204" pitchFamily="18" charset="0"/>
                                </a:rPr>
                              </m:ctrlPr>
                            </m:dPr>
                            <m:e>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i="1">
                                      <a:latin typeface="Cambria Math" panose="02040503050406030204" pitchFamily="18" charset="0"/>
                                    </a:rPr>
                                    <m:t>𝐶</m:t>
                                  </m:r>
                                </m:sub>
                              </m:sSub>
                              <m:d>
                                <m:dPr>
                                  <m:ctrlPr>
                                    <a:rPr lang="en-US" sz="2800" i="1">
                                      <a:latin typeface="Cambria Math" panose="02040503050406030204" pitchFamily="18" charset="0"/>
                                    </a:rPr>
                                  </m:ctrlPr>
                                </m:dPr>
                                <m:e>
                                  <m:r>
                                    <a:rPr lang="en-US" sz="2800" i="1">
                                      <a:latin typeface="Cambria Math" panose="02040503050406030204" pitchFamily="18" charset="0"/>
                                    </a:rPr>
                                    <m:t>𝐺</m:t>
                                  </m:r>
                                  <m:r>
                                    <a:rPr lang="en-US" sz="2800" i="1">
                                      <a:latin typeface="Cambria Math" panose="02040503050406030204" pitchFamily="18" charset="0"/>
                                    </a:rPr>
                                    <m:t>,1</m:t>
                                  </m:r>
                                </m:e>
                              </m:d>
                              <m:r>
                                <a:rPr lang="en-US" sz="2800" b="0" i="1" smtClean="0">
                                  <a:latin typeface="Cambria Math" panose="02040503050406030204" pitchFamily="18" charset="0"/>
                                </a:rPr>
                                <m:t>+</m:t>
                              </m:r>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i="1">
                                      <a:latin typeface="Cambria Math" panose="02040503050406030204" pitchFamily="18" charset="0"/>
                                    </a:rPr>
                                    <m:t>𝐶</m:t>
                                  </m:r>
                                  <m:r>
                                    <a:rPr lang="en-US" sz="2800" b="0" i="1" smtClean="0">
                                      <a:latin typeface="Cambria Math" panose="02040503050406030204" pitchFamily="18" charset="0"/>
                                    </a:rPr>
                                    <m:t>𝐶</m:t>
                                  </m:r>
                                </m:sub>
                              </m:sSub>
                              <m:r>
                                <a:rPr lang="en-US" sz="2800" b="0" i="1" smtClean="0">
                                  <a:latin typeface="Cambria Math" panose="02040503050406030204" pitchFamily="18" charset="0"/>
                                </a:rPr>
                                <m:t>,</m:t>
                              </m:r>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b="0" i="1" smtClean="0">
                                      <a:latin typeface="Cambria Math" panose="02040503050406030204" pitchFamily="18" charset="0"/>
                                    </a:rPr>
                                    <m:t>𝑁</m:t>
                                  </m:r>
                                </m:sub>
                              </m:sSub>
                              <m:d>
                                <m:dPr>
                                  <m:ctrlPr>
                                    <a:rPr lang="en-US" sz="2800" i="1">
                                      <a:latin typeface="Cambria Math" panose="02040503050406030204" pitchFamily="18" charset="0"/>
                                    </a:rPr>
                                  </m:ctrlPr>
                                </m:dPr>
                                <m:e>
                                  <m:r>
                                    <a:rPr lang="en-US" sz="2800" i="1">
                                      <a:latin typeface="Cambria Math" panose="02040503050406030204" pitchFamily="18" charset="0"/>
                                    </a:rPr>
                                    <m:t>𝐺</m:t>
                                  </m:r>
                                  <m:r>
                                    <a:rPr lang="en-US" sz="2800" i="1">
                                      <a:latin typeface="Cambria Math" panose="02040503050406030204" pitchFamily="18" charset="0"/>
                                    </a:rPr>
                                    <m:t>,1</m:t>
                                  </m:r>
                                </m:e>
                              </m:d>
                              <m:r>
                                <a:rPr lang="en-US" sz="2800" i="1">
                                  <a:latin typeface="Cambria Math" panose="02040503050406030204" pitchFamily="18" charset="0"/>
                                </a:rPr>
                                <m:t>+</m:t>
                              </m:r>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b="0" i="1" smtClean="0">
                                      <a:latin typeface="Cambria Math" panose="02040503050406030204" pitchFamily="18" charset="0"/>
                                    </a:rPr>
                                    <m:t>𝑁𝐶</m:t>
                                  </m:r>
                                </m:sub>
                              </m:sSub>
                            </m:e>
                          </m:d>
                        </m:e>
                      </m:func>
                      <m:r>
                        <a:rPr lang="en-US" sz="2800" b="0" i="1" smtClean="0">
                          <a:latin typeface="Cambria Math" panose="02040503050406030204" pitchFamily="18" charset="0"/>
                        </a:rPr>
                        <m:t>=−5.474</m:t>
                      </m:r>
                    </m:oMath>
                  </m:oMathPara>
                </a14:m>
                <a:endParaRPr lang="en-US" sz="2800" dirty="0"/>
              </a:p>
            </p:txBody>
          </p:sp>
        </mc:Choice>
        <mc:Fallback xmlns="">
          <p:sp>
            <p:nvSpPr>
              <p:cNvPr id="6" name="TextBox 5">
                <a:extLst>
                  <a:ext uri="{FF2B5EF4-FFF2-40B4-BE49-F238E27FC236}">
                    <a16:creationId xmlns:a16="http://schemas.microsoft.com/office/drawing/2014/main" id="{50D01EF8-4402-C8E2-9971-B56E100D8CD5}"/>
                  </a:ext>
                </a:extLst>
              </p:cNvPr>
              <p:cNvSpPr txBox="1">
                <a:spLocks noRot="1" noChangeAspect="1" noMove="1" noResize="1" noEditPoints="1" noAdjustHandles="1" noChangeArrowheads="1" noChangeShapeType="1" noTextEdit="1"/>
              </p:cNvSpPr>
              <p:nvPr/>
            </p:nvSpPr>
            <p:spPr>
              <a:xfrm>
                <a:off x="0" y="4161217"/>
                <a:ext cx="11357812" cy="43088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248F9EE-B4BC-1B3A-4E63-862CEA5D5FF7}"/>
                  </a:ext>
                </a:extLst>
              </p:cNvPr>
              <p:cNvSpPr txBox="1"/>
              <p:nvPr/>
            </p:nvSpPr>
            <p:spPr>
              <a:xfrm>
                <a:off x="0" y="5787957"/>
                <a:ext cx="11357812" cy="43088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pt-BR" sz="2800" i="1" smtClean="0">
                              <a:latin typeface="Cambria Math" panose="02040503050406030204" pitchFamily="18" charset="0"/>
                            </a:rPr>
                          </m:ctrlPr>
                        </m:sSubPr>
                        <m:e>
                          <m:r>
                            <a:rPr lang="en-US" sz="2800" b="0" i="1" smtClean="0">
                              <a:latin typeface="Cambria Math" panose="02040503050406030204" pitchFamily="18" charset="0"/>
                            </a:rPr>
                            <m:t>𝑝</m:t>
                          </m:r>
                        </m:e>
                        <m:sub>
                          <m:r>
                            <a:rPr lang="en-US" sz="2800" b="0" i="1" smtClean="0">
                              <a:latin typeface="Cambria Math" panose="02040503050406030204" pitchFamily="18" charset="0"/>
                            </a:rPr>
                            <m:t>𝑁</m:t>
                          </m:r>
                        </m:sub>
                      </m:sSub>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𝐺</m:t>
                          </m:r>
                          <m:r>
                            <a:rPr lang="en-US" sz="2800" b="0" i="1" smtClean="0">
                              <a:latin typeface="Cambria Math" panose="02040503050406030204" pitchFamily="18" charset="0"/>
                            </a:rPr>
                            <m:t>,2</m:t>
                          </m:r>
                        </m:e>
                      </m:d>
                      <m:r>
                        <a:rPr lang="en-US" sz="2800" b="0" i="1" smtClean="0">
                          <a:latin typeface="Cambria Math" panose="02040503050406030204" pitchFamily="18" charset="0"/>
                        </a:rPr>
                        <m:t>=</m:t>
                      </m:r>
                      <m:r>
                        <a:rPr lang="en-US" sz="2800" i="1">
                          <a:latin typeface="Cambria Math" panose="02040503050406030204" pitchFamily="18" charset="0"/>
                        </a:rPr>
                        <m:t>−</m:t>
                      </m:r>
                      <m:r>
                        <a:rPr lang="en-US" sz="2800" b="0" i="1" smtClean="0">
                          <a:latin typeface="Cambria Math" panose="02040503050406030204" pitchFamily="18" charset="0"/>
                        </a:rPr>
                        <m:t>2.322+</m:t>
                      </m:r>
                      <m:func>
                        <m:funcPr>
                          <m:ctrlPr>
                            <a:rPr lang="en-US" sz="2800" b="0" i="1" smtClean="0">
                              <a:latin typeface="Cambria Math" panose="02040503050406030204" pitchFamily="18" charset="0"/>
                            </a:rPr>
                          </m:ctrlPr>
                        </m:funcPr>
                        <m:fName>
                          <m:r>
                            <m:rPr>
                              <m:sty m:val="p"/>
                            </m:rPr>
                            <a:rPr lang="en-US" sz="2800" b="0" i="0" smtClean="0">
                              <a:latin typeface="Cambria Math" panose="02040503050406030204" pitchFamily="18" charset="0"/>
                            </a:rPr>
                            <m:t>max</m:t>
                          </m:r>
                        </m:fName>
                        <m:e>
                          <m:d>
                            <m:dPr>
                              <m:ctrlPr>
                                <a:rPr lang="en-US" sz="2800" b="0" i="1" smtClean="0">
                                  <a:latin typeface="Cambria Math" panose="02040503050406030204" pitchFamily="18" charset="0"/>
                                </a:rPr>
                              </m:ctrlPr>
                            </m:dPr>
                            <m:e>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i="1">
                                      <a:latin typeface="Cambria Math" panose="02040503050406030204" pitchFamily="18" charset="0"/>
                                    </a:rPr>
                                    <m:t>𝐶</m:t>
                                  </m:r>
                                </m:sub>
                              </m:sSub>
                              <m:d>
                                <m:dPr>
                                  <m:ctrlPr>
                                    <a:rPr lang="en-US" sz="2800" i="1">
                                      <a:latin typeface="Cambria Math" panose="02040503050406030204" pitchFamily="18" charset="0"/>
                                    </a:rPr>
                                  </m:ctrlPr>
                                </m:dPr>
                                <m:e>
                                  <m:r>
                                    <a:rPr lang="en-US" sz="2800" i="1">
                                      <a:latin typeface="Cambria Math" panose="02040503050406030204" pitchFamily="18" charset="0"/>
                                    </a:rPr>
                                    <m:t>𝐺</m:t>
                                  </m:r>
                                  <m:r>
                                    <a:rPr lang="en-US" sz="2800" i="1">
                                      <a:latin typeface="Cambria Math" panose="02040503050406030204" pitchFamily="18" charset="0"/>
                                    </a:rPr>
                                    <m:t>,1</m:t>
                                  </m:r>
                                </m:e>
                              </m:d>
                              <m:r>
                                <a:rPr lang="en-US" sz="2800" b="0" i="1" smtClean="0">
                                  <a:latin typeface="Cambria Math" panose="02040503050406030204" pitchFamily="18" charset="0"/>
                                </a:rPr>
                                <m:t>+</m:t>
                              </m:r>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b="0" i="1" smtClean="0">
                                      <a:latin typeface="Cambria Math" panose="02040503050406030204" pitchFamily="18" charset="0"/>
                                    </a:rPr>
                                    <m:t>𝐶𝑁</m:t>
                                  </m:r>
                                </m:sub>
                              </m:sSub>
                              <m:r>
                                <a:rPr lang="en-US" sz="2800" b="0" i="1" smtClean="0">
                                  <a:latin typeface="Cambria Math" panose="02040503050406030204" pitchFamily="18" charset="0"/>
                                </a:rPr>
                                <m:t>,</m:t>
                              </m:r>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b="0" i="1" smtClean="0">
                                      <a:latin typeface="Cambria Math" panose="02040503050406030204" pitchFamily="18" charset="0"/>
                                    </a:rPr>
                                    <m:t>𝑁</m:t>
                                  </m:r>
                                </m:sub>
                              </m:sSub>
                              <m:d>
                                <m:dPr>
                                  <m:ctrlPr>
                                    <a:rPr lang="en-US" sz="2800" i="1">
                                      <a:latin typeface="Cambria Math" panose="02040503050406030204" pitchFamily="18" charset="0"/>
                                    </a:rPr>
                                  </m:ctrlPr>
                                </m:dPr>
                                <m:e>
                                  <m:r>
                                    <a:rPr lang="en-US" sz="2800" i="1">
                                      <a:latin typeface="Cambria Math" panose="02040503050406030204" pitchFamily="18" charset="0"/>
                                    </a:rPr>
                                    <m:t>𝐺</m:t>
                                  </m:r>
                                  <m:r>
                                    <a:rPr lang="en-US" sz="2800" i="1">
                                      <a:latin typeface="Cambria Math" panose="02040503050406030204" pitchFamily="18" charset="0"/>
                                    </a:rPr>
                                    <m:t>,1</m:t>
                                  </m:r>
                                </m:e>
                              </m:d>
                              <m:r>
                                <a:rPr lang="en-US" sz="2800" i="1">
                                  <a:latin typeface="Cambria Math" panose="02040503050406030204" pitchFamily="18" charset="0"/>
                                </a:rPr>
                                <m:t>+</m:t>
                              </m:r>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b="0" i="1" smtClean="0">
                                      <a:latin typeface="Cambria Math" panose="02040503050406030204" pitchFamily="18" charset="0"/>
                                    </a:rPr>
                                    <m:t>𝑁𝑁</m:t>
                                  </m:r>
                                </m:sub>
                              </m:sSub>
                            </m:e>
                          </m:d>
                        </m:e>
                      </m:func>
                      <m:r>
                        <a:rPr lang="en-US" sz="2800" b="0" i="1" smtClean="0">
                          <a:latin typeface="Cambria Math" panose="02040503050406030204" pitchFamily="18" charset="0"/>
                        </a:rPr>
                        <m:t>=−6.059</m:t>
                      </m:r>
                    </m:oMath>
                  </m:oMathPara>
                </a14:m>
                <a:endParaRPr lang="en-US" sz="2800" dirty="0"/>
              </a:p>
            </p:txBody>
          </p:sp>
        </mc:Choice>
        <mc:Fallback xmlns="">
          <p:sp>
            <p:nvSpPr>
              <p:cNvPr id="10" name="TextBox 9">
                <a:extLst>
                  <a:ext uri="{FF2B5EF4-FFF2-40B4-BE49-F238E27FC236}">
                    <a16:creationId xmlns:a16="http://schemas.microsoft.com/office/drawing/2014/main" id="{5248F9EE-B4BC-1B3A-4E63-862CEA5D5FF7}"/>
                  </a:ext>
                </a:extLst>
              </p:cNvPr>
              <p:cNvSpPr txBox="1">
                <a:spLocks noRot="1" noChangeAspect="1" noMove="1" noResize="1" noEditPoints="1" noAdjustHandles="1" noChangeArrowheads="1" noChangeShapeType="1" noTextEdit="1"/>
              </p:cNvSpPr>
              <p:nvPr/>
            </p:nvSpPr>
            <p:spPr>
              <a:xfrm>
                <a:off x="0" y="5787957"/>
                <a:ext cx="11357812" cy="430887"/>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69996844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3388EF-D146-06E0-F841-86B60A46A5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A20023-2A85-7B34-0AC9-AD76C74D6680}"/>
              </a:ext>
            </a:extLst>
          </p:cNvPr>
          <p:cNvSpPr>
            <a:spLocks noGrp="1"/>
          </p:cNvSpPr>
          <p:nvPr>
            <p:ph type="title"/>
          </p:nvPr>
        </p:nvSpPr>
        <p:spPr/>
        <p:txBody>
          <a:bodyPr>
            <a:normAutofit fontScale="90000"/>
          </a:bodyPr>
          <a:lstStyle/>
          <a:p>
            <a:r>
              <a:rPr lang="en-US" dirty="0"/>
              <a:t>Viterbi algorithm for HMMs</a:t>
            </a:r>
          </a:p>
        </p:txBody>
      </p:sp>
      <p:sp>
        <p:nvSpPr>
          <p:cNvPr id="3" name="Content Placeholder 2">
            <a:extLst>
              <a:ext uri="{FF2B5EF4-FFF2-40B4-BE49-F238E27FC236}">
                <a16:creationId xmlns:a16="http://schemas.microsoft.com/office/drawing/2014/main" id="{6EC04BBE-5CB5-9A21-94B8-99329501EE71}"/>
              </a:ext>
            </a:extLst>
          </p:cNvPr>
          <p:cNvSpPr>
            <a:spLocks noGrp="1"/>
          </p:cNvSpPr>
          <p:nvPr>
            <p:ph idx="1"/>
          </p:nvPr>
        </p:nvSpPr>
        <p:spPr>
          <a:xfrm>
            <a:off x="231007" y="1761423"/>
            <a:ext cx="10895798" cy="4880009"/>
          </a:xfrm>
        </p:spPr>
        <p:txBody>
          <a:bodyPr>
            <a:normAutofit/>
          </a:bodyPr>
          <a:lstStyle/>
          <a:p>
            <a:r>
              <a:rPr lang="en-US" dirty="0"/>
              <a:t>S = </a:t>
            </a:r>
            <a:r>
              <a:rPr lang="en-US" b="1" dirty="0">
                <a:solidFill>
                  <a:schemeClr val="tx1"/>
                </a:solidFill>
              </a:rPr>
              <a:t>G</a:t>
            </a:r>
            <a:r>
              <a:rPr lang="en-US" b="1" dirty="0">
                <a:solidFill>
                  <a:srgbClr val="FF0000"/>
                </a:solidFill>
              </a:rPr>
              <a:t>G</a:t>
            </a:r>
            <a:r>
              <a:rPr lang="en-US" b="1" dirty="0"/>
              <a:t>CACTGAA</a:t>
            </a:r>
            <a:endParaRPr lang="en-US" dirty="0"/>
          </a:p>
          <a:p>
            <a:pPr marL="0" indent="0">
              <a:buNone/>
            </a:pPr>
            <a:endParaRPr lang="en-US" dirty="0"/>
          </a:p>
          <a:p>
            <a:r>
              <a:rPr lang="en-US" dirty="0"/>
              <a:t>Log probability that the second </a:t>
            </a:r>
            <a:r>
              <a:rPr lang="en-US" b="1" dirty="0">
                <a:solidFill>
                  <a:srgbClr val="FF0000"/>
                </a:solidFill>
              </a:rPr>
              <a:t>G</a:t>
            </a:r>
            <a:r>
              <a:rPr lang="en-US" dirty="0"/>
              <a:t> </a:t>
            </a:r>
            <a:br>
              <a:rPr lang="en-US" dirty="0"/>
            </a:br>
            <a:r>
              <a:rPr lang="en-US" dirty="0"/>
              <a:t>was emitted by state C:</a:t>
            </a:r>
          </a:p>
          <a:p>
            <a:endParaRPr lang="en-US" dirty="0"/>
          </a:p>
          <a:p>
            <a:endParaRPr lang="en-US" dirty="0"/>
          </a:p>
          <a:p>
            <a:r>
              <a:rPr lang="en-US" dirty="0"/>
              <a:t>Log probability that the second </a:t>
            </a:r>
            <a:r>
              <a:rPr lang="en-US" b="1" dirty="0">
                <a:solidFill>
                  <a:srgbClr val="FF0000"/>
                </a:solidFill>
              </a:rPr>
              <a:t>G</a:t>
            </a:r>
            <a:r>
              <a:rPr lang="en-US" dirty="0"/>
              <a:t> </a:t>
            </a:r>
            <a:br>
              <a:rPr lang="en-US" dirty="0"/>
            </a:br>
            <a:r>
              <a:rPr lang="en-US" dirty="0"/>
              <a:t>was emitted by state N:</a:t>
            </a:r>
          </a:p>
          <a:p>
            <a:pPr marL="0" indent="0">
              <a:buNone/>
            </a:pPr>
            <a:br>
              <a:rPr lang="en-US" dirty="0"/>
            </a:br>
            <a:endParaRPr lang="en-US" dirty="0"/>
          </a:p>
        </p:txBody>
      </p:sp>
      <p:sp>
        <p:nvSpPr>
          <p:cNvPr id="4" name="Slide Number Placeholder 3">
            <a:extLst>
              <a:ext uri="{FF2B5EF4-FFF2-40B4-BE49-F238E27FC236}">
                <a16:creationId xmlns:a16="http://schemas.microsoft.com/office/drawing/2014/main" id="{F21B8868-33B7-A429-ACCA-5C76B437D7EC}"/>
              </a:ext>
            </a:extLst>
          </p:cNvPr>
          <p:cNvSpPr>
            <a:spLocks noGrp="1"/>
          </p:cNvSpPr>
          <p:nvPr>
            <p:ph type="sldNum" sz="quarter" idx="12"/>
          </p:nvPr>
        </p:nvSpPr>
        <p:spPr/>
        <p:txBody>
          <a:bodyPr/>
          <a:lstStyle/>
          <a:p>
            <a:fld id="{B82CCC60-E8CD-4174-8B1A-7DF615B22EEF}" type="slidenum">
              <a:rPr lang="en-US" smtClean="0"/>
              <a:pPr/>
              <a:t>48</a:t>
            </a:fld>
            <a:endParaRPr lang="en-US" dirty="0"/>
          </a:p>
        </p:txBody>
      </p:sp>
      <p:sp>
        <p:nvSpPr>
          <p:cNvPr id="5" name="TextBox 4">
            <a:extLst>
              <a:ext uri="{FF2B5EF4-FFF2-40B4-BE49-F238E27FC236}">
                <a16:creationId xmlns:a16="http://schemas.microsoft.com/office/drawing/2014/main" id="{1A7D3883-5E4B-8893-A248-D83D5797DF2E}"/>
              </a:ext>
            </a:extLst>
          </p:cNvPr>
          <p:cNvSpPr txBox="1"/>
          <p:nvPr/>
        </p:nvSpPr>
        <p:spPr>
          <a:xfrm>
            <a:off x="8464957" y="1509423"/>
            <a:ext cx="782009" cy="461665"/>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Start</a:t>
            </a:r>
          </a:p>
        </p:txBody>
      </p:sp>
      <p:cxnSp>
        <p:nvCxnSpPr>
          <p:cNvPr id="7" name="Straight Arrow Connector 6">
            <a:extLst>
              <a:ext uri="{FF2B5EF4-FFF2-40B4-BE49-F238E27FC236}">
                <a16:creationId xmlns:a16="http://schemas.microsoft.com/office/drawing/2014/main" id="{95ECE31C-F41C-AD07-2BC1-3ABA9F7034DE}"/>
              </a:ext>
            </a:extLst>
          </p:cNvPr>
          <p:cNvCxnSpPr>
            <a:cxnSpLocks/>
          </p:cNvCxnSpPr>
          <p:nvPr/>
        </p:nvCxnSpPr>
        <p:spPr>
          <a:xfrm flipH="1">
            <a:off x="7858566" y="2077313"/>
            <a:ext cx="798897"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9" name="Straight Arrow Connector 8">
            <a:extLst>
              <a:ext uri="{FF2B5EF4-FFF2-40B4-BE49-F238E27FC236}">
                <a16:creationId xmlns:a16="http://schemas.microsoft.com/office/drawing/2014/main" id="{373E8E49-8039-3826-D3C4-B1C2A03B5303}"/>
              </a:ext>
            </a:extLst>
          </p:cNvPr>
          <p:cNvCxnSpPr>
            <a:cxnSpLocks/>
          </p:cNvCxnSpPr>
          <p:nvPr/>
        </p:nvCxnSpPr>
        <p:spPr>
          <a:xfrm>
            <a:off x="8975096" y="2077313"/>
            <a:ext cx="744354"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2" name="TextBox 11">
            <a:extLst>
              <a:ext uri="{FF2B5EF4-FFF2-40B4-BE49-F238E27FC236}">
                <a16:creationId xmlns:a16="http://schemas.microsoft.com/office/drawing/2014/main" id="{D54551B2-5464-652C-6358-F0EABAC07FFD}"/>
              </a:ext>
            </a:extLst>
          </p:cNvPr>
          <p:cNvSpPr txBox="1"/>
          <p:nvPr/>
        </p:nvSpPr>
        <p:spPr>
          <a:xfrm>
            <a:off x="7829729" y="1892647"/>
            <a:ext cx="372218" cy="369332"/>
          </a:xfrm>
          <a:prstGeom prst="rect">
            <a:avLst/>
          </a:prstGeom>
          <a:noFill/>
        </p:spPr>
        <p:txBody>
          <a:bodyPr wrap="none" rtlCol="0">
            <a:spAutoFit/>
          </a:bodyPr>
          <a:lstStyle/>
          <a:p>
            <a:r>
              <a:rPr lang="en-US" dirty="0"/>
              <a:t>-1</a:t>
            </a:r>
          </a:p>
        </p:txBody>
      </p:sp>
      <p:sp>
        <p:nvSpPr>
          <p:cNvPr id="13" name="TextBox 12">
            <a:extLst>
              <a:ext uri="{FF2B5EF4-FFF2-40B4-BE49-F238E27FC236}">
                <a16:creationId xmlns:a16="http://schemas.microsoft.com/office/drawing/2014/main" id="{E16CB6DD-1A54-1BE0-C652-2468CF9B9B8D}"/>
              </a:ext>
            </a:extLst>
          </p:cNvPr>
          <p:cNvSpPr txBox="1"/>
          <p:nvPr/>
        </p:nvSpPr>
        <p:spPr>
          <a:xfrm>
            <a:off x="9284709" y="1892647"/>
            <a:ext cx="372218" cy="369332"/>
          </a:xfrm>
          <a:prstGeom prst="rect">
            <a:avLst/>
          </a:prstGeom>
          <a:noFill/>
        </p:spPr>
        <p:txBody>
          <a:bodyPr wrap="none" rtlCol="0">
            <a:spAutoFit/>
          </a:bodyPr>
          <a:lstStyle/>
          <a:p>
            <a:r>
              <a:rPr lang="en-US" dirty="0"/>
              <a:t>-1</a:t>
            </a:r>
          </a:p>
        </p:txBody>
      </p:sp>
      <p:sp>
        <p:nvSpPr>
          <p:cNvPr id="14" name="TextBox 13">
            <a:extLst>
              <a:ext uri="{FF2B5EF4-FFF2-40B4-BE49-F238E27FC236}">
                <a16:creationId xmlns:a16="http://schemas.microsoft.com/office/drawing/2014/main" id="{2FDF38AB-524F-D723-DC74-98D4467F6CC7}"/>
              </a:ext>
            </a:extLst>
          </p:cNvPr>
          <p:cNvSpPr txBox="1"/>
          <p:nvPr/>
        </p:nvSpPr>
        <p:spPr>
          <a:xfrm>
            <a:off x="7060253" y="2454050"/>
            <a:ext cx="1287532"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C </a:t>
            </a:r>
          </a:p>
          <a:p>
            <a:r>
              <a:rPr lang="en-US" b="1" dirty="0">
                <a:latin typeface="Courier New" panose="02070309020205020404" pitchFamily="49" charset="0"/>
                <a:cs typeface="Courier New" panose="02070309020205020404" pitchFamily="49" charset="0"/>
              </a:rPr>
              <a:t>A -2.322</a:t>
            </a:r>
          </a:p>
          <a:p>
            <a:r>
              <a:rPr lang="en-US" b="1" dirty="0">
                <a:latin typeface="Courier New" panose="02070309020205020404" pitchFamily="49" charset="0"/>
                <a:cs typeface="Courier New" panose="02070309020205020404" pitchFamily="49" charset="0"/>
              </a:rPr>
              <a:t>C -1.737</a:t>
            </a:r>
          </a:p>
          <a:p>
            <a:r>
              <a:rPr lang="en-US" b="1" dirty="0">
                <a:latin typeface="Courier New" panose="02070309020205020404" pitchFamily="49" charset="0"/>
                <a:cs typeface="Courier New" panose="02070309020205020404" pitchFamily="49" charset="0"/>
              </a:rPr>
              <a:t>G -1.737</a:t>
            </a:r>
          </a:p>
          <a:p>
            <a:r>
              <a:rPr lang="en-US" b="1" dirty="0">
                <a:latin typeface="Courier New" panose="02070309020205020404" pitchFamily="49" charset="0"/>
                <a:cs typeface="Courier New" panose="02070309020205020404" pitchFamily="49" charset="0"/>
              </a:rPr>
              <a:t>T -2.322</a:t>
            </a:r>
          </a:p>
        </p:txBody>
      </p:sp>
      <p:sp>
        <p:nvSpPr>
          <p:cNvPr id="16" name="TextBox 15">
            <a:extLst>
              <a:ext uri="{FF2B5EF4-FFF2-40B4-BE49-F238E27FC236}">
                <a16:creationId xmlns:a16="http://schemas.microsoft.com/office/drawing/2014/main" id="{43235F08-914F-9041-022F-075CC67824E4}"/>
              </a:ext>
            </a:extLst>
          </p:cNvPr>
          <p:cNvSpPr txBox="1"/>
          <p:nvPr/>
        </p:nvSpPr>
        <p:spPr>
          <a:xfrm>
            <a:off x="9253130" y="2454050"/>
            <a:ext cx="1287532"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N </a:t>
            </a:r>
          </a:p>
          <a:p>
            <a:r>
              <a:rPr lang="en-US" b="1" dirty="0">
                <a:latin typeface="Courier New" panose="02070309020205020404" pitchFamily="49" charset="0"/>
                <a:cs typeface="Courier New" panose="02070309020205020404" pitchFamily="49" charset="0"/>
              </a:rPr>
              <a:t>A -1.737</a:t>
            </a:r>
          </a:p>
          <a:p>
            <a:r>
              <a:rPr lang="en-US" b="1" dirty="0">
                <a:latin typeface="Courier New" panose="02070309020205020404" pitchFamily="49" charset="0"/>
                <a:cs typeface="Courier New" panose="02070309020205020404" pitchFamily="49" charset="0"/>
              </a:rPr>
              <a:t>C -2.322</a:t>
            </a:r>
          </a:p>
          <a:p>
            <a:r>
              <a:rPr lang="en-US" b="1" dirty="0">
                <a:latin typeface="Courier New" panose="02070309020205020404" pitchFamily="49" charset="0"/>
                <a:cs typeface="Courier New" panose="02070309020205020404" pitchFamily="49" charset="0"/>
              </a:rPr>
              <a:t>G -2.322</a:t>
            </a:r>
          </a:p>
          <a:p>
            <a:r>
              <a:rPr lang="en-US" b="1" dirty="0">
                <a:latin typeface="Courier New" panose="02070309020205020404" pitchFamily="49" charset="0"/>
                <a:cs typeface="Courier New" panose="02070309020205020404" pitchFamily="49" charset="0"/>
              </a:rPr>
              <a:t>T -1.737</a:t>
            </a:r>
          </a:p>
        </p:txBody>
      </p:sp>
      <p:cxnSp>
        <p:nvCxnSpPr>
          <p:cNvPr id="17" name="Straight Arrow Connector 16">
            <a:extLst>
              <a:ext uri="{FF2B5EF4-FFF2-40B4-BE49-F238E27FC236}">
                <a16:creationId xmlns:a16="http://schemas.microsoft.com/office/drawing/2014/main" id="{0E0E059C-9872-DFD0-F099-6A7C448095D5}"/>
              </a:ext>
            </a:extLst>
          </p:cNvPr>
          <p:cNvCxnSpPr>
            <a:cxnSpLocks/>
          </p:cNvCxnSpPr>
          <p:nvPr/>
        </p:nvCxnSpPr>
        <p:spPr>
          <a:xfrm>
            <a:off x="8475007" y="3170164"/>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26E83DF9-CD2F-2B8B-079C-891A3DD17D1C}"/>
              </a:ext>
            </a:extLst>
          </p:cNvPr>
          <p:cNvCxnSpPr>
            <a:cxnSpLocks/>
          </p:cNvCxnSpPr>
          <p:nvPr/>
        </p:nvCxnSpPr>
        <p:spPr>
          <a:xfrm flipH="1">
            <a:off x="8475007" y="3466813"/>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5" name="TextBox 24">
            <a:extLst>
              <a:ext uri="{FF2B5EF4-FFF2-40B4-BE49-F238E27FC236}">
                <a16:creationId xmlns:a16="http://schemas.microsoft.com/office/drawing/2014/main" id="{E2419E6B-9CBE-329F-803F-D4876AFAF5FB}"/>
              </a:ext>
            </a:extLst>
          </p:cNvPr>
          <p:cNvSpPr txBox="1"/>
          <p:nvPr/>
        </p:nvSpPr>
        <p:spPr>
          <a:xfrm>
            <a:off x="8548068" y="2732844"/>
            <a:ext cx="409268" cy="369332"/>
          </a:xfrm>
          <a:prstGeom prst="rect">
            <a:avLst/>
          </a:prstGeom>
          <a:noFill/>
        </p:spPr>
        <p:txBody>
          <a:bodyPr wrap="square" rtlCol="0">
            <a:spAutoFit/>
          </a:bodyPr>
          <a:lstStyle/>
          <a:p>
            <a:r>
              <a:rPr lang="en-US" dirty="0"/>
              <a:t>-1</a:t>
            </a:r>
          </a:p>
        </p:txBody>
      </p:sp>
      <p:sp>
        <p:nvSpPr>
          <p:cNvPr id="26" name="TextBox 25">
            <a:extLst>
              <a:ext uri="{FF2B5EF4-FFF2-40B4-BE49-F238E27FC236}">
                <a16:creationId xmlns:a16="http://schemas.microsoft.com/office/drawing/2014/main" id="{C6086DB1-DCE0-1F5C-2752-62DC222B7B7B}"/>
              </a:ext>
            </a:extLst>
          </p:cNvPr>
          <p:cNvSpPr txBox="1"/>
          <p:nvPr/>
        </p:nvSpPr>
        <p:spPr>
          <a:xfrm>
            <a:off x="8409966" y="3493222"/>
            <a:ext cx="780983" cy="369332"/>
          </a:xfrm>
          <a:prstGeom prst="rect">
            <a:avLst/>
          </a:prstGeom>
          <a:noFill/>
        </p:spPr>
        <p:txBody>
          <a:bodyPr wrap="none" rtlCol="0">
            <a:spAutoFit/>
          </a:bodyPr>
          <a:lstStyle/>
          <a:p>
            <a:r>
              <a:rPr lang="en-US" dirty="0"/>
              <a:t>-1.322</a:t>
            </a:r>
          </a:p>
        </p:txBody>
      </p:sp>
      <mc:AlternateContent xmlns:mc="http://schemas.openxmlformats.org/markup-compatibility/2006" xmlns:p14="http://schemas.microsoft.com/office/powerpoint/2010/main">
        <mc:Choice Requires="p14">
          <p:contentPart p14:bwMode="auto" r:id="rId2">
            <p14:nvContentPartPr>
              <p14:cNvPr id="27" name="Ink 26">
                <a:extLst>
                  <a:ext uri="{FF2B5EF4-FFF2-40B4-BE49-F238E27FC236}">
                    <a16:creationId xmlns:a16="http://schemas.microsoft.com/office/drawing/2014/main" id="{EEAD7D7D-56CB-1290-2796-7D3AFD60BACE}"/>
                  </a:ext>
                </a:extLst>
              </p14:cNvPr>
              <p14:cNvContentPartPr/>
              <p14:nvPr/>
            </p14:nvContentPartPr>
            <p14:xfrm>
              <a:off x="10631153" y="2622407"/>
              <a:ext cx="1329840" cy="1373040"/>
            </p14:xfrm>
          </p:contentPart>
        </mc:Choice>
        <mc:Fallback xmlns="">
          <p:pic>
            <p:nvPicPr>
              <p:cNvPr id="27" name="Ink 26">
                <a:extLst>
                  <a:ext uri="{FF2B5EF4-FFF2-40B4-BE49-F238E27FC236}">
                    <a16:creationId xmlns:a16="http://schemas.microsoft.com/office/drawing/2014/main" id="{EEAD7D7D-56CB-1290-2796-7D3AFD60BACE}"/>
                  </a:ext>
                </a:extLst>
              </p:cNvPr>
              <p:cNvPicPr/>
              <p:nvPr/>
            </p:nvPicPr>
            <p:blipFill>
              <a:blip r:embed="rId3"/>
              <a:stretch>
                <a:fillRect/>
              </a:stretch>
            </p:blipFill>
            <p:spPr>
              <a:xfrm>
                <a:off x="10625033" y="2616287"/>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98C021A9-9344-302C-F924-7611D8C59C4C}"/>
                  </a:ext>
                </a:extLst>
              </p14:cNvPr>
              <p14:cNvContentPartPr/>
              <p14:nvPr/>
            </p14:nvContentPartPr>
            <p14:xfrm rot="10800000">
              <a:off x="5647836" y="2490244"/>
              <a:ext cx="1329840" cy="1373040"/>
            </p14:xfrm>
          </p:contentPart>
        </mc:Choice>
        <mc:Fallback xmlns="">
          <p:pic>
            <p:nvPicPr>
              <p:cNvPr id="28" name="Ink 27">
                <a:extLst>
                  <a:ext uri="{FF2B5EF4-FFF2-40B4-BE49-F238E27FC236}">
                    <a16:creationId xmlns:a16="http://schemas.microsoft.com/office/drawing/2014/main" id="{98C021A9-9344-302C-F924-7611D8C59C4C}"/>
                  </a:ext>
                </a:extLst>
              </p:cNvPr>
              <p:cNvPicPr/>
              <p:nvPr/>
            </p:nvPicPr>
            <p:blipFill>
              <a:blip r:embed="rId3"/>
              <a:stretch>
                <a:fillRect/>
              </a:stretch>
            </p:blipFill>
            <p:spPr>
              <a:xfrm rot="10800000">
                <a:off x="5641716" y="2484124"/>
                <a:ext cx="1342080" cy="1385280"/>
              </a:xfrm>
              <a:prstGeom prst="rect">
                <a:avLst/>
              </a:prstGeom>
            </p:spPr>
          </p:pic>
        </mc:Fallback>
      </mc:AlternateContent>
      <p:sp>
        <p:nvSpPr>
          <p:cNvPr id="29" name="TextBox 28">
            <a:extLst>
              <a:ext uri="{FF2B5EF4-FFF2-40B4-BE49-F238E27FC236}">
                <a16:creationId xmlns:a16="http://schemas.microsoft.com/office/drawing/2014/main" id="{34889560-51D9-9C4F-16C3-7B8F66243073}"/>
              </a:ext>
            </a:extLst>
          </p:cNvPr>
          <p:cNvSpPr txBox="1"/>
          <p:nvPr/>
        </p:nvSpPr>
        <p:spPr>
          <a:xfrm>
            <a:off x="6131831" y="2985498"/>
            <a:ext cx="372218" cy="369332"/>
          </a:xfrm>
          <a:prstGeom prst="rect">
            <a:avLst/>
          </a:prstGeom>
          <a:noFill/>
        </p:spPr>
        <p:txBody>
          <a:bodyPr wrap="none" rtlCol="0">
            <a:spAutoFit/>
          </a:bodyPr>
          <a:lstStyle/>
          <a:p>
            <a:r>
              <a:rPr lang="en-US" dirty="0"/>
              <a:t>-1</a:t>
            </a:r>
          </a:p>
        </p:txBody>
      </p:sp>
      <p:sp>
        <p:nvSpPr>
          <p:cNvPr id="30" name="TextBox 29">
            <a:extLst>
              <a:ext uri="{FF2B5EF4-FFF2-40B4-BE49-F238E27FC236}">
                <a16:creationId xmlns:a16="http://schemas.microsoft.com/office/drawing/2014/main" id="{BC69D2F9-4DAF-7EB9-9507-6129B6FB920B}"/>
              </a:ext>
            </a:extLst>
          </p:cNvPr>
          <p:cNvSpPr txBox="1"/>
          <p:nvPr/>
        </p:nvSpPr>
        <p:spPr>
          <a:xfrm>
            <a:off x="10921640" y="3066428"/>
            <a:ext cx="780983" cy="369332"/>
          </a:xfrm>
          <a:prstGeom prst="rect">
            <a:avLst/>
          </a:prstGeom>
          <a:noFill/>
        </p:spPr>
        <p:txBody>
          <a:bodyPr wrap="none" rtlCol="0">
            <a:spAutoFit/>
          </a:bodyPr>
          <a:lstStyle/>
          <a:p>
            <a:r>
              <a:rPr lang="en-US" dirty="0"/>
              <a:t>-0.737</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F70661C-6DE6-E023-6B01-C5617F40FCF0}"/>
                  </a:ext>
                </a:extLst>
              </p:cNvPr>
              <p:cNvSpPr txBox="1"/>
              <p:nvPr/>
            </p:nvSpPr>
            <p:spPr>
              <a:xfrm>
                <a:off x="0" y="4161217"/>
                <a:ext cx="11357812" cy="43088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pt-BR" sz="2800" i="1" smtClean="0">
                              <a:latin typeface="Cambria Math" panose="02040503050406030204" pitchFamily="18" charset="0"/>
                            </a:rPr>
                          </m:ctrlPr>
                        </m:sSubPr>
                        <m:e>
                          <m:r>
                            <a:rPr lang="en-US" sz="2800" b="0" i="1" smtClean="0">
                              <a:latin typeface="Cambria Math" panose="02040503050406030204" pitchFamily="18" charset="0"/>
                            </a:rPr>
                            <m:t>𝑝</m:t>
                          </m:r>
                        </m:e>
                        <m:sub>
                          <m:r>
                            <a:rPr lang="en-US" sz="2800" b="0" i="1" smtClean="0">
                              <a:latin typeface="Cambria Math" panose="02040503050406030204" pitchFamily="18" charset="0"/>
                            </a:rPr>
                            <m:t>𝐶</m:t>
                          </m:r>
                        </m:sub>
                      </m:sSub>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𝐺</m:t>
                          </m:r>
                          <m:r>
                            <a:rPr lang="en-US" sz="2800" b="0" i="1" smtClean="0">
                              <a:latin typeface="Cambria Math" panose="02040503050406030204" pitchFamily="18" charset="0"/>
                            </a:rPr>
                            <m:t>,2</m:t>
                          </m:r>
                        </m:e>
                      </m:d>
                      <m:r>
                        <a:rPr lang="en-US" sz="2800" b="0" i="1" smtClean="0">
                          <a:latin typeface="Cambria Math" panose="02040503050406030204" pitchFamily="18" charset="0"/>
                        </a:rPr>
                        <m:t>=</m:t>
                      </m:r>
                      <m:r>
                        <a:rPr lang="en-US" sz="2800" i="1">
                          <a:latin typeface="Cambria Math" panose="02040503050406030204" pitchFamily="18" charset="0"/>
                        </a:rPr>
                        <m:t>−1.737</m:t>
                      </m:r>
                      <m:r>
                        <a:rPr lang="en-US" sz="2800" b="0" i="1" smtClean="0">
                          <a:latin typeface="Cambria Math" panose="02040503050406030204" pitchFamily="18" charset="0"/>
                        </a:rPr>
                        <m:t>+</m:t>
                      </m:r>
                      <m:func>
                        <m:funcPr>
                          <m:ctrlPr>
                            <a:rPr lang="en-US" sz="2800" b="0" i="1" smtClean="0">
                              <a:latin typeface="Cambria Math" panose="02040503050406030204" pitchFamily="18" charset="0"/>
                            </a:rPr>
                          </m:ctrlPr>
                        </m:funcPr>
                        <m:fName>
                          <m:r>
                            <m:rPr>
                              <m:sty m:val="p"/>
                            </m:rPr>
                            <a:rPr lang="en-US" sz="2800" b="0" i="0" smtClean="0">
                              <a:latin typeface="Cambria Math" panose="02040503050406030204" pitchFamily="18" charset="0"/>
                            </a:rPr>
                            <m:t>max</m:t>
                          </m:r>
                        </m:fName>
                        <m:e>
                          <m:d>
                            <m:dPr>
                              <m:ctrlPr>
                                <a:rPr lang="en-US" sz="2800" b="0" i="1" smtClean="0">
                                  <a:latin typeface="Cambria Math" panose="02040503050406030204" pitchFamily="18" charset="0"/>
                                </a:rPr>
                              </m:ctrlPr>
                            </m:dPr>
                            <m:e>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i="1">
                                      <a:latin typeface="Cambria Math" panose="02040503050406030204" pitchFamily="18" charset="0"/>
                                    </a:rPr>
                                    <m:t>𝐶</m:t>
                                  </m:r>
                                </m:sub>
                              </m:sSub>
                              <m:d>
                                <m:dPr>
                                  <m:ctrlPr>
                                    <a:rPr lang="en-US" sz="2800" i="1">
                                      <a:latin typeface="Cambria Math" panose="02040503050406030204" pitchFamily="18" charset="0"/>
                                    </a:rPr>
                                  </m:ctrlPr>
                                </m:dPr>
                                <m:e>
                                  <m:r>
                                    <a:rPr lang="en-US" sz="2800" i="1">
                                      <a:latin typeface="Cambria Math" panose="02040503050406030204" pitchFamily="18" charset="0"/>
                                    </a:rPr>
                                    <m:t>𝐺</m:t>
                                  </m:r>
                                  <m:r>
                                    <a:rPr lang="en-US" sz="2800" i="1">
                                      <a:latin typeface="Cambria Math" panose="02040503050406030204" pitchFamily="18" charset="0"/>
                                    </a:rPr>
                                    <m:t>,1</m:t>
                                  </m:r>
                                </m:e>
                              </m:d>
                              <m:r>
                                <a:rPr lang="en-US" sz="2800" b="0" i="1" smtClean="0">
                                  <a:latin typeface="Cambria Math" panose="02040503050406030204" pitchFamily="18" charset="0"/>
                                </a:rPr>
                                <m:t>+</m:t>
                              </m:r>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i="1">
                                      <a:latin typeface="Cambria Math" panose="02040503050406030204" pitchFamily="18" charset="0"/>
                                    </a:rPr>
                                    <m:t>𝐶</m:t>
                                  </m:r>
                                  <m:r>
                                    <a:rPr lang="en-US" sz="2800" b="0" i="1" smtClean="0">
                                      <a:latin typeface="Cambria Math" panose="02040503050406030204" pitchFamily="18" charset="0"/>
                                    </a:rPr>
                                    <m:t>𝐶</m:t>
                                  </m:r>
                                </m:sub>
                              </m:sSub>
                              <m:r>
                                <a:rPr lang="en-US" sz="2800" b="0" i="1" smtClean="0">
                                  <a:latin typeface="Cambria Math" panose="02040503050406030204" pitchFamily="18" charset="0"/>
                                </a:rPr>
                                <m:t>,</m:t>
                              </m:r>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b="0" i="1" smtClean="0">
                                      <a:latin typeface="Cambria Math" panose="02040503050406030204" pitchFamily="18" charset="0"/>
                                    </a:rPr>
                                    <m:t>𝑁</m:t>
                                  </m:r>
                                </m:sub>
                              </m:sSub>
                              <m:d>
                                <m:dPr>
                                  <m:ctrlPr>
                                    <a:rPr lang="en-US" sz="2800" i="1">
                                      <a:latin typeface="Cambria Math" panose="02040503050406030204" pitchFamily="18" charset="0"/>
                                    </a:rPr>
                                  </m:ctrlPr>
                                </m:dPr>
                                <m:e>
                                  <m:r>
                                    <a:rPr lang="en-US" sz="2800" i="1">
                                      <a:latin typeface="Cambria Math" panose="02040503050406030204" pitchFamily="18" charset="0"/>
                                    </a:rPr>
                                    <m:t>𝐺</m:t>
                                  </m:r>
                                  <m:r>
                                    <a:rPr lang="en-US" sz="2800" i="1">
                                      <a:latin typeface="Cambria Math" panose="02040503050406030204" pitchFamily="18" charset="0"/>
                                    </a:rPr>
                                    <m:t>,1</m:t>
                                  </m:r>
                                </m:e>
                              </m:d>
                              <m:r>
                                <a:rPr lang="en-US" sz="2800" i="1">
                                  <a:latin typeface="Cambria Math" panose="02040503050406030204" pitchFamily="18" charset="0"/>
                                </a:rPr>
                                <m:t>+</m:t>
                              </m:r>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b="0" i="1" smtClean="0">
                                      <a:latin typeface="Cambria Math" panose="02040503050406030204" pitchFamily="18" charset="0"/>
                                    </a:rPr>
                                    <m:t>𝑁𝐶</m:t>
                                  </m:r>
                                </m:sub>
                              </m:sSub>
                            </m:e>
                          </m:d>
                        </m:e>
                      </m:func>
                      <m:r>
                        <a:rPr lang="en-US" sz="2800" b="0" i="1" smtClean="0">
                          <a:latin typeface="Cambria Math" panose="02040503050406030204" pitchFamily="18" charset="0"/>
                        </a:rPr>
                        <m:t>=−5.474</m:t>
                      </m:r>
                    </m:oMath>
                  </m:oMathPara>
                </a14:m>
                <a:endParaRPr lang="en-US" sz="2800" dirty="0"/>
              </a:p>
            </p:txBody>
          </p:sp>
        </mc:Choice>
        <mc:Fallback xmlns="">
          <p:sp>
            <p:nvSpPr>
              <p:cNvPr id="6" name="TextBox 5">
                <a:extLst>
                  <a:ext uri="{FF2B5EF4-FFF2-40B4-BE49-F238E27FC236}">
                    <a16:creationId xmlns:a16="http://schemas.microsoft.com/office/drawing/2014/main" id="{9F70661C-6DE6-E023-6B01-C5617F40FCF0}"/>
                  </a:ext>
                </a:extLst>
              </p:cNvPr>
              <p:cNvSpPr txBox="1">
                <a:spLocks noRot="1" noChangeAspect="1" noMove="1" noResize="1" noEditPoints="1" noAdjustHandles="1" noChangeArrowheads="1" noChangeShapeType="1" noTextEdit="1"/>
              </p:cNvSpPr>
              <p:nvPr/>
            </p:nvSpPr>
            <p:spPr>
              <a:xfrm>
                <a:off x="0" y="4161217"/>
                <a:ext cx="11357812" cy="43088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92928E1-309C-82CC-5433-BF1BA91A35A3}"/>
                  </a:ext>
                </a:extLst>
              </p:cNvPr>
              <p:cNvSpPr txBox="1"/>
              <p:nvPr/>
            </p:nvSpPr>
            <p:spPr>
              <a:xfrm>
                <a:off x="0" y="5787957"/>
                <a:ext cx="11357812" cy="43088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pt-BR" sz="2800" i="1" smtClean="0">
                              <a:latin typeface="Cambria Math" panose="02040503050406030204" pitchFamily="18" charset="0"/>
                            </a:rPr>
                          </m:ctrlPr>
                        </m:sSubPr>
                        <m:e>
                          <m:r>
                            <a:rPr lang="en-US" sz="2800" b="0" i="1" smtClean="0">
                              <a:latin typeface="Cambria Math" panose="02040503050406030204" pitchFamily="18" charset="0"/>
                            </a:rPr>
                            <m:t>𝑝</m:t>
                          </m:r>
                        </m:e>
                        <m:sub>
                          <m:r>
                            <a:rPr lang="en-US" sz="2800" b="0" i="1" smtClean="0">
                              <a:latin typeface="Cambria Math" panose="02040503050406030204" pitchFamily="18" charset="0"/>
                            </a:rPr>
                            <m:t>𝑁</m:t>
                          </m:r>
                        </m:sub>
                      </m:sSub>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𝐺</m:t>
                          </m:r>
                          <m:r>
                            <a:rPr lang="en-US" sz="2800" b="0" i="1" smtClean="0">
                              <a:latin typeface="Cambria Math" panose="02040503050406030204" pitchFamily="18" charset="0"/>
                            </a:rPr>
                            <m:t>,2</m:t>
                          </m:r>
                        </m:e>
                      </m:d>
                      <m:r>
                        <a:rPr lang="en-US" sz="2800" b="0" i="1" smtClean="0">
                          <a:latin typeface="Cambria Math" panose="02040503050406030204" pitchFamily="18" charset="0"/>
                        </a:rPr>
                        <m:t>=</m:t>
                      </m:r>
                      <m:r>
                        <a:rPr lang="en-US" sz="2800" i="1">
                          <a:latin typeface="Cambria Math" panose="02040503050406030204" pitchFamily="18" charset="0"/>
                        </a:rPr>
                        <m:t>−</m:t>
                      </m:r>
                      <m:r>
                        <a:rPr lang="en-US" sz="2800" b="0" i="1" smtClean="0">
                          <a:latin typeface="Cambria Math" panose="02040503050406030204" pitchFamily="18" charset="0"/>
                        </a:rPr>
                        <m:t>2.322+</m:t>
                      </m:r>
                      <m:func>
                        <m:funcPr>
                          <m:ctrlPr>
                            <a:rPr lang="en-US" sz="2800" b="0" i="1" smtClean="0">
                              <a:latin typeface="Cambria Math" panose="02040503050406030204" pitchFamily="18" charset="0"/>
                            </a:rPr>
                          </m:ctrlPr>
                        </m:funcPr>
                        <m:fName>
                          <m:r>
                            <m:rPr>
                              <m:sty m:val="p"/>
                            </m:rPr>
                            <a:rPr lang="en-US" sz="2800" b="0" i="0" smtClean="0">
                              <a:latin typeface="Cambria Math" panose="02040503050406030204" pitchFamily="18" charset="0"/>
                            </a:rPr>
                            <m:t>max</m:t>
                          </m:r>
                        </m:fName>
                        <m:e>
                          <m:d>
                            <m:dPr>
                              <m:ctrlPr>
                                <a:rPr lang="en-US" sz="2800" b="0" i="1" smtClean="0">
                                  <a:latin typeface="Cambria Math" panose="02040503050406030204" pitchFamily="18" charset="0"/>
                                </a:rPr>
                              </m:ctrlPr>
                            </m:dPr>
                            <m:e>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i="1">
                                      <a:latin typeface="Cambria Math" panose="02040503050406030204" pitchFamily="18" charset="0"/>
                                    </a:rPr>
                                    <m:t>𝐶</m:t>
                                  </m:r>
                                </m:sub>
                              </m:sSub>
                              <m:d>
                                <m:dPr>
                                  <m:ctrlPr>
                                    <a:rPr lang="en-US" sz="2800" i="1">
                                      <a:latin typeface="Cambria Math" panose="02040503050406030204" pitchFamily="18" charset="0"/>
                                    </a:rPr>
                                  </m:ctrlPr>
                                </m:dPr>
                                <m:e>
                                  <m:r>
                                    <a:rPr lang="en-US" sz="2800" i="1">
                                      <a:latin typeface="Cambria Math" panose="02040503050406030204" pitchFamily="18" charset="0"/>
                                    </a:rPr>
                                    <m:t>𝐺</m:t>
                                  </m:r>
                                  <m:r>
                                    <a:rPr lang="en-US" sz="2800" i="1">
                                      <a:latin typeface="Cambria Math" panose="02040503050406030204" pitchFamily="18" charset="0"/>
                                    </a:rPr>
                                    <m:t>,1</m:t>
                                  </m:r>
                                </m:e>
                              </m:d>
                              <m:r>
                                <a:rPr lang="en-US" sz="2800" b="0" i="1" smtClean="0">
                                  <a:latin typeface="Cambria Math" panose="02040503050406030204" pitchFamily="18" charset="0"/>
                                </a:rPr>
                                <m:t>+</m:t>
                              </m:r>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b="0" i="1" smtClean="0">
                                      <a:latin typeface="Cambria Math" panose="02040503050406030204" pitchFamily="18" charset="0"/>
                                    </a:rPr>
                                    <m:t>𝐶𝑁</m:t>
                                  </m:r>
                                </m:sub>
                              </m:sSub>
                              <m:r>
                                <a:rPr lang="en-US" sz="2800" b="0" i="1" smtClean="0">
                                  <a:latin typeface="Cambria Math" panose="02040503050406030204" pitchFamily="18" charset="0"/>
                                </a:rPr>
                                <m:t>,</m:t>
                              </m:r>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b="0" i="1" smtClean="0">
                                      <a:latin typeface="Cambria Math" panose="02040503050406030204" pitchFamily="18" charset="0"/>
                                    </a:rPr>
                                    <m:t>𝑁</m:t>
                                  </m:r>
                                </m:sub>
                              </m:sSub>
                              <m:d>
                                <m:dPr>
                                  <m:ctrlPr>
                                    <a:rPr lang="en-US" sz="2800" i="1">
                                      <a:latin typeface="Cambria Math" panose="02040503050406030204" pitchFamily="18" charset="0"/>
                                    </a:rPr>
                                  </m:ctrlPr>
                                </m:dPr>
                                <m:e>
                                  <m:r>
                                    <a:rPr lang="en-US" sz="2800" i="1">
                                      <a:latin typeface="Cambria Math" panose="02040503050406030204" pitchFamily="18" charset="0"/>
                                    </a:rPr>
                                    <m:t>𝐺</m:t>
                                  </m:r>
                                  <m:r>
                                    <a:rPr lang="en-US" sz="2800" i="1">
                                      <a:latin typeface="Cambria Math" panose="02040503050406030204" pitchFamily="18" charset="0"/>
                                    </a:rPr>
                                    <m:t>,1</m:t>
                                  </m:r>
                                </m:e>
                              </m:d>
                              <m:r>
                                <a:rPr lang="en-US" sz="2800" i="1">
                                  <a:latin typeface="Cambria Math" panose="02040503050406030204" pitchFamily="18" charset="0"/>
                                </a:rPr>
                                <m:t>+</m:t>
                              </m:r>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b="0" i="1" smtClean="0">
                                      <a:latin typeface="Cambria Math" panose="02040503050406030204" pitchFamily="18" charset="0"/>
                                    </a:rPr>
                                    <m:t>𝑁𝑁</m:t>
                                  </m:r>
                                </m:sub>
                              </m:sSub>
                            </m:e>
                          </m:d>
                        </m:e>
                      </m:func>
                      <m:r>
                        <a:rPr lang="en-US" sz="2800" b="0" i="1" smtClean="0">
                          <a:latin typeface="Cambria Math" panose="02040503050406030204" pitchFamily="18" charset="0"/>
                        </a:rPr>
                        <m:t>=−6.059</m:t>
                      </m:r>
                    </m:oMath>
                  </m:oMathPara>
                </a14:m>
                <a:endParaRPr lang="en-US" sz="2800" dirty="0"/>
              </a:p>
            </p:txBody>
          </p:sp>
        </mc:Choice>
        <mc:Fallback xmlns="">
          <p:sp>
            <p:nvSpPr>
              <p:cNvPr id="10" name="TextBox 9">
                <a:extLst>
                  <a:ext uri="{FF2B5EF4-FFF2-40B4-BE49-F238E27FC236}">
                    <a16:creationId xmlns:a16="http://schemas.microsoft.com/office/drawing/2014/main" id="{092928E1-309C-82CC-5433-BF1BA91A35A3}"/>
                  </a:ext>
                </a:extLst>
              </p:cNvPr>
              <p:cNvSpPr txBox="1">
                <a:spLocks noRot="1" noChangeAspect="1" noMove="1" noResize="1" noEditPoints="1" noAdjustHandles="1" noChangeArrowheads="1" noChangeShapeType="1" noTextEdit="1"/>
              </p:cNvSpPr>
              <p:nvPr/>
            </p:nvSpPr>
            <p:spPr>
              <a:xfrm>
                <a:off x="0" y="5787957"/>
                <a:ext cx="11357812" cy="430887"/>
              </a:xfrm>
              <a:prstGeom prst="rect">
                <a:avLst/>
              </a:prstGeom>
              <a:blipFill>
                <a:blip r:embed="rId6"/>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B26D895C-F46C-748E-8484-3DABAA5CC9E9}"/>
              </a:ext>
            </a:extLst>
          </p:cNvPr>
          <p:cNvSpPr txBox="1"/>
          <p:nvPr/>
        </p:nvSpPr>
        <p:spPr>
          <a:xfrm>
            <a:off x="5344220" y="4573208"/>
            <a:ext cx="968535" cy="369332"/>
          </a:xfrm>
          <a:prstGeom prst="rect">
            <a:avLst/>
          </a:prstGeom>
          <a:noFill/>
        </p:spPr>
        <p:txBody>
          <a:bodyPr wrap="none" rtlCol="0">
            <a:spAutoFit/>
          </a:bodyPr>
          <a:lstStyle/>
          <a:p>
            <a:r>
              <a:rPr lang="en-US" dirty="0"/>
              <a:t>-2.737-1</a:t>
            </a:r>
          </a:p>
        </p:txBody>
      </p:sp>
      <p:sp>
        <p:nvSpPr>
          <p:cNvPr id="8" name="TextBox 7">
            <a:extLst>
              <a:ext uri="{FF2B5EF4-FFF2-40B4-BE49-F238E27FC236}">
                <a16:creationId xmlns:a16="http://schemas.microsoft.com/office/drawing/2014/main" id="{9345B030-0901-7137-02D1-41294CF03029}"/>
              </a:ext>
            </a:extLst>
          </p:cNvPr>
          <p:cNvSpPr txBox="1"/>
          <p:nvPr/>
        </p:nvSpPr>
        <p:spPr>
          <a:xfrm>
            <a:off x="7496422" y="4582656"/>
            <a:ext cx="1377300" cy="369332"/>
          </a:xfrm>
          <a:prstGeom prst="rect">
            <a:avLst/>
          </a:prstGeom>
          <a:noFill/>
        </p:spPr>
        <p:txBody>
          <a:bodyPr wrap="none" rtlCol="0">
            <a:spAutoFit/>
          </a:bodyPr>
          <a:lstStyle/>
          <a:p>
            <a:r>
              <a:rPr lang="en-US" dirty="0"/>
              <a:t>-3.322-1.322</a:t>
            </a:r>
          </a:p>
        </p:txBody>
      </p:sp>
      <p:sp>
        <p:nvSpPr>
          <p:cNvPr id="15" name="TextBox 14">
            <a:extLst>
              <a:ext uri="{FF2B5EF4-FFF2-40B4-BE49-F238E27FC236}">
                <a16:creationId xmlns:a16="http://schemas.microsoft.com/office/drawing/2014/main" id="{FF721369-2FDA-447F-7223-E5700F53F534}"/>
              </a:ext>
            </a:extLst>
          </p:cNvPr>
          <p:cNvSpPr txBox="1"/>
          <p:nvPr/>
        </p:nvSpPr>
        <p:spPr>
          <a:xfrm>
            <a:off x="5194638" y="6192431"/>
            <a:ext cx="968535" cy="369332"/>
          </a:xfrm>
          <a:prstGeom prst="rect">
            <a:avLst/>
          </a:prstGeom>
          <a:noFill/>
        </p:spPr>
        <p:txBody>
          <a:bodyPr wrap="none" rtlCol="0">
            <a:spAutoFit/>
          </a:bodyPr>
          <a:lstStyle/>
          <a:p>
            <a:r>
              <a:rPr lang="en-US" dirty="0"/>
              <a:t>-2.737-1</a:t>
            </a:r>
          </a:p>
        </p:txBody>
      </p:sp>
      <p:sp>
        <p:nvSpPr>
          <p:cNvPr id="18" name="TextBox 17">
            <a:extLst>
              <a:ext uri="{FF2B5EF4-FFF2-40B4-BE49-F238E27FC236}">
                <a16:creationId xmlns:a16="http://schemas.microsoft.com/office/drawing/2014/main" id="{5F32D477-882D-BC60-8AB1-4A2A79351211}"/>
              </a:ext>
            </a:extLst>
          </p:cNvPr>
          <p:cNvSpPr txBox="1"/>
          <p:nvPr/>
        </p:nvSpPr>
        <p:spPr>
          <a:xfrm>
            <a:off x="7472071" y="6186246"/>
            <a:ext cx="1377300" cy="369332"/>
          </a:xfrm>
          <a:prstGeom prst="rect">
            <a:avLst/>
          </a:prstGeom>
          <a:noFill/>
        </p:spPr>
        <p:txBody>
          <a:bodyPr wrap="none" rtlCol="0">
            <a:spAutoFit/>
          </a:bodyPr>
          <a:lstStyle/>
          <a:p>
            <a:r>
              <a:rPr lang="en-US" dirty="0"/>
              <a:t>-3.322-0.737</a:t>
            </a:r>
          </a:p>
        </p:txBody>
      </p:sp>
    </p:spTree>
    <p:extLst>
      <p:ext uri="{BB962C8B-B14F-4D97-AF65-F5344CB8AC3E}">
        <p14:creationId xmlns:p14="http://schemas.microsoft.com/office/powerpoint/2010/main" val="27025618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D6D47-634F-495A-ACA9-6DAB8815DB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E45CF8-0F74-D3F9-48FF-DD6E7F5F431E}"/>
              </a:ext>
            </a:extLst>
          </p:cNvPr>
          <p:cNvSpPr>
            <a:spLocks noGrp="1"/>
          </p:cNvSpPr>
          <p:nvPr>
            <p:ph type="title"/>
          </p:nvPr>
        </p:nvSpPr>
        <p:spPr/>
        <p:txBody>
          <a:bodyPr>
            <a:normAutofit fontScale="90000"/>
          </a:bodyPr>
          <a:lstStyle/>
          <a:p>
            <a:r>
              <a:rPr lang="en-US" dirty="0"/>
              <a:t>Viterbi algorithm for HMMs</a:t>
            </a:r>
          </a:p>
        </p:txBody>
      </p:sp>
      <p:sp>
        <p:nvSpPr>
          <p:cNvPr id="3" name="Content Placeholder 2">
            <a:extLst>
              <a:ext uri="{FF2B5EF4-FFF2-40B4-BE49-F238E27FC236}">
                <a16:creationId xmlns:a16="http://schemas.microsoft.com/office/drawing/2014/main" id="{55550C50-0842-F47C-561F-930B2F9E0FEF}"/>
              </a:ext>
            </a:extLst>
          </p:cNvPr>
          <p:cNvSpPr>
            <a:spLocks noGrp="1"/>
          </p:cNvSpPr>
          <p:nvPr>
            <p:ph idx="1"/>
          </p:nvPr>
        </p:nvSpPr>
        <p:spPr>
          <a:xfrm>
            <a:off x="231007" y="1761423"/>
            <a:ext cx="10895798" cy="4880009"/>
          </a:xfrm>
        </p:spPr>
        <p:txBody>
          <a:bodyPr>
            <a:normAutofit/>
          </a:bodyPr>
          <a:lstStyle/>
          <a:p>
            <a:r>
              <a:rPr lang="en-US" dirty="0"/>
              <a:t>S = </a:t>
            </a:r>
            <a:r>
              <a:rPr lang="en-US" b="1" dirty="0">
                <a:solidFill>
                  <a:schemeClr val="tx1"/>
                </a:solidFill>
              </a:rPr>
              <a:t>G</a:t>
            </a:r>
            <a:r>
              <a:rPr lang="en-US" b="1" dirty="0">
                <a:solidFill>
                  <a:srgbClr val="FF0000"/>
                </a:solidFill>
              </a:rPr>
              <a:t>G</a:t>
            </a:r>
            <a:r>
              <a:rPr lang="en-US" b="1" dirty="0"/>
              <a:t>CACTGAA</a:t>
            </a:r>
            <a:endParaRPr lang="en-US" dirty="0"/>
          </a:p>
          <a:p>
            <a:pPr marL="0" indent="0">
              <a:buNone/>
            </a:pPr>
            <a:endParaRPr lang="en-US" dirty="0"/>
          </a:p>
          <a:p>
            <a:r>
              <a:rPr lang="en-US" dirty="0"/>
              <a:t>Log probability that the second </a:t>
            </a:r>
            <a:r>
              <a:rPr lang="en-US" b="1" dirty="0">
                <a:solidFill>
                  <a:srgbClr val="FF0000"/>
                </a:solidFill>
              </a:rPr>
              <a:t>G</a:t>
            </a:r>
            <a:r>
              <a:rPr lang="en-US" dirty="0"/>
              <a:t> </a:t>
            </a:r>
            <a:br>
              <a:rPr lang="en-US" dirty="0"/>
            </a:br>
            <a:r>
              <a:rPr lang="en-US" dirty="0"/>
              <a:t>was emitted by state C:</a:t>
            </a:r>
          </a:p>
          <a:p>
            <a:endParaRPr lang="en-US" dirty="0"/>
          </a:p>
          <a:p>
            <a:endParaRPr lang="en-US" dirty="0"/>
          </a:p>
          <a:p>
            <a:r>
              <a:rPr lang="en-US" dirty="0"/>
              <a:t>Log probability that the second </a:t>
            </a:r>
            <a:r>
              <a:rPr lang="en-US" b="1" dirty="0">
                <a:solidFill>
                  <a:srgbClr val="FF0000"/>
                </a:solidFill>
              </a:rPr>
              <a:t>G</a:t>
            </a:r>
            <a:r>
              <a:rPr lang="en-US" dirty="0"/>
              <a:t> </a:t>
            </a:r>
            <a:br>
              <a:rPr lang="en-US" dirty="0"/>
            </a:br>
            <a:r>
              <a:rPr lang="en-US" dirty="0"/>
              <a:t>was emitted by state N:</a:t>
            </a:r>
          </a:p>
          <a:p>
            <a:pPr marL="0" indent="0">
              <a:buNone/>
            </a:pPr>
            <a:br>
              <a:rPr lang="en-US" dirty="0"/>
            </a:br>
            <a:endParaRPr lang="en-US" dirty="0"/>
          </a:p>
        </p:txBody>
      </p:sp>
      <p:sp>
        <p:nvSpPr>
          <p:cNvPr id="4" name="Slide Number Placeholder 3">
            <a:extLst>
              <a:ext uri="{FF2B5EF4-FFF2-40B4-BE49-F238E27FC236}">
                <a16:creationId xmlns:a16="http://schemas.microsoft.com/office/drawing/2014/main" id="{EBF01CD7-ACC8-D651-D96E-B59D7B5EAC52}"/>
              </a:ext>
            </a:extLst>
          </p:cNvPr>
          <p:cNvSpPr>
            <a:spLocks noGrp="1"/>
          </p:cNvSpPr>
          <p:nvPr>
            <p:ph type="sldNum" sz="quarter" idx="12"/>
          </p:nvPr>
        </p:nvSpPr>
        <p:spPr/>
        <p:txBody>
          <a:bodyPr/>
          <a:lstStyle/>
          <a:p>
            <a:fld id="{B82CCC60-E8CD-4174-8B1A-7DF615B22EEF}" type="slidenum">
              <a:rPr lang="en-US" smtClean="0"/>
              <a:pPr/>
              <a:t>49</a:t>
            </a:fld>
            <a:endParaRPr lang="en-US" dirty="0"/>
          </a:p>
        </p:txBody>
      </p:sp>
      <p:sp>
        <p:nvSpPr>
          <p:cNvPr id="5" name="TextBox 4">
            <a:extLst>
              <a:ext uri="{FF2B5EF4-FFF2-40B4-BE49-F238E27FC236}">
                <a16:creationId xmlns:a16="http://schemas.microsoft.com/office/drawing/2014/main" id="{67570C68-B793-E963-305F-027C30E016E2}"/>
              </a:ext>
            </a:extLst>
          </p:cNvPr>
          <p:cNvSpPr txBox="1"/>
          <p:nvPr/>
        </p:nvSpPr>
        <p:spPr>
          <a:xfrm>
            <a:off x="8464957" y="1509423"/>
            <a:ext cx="782009" cy="461665"/>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Start</a:t>
            </a:r>
          </a:p>
        </p:txBody>
      </p:sp>
      <p:cxnSp>
        <p:nvCxnSpPr>
          <p:cNvPr id="7" name="Straight Arrow Connector 6">
            <a:extLst>
              <a:ext uri="{FF2B5EF4-FFF2-40B4-BE49-F238E27FC236}">
                <a16:creationId xmlns:a16="http://schemas.microsoft.com/office/drawing/2014/main" id="{2E462C03-E70F-C153-2996-3FB2ECC316A6}"/>
              </a:ext>
            </a:extLst>
          </p:cNvPr>
          <p:cNvCxnSpPr>
            <a:cxnSpLocks/>
          </p:cNvCxnSpPr>
          <p:nvPr/>
        </p:nvCxnSpPr>
        <p:spPr>
          <a:xfrm flipH="1">
            <a:off x="7858566" y="2077313"/>
            <a:ext cx="798897"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9" name="Straight Arrow Connector 8">
            <a:extLst>
              <a:ext uri="{FF2B5EF4-FFF2-40B4-BE49-F238E27FC236}">
                <a16:creationId xmlns:a16="http://schemas.microsoft.com/office/drawing/2014/main" id="{F0DEC7AA-2018-27D8-3663-E974A88F2C60}"/>
              </a:ext>
            </a:extLst>
          </p:cNvPr>
          <p:cNvCxnSpPr>
            <a:cxnSpLocks/>
          </p:cNvCxnSpPr>
          <p:nvPr/>
        </p:nvCxnSpPr>
        <p:spPr>
          <a:xfrm>
            <a:off x="8975096" y="2077313"/>
            <a:ext cx="744354"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2" name="TextBox 11">
            <a:extLst>
              <a:ext uri="{FF2B5EF4-FFF2-40B4-BE49-F238E27FC236}">
                <a16:creationId xmlns:a16="http://schemas.microsoft.com/office/drawing/2014/main" id="{A087A251-D48B-D07F-A799-21EF7753BC2D}"/>
              </a:ext>
            </a:extLst>
          </p:cNvPr>
          <p:cNvSpPr txBox="1"/>
          <p:nvPr/>
        </p:nvSpPr>
        <p:spPr>
          <a:xfrm>
            <a:off x="7829729" y="1892647"/>
            <a:ext cx="372218" cy="369332"/>
          </a:xfrm>
          <a:prstGeom prst="rect">
            <a:avLst/>
          </a:prstGeom>
          <a:noFill/>
        </p:spPr>
        <p:txBody>
          <a:bodyPr wrap="none" rtlCol="0">
            <a:spAutoFit/>
          </a:bodyPr>
          <a:lstStyle/>
          <a:p>
            <a:r>
              <a:rPr lang="en-US" dirty="0"/>
              <a:t>-1</a:t>
            </a:r>
          </a:p>
        </p:txBody>
      </p:sp>
      <p:sp>
        <p:nvSpPr>
          <p:cNvPr id="13" name="TextBox 12">
            <a:extLst>
              <a:ext uri="{FF2B5EF4-FFF2-40B4-BE49-F238E27FC236}">
                <a16:creationId xmlns:a16="http://schemas.microsoft.com/office/drawing/2014/main" id="{9F685725-A9E2-76C5-390A-4E7D61F611AA}"/>
              </a:ext>
            </a:extLst>
          </p:cNvPr>
          <p:cNvSpPr txBox="1"/>
          <p:nvPr/>
        </p:nvSpPr>
        <p:spPr>
          <a:xfrm>
            <a:off x="9284709" y="1892647"/>
            <a:ext cx="372218" cy="369332"/>
          </a:xfrm>
          <a:prstGeom prst="rect">
            <a:avLst/>
          </a:prstGeom>
          <a:noFill/>
        </p:spPr>
        <p:txBody>
          <a:bodyPr wrap="none" rtlCol="0">
            <a:spAutoFit/>
          </a:bodyPr>
          <a:lstStyle/>
          <a:p>
            <a:r>
              <a:rPr lang="en-US" dirty="0"/>
              <a:t>-1</a:t>
            </a:r>
          </a:p>
        </p:txBody>
      </p:sp>
      <p:sp>
        <p:nvSpPr>
          <p:cNvPr id="14" name="TextBox 13">
            <a:extLst>
              <a:ext uri="{FF2B5EF4-FFF2-40B4-BE49-F238E27FC236}">
                <a16:creationId xmlns:a16="http://schemas.microsoft.com/office/drawing/2014/main" id="{08A7AD5D-5D29-FC53-B569-5807381282D4}"/>
              </a:ext>
            </a:extLst>
          </p:cNvPr>
          <p:cNvSpPr txBox="1"/>
          <p:nvPr/>
        </p:nvSpPr>
        <p:spPr>
          <a:xfrm>
            <a:off x="7060253" y="2454050"/>
            <a:ext cx="1287532"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C </a:t>
            </a:r>
          </a:p>
          <a:p>
            <a:r>
              <a:rPr lang="en-US" b="1" dirty="0">
                <a:latin typeface="Courier New" panose="02070309020205020404" pitchFamily="49" charset="0"/>
                <a:cs typeface="Courier New" panose="02070309020205020404" pitchFamily="49" charset="0"/>
              </a:rPr>
              <a:t>A -2.322</a:t>
            </a:r>
          </a:p>
          <a:p>
            <a:r>
              <a:rPr lang="en-US" b="1" dirty="0">
                <a:latin typeface="Courier New" panose="02070309020205020404" pitchFamily="49" charset="0"/>
                <a:cs typeface="Courier New" panose="02070309020205020404" pitchFamily="49" charset="0"/>
              </a:rPr>
              <a:t>C -1.737</a:t>
            </a:r>
          </a:p>
          <a:p>
            <a:r>
              <a:rPr lang="en-US" b="1" dirty="0">
                <a:latin typeface="Courier New" panose="02070309020205020404" pitchFamily="49" charset="0"/>
                <a:cs typeface="Courier New" panose="02070309020205020404" pitchFamily="49" charset="0"/>
              </a:rPr>
              <a:t>G -1.737</a:t>
            </a:r>
          </a:p>
          <a:p>
            <a:r>
              <a:rPr lang="en-US" b="1" dirty="0">
                <a:latin typeface="Courier New" panose="02070309020205020404" pitchFamily="49" charset="0"/>
                <a:cs typeface="Courier New" panose="02070309020205020404" pitchFamily="49" charset="0"/>
              </a:rPr>
              <a:t>T -2.322</a:t>
            </a:r>
          </a:p>
        </p:txBody>
      </p:sp>
      <p:sp>
        <p:nvSpPr>
          <p:cNvPr id="16" name="TextBox 15">
            <a:extLst>
              <a:ext uri="{FF2B5EF4-FFF2-40B4-BE49-F238E27FC236}">
                <a16:creationId xmlns:a16="http://schemas.microsoft.com/office/drawing/2014/main" id="{92A58C9D-A2B3-2194-9CBE-EC0E4DFE5025}"/>
              </a:ext>
            </a:extLst>
          </p:cNvPr>
          <p:cNvSpPr txBox="1"/>
          <p:nvPr/>
        </p:nvSpPr>
        <p:spPr>
          <a:xfrm>
            <a:off x="9253130" y="2454050"/>
            <a:ext cx="1287532"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N </a:t>
            </a:r>
          </a:p>
          <a:p>
            <a:r>
              <a:rPr lang="en-US" b="1" dirty="0">
                <a:latin typeface="Courier New" panose="02070309020205020404" pitchFamily="49" charset="0"/>
                <a:cs typeface="Courier New" panose="02070309020205020404" pitchFamily="49" charset="0"/>
              </a:rPr>
              <a:t>A -1.737</a:t>
            </a:r>
          </a:p>
          <a:p>
            <a:r>
              <a:rPr lang="en-US" b="1" dirty="0">
                <a:latin typeface="Courier New" panose="02070309020205020404" pitchFamily="49" charset="0"/>
                <a:cs typeface="Courier New" panose="02070309020205020404" pitchFamily="49" charset="0"/>
              </a:rPr>
              <a:t>C -2.322</a:t>
            </a:r>
          </a:p>
          <a:p>
            <a:r>
              <a:rPr lang="en-US" b="1" dirty="0">
                <a:latin typeface="Courier New" panose="02070309020205020404" pitchFamily="49" charset="0"/>
                <a:cs typeface="Courier New" panose="02070309020205020404" pitchFamily="49" charset="0"/>
              </a:rPr>
              <a:t>G -2.322</a:t>
            </a:r>
          </a:p>
          <a:p>
            <a:r>
              <a:rPr lang="en-US" b="1" dirty="0">
                <a:latin typeface="Courier New" panose="02070309020205020404" pitchFamily="49" charset="0"/>
                <a:cs typeface="Courier New" panose="02070309020205020404" pitchFamily="49" charset="0"/>
              </a:rPr>
              <a:t>T -1.737</a:t>
            </a:r>
          </a:p>
        </p:txBody>
      </p:sp>
      <p:cxnSp>
        <p:nvCxnSpPr>
          <p:cNvPr id="17" name="Straight Arrow Connector 16">
            <a:extLst>
              <a:ext uri="{FF2B5EF4-FFF2-40B4-BE49-F238E27FC236}">
                <a16:creationId xmlns:a16="http://schemas.microsoft.com/office/drawing/2014/main" id="{66F6BE74-FB6F-9BB1-ACBE-6C1AC237618C}"/>
              </a:ext>
            </a:extLst>
          </p:cNvPr>
          <p:cNvCxnSpPr>
            <a:cxnSpLocks/>
          </p:cNvCxnSpPr>
          <p:nvPr/>
        </p:nvCxnSpPr>
        <p:spPr>
          <a:xfrm>
            <a:off x="8475007" y="3170164"/>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E9642B51-1C40-C41B-9CEB-CC1ED7968683}"/>
              </a:ext>
            </a:extLst>
          </p:cNvPr>
          <p:cNvCxnSpPr>
            <a:cxnSpLocks/>
          </p:cNvCxnSpPr>
          <p:nvPr/>
        </p:nvCxnSpPr>
        <p:spPr>
          <a:xfrm flipH="1">
            <a:off x="8475007" y="3466813"/>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5" name="TextBox 24">
            <a:extLst>
              <a:ext uri="{FF2B5EF4-FFF2-40B4-BE49-F238E27FC236}">
                <a16:creationId xmlns:a16="http://schemas.microsoft.com/office/drawing/2014/main" id="{BFEC2E37-8F78-0566-7C59-F771F111CA15}"/>
              </a:ext>
            </a:extLst>
          </p:cNvPr>
          <p:cNvSpPr txBox="1"/>
          <p:nvPr/>
        </p:nvSpPr>
        <p:spPr>
          <a:xfrm>
            <a:off x="8548068" y="2732844"/>
            <a:ext cx="409268" cy="369332"/>
          </a:xfrm>
          <a:prstGeom prst="rect">
            <a:avLst/>
          </a:prstGeom>
          <a:noFill/>
        </p:spPr>
        <p:txBody>
          <a:bodyPr wrap="square" rtlCol="0">
            <a:spAutoFit/>
          </a:bodyPr>
          <a:lstStyle/>
          <a:p>
            <a:r>
              <a:rPr lang="en-US" dirty="0"/>
              <a:t>-1</a:t>
            </a:r>
          </a:p>
        </p:txBody>
      </p:sp>
      <p:sp>
        <p:nvSpPr>
          <p:cNvPr id="26" name="TextBox 25">
            <a:extLst>
              <a:ext uri="{FF2B5EF4-FFF2-40B4-BE49-F238E27FC236}">
                <a16:creationId xmlns:a16="http://schemas.microsoft.com/office/drawing/2014/main" id="{03BE4FF2-6BDD-366A-B125-A05804E16EC4}"/>
              </a:ext>
            </a:extLst>
          </p:cNvPr>
          <p:cNvSpPr txBox="1"/>
          <p:nvPr/>
        </p:nvSpPr>
        <p:spPr>
          <a:xfrm>
            <a:off x="8409966" y="3493222"/>
            <a:ext cx="780983" cy="369332"/>
          </a:xfrm>
          <a:prstGeom prst="rect">
            <a:avLst/>
          </a:prstGeom>
          <a:noFill/>
        </p:spPr>
        <p:txBody>
          <a:bodyPr wrap="none" rtlCol="0">
            <a:spAutoFit/>
          </a:bodyPr>
          <a:lstStyle/>
          <a:p>
            <a:r>
              <a:rPr lang="en-US" dirty="0"/>
              <a:t>-1.322</a:t>
            </a:r>
          </a:p>
        </p:txBody>
      </p:sp>
      <mc:AlternateContent xmlns:mc="http://schemas.openxmlformats.org/markup-compatibility/2006" xmlns:p14="http://schemas.microsoft.com/office/powerpoint/2010/main">
        <mc:Choice Requires="p14">
          <p:contentPart p14:bwMode="auto" r:id="rId2">
            <p14:nvContentPartPr>
              <p14:cNvPr id="27" name="Ink 26">
                <a:extLst>
                  <a:ext uri="{FF2B5EF4-FFF2-40B4-BE49-F238E27FC236}">
                    <a16:creationId xmlns:a16="http://schemas.microsoft.com/office/drawing/2014/main" id="{0B34C872-C7E9-9C97-073A-0AFE83519DB0}"/>
                  </a:ext>
                </a:extLst>
              </p14:cNvPr>
              <p14:cNvContentPartPr/>
              <p14:nvPr/>
            </p14:nvContentPartPr>
            <p14:xfrm>
              <a:off x="10631153" y="2622407"/>
              <a:ext cx="1329840" cy="1373040"/>
            </p14:xfrm>
          </p:contentPart>
        </mc:Choice>
        <mc:Fallback xmlns="">
          <p:pic>
            <p:nvPicPr>
              <p:cNvPr id="27" name="Ink 26">
                <a:extLst>
                  <a:ext uri="{FF2B5EF4-FFF2-40B4-BE49-F238E27FC236}">
                    <a16:creationId xmlns:a16="http://schemas.microsoft.com/office/drawing/2014/main" id="{0B34C872-C7E9-9C97-073A-0AFE83519DB0}"/>
                  </a:ext>
                </a:extLst>
              </p:cNvPr>
              <p:cNvPicPr/>
              <p:nvPr/>
            </p:nvPicPr>
            <p:blipFill>
              <a:blip r:embed="rId3"/>
              <a:stretch>
                <a:fillRect/>
              </a:stretch>
            </p:blipFill>
            <p:spPr>
              <a:xfrm>
                <a:off x="10625033" y="2616287"/>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841CBFED-A52E-AF75-1585-8193672F260B}"/>
                  </a:ext>
                </a:extLst>
              </p14:cNvPr>
              <p14:cNvContentPartPr/>
              <p14:nvPr/>
            </p14:nvContentPartPr>
            <p14:xfrm rot="10800000">
              <a:off x="5647836" y="2490244"/>
              <a:ext cx="1329840" cy="1373040"/>
            </p14:xfrm>
          </p:contentPart>
        </mc:Choice>
        <mc:Fallback xmlns="">
          <p:pic>
            <p:nvPicPr>
              <p:cNvPr id="28" name="Ink 27">
                <a:extLst>
                  <a:ext uri="{FF2B5EF4-FFF2-40B4-BE49-F238E27FC236}">
                    <a16:creationId xmlns:a16="http://schemas.microsoft.com/office/drawing/2014/main" id="{841CBFED-A52E-AF75-1585-8193672F260B}"/>
                  </a:ext>
                </a:extLst>
              </p:cNvPr>
              <p:cNvPicPr/>
              <p:nvPr/>
            </p:nvPicPr>
            <p:blipFill>
              <a:blip r:embed="rId3"/>
              <a:stretch>
                <a:fillRect/>
              </a:stretch>
            </p:blipFill>
            <p:spPr>
              <a:xfrm rot="10800000">
                <a:off x="5641716" y="2484124"/>
                <a:ext cx="1342080" cy="1385280"/>
              </a:xfrm>
              <a:prstGeom prst="rect">
                <a:avLst/>
              </a:prstGeom>
            </p:spPr>
          </p:pic>
        </mc:Fallback>
      </mc:AlternateContent>
      <p:sp>
        <p:nvSpPr>
          <p:cNvPr id="29" name="TextBox 28">
            <a:extLst>
              <a:ext uri="{FF2B5EF4-FFF2-40B4-BE49-F238E27FC236}">
                <a16:creationId xmlns:a16="http://schemas.microsoft.com/office/drawing/2014/main" id="{11EBF042-3A73-39CA-C761-BE776F54381C}"/>
              </a:ext>
            </a:extLst>
          </p:cNvPr>
          <p:cNvSpPr txBox="1"/>
          <p:nvPr/>
        </p:nvSpPr>
        <p:spPr>
          <a:xfrm>
            <a:off x="6131831" y="2985498"/>
            <a:ext cx="372218" cy="369332"/>
          </a:xfrm>
          <a:prstGeom prst="rect">
            <a:avLst/>
          </a:prstGeom>
          <a:noFill/>
        </p:spPr>
        <p:txBody>
          <a:bodyPr wrap="none" rtlCol="0">
            <a:spAutoFit/>
          </a:bodyPr>
          <a:lstStyle/>
          <a:p>
            <a:r>
              <a:rPr lang="en-US" dirty="0"/>
              <a:t>-1</a:t>
            </a:r>
          </a:p>
        </p:txBody>
      </p:sp>
      <p:sp>
        <p:nvSpPr>
          <p:cNvPr id="30" name="TextBox 29">
            <a:extLst>
              <a:ext uri="{FF2B5EF4-FFF2-40B4-BE49-F238E27FC236}">
                <a16:creationId xmlns:a16="http://schemas.microsoft.com/office/drawing/2014/main" id="{23E80CAA-BA41-8F19-5B65-83C5133432EF}"/>
              </a:ext>
            </a:extLst>
          </p:cNvPr>
          <p:cNvSpPr txBox="1"/>
          <p:nvPr/>
        </p:nvSpPr>
        <p:spPr>
          <a:xfrm>
            <a:off x="10921640" y="3066428"/>
            <a:ext cx="780983" cy="369332"/>
          </a:xfrm>
          <a:prstGeom prst="rect">
            <a:avLst/>
          </a:prstGeom>
          <a:noFill/>
        </p:spPr>
        <p:txBody>
          <a:bodyPr wrap="none" rtlCol="0">
            <a:spAutoFit/>
          </a:bodyPr>
          <a:lstStyle/>
          <a:p>
            <a:r>
              <a:rPr lang="en-US" dirty="0"/>
              <a:t>-0.737</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E93069F-CBC2-F7DC-1549-1FEDA6C5C9D0}"/>
                  </a:ext>
                </a:extLst>
              </p:cNvPr>
              <p:cNvSpPr txBox="1"/>
              <p:nvPr/>
            </p:nvSpPr>
            <p:spPr>
              <a:xfrm>
                <a:off x="0" y="4161217"/>
                <a:ext cx="11357812" cy="43088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pt-BR" sz="2800" i="1" smtClean="0">
                              <a:latin typeface="Cambria Math" panose="02040503050406030204" pitchFamily="18" charset="0"/>
                            </a:rPr>
                          </m:ctrlPr>
                        </m:sSubPr>
                        <m:e>
                          <m:r>
                            <a:rPr lang="en-US" sz="2800" b="0" i="1" smtClean="0">
                              <a:latin typeface="Cambria Math" panose="02040503050406030204" pitchFamily="18" charset="0"/>
                            </a:rPr>
                            <m:t>𝑝</m:t>
                          </m:r>
                        </m:e>
                        <m:sub>
                          <m:r>
                            <a:rPr lang="en-US" sz="2800" b="0" i="1" smtClean="0">
                              <a:latin typeface="Cambria Math" panose="02040503050406030204" pitchFamily="18" charset="0"/>
                            </a:rPr>
                            <m:t>𝐶</m:t>
                          </m:r>
                        </m:sub>
                      </m:sSub>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𝐺</m:t>
                          </m:r>
                          <m:r>
                            <a:rPr lang="en-US" sz="2800" b="0" i="1" smtClean="0">
                              <a:latin typeface="Cambria Math" panose="02040503050406030204" pitchFamily="18" charset="0"/>
                            </a:rPr>
                            <m:t>,2</m:t>
                          </m:r>
                        </m:e>
                      </m:d>
                      <m:r>
                        <a:rPr lang="en-US" sz="2800" b="0" i="1" smtClean="0">
                          <a:latin typeface="Cambria Math" panose="02040503050406030204" pitchFamily="18" charset="0"/>
                        </a:rPr>
                        <m:t>=</m:t>
                      </m:r>
                      <m:r>
                        <a:rPr lang="en-US" sz="2800" i="1">
                          <a:latin typeface="Cambria Math" panose="02040503050406030204" pitchFamily="18" charset="0"/>
                        </a:rPr>
                        <m:t>−1.737</m:t>
                      </m:r>
                      <m:r>
                        <a:rPr lang="en-US" sz="2800" b="0" i="1" smtClean="0">
                          <a:latin typeface="Cambria Math" panose="02040503050406030204" pitchFamily="18" charset="0"/>
                        </a:rPr>
                        <m:t>+</m:t>
                      </m:r>
                      <m:func>
                        <m:funcPr>
                          <m:ctrlPr>
                            <a:rPr lang="en-US" sz="2800" b="0" i="1" smtClean="0">
                              <a:latin typeface="Cambria Math" panose="02040503050406030204" pitchFamily="18" charset="0"/>
                            </a:rPr>
                          </m:ctrlPr>
                        </m:funcPr>
                        <m:fName>
                          <m:r>
                            <m:rPr>
                              <m:sty m:val="p"/>
                            </m:rPr>
                            <a:rPr lang="en-US" sz="2800" b="0" i="0" smtClean="0">
                              <a:latin typeface="Cambria Math" panose="02040503050406030204" pitchFamily="18" charset="0"/>
                            </a:rPr>
                            <m:t>max</m:t>
                          </m:r>
                        </m:fName>
                        <m:e>
                          <m:d>
                            <m:dPr>
                              <m:ctrlPr>
                                <a:rPr lang="en-US" sz="2800" b="0" i="1" smtClean="0">
                                  <a:latin typeface="Cambria Math" panose="02040503050406030204" pitchFamily="18" charset="0"/>
                                </a:rPr>
                              </m:ctrlPr>
                            </m:dPr>
                            <m:e>
                              <m:sSub>
                                <m:sSubPr>
                                  <m:ctrlPr>
                                    <a:rPr lang="pt-BR" sz="2800" b="1" i="1">
                                      <a:latin typeface="Cambria Math" panose="02040503050406030204" pitchFamily="18" charset="0"/>
                                    </a:rPr>
                                  </m:ctrlPr>
                                </m:sSubPr>
                                <m:e>
                                  <m:r>
                                    <a:rPr lang="en-US" sz="2800" b="1" i="1">
                                      <a:latin typeface="Cambria Math" panose="02040503050406030204" pitchFamily="18" charset="0"/>
                                    </a:rPr>
                                    <m:t>𝒑</m:t>
                                  </m:r>
                                </m:e>
                                <m:sub>
                                  <m:r>
                                    <a:rPr lang="en-US" sz="2800" b="1" i="1">
                                      <a:latin typeface="Cambria Math" panose="02040503050406030204" pitchFamily="18" charset="0"/>
                                    </a:rPr>
                                    <m:t>𝑪</m:t>
                                  </m:r>
                                </m:sub>
                              </m:sSub>
                              <m:d>
                                <m:dPr>
                                  <m:ctrlPr>
                                    <a:rPr lang="en-US" sz="2800" b="1" i="1">
                                      <a:latin typeface="Cambria Math" panose="02040503050406030204" pitchFamily="18" charset="0"/>
                                    </a:rPr>
                                  </m:ctrlPr>
                                </m:dPr>
                                <m:e>
                                  <m:r>
                                    <a:rPr lang="en-US" sz="2800" b="1" i="1">
                                      <a:latin typeface="Cambria Math" panose="02040503050406030204" pitchFamily="18" charset="0"/>
                                    </a:rPr>
                                    <m:t>𝑮</m:t>
                                  </m:r>
                                  <m:r>
                                    <a:rPr lang="en-US" sz="2800" b="1" i="1">
                                      <a:latin typeface="Cambria Math" panose="02040503050406030204" pitchFamily="18" charset="0"/>
                                    </a:rPr>
                                    <m:t>,</m:t>
                                  </m:r>
                                  <m:r>
                                    <a:rPr lang="en-US" sz="2800" b="1" i="1">
                                      <a:latin typeface="Cambria Math" panose="02040503050406030204" pitchFamily="18" charset="0"/>
                                    </a:rPr>
                                    <m:t>𝟏</m:t>
                                  </m:r>
                                </m:e>
                              </m:d>
                              <m:r>
                                <a:rPr lang="en-US" sz="2800" b="1" i="1" smtClean="0">
                                  <a:latin typeface="Cambria Math" panose="02040503050406030204" pitchFamily="18" charset="0"/>
                                </a:rPr>
                                <m:t>+</m:t>
                              </m:r>
                              <m:sSub>
                                <m:sSubPr>
                                  <m:ctrlPr>
                                    <a:rPr lang="pt-BR" sz="2800" b="1" i="1">
                                      <a:latin typeface="Cambria Math" panose="02040503050406030204" pitchFamily="18" charset="0"/>
                                    </a:rPr>
                                  </m:ctrlPr>
                                </m:sSubPr>
                                <m:e>
                                  <m:r>
                                    <a:rPr lang="en-US" sz="2800" b="1" i="1">
                                      <a:latin typeface="Cambria Math" panose="02040503050406030204" pitchFamily="18" charset="0"/>
                                    </a:rPr>
                                    <m:t>𝒑</m:t>
                                  </m:r>
                                </m:e>
                                <m:sub>
                                  <m:r>
                                    <a:rPr lang="en-US" sz="2800" b="1" i="1">
                                      <a:latin typeface="Cambria Math" panose="02040503050406030204" pitchFamily="18" charset="0"/>
                                    </a:rPr>
                                    <m:t>𝑪</m:t>
                                  </m:r>
                                  <m:r>
                                    <a:rPr lang="en-US" sz="2800" b="1" i="1" smtClean="0">
                                      <a:latin typeface="Cambria Math" panose="02040503050406030204" pitchFamily="18" charset="0"/>
                                    </a:rPr>
                                    <m:t>𝑪</m:t>
                                  </m:r>
                                </m:sub>
                              </m:sSub>
                              <m:r>
                                <a:rPr lang="en-US" sz="2800" b="0" i="1" smtClean="0">
                                  <a:latin typeface="Cambria Math" panose="02040503050406030204" pitchFamily="18" charset="0"/>
                                </a:rPr>
                                <m:t>,</m:t>
                              </m:r>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b="0" i="1" smtClean="0">
                                      <a:latin typeface="Cambria Math" panose="02040503050406030204" pitchFamily="18" charset="0"/>
                                    </a:rPr>
                                    <m:t>𝑁</m:t>
                                  </m:r>
                                </m:sub>
                              </m:sSub>
                              <m:d>
                                <m:dPr>
                                  <m:ctrlPr>
                                    <a:rPr lang="en-US" sz="2800" i="1">
                                      <a:latin typeface="Cambria Math" panose="02040503050406030204" pitchFamily="18" charset="0"/>
                                    </a:rPr>
                                  </m:ctrlPr>
                                </m:dPr>
                                <m:e>
                                  <m:r>
                                    <a:rPr lang="en-US" sz="2800" i="1">
                                      <a:latin typeface="Cambria Math" panose="02040503050406030204" pitchFamily="18" charset="0"/>
                                    </a:rPr>
                                    <m:t>𝐺</m:t>
                                  </m:r>
                                  <m:r>
                                    <a:rPr lang="en-US" sz="2800" i="1">
                                      <a:latin typeface="Cambria Math" panose="02040503050406030204" pitchFamily="18" charset="0"/>
                                    </a:rPr>
                                    <m:t>,1</m:t>
                                  </m:r>
                                </m:e>
                              </m:d>
                              <m:r>
                                <a:rPr lang="en-US" sz="2800" i="1">
                                  <a:latin typeface="Cambria Math" panose="02040503050406030204" pitchFamily="18" charset="0"/>
                                </a:rPr>
                                <m:t>+</m:t>
                              </m:r>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b="0" i="1" smtClean="0">
                                      <a:latin typeface="Cambria Math" panose="02040503050406030204" pitchFamily="18" charset="0"/>
                                    </a:rPr>
                                    <m:t>𝑁𝐶</m:t>
                                  </m:r>
                                </m:sub>
                              </m:sSub>
                            </m:e>
                          </m:d>
                        </m:e>
                      </m:func>
                      <m:r>
                        <a:rPr lang="en-US" sz="2800" b="0" i="1" smtClean="0">
                          <a:latin typeface="Cambria Math" panose="02040503050406030204" pitchFamily="18" charset="0"/>
                        </a:rPr>
                        <m:t>=−5.474</m:t>
                      </m:r>
                    </m:oMath>
                  </m:oMathPara>
                </a14:m>
                <a:endParaRPr lang="en-US" sz="2800" dirty="0"/>
              </a:p>
            </p:txBody>
          </p:sp>
        </mc:Choice>
        <mc:Fallback xmlns="">
          <p:sp>
            <p:nvSpPr>
              <p:cNvPr id="6" name="TextBox 5">
                <a:extLst>
                  <a:ext uri="{FF2B5EF4-FFF2-40B4-BE49-F238E27FC236}">
                    <a16:creationId xmlns:a16="http://schemas.microsoft.com/office/drawing/2014/main" id="{2E93069F-CBC2-F7DC-1549-1FEDA6C5C9D0}"/>
                  </a:ext>
                </a:extLst>
              </p:cNvPr>
              <p:cNvSpPr txBox="1">
                <a:spLocks noRot="1" noChangeAspect="1" noMove="1" noResize="1" noEditPoints="1" noAdjustHandles="1" noChangeArrowheads="1" noChangeShapeType="1" noTextEdit="1"/>
              </p:cNvSpPr>
              <p:nvPr/>
            </p:nvSpPr>
            <p:spPr>
              <a:xfrm>
                <a:off x="0" y="4161217"/>
                <a:ext cx="11357812" cy="43088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F1201C8-F9D7-BB99-0797-D1EC388D1484}"/>
                  </a:ext>
                </a:extLst>
              </p:cNvPr>
              <p:cNvSpPr txBox="1"/>
              <p:nvPr/>
            </p:nvSpPr>
            <p:spPr>
              <a:xfrm>
                <a:off x="0" y="5787957"/>
                <a:ext cx="11357812" cy="43088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pt-BR" sz="2800" i="1" smtClean="0">
                              <a:latin typeface="Cambria Math" panose="02040503050406030204" pitchFamily="18" charset="0"/>
                            </a:rPr>
                          </m:ctrlPr>
                        </m:sSubPr>
                        <m:e>
                          <m:r>
                            <a:rPr lang="en-US" sz="2800" b="0" i="1" smtClean="0">
                              <a:latin typeface="Cambria Math" panose="02040503050406030204" pitchFamily="18" charset="0"/>
                            </a:rPr>
                            <m:t>𝑝</m:t>
                          </m:r>
                        </m:e>
                        <m:sub>
                          <m:r>
                            <a:rPr lang="en-US" sz="2800" b="0" i="1" smtClean="0">
                              <a:latin typeface="Cambria Math" panose="02040503050406030204" pitchFamily="18" charset="0"/>
                            </a:rPr>
                            <m:t>𝑁</m:t>
                          </m:r>
                        </m:sub>
                      </m:sSub>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𝐺</m:t>
                          </m:r>
                          <m:r>
                            <a:rPr lang="en-US" sz="2800" b="0" i="1" smtClean="0">
                              <a:latin typeface="Cambria Math" panose="02040503050406030204" pitchFamily="18" charset="0"/>
                            </a:rPr>
                            <m:t>,2</m:t>
                          </m:r>
                        </m:e>
                      </m:d>
                      <m:r>
                        <a:rPr lang="en-US" sz="2800" b="0" i="1" smtClean="0">
                          <a:latin typeface="Cambria Math" panose="02040503050406030204" pitchFamily="18" charset="0"/>
                        </a:rPr>
                        <m:t>=</m:t>
                      </m:r>
                      <m:r>
                        <a:rPr lang="en-US" sz="2800" i="1">
                          <a:latin typeface="Cambria Math" panose="02040503050406030204" pitchFamily="18" charset="0"/>
                        </a:rPr>
                        <m:t>−</m:t>
                      </m:r>
                      <m:r>
                        <a:rPr lang="en-US" sz="2800" b="0" i="1" smtClean="0">
                          <a:latin typeface="Cambria Math" panose="02040503050406030204" pitchFamily="18" charset="0"/>
                        </a:rPr>
                        <m:t>2.322+</m:t>
                      </m:r>
                      <m:func>
                        <m:funcPr>
                          <m:ctrlPr>
                            <a:rPr lang="en-US" sz="2800" b="0" i="1" smtClean="0">
                              <a:latin typeface="Cambria Math" panose="02040503050406030204" pitchFamily="18" charset="0"/>
                            </a:rPr>
                          </m:ctrlPr>
                        </m:funcPr>
                        <m:fName>
                          <m:r>
                            <m:rPr>
                              <m:sty m:val="p"/>
                            </m:rPr>
                            <a:rPr lang="en-US" sz="2800" b="0" i="0" smtClean="0">
                              <a:latin typeface="Cambria Math" panose="02040503050406030204" pitchFamily="18" charset="0"/>
                            </a:rPr>
                            <m:t>max</m:t>
                          </m:r>
                        </m:fName>
                        <m:e>
                          <m:d>
                            <m:dPr>
                              <m:ctrlPr>
                                <a:rPr lang="en-US" sz="2800" b="0" i="1" smtClean="0">
                                  <a:latin typeface="Cambria Math" panose="02040503050406030204" pitchFamily="18" charset="0"/>
                                </a:rPr>
                              </m:ctrlPr>
                            </m:dPr>
                            <m:e>
                              <m:sSub>
                                <m:sSubPr>
                                  <m:ctrlPr>
                                    <a:rPr lang="pt-BR" sz="2800" b="1" i="1">
                                      <a:latin typeface="Cambria Math" panose="02040503050406030204" pitchFamily="18" charset="0"/>
                                    </a:rPr>
                                  </m:ctrlPr>
                                </m:sSubPr>
                                <m:e>
                                  <m:r>
                                    <a:rPr lang="en-US" sz="2800" b="1" i="1">
                                      <a:latin typeface="Cambria Math" panose="02040503050406030204" pitchFamily="18" charset="0"/>
                                    </a:rPr>
                                    <m:t>𝒑</m:t>
                                  </m:r>
                                </m:e>
                                <m:sub>
                                  <m:r>
                                    <a:rPr lang="en-US" sz="2800" b="1" i="1">
                                      <a:latin typeface="Cambria Math" panose="02040503050406030204" pitchFamily="18" charset="0"/>
                                    </a:rPr>
                                    <m:t>𝑪</m:t>
                                  </m:r>
                                </m:sub>
                              </m:sSub>
                              <m:d>
                                <m:dPr>
                                  <m:ctrlPr>
                                    <a:rPr lang="en-US" sz="2800" b="1" i="1">
                                      <a:latin typeface="Cambria Math" panose="02040503050406030204" pitchFamily="18" charset="0"/>
                                    </a:rPr>
                                  </m:ctrlPr>
                                </m:dPr>
                                <m:e>
                                  <m:r>
                                    <a:rPr lang="en-US" sz="2800" b="1" i="1">
                                      <a:latin typeface="Cambria Math" panose="02040503050406030204" pitchFamily="18" charset="0"/>
                                    </a:rPr>
                                    <m:t>𝑮</m:t>
                                  </m:r>
                                  <m:r>
                                    <a:rPr lang="en-US" sz="2800" b="1" i="1">
                                      <a:latin typeface="Cambria Math" panose="02040503050406030204" pitchFamily="18" charset="0"/>
                                    </a:rPr>
                                    <m:t>,</m:t>
                                  </m:r>
                                  <m:r>
                                    <a:rPr lang="en-US" sz="2800" b="1" i="1">
                                      <a:latin typeface="Cambria Math" panose="02040503050406030204" pitchFamily="18" charset="0"/>
                                    </a:rPr>
                                    <m:t>𝟏</m:t>
                                  </m:r>
                                </m:e>
                              </m:d>
                              <m:r>
                                <a:rPr lang="en-US" sz="2800" b="1" i="1" smtClean="0">
                                  <a:latin typeface="Cambria Math" panose="02040503050406030204" pitchFamily="18" charset="0"/>
                                </a:rPr>
                                <m:t>+</m:t>
                              </m:r>
                              <m:sSub>
                                <m:sSubPr>
                                  <m:ctrlPr>
                                    <a:rPr lang="pt-BR" sz="2800" b="1" i="1">
                                      <a:latin typeface="Cambria Math" panose="02040503050406030204" pitchFamily="18" charset="0"/>
                                    </a:rPr>
                                  </m:ctrlPr>
                                </m:sSubPr>
                                <m:e>
                                  <m:r>
                                    <a:rPr lang="en-US" sz="2800" b="1" i="1">
                                      <a:latin typeface="Cambria Math" panose="02040503050406030204" pitchFamily="18" charset="0"/>
                                    </a:rPr>
                                    <m:t>𝒑</m:t>
                                  </m:r>
                                </m:e>
                                <m:sub>
                                  <m:r>
                                    <a:rPr lang="en-US" sz="2800" b="1" i="1" smtClean="0">
                                      <a:latin typeface="Cambria Math" panose="02040503050406030204" pitchFamily="18" charset="0"/>
                                    </a:rPr>
                                    <m:t>𝑪𝑵</m:t>
                                  </m:r>
                                </m:sub>
                              </m:sSub>
                              <m:r>
                                <a:rPr lang="en-US" sz="2800" b="0" i="1" smtClean="0">
                                  <a:latin typeface="Cambria Math" panose="02040503050406030204" pitchFamily="18" charset="0"/>
                                </a:rPr>
                                <m:t>,</m:t>
                              </m:r>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b="0" i="1" smtClean="0">
                                      <a:latin typeface="Cambria Math" panose="02040503050406030204" pitchFamily="18" charset="0"/>
                                    </a:rPr>
                                    <m:t>𝑁</m:t>
                                  </m:r>
                                </m:sub>
                              </m:sSub>
                              <m:d>
                                <m:dPr>
                                  <m:ctrlPr>
                                    <a:rPr lang="en-US" sz="2800" i="1">
                                      <a:latin typeface="Cambria Math" panose="02040503050406030204" pitchFamily="18" charset="0"/>
                                    </a:rPr>
                                  </m:ctrlPr>
                                </m:dPr>
                                <m:e>
                                  <m:r>
                                    <a:rPr lang="en-US" sz="2800" i="1">
                                      <a:latin typeface="Cambria Math" panose="02040503050406030204" pitchFamily="18" charset="0"/>
                                    </a:rPr>
                                    <m:t>𝐺</m:t>
                                  </m:r>
                                  <m:r>
                                    <a:rPr lang="en-US" sz="2800" i="1">
                                      <a:latin typeface="Cambria Math" panose="02040503050406030204" pitchFamily="18" charset="0"/>
                                    </a:rPr>
                                    <m:t>,1</m:t>
                                  </m:r>
                                </m:e>
                              </m:d>
                              <m:r>
                                <a:rPr lang="en-US" sz="2800" i="1">
                                  <a:latin typeface="Cambria Math" panose="02040503050406030204" pitchFamily="18" charset="0"/>
                                </a:rPr>
                                <m:t>+</m:t>
                              </m:r>
                              <m:sSub>
                                <m:sSubPr>
                                  <m:ctrlPr>
                                    <a:rPr lang="pt-BR" sz="2800" i="1">
                                      <a:latin typeface="Cambria Math" panose="02040503050406030204" pitchFamily="18" charset="0"/>
                                    </a:rPr>
                                  </m:ctrlPr>
                                </m:sSubPr>
                                <m:e>
                                  <m:r>
                                    <a:rPr lang="en-US" sz="2800" i="1">
                                      <a:latin typeface="Cambria Math" panose="02040503050406030204" pitchFamily="18" charset="0"/>
                                    </a:rPr>
                                    <m:t>𝑝</m:t>
                                  </m:r>
                                </m:e>
                                <m:sub>
                                  <m:r>
                                    <a:rPr lang="en-US" sz="2800" b="0" i="1" smtClean="0">
                                      <a:latin typeface="Cambria Math" panose="02040503050406030204" pitchFamily="18" charset="0"/>
                                    </a:rPr>
                                    <m:t>𝑁𝑁</m:t>
                                  </m:r>
                                </m:sub>
                              </m:sSub>
                            </m:e>
                          </m:d>
                        </m:e>
                      </m:func>
                      <m:r>
                        <a:rPr lang="en-US" sz="2800" b="0" i="1" smtClean="0">
                          <a:latin typeface="Cambria Math" panose="02040503050406030204" pitchFamily="18" charset="0"/>
                        </a:rPr>
                        <m:t>=−6.059</m:t>
                      </m:r>
                    </m:oMath>
                  </m:oMathPara>
                </a14:m>
                <a:endParaRPr lang="en-US" sz="2800" dirty="0"/>
              </a:p>
            </p:txBody>
          </p:sp>
        </mc:Choice>
        <mc:Fallback xmlns="">
          <p:sp>
            <p:nvSpPr>
              <p:cNvPr id="10" name="TextBox 9">
                <a:extLst>
                  <a:ext uri="{FF2B5EF4-FFF2-40B4-BE49-F238E27FC236}">
                    <a16:creationId xmlns:a16="http://schemas.microsoft.com/office/drawing/2014/main" id="{DF1201C8-F9D7-BB99-0797-D1EC388D1484}"/>
                  </a:ext>
                </a:extLst>
              </p:cNvPr>
              <p:cNvSpPr txBox="1">
                <a:spLocks noRot="1" noChangeAspect="1" noMove="1" noResize="1" noEditPoints="1" noAdjustHandles="1" noChangeArrowheads="1" noChangeShapeType="1" noTextEdit="1"/>
              </p:cNvSpPr>
              <p:nvPr/>
            </p:nvSpPr>
            <p:spPr>
              <a:xfrm>
                <a:off x="0" y="5787957"/>
                <a:ext cx="11357812" cy="430887"/>
              </a:xfrm>
              <a:prstGeom prst="rect">
                <a:avLst/>
              </a:prstGeom>
              <a:blipFill>
                <a:blip r:embed="rId6"/>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4C6074DB-AFD4-F645-03E7-891C764A230F}"/>
              </a:ext>
            </a:extLst>
          </p:cNvPr>
          <p:cNvSpPr txBox="1"/>
          <p:nvPr/>
        </p:nvSpPr>
        <p:spPr>
          <a:xfrm>
            <a:off x="5344220" y="4573208"/>
            <a:ext cx="968535" cy="369332"/>
          </a:xfrm>
          <a:prstGeom prst="rect">
            <a:avLst/>
          </a:prstGeom>
          <a:noFill/>
        </p:spPr>
        <p:txBody>
          <a:bodyPr wrap="none" rtlCol="0">
            <a:spAutoFit/>
          </a:bodyPr>
          <a:lstStyle/>
          <a:p>
            <a:r>
              <a:rPr lang="en-US" dirty="0"/>
              <a:t>-2.737-1</a:t>
            </a:r>
          </a:p>
        </p:txBody>
      </p:sp>
      <p:sp>
        <p:nvSpPr>
          <p:cNvPr id="8" name="TextBox 7">
            <a:extLst>
              <a:ext uri="{FF2B5EF4-FFF2-40B4-BE49-F238E27FC236}">
                <a16:creationId xmlns:a16="http://schemas.microsoft.com/office/drawing/2014/main" id="{09A4DE38-328F-87F6-76B4-989C064CE5B1}"/>
              </a:ext>
            </a:extLst>
          </p:cNvPr>
          <p:cNvSpPr txBox="1"/>
          <p:nvPr/>
        </p:nvSpPr>
        <p:spPr>
          <a:xfrm>
            <a:off x="7496422" y="4582656"/>
            <a:ext cx="1377300" cy="369332"/>
          </a:xfrm>
          <a:prstGeom prst="rect">
            <a:avLst/>
          </a:prstGeom>
          <a:noFill/>
        </p:spPr>
        <p:txBody>
          <a:bodyPr wrap="none" rtlCol="0">
            <a:spAutoFit/>
          </a:bodyPr>
          <a:lstStyle/>
          <a:p>
            <a:r>
              <a:rPr lang="en-US" dirty="0"/>
              <a:t>-3.322-1.322</a:t>
            </a:r>
          </a:p>
        </p:txBody>
      </p:sp>
      <p:sp>
        <p:nvSpPr>
          <p:cNvPr id="15" name="TextBox 14">
            <a:extLst>
              <a:ext uri="{FF2B5EF4-FFF2-40B4-BE49-F238E27FC236}">
                <a16:creationId xmlns:a16="http://schemas.microsoft.com/office/drawing/2014/main" id="{9CCA705D-C9FB-E1F5-8A5C-CDFC85810C79}"/>
              </a:ext>
            </a:extLst>
          </p:cNvPr>
          <p:cNvSpPr txBox="1"/>
          <p:nvPr/>
        </p:nvSpPr>
        <p:spPr>
          <a:xfrm>
            <a:off x="5194638" y="6192431"/>
            <a:ext cx="968535" cy="369332"/>
          </a:xfrm>
          <a:prstGeom prst="rect">
            <a:avLst/>
          </a:prstGeom>
          <a:noFill/>
        </p:spPr>
        <p:txBody>
          <a:bodyPr wrap="none" rtlCol="0">
            <a:spAutoFit/>
          </a:bodyPr>
          <a:lstStyle/>
          <a:p>
            <a:r>
              <a:rPr lang="en-US" dirty="0"/>
              <a:t>-2.737-1</a:t>
            </a:r>
          </a:p>
        </p:txBody>
      </p:sp>
      <p:sp>
        <p:nvSpPr>
          <p:cNvPr id="18" name="TextBox 17">
            <a:extLst>
              <a:ext uri="{FF2B5EF4-FFF2-40B4-BE49-F238E27FC236}">
                <a16:creationId xmlns:a16="http://schemas.microsoft.com/office/drawing/2014/main" id="{F782CB2C-5BF9-2717-48FE-2E0717D2B0C9}"/>
              </a:ext>
            </a:extLst>
          </p:cNvPr>
          <p:cNvSpPr txBox="1"/>
          <p:nvPr/>
        </p:nvSpPr>
        <p:spPr>
          <a:xfrm>
            <a:off x="7472071" y="6186246"/>
            <a:ext cx="1377300" cy="369332"/>
          </a:xfrm>
          <a:prstGeom prst="rect">
            <a:avLst/>
          </a:prstGeom>
          <a:noFill/>
        </p:spPr>
        <p:txBody>
          <a:bodyPr wrap="none" rtlCol="0">
            <a:spAutoFit/>
          </a:bodyPr>
          <a:lstStyle/>
          <a:p>
            <a:r>
              <a:rPr lang="en-US" dirty="0"/>
              <a:t>-3.322-0.737</a:t>
            </a:r>
          </a:p>
        </p:txBody>
      </p:sp>
    </p:spTree>
    <p:extLst>
      <p:ext uri="{BB962C8B-B14F-4D97-AF65-F5344CB8AC3E}">
        <p14:creationId xmlns:p14="http://schemas.microsoft.com/office/powerpoint/2010/main" val="15267737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20031B-A635-BFDE-F6A3-6DD06DDEBE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83F83A-9701-E218-14CC-65FC4A25EDE1}"/>
              </a:ext>
            </a:extLst>
          </p:cNvPr>
          <p:cNvSpPr>
            <a:spLocks noGrp="1"/>
          </p:cNvSpPr>
          <p:nvPr>
            <p:ph type="title"/>
          </p:nvPr>
        </p:nvSpPr>
        <p:spPr/>
        <p:txBody>
          <a:bodyPr>
            <a:normAutofit fontScale="90000"/>
          </a:bodyPr>
          <a:lstStyle/>
          <a:p>
            <a:r>
              <a:rPr lang="en-US" dirty="0"/>
              <a:t>Viterbi algorithm for HMMs</a:t>
            </a:r>
          </a:p>
        </p:txBody>
      </p:sp>
      <p:sp>
        <p:nvSpPr>
          <p:cNvPr id="3" name="Content Placeholder 2">
            <a:extLst>
              <a:ext uri="{FF2B5EF4-FFF2-40B4-BE49-F238E27FC236}">
                <a16:creationId xmlns:a16="http://schemas.microsoft.com/office/drawing/2014/main" id="{9D6954FC-4143-25A4-D0F9-899879DCFF09}"/>
              </a:ext>
            </a:extLst>
          </p:cNvPr>
          <p:cNvSpPr>
            <a:spLocks noGrp="1"/>
          </p:cNvSpPr>
          <p:nvPr>
            <p:ph idx="1"/>
          </p:nvPr>
        </p:nvSpPr>
        <p:spPr>
          <a:xfrm>
            <a:off x="231007" y="1761423"/>
            <a:ext cx="10895798" cy="4880009"/>
          </a:xfrm>
        </p:spPr>
        <p:txBody>
          <a:bodyPr>
            <a:normAutofit/>
          </a:bodyPr>
          <a:lstStyle/>
          <a:p>
            <a:r>
              <a:rPr lang="en-US" dirty="0"/>
              <a:t>S = </a:t>
            </a:r>
            <a:r>
              <a:rPr lang="en-US" b="1" dirty="0">
                <a:solidFill>
                  <a:schemeClr val="tx1"/>
                </a:solidFill>
              </a:rPr>
              <a:t>GGC</a:t>
            </a:r>
            <a:r>
              <a:rPr lang="en-US" b="1" dirty="0"/>
              <a:t>ACTGAA</a:t>
            </a:r>
          </a:p>
          <a:p>
            <a:endParaRPr lang="en-US" b="1" dirty="0"/>
          </a:p>
          <a:p>
            <a:endParaRPr lang="en-US" b="1" dirty="0"/>
          </a:p>
          <a:p>
            <a:endParaRPr lang="en-US" b="1" dirty="0"/>
          </a:p>
          <a:p>
            <a:r>
              <a:rPr lang="en-US" dirty="0"/>
              <a:t>Iteratively compute probabilities:</a:t>
            </a:r>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A0EAFEDF-77F3-27FB-3556-BC8150CA7216}"/>
              </a:ext>
            </a:extLst>
          </p:cNvPr>
          <p:cNvSpPr>
            <a:spLocks noGrp="1"/>
          </p:cNvSpPr>
          <p:nvPr>
            <p:ph type="sldNum" sz="quarter" idx="12"/>
          </p:nvPr>
        </p:nvSpPr>
        <p:spPr/>
        <p:txBody>
          <a:bodyPr/>
          <a:lstStyle/>
          <a:p>
            <a:fld id="{B82CCC60-E8CD-4174-8B1A-7DF615B22EEF}" type="slidenum">
              <a:rPr lang="en-US" smtClean="0"/>
              <a:pPr/>
              <a:t>50</a:t>
            </a:fld>
            <a:endParaRPr lang="en-US"/>
          </a:p>
        </p:txBody>
      </p:sp>
      <p:sp>
        <p:nvSpPr>
          <p:cNvPr id="5" name="TextBox 4">
            <a:extLst>
              <a:ext uri="{FF2B5EF4-FFF2-40B4-BE49-F238E27FC236}">
                <a16:creationId xmlns:a16="http://schemas.microsoft.com/office/drawing/2014/main" id="{FA555EA0-9CEA-0E64-FC55-E372263A91DC}"/>
              </a:ext>
            </a:extLst>
          </p:cNvPr>
          <p:cNvSpPr txBox="1"/>
          <p:nvPr/>
        </p:nvSpPr>
        <p:spPr>
          <a:xfrm>
            <a:off x="8464957" y="1509423"/>
            <a:ext cx="782009" cy="461665"/>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Start</a:t>
            </a:r>
          </a:p>
        </p:txBody>
      </p:sp>
      <p:cxnSp>
        <p:nvCxnSpPr>
          <p:cNvPr id="7" name="Straight Arrow Connector 6">
            <a:extLst>
              <a:ext uri="{FF2B5EF4-FFF2-40B4-BE49-F238E27FC236}">
                <a16:creationId xmlns:a16="http://schemas.microsoft.com/office/drawing/2014/main" id="{335C1C95-AF77-6A9D-9274-2BEC94D47D2E}"/>
              </a:ext>
            </a:extLst>
          </p:cNvPr>
          <p:cNvCxnSpPr>
            <a:cxnSpLocks/>
          </p:cNvCxnSpPr>
          <p:nvPr/>
        </p:nvCxnSpPr>
        <p:spPr>
          <a:xfrm flipH="1">
            <a:off x="7858566" y="2077313"/>
            <a:ext cx="798897"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9" name="Straight Arrow Connector 8">
            <a:extLst>
              <a:ext uri="{FF2B5EF4-FFF2-40B4-BE49-F238E27FC236}">
                <a16:creationId xmlns:a16="http://schemas.microsoft.com/office/drawing/2014/main" id="{0EDEAC32-5F99-E681-8A0B-DB1CDB6161F5}"/>
              </a:ext>
            </a:extLst>
          </p:cNvPr>
          <p:cNvCxnSpPr>
            <a:cxnSpLocks/>
          </p:cNvCxnSpPr>
          <p:nvPr/>
        </p:nvCxnSpPr>
        <p:spPr>
          <a:xfrm>
            <a:off x="8975096" y="2077313"/>
            <a:ext cx="744354"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2" name="TextBox 11">
            <a:extLst>
              <a:ext uri="{FF2B5EF4-FFF2-40B4-BE49-F238E27FC236}">
                <a16:creationId xmlns:a16="http://schemas.microsoft.com/office/drawing/2014/main" id="{2B0C97A9-1086-0130-6AB5-31F460FD6AAA}"/>
              </a:ext>
            </a:extLst>
          </p:cNvPr>
          <p:cNvSpPr txBox="1"/>
          <p:nvPr/>
        </p:nvSpPr>
        <p:spPr>
          <a:xfrm>
            <a:off x="7829729" y="1892647"/>
            <a:ext cx="372218" cy="369332"/>
          </a:xfrm>
          <a:prstGeom prst="rect">
            <a:avLst/>
          </a:prstGeom>
          <a:noFill/>
        </p:spPr>
        <p:txBody>
          <a:bodyPr wrap="none" rtlCol="0">
            <a:spAutoFit/>
          </a:bodyPr>
          <a:lstStyle/>
          <a:p>
            <a:r>
              <a:rPr lang="en-US" dirty="0"/>
              <a:t>-1</a:t>
            </a:r>
          </a:p>
        </p:txBody>
      </p:sp>
      <p:sp>
        <p:nvSpPr>
          <p:cNvPr id="13" name="TextBox 12">
            <a:extLst>
              <a:ext uri="{FF2B5EF4-FFF2-40B4-BE49-F238E27FC236}">
                <a16:creationId xmlns:a16="http://schemas.microsoft.com/office/drawing/2014/main" id="{DA80338A-F86F-C60E-74C8-AB214333E3CD}"/>
              </a:ext>
            </a:extLst>
          </p:cNvPr>
          <p:cNvSpPr txBox="1"/>
          <p:nvPr/>
        </p:nvSpPr>
        <p:spPr>
          <a:xfrm>
            <a:off x="9284709" y="1892647"/>
            <a:ext cx="372218" cy="369332"/>
          </a:xfrm>
          <a:prstGeom prst="rect">
            <a:avLst/>
          </a:prstGeom>
          <a:noFill/>
        </p:spPr>
        <p:txBody>
          <a:bodyPr wrap="none" rtlCol="0">
            <a:spAutoFit/>
          </a:bodyPr>
          <a:lstStyle/>
          <a:p>
            <a:r>
              <a:rPr lang="en-US" dirty="0"/>
              <a:t>-1</a:t>
            </a:r>
          </a:p>
        </p:txBody>
      </p:sp>
      <p:sp>
        <p:nvSpPr>
          <p:cNvPr id="14" name="TextBox 13">
            <a:extLst>
              <a:ext uri="{FF2B5EF4-FFF2-40B4-BE49-F238E27FC236}">
                <a16:creationId xmlns:a16="http://schemas.microsoft.com/office/drawing/2014/main" id="{F0CBD5D2-20A6-599A-3106-D5A7ADCBA1B7}"/>
              </a:ext>
            </a:extLst>
          </p:cNvPr>
          <p:cNvSpPr txBox="1"/>
          <p:nvPr/>
        </p:nvSpPr>
        <p:spPr>
          <a:xfrm>
            <a:off x="7060253" y="2454050"/>
            <a:ext cx="1287532"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C </a:t>
            </a:r>
          </a:p>
          <a:p>
            <a:r>
              <a:rPr lang="en-US" b="1" dirty="0">
                <a:latin typeface="Courier New" panose="02070309020205020404" pitchFamily="49" charset="0"/>
                <a:cs typeface="Courier New" panose="02070309020205020404" pitchFamily="49" charset="0"/>
              </a:rPr>
              <a:t>A -2.322</a:t>
            </a:r>
          </a:p>
          <a:p>
            <a:r>
              <a:rPr lang="en-US" b="1" dirty="0">
                <a:latin typeface="Courier New" panose="02070309020205020404" pitchFamily="49" charset="0"/>
                <a:cs typeface="Courier New" panose="02070309020205020404" pitchFamily="49" charset="0"/>
              </a:rPr>
              <a:t>C -1.737</a:t>
            </a:r>
          </a:p>
          <a:p>
            <a:r>
              <a:rPr lang="en-US" b="1" dirty="0">
                <a:latin typeface="Courier New" panose="02070309020205020404" pitchFamily="49" charset="0"/>
                <a:cs typeface="Courier New" panose="02070309020205020404" pitchFamily="49" charset="0"/>
              </a:rPr>
              <a:t>G -1.737</a:t>
            </a:r>
          </a:p>
          <a:p>
            <a:r>
              <a:rPr lang="en-US" b="1" dirty="0">
                <a:latin typeface="Courier New" panose="02070309020205020404" pitchFamily="49" charset="0"/>
                <a:cs typeface="Courier New" panose="02070309020205020404" pitchFamily="49" charset="0"/>
              </a:rPr>
              <a:t>T -2.322</a:t>
            </a:r>
          </a:p>
        </p:txBody>
      </p:sp>
      <p:sp>
        <p:nvSpPr>
          <p:cNvPr id="16" name="TextBox 15">
            <a:extLst>
              <a:ext uri="{FF2B5EF4-FFF2-40B4-BE49-F238E27FC236}">
                <a16:creationId xmlns:a16="http://schemas.microsoft.com/office/drawing/2014/main" id="{7141DC14-7DC0-AB27-9C19-B9596FAB1732}"/>
              </a:ext>
            </a:extLst>
          </p:cNvPr>
          <p:cNvSpPr txBox="1"/>
          <p:nvPr/>
        </p:nvSpPr>
        <p:spPr>
          <a:xfrm>
            <a:off x="9253130" y="2454050"/>
            <a:ext cx="1287532"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N </a:t>
            </a:r>
          </a:p>
          <a:p>
            <a:r>
              <a:rPr lang="en-US" b="1" dirty="0">
                <a:latin typeface="Courier New" panose="02070309020205020404" pitchFamily="49" charset="0"/>
                <a:cs typeface="Courier New" panose="02070309020205020404" pitchFamily="49" charset="0"/>
              </a:rPr>
              <a:t>A -1.737</a:t>
            </a:r>
          </a:p>
          <a:p>
            <a:r>
              <a:rPr lang="en-US" b="1" dirty="0">
                <a:latin typeface="Courier New" panose="02070309020205020404" pitchFamily="49" charset="0"/>
                <a:cs typeface="Courier New" panose="02070309020205020404" pitchFamily="49" charset="0"/>
              </a:rPr>
              <a:t>C -2.322</a:t>
            </a:r>
          </a:p>
          <a:p>
            <a:r>
              <a:rPr lang="en-US" b="1" dirty="0">
                <a:latin typeface="Courier New" panose="02070309020205020404" pitchFamily="49" charset="0"/>
                <a:cs typeface="Courier New" panose="02070309020205020404" pitchFamily="49" charset="0"/>
              </a:rPr>
              <a:t>G -2.322</a:t>
            </a:r>
          </a:p>
          <a:p>
            <a:r>
              <a:rPr lang="en-US" b="1" dirty="0">
                <a:latin typeface="Courier New" panose="02070309020205020404" pitchFamily="49" charset="0"/>
                <a:cs typeface="Courier New" panose="02070309020205020404" pitchFamily="49" charset="0"/>
              </a:rPr>
              <a:t>T -1.737</a:t>
            </a:r>
          </a:p>
        </p:txBody>
      </p:sp>
      <p:cxnSp>
        <p:nvCxnSpPr>
          <p:cNvPr id="17" name="Straight Arrow Connector 16">
            <a:extLst>
              <a:ext uri="{FF2B5EF4-FFF2-40B4-BE49-F238E27FC236}">
                <a16:creationId xmlns:a16="http://schemas.microsoft.com/office/drawing/2014/main" id="{140D035C-E708-574A-BEDF-F6D5DC5F305F}"/>
              </a:ext>
            </a:extLst>
          </p:cNvPr>
          <p:cNvCxnSpPr>
            <a:cxnSpLocks/>
          </p:cNvCxnSpPr>
          <p:nvPr/>
        </p:nvCxnSpPr>
        <p:spPr>
          <a:xfrm>
            <a:off x="8475007" y="3170164"/>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6147BB9E-2C4E-6859-64E9-5F1A8FA458BA}"/>
              </a:ext>
            </a:extLst>
          </p:cNvPr>
          <p:cNvCxnSpPr>
            <a:cxnSpLocks/>
          </p:cNvCxnSpPr>
          <p:nvPr/>
        </p:nvCxnSpPr>
        <p:spPr>
          <a:xfrm flipH="1">
            <a:off x="8475007" y="3466813"/>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5" name="TextBox 24">
            <a:extLst>
              <a:ext uri="{FF2B5EF4-FFF2-40B4-BE49-F238E27FC236}">
                <a16:creationId xmlns:a16="http://schemas.microsoft.com/office/drawing/2014/main" id="{125E04A2-5052-E00E-A8DF-4DC47FD56395}"/>
              </a:ext>
            </a:extLst>
          </p:cNvPr>
          <p:cNvSpPr txBox="1"/>
          <p:nvPr/>
        </p:nvSpPr>
        <p:spPr>
          <a:xfrm>
            <a:off x="8548068" y="2732844"/>
            <a:ext cx="409268" cy="369332"/>
          </a:xfrm>
          <a:prstGeom prst="rect">
            <a:avLst/>
          </a:prstGeom>
          <a:noFill/>
        </p:spPr>
        <p:txBody>
          <a:bodyPr wrap="square" rtlCol="0">
            <a:spAutoFit/>
          </a:bodyPr>
          <a:lstStyle/>
          <a:p>
            <a:r>
              <a:rPr lang="en-US" dirty="0"/>
              <a:t>-1</a:t>
            </a:r>
          </a:p>
        </p:txBody>
      </p:sp>
      <p:sp>
        <p:nvSpPr>
          <p:cNvPr id="26" name="TextBox 25">
            <a:extLst>
              <a:ext uri="{FF2B5EF4-FFF2-40B4-BE49-F238E27FC236}">
                <a16:creationId xmlns:a16="http://schemas.microsoft.com/office/drawing/2014/main" id="{8133468D-4D3C-5C3D-6177-2907565B7ACC}"/>
              </a:ext>
            </a:extLst>
          </p:cNvPr>
          <p:cNvSpPr txBox="1"/>
          <p:nvPr/>
        </p:nvSpPr>
        <p:spPr>
          <a:xfrm>
            <a:off x="8409966" y="3493222"/>
            <a:ext cx="780983" cy="369332"/>
          </a:xfrm>
          <a:prstGeom prst="rect">
            <a:avLst/>
          </a:prstGeom>
          <a:noFill/>
        </p:spPr>
        <p:txBody>
          <a:bodyPr wrap="none" rtlCol="0">
            <a:spAutoFit/>
          </a:bodyPr>
          <a:lstStyle/>
          <a:p>
            <a:r>
              <a:rPr lang="en-US" dirty="0"/>
              <a:t>-1.322</a:t>
            </a:r>
          </a:p>
        </p:txBody>
      </p:sp>
      <mc:AlternateContent xmlns:mc="http://schemas.openxmlformats.org/markup-compatibility/2006" xmlns:p14="http://schemas.microsoft.com/office/powerpoint/2010/main">
        <mc:Choice Requires="p14">
          <p:contentPart p14:bwMode="auto" r:id="rId2">
            <p14:nvContentPartPr>
              <p14:cNvPr id="27" name="Ink 26">
                <a:extLst>
                  <a:ext uri="{FF2B5EF4-FFF2-40B4-BE49-F238E27FC236}">
                    <a16:creationId xmlns:a16="http://schemas.microsoft.com/office/drawing/2014/main" id="{0D6B11A1-8DE0-9A15-1150-2DCF2926993B}"/>
                  </a:ext>
                </a:extLst>
              </p14:cNvPr>
              <p14:cNvContentPartPr/>
              <p14:nvPr/>
            </p14:nvContentPartPr>
            <p14:xfrm>
              <a:off x="10631153" y="2622407"/>
              <a:ext cx="1329840" cy="1373040"/>
            </p14:xfrm>
          </p:contentPart>
        </mc:Choice>
        <mc:Fallback xmlns="">
          <p:pic>
            <p:nvPicPr>
              <p:cNvPr id="27" name="Ink 26">
                <a:extLst>
                  <a:ext uri="{FF2B5EF4-FFF2-40B4-BE49-F238E27FC236}">
                    <a16:creationId xmlns:a16="http://schemas.microsoft.com/office/drawing/2014/main" id="{0D6B11A1-8DE0-9A15-1150-2DCF2926993B}"/>
                  </a:ext>
                </a:extLst>
              </p:cNvPr>
              <p:cNvPicPr/>
              <p:nvPr/>
            </p:nvPicPr>
            <p:blipFill>
              <a:blip r:embed="rId3"/>
              <a:stretch>
                <a:fillRect/>
              </a:stretch>
            </p:blipFill>
            <p:spPr>
              <a:xfrm>
                <a:off x="10625033" y="2616287"/>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F99FB070-E437-322F-05B5-BE692BEBA05A}"/>
                  </a:ext>
                </a:extLst>
              </p14:cNvPr>
              <p14:cNvContentPartPr/>
              <p14:nvPr/>
            </p14:nvContentPartPr>
            <p14:xfrm rot="10800000">
              <a:off x="5647836" y="2490244"/>
              <a:ext cx="1329840" cy="1373040"/>
            </p14:xfrm>
          </p:contentPart>
        </mc:Choice>
        <mc:Fallback xmlns="">
          <p:pic>
            <p:nvPicPr>
              <p:cNvPr id="28" name="Ink 27">
                <a:extLst>
                  <a:ext uri="{FF2B5EF4-FFF2-40B4-BE49-F238E27FC236}">
                    <a16:creationId xmlns:a16="http://schemas.microsoft.com/office/drawing/2014/main" id="{F99FB070-E437-322F-05B5-BE692BEBA05A}"/>
                  </a:ext>
                </a:extLst>
              </p:cNvPr>
              <p:cNvPicPr/>
              <p:nvPr/>
            </p:nvPicPr>
            <p:blipFill>
              <a:blip r:embed="rId3"/>
              <a:stretch>
                <a:fillRect/>
              </a:stretch>
            </p:blipFill>
            <p:spPr>
              <a:xfrm rot="10800000">
                <a:off x="5641716" y="2484124"/>
                <a:ext cx="1342080" cy="1385280"/>
              </a:xfrm>
              <a:prstGeom prst="rect">
                <a:avLst/>
              </a:prstGeom>
            </p:spPr>
          </p:pic>
        </mc:Fallback>
      </mc:AlternateContent>
      <p:sp>
        <p:nvSpPr>
          <p:cNvPr id="29" name="TextBox 28">
            <a:extLst>
              <a:ext uri="{FF2B5EF4-FFF2-40B4-BE49-F238E27FC236}">
                <a16:creationId xmlns:a16="http://schemas.microsoft.com/office/drawing/2014/main" id="{3ABC3F08-2608-0C34-CDDD-52F232439025}"/>
              </a:ext>
            </a:extLst>
          </p:cNvPr>
          <p:cNvSpPr txBox="1"/>
          <p:nvPr/>
        </p:nvSpPr>
        <p:spPr>
          <a:xfrm>
            <a:off x="6131831" y="2985498"/>
            <a:ext cx="372218" cy="369332"/>
          </a:xfrm>
          <a:prstGeom prst="rect">
            <a:avLst/>
          </a:prstGeom>
          <a:noFill/>
        </p:spPr>
        <p:txBody>
          <a:bodyPr wrap="none" rtlCol="0">
            <a:spAutoFit/>
          </a:bodyPr>
          <a:lstStyle/>
          <a:p>
            <a:r>
              <a:rPr lang="en-US" dirty="0"/>
              <a:t>-1</a:t>
            </a:r>
          </a:p>
        </p:txBody>
      </p:sp>
      <p:sp>
        <p:nvSpPr>
          <p:cNvPr id="30" name="TextBox 29">
            <a:extLst>
              <a:ext uri="{FF2B5EF4-FFF2-40B4-BE49-F238E27FC236}">
                <a16:creationId xmlns:a16="http://schemas.microsoft.com/office/drawing/2014/main" id="{09C187AE-1909-7275-E13D-A0E04FA0FB02}"/>
              </a:ext>
            </a:extLst>
          </p:cNvPr>
          <p:cNvSpPr txBox="1"/>
          <p:nvPr/>
        </p:nvSpPr>
        <p:spPr>
          <a:xfrm>
            <a:off x="10921640" y="3066428"/>
            <a:ext cx="780983" cy="369332"/>
          </a:xfrm>
          <a:prstGeom prst="rect">
            <a:avLst/>
          </a:prstGeom>
          <a:noFill/>
        </p:spPr>
        <p:txBody>
          <a:bodyPr wrap="none" rtlCol="0">
            <a:spAutoFit/>
          </a:bodyPr>
          <a:lstStyle/>
          <a:p>
            <a:r>
              <a:rPr lang="en-US" dirty="0"/>
              <a:t>-0.737</a:t>
            </a:r>
          </a:p>
        </p:txBody>
      </p:sp>
      <p:graphicFrame>
        <p:nvGraphicFramePr>
          <p:cNvPr id="8" name="Table 7">
            <a:extLst>
              <a:ext uri="{FF2B5EF4-FFF2-40B4-BE49-F238E27FC236}">
                <a16:creationId xmlns:a16="http://schemas.microsoft.com/office/drawing/2014/main" id="{B9D9984B-E9E2-8840-E7CC-13FAF6F69EC1}"/>
              </a:ext>
            </a:extLst>
          </p:cNvPr>
          <p:cNvGraphicFramePr>
            <a:graphicFrameLocks noGrp="1"/>
          </p:cNvGraphicFramePr>
          <p:nvPr>
            <p:extLst>
              <p:ext uri="{D42A27DB-BD31-4B8C-83A1-F6EECF244321}">
                <p14:modId xmlns:p14="http://schemas.microsoft.com/office/powerpoint/2010/main" val="2853138809"/>
              </p:ext>
            </p:extLst>
          </p:nvPr>
        </p:nvGraphicFramePr>
        <p:xfrm>
          <a:off x="598618" y="4592103"/>
          <a:ext cx="10236530" cy="1097280"/>
        </p:xfrm>
        <a:graphic>
          <a:graphicData uri="http://schemas.openxmlformats.org/drawingml/2006/table">
            <a:tbl>
              <a:tblPr firstRow="1" bandRow="1">
                <a:tableStyleId>{5C22544A-7EE6-4342-B048-85BDC9FD1C3A}</a:tableStyleId>
              </a:tblPr>
              <a:tblGrid>
                <a:gridCol w="1023653">
                  <a:extLst>
                    <a:ext uri="{9D8B030D-6E8A-4147-A177-3AD203B41FA5}">
                      <a16:colId xmlns:a16="http://schemas.microsoft.com/office/drawing/2014/main" val="617901540"/>
                    </a:ext>
                  </a:extLst>
                </a:gridCol>
                <a:gridCol w="1023653">
                  <a:extLst>
                    <a:ext uri="{9D8B030D-6E8A-4147-A177-3AD203B41FA5}">
                      <a16:colId xmlns:a16="http://schemas.microsoft.com/office/drawing/2014/main" val="1382025072"/>
                    </a:ext>
                  </a:extLst>
                </a:gridCol>
                <a:gridCol w="1023653">
                  <a:extLst>
                    <a:ext uri="{9D8B030D-6E8A-4147-A177-3AD203B41FA5}">
                      <a16:colId xmlns:a16="http://schemas.microsoft.com/office/drawing/2014/main" val="2255369741"/>
                    </a:ext>
                  </a:extLst>
                </a:gridCol>
                <a:gridCol w="1023653">
                  <a:extLst>
                    <a:ext uri="{9D8B030D-6E8A-4147-A177-3AD203B41FA5}">
                      <a16:colId xmlns:a16="http://schemas.microsoft.com/office/drawing/2014/main" val="2534610364"/>
                    </a:ext>
                  </a:extLst>
                </a:gridCol>
                <a:gridCol w="1023653">
                  <a:extLst>
                    <a:ext uri="{9D8B030D-6E8A-4147-A177-3AD203B41FA5}">
                      <a16:colId xmlns:a16="http://schemas.microsoft.com/office/drawing/2014/main" val="232939563"/>
                    </a:ext>
                  </a:extLst>
                </a:gridCol>
                <a:gridCol w="1023653">
                  <a:extLst>
                    <a:ext uri="{9D8B030D-6E8A-4147-A177-3AD203B41FA5}">
                      <a16:colId xmlns:a16="http://schemas.microsoft.com/office/drawing/2014/main" val="3182373488"/>
                    </a:ext>
                  </a:extLst>
                </a:gridCol>
                <a:gridCol w="1023653">
                  <a:extLst>
                    <a:ext uri="{9D8B030D-6E8A-4147-A177-3AD203B41FA5}">
                      <a16:colId xmlns:a16="http://schemas.microsoft.com/office/drawing/2014/main" val="4024621562"/>
                    </a:ext>
                  </a:extLst>
                </a:gridCol>
                <a:gridCol w="1023653">
                  <a:extLst>
                    <a:ext uri="{9D8B030D-6E8A-4147-A177-3AD203B41FA5}">
                      <a16:colId xmlns:a16="http://schemas.microsoft.com/office/drawing/2014/main" val="2359178037"/>
                    </a:ext>
                  </a:extLst>
                </a:gridCol>
                <a:gridCol w="1023653">
                  <a:extLst>
                    <a:ext uri="{9D8B030D-6E8A-4147-A177-3AD203B41FA5}">
                      <a16:colId xmlns:a16="http://schemas.microsoft.com/office/drawing/2014/main" val="1376732356"/>
                    </a:ext>
                  </a:extLst>
                </a:gridCol>
                <a:gridCol w="1023653">
                  <a:extLst>
                    <a:ext uri="{9D8B030D-6E8A-4147-A177-3AD203B41FA5}">
                      <a16:colId xmlns:a16="http://schemas.microsoft.com/office/drawing/2014/main" val="536027699"/>
                    </a:ext>
                  </a:extLst>
                </a:gridCol>
              </a:tblGrid>
              <a:tr h="357286">
                <a:tc>
                  <a:txBody>
                    <a:bodyPr/>
                    <a:lstStyle/>
                    <a:p>
                      <a:endParaRPr lang="en-US"/>
                    </a:p>
                  </a:txBody>
                  <a:tcPr/>
                </a:tc>
                <a:tc>
                  <a:txBody>
                    <a:bodyPr/>
                    <a:lstStyle/>
                    <a:p>
                      <a:pPr algn="ctr"/>
                      <a:r>
                        <a:rPr lang="en-US" dirty="0"/>
                        <a:t>G</a:t>
                      </a:r>
                    </a:p>
                  </a:txBody>
                  <a:tcPr/>
                </a:tc>
                <a:tc>
                  <a:txBody>
                    <a:bodyPr/>
                    <a:lstStyle/>
                    <a:p>
                      <a:pPr algn="ctr"/>
                      <a:r>
                        <a:rPr lang="en-US" dirty="0"/>
                        <a:t>G</a:t>
                      </a:r>
                    </a:p>
                  </a:txBody>
                  <a:tcPr/>
                </a:tc>
                <a:tc>
                  <a:txBody>
                    <a:bodyPr/>
                    <a:lstStyle/>
                    <a:p>
                      <a:pPr algn="ctr"/>
                      <a:r>
                        <a:rPr lang="en-US" dirty="0"/>
                        <a:t>C</a:t>
                      </a:r>
                    </a:p>
                  </a:txBody>
                  <a:tcPr/>
                </a:tc>
                <a:tc>
                  <a:txBody>
                    <a:bodyPr/>
                    <a:lstStyle/>
                    <a:p>
                      <a:pPr algn="ctr"/>
                      <a:r>
                        <a:rPr lang="en-US" dirty="0"/>
                        <a:t>A</a:t>
                      </a:r>
                    </a:p>
                  </a:txBody>
                  <a:tcPr/>
                </a:tc>
                <a:tc>
                  <a:txBody>
                    <a:bodyPr/>
                    <a:lstStyle/>
                    <a:p>
                      <a:pPr algn="ctr"/>
                      <a:r>
                        <a:rPr lang="en-US" dirty="0"/>
                        <a:t>C</a:t>
                      </a:r>
                    </a:p>
                  </a:txBody>
                  <a:tcPr/>
                </a:tc>
                <a:tc>
                  <a:txBody>
                    <a:bodyPr/>
                    <a:lstStyle/>
                    <a:p>
                      <a:pPr algn="ctr"/>
                      <a:r>
                        <a:rPr lang="en-US" dirty="0"/>
                        <a:t>T</a:t>
                      </a:r>
                    </a:p>
                  </a:txBody>
                  <a:tcPr/>
                </a:tc>
                <a:tc>
                  <a:txBody>
                    <a:bodyPr/>
                    <a:lstStyle/>
                    <a:p>
                      <a:pPr algn="ctr"/>
                      <a:r>
                        <a:rPr lang="en-US" dirty="0"/>
                        <a:t>G</a:t>
                      </a:r>
                    </a:p>
                  </a:txBody>
                  <a:tcPr/>
                </a:tc>
                <a:tc>
                  <a:txBody>
                    <a:bodyPr/>
                    <a:lstStyle/>
                    <a:p>
                      <a:pPr algn="ctr"/>
                      <a:r>
                        <a:rPr lang="en-US" dirty="0"/>
                        <a:t>A</a:t>
                      </a:r>
                    </a:p>
                  </a:txBody>
                  <a:tcPr/>
                </a:tc>
                <a:tc>
                  <a:txBody>
                    <a:bodyPr/>
                    <a:lstStyle/>
                    <a:p>
                      <a:pPr algn="ctr"/>
                      <a:r>
                        <a:rPr lang="en-US" dirty="0"/>
                        <a:t>A</a:t>
                      </a:r>
                    </a:p>
                  </a:txBody>
                  <a:tcPr/>
                </a:tc>
                <a:extLst>
                  <a:ext uri="{0D108BD9-81ED-4DB2-BD59-A6C34878D82A}">
                    <a16:rowId xmlns:a16="http://schemas.microsoft.com/office/drawing/2014/main" val="4002156900"/>
                  </a:ext>
                </a:extLst>
              </a:tr>
              <a:tr h="357286">
                <a:tc>
                  <a:txBody>
                    <a:bodyPr/>
                    <a:lstStyle/>
                    <a:p>
                      <a:r>
                        <a:rPr lang="en-US" dirty="0"/>
                        <a:t>C</a:t>
                      </a:r>
                    </a:p>
                  </a:txBody>
                  <a:tcPr/>
                </a:tc>
                <a:tc>
                  <a:txBody>
                    <a:bodyPr/>
                    <a:lstStyle/>
                    <a:p>
                      <a:pPr algn="ctr"/>
                      <a:r>
                        <a:rPr lang="en-US" dirty="0"/>
                        <a:t>-2.73</a:t>
                      </a:r>
                    </a:p>
                  </a:txBody>
                  <a:tcPr/>
                </a:tc>
                <a:tc>
                  <a:txBody>
                    <a:bodyPr/>
                    <a:lstStyle/>
                    <a:p>
                      <a:pPr algn="ctr"/>
                      <a:r>
                        <a:rPr lang="en-US" dirty="0"/>
                        <a:t>-5.47</a:t>
                      </a:r>
                    </a:p>
                  </a:txBody>
                  <a:tcPr/>
                </a:tc>
                <a:tc>
                  <a:txBody>
                    <a:bodyPr/>
                    <a:lstStyle/>
                    <a:p>
                      <a:pPr algn="ctr"/>
                      <a:r>
                        <a:rPr lang="en-US" dirty="0"/>
                        <a:t>-8.21</a:t>
                      </a:r>
                    </a:p>
                  </a:txBody>
                  <a:tcPr/>
                </a:tc>
                <a:tc>
                  <a:txBody>
                    <a:bodyPr/>
                    <a:lstStyle/>
                    <a:p>
                      <a:pPr algn="ctr"/>
                      <a:r>
                        <a:rPr lang="en-US" dirty="0"/>
                        <a:t>-11.53</a:t>
                      </a:r>
                    </a:p>
                  </a:txBody>
                  <a:tcPr/>
                </a:tc>
                <a:tc>
                  <a:txBody>
                    <a:bodyPr/>
                    <a:lstStyle/>
                    <a:p>
                      <a:pPr algn="ctr"/>
                      <a:r>
                        <a:rPr lang="en-US" dirty="0"/>
                        <a:t>-14.01</a:t>
                      </a:r>
                    </a:p>
                  </a:txBody>
                  <a:tcPr/>
                </a:tc>
                <a:tc>
                  <a:txBody>
                    <a:bodyPr/>
                    <a:lstStyle/>
                    <a:p>
                      <a:pPr algn="ctr"/>
                      <a:r>
                        <a:rPr lang="en-US" dirty="0"/>
                        <a:t>...</a:t>
                      </a:r>
                    </a:p>
                  </a:txBody>
                  <a:tcPr/>
                </a:tc>
                <a:tc>
                  <a:txBody>
                    <a:bodyPr/>
                    <a:lstStyle/>
                    <a:p>
                      <a:pPr algn="ctr"/>
                      <a:endParaRPr lang="en-US" dirty="0"/>
                    </a:p>
                  </a:txBody>
                  <a:tcPr/>
                </a:tc>
                <a:tc>
                  <a:txBody>
                    <a:bodyPr/>
                    <a:lstStyle/>
                    <a:p>
                      <a:pPr algn="ctr"/>
                      <a:endParaRPr lang="en-US" dirty="0"/>
                    </a:p>
                  </a:txBody>
                  <a:tcPr/>
                </a:tc>
                <a:tc>
                  <a:txBody>
                    <a:bodyPr/>
                    <a:lstStyle/>
                    <a:p>
                      <a:pPr algn="ctr"/>
                      <a:r>
                        <a:rPr lang="en-US" dirty="0"/>
                        <a:t>-25.65</a:t>
                      </a:r>
                    </a:p>
                  </a:txBody>
                  <a:tcPr/>
                </a:tc>
                <a:extLst>
                  <a:ext uri="{0D108BD9-81ED-4DB2-BD59-A6C34878D82A}">
                    <a16:rowId xmlns:a16="http://schemas.microsoft.com/office/drawing/2014/main" val="1013968220"/>
                  </a:ext>
                </a:extLst>
              </a:tr>
              <a:tr h="357286">
                <a:tc>
                  <a:txBody>
                    <a:bodyPr/>
                    <a:lstStyle/>
                    <a:p>
                      <a:r>
                        <a:rPr lang="en-US" dirty="0"/>
                        <a:t>N</a:t>
                      </a:r>
                    </a:p>
                  </a:txBody>
                  <a:tcPr/>
                </a:tc>
                <a:tc>
                  <a:txBody>
                    <a:bodyPr/>
                    <a:lstStyle/>
                    <a:p>
                      <a:pPr algn="ctr"/>
                      <a:r>
                        <a:rPr lang="en-US" dirty="0"/>
                        <a:t>-3.32</a:t>
                      </a:r>
                    </a:p>
                  </a:txBody>
                  <a:tcPr/>
                </a:tc>
                <a:tc>
                  <a:txBody>
                    <a:bodyPr/>
                    <a:lstStyle/>
                    <a:p>
                      <a:pPr algn="ctr"/>
                      <a:r>
                        <a:rPr lang="en-US" dirty="0"/>
                        <a:t>-6.06</a:t>
                      </a:r>
                    </a:p>
                  </a:txBody>
                  <a:tcPr/>
                </a:tc>
                <a:tc>
                  <a:txBody>
                    <a:bodyPr/>
                    <a:lstStyle/>
                    <a:p>
                      <a:pPr algn="ctr"/>
                      <a:r>
                        <a:rPr lang="en-US" dirty="0"/>
                        <a:t>-8.79</a:t>
                      </a:r>
                    </a:p>
                  </a:txBody>
                  <a:tcPr/>
                </a:tc>
                <a:tc>
                  <a:txBody>
                    <a:bodyPr/>
                    <a:lstStyle/>
                    <a:p>
                      <a:pPr algn="ctr"/>
                      <a:r>
                        <a:rPr lang="en-US" dirty="0"/>
                        <a:t>-10.94</a:t>
                      </a:r>
                    </a:p>
                  </a:txBody>
                  <a:tcPr/>
                </a:tc>
                <a:tc>
                  <a:txBody>
                    <a:bodyPr/>
                    <a:lstStyle/>
                    <a:p>
                      <a:pPr algn="ctr"/>
                      <a:r>
                        <a:rPr lang="en-US" dirty="0"/>
                        <a:t>-14.01</a:t>
                      </a:r>
                    </a:p>
                  </a:txBody>
                  <a:tcPr/>
                </a:tc>
                <a:tc>
                  <a:txBody>
                    <a:bodyPr/>
                    <a:lstStyle/>
                    <a:p>
                      <a:pPr algn="ctr"/>
                      <a:r>
                        <a:rPr lang="en-US" dirty="0"/>
                        <a:t>...</a:t>
                      </a:r>
                    </a:p>
                  </a:txBody>
                  <a:tcPr/>
                </a:tc>
                <a:tc>
                  <a:txBody>
                    <a:bodyPr/>
                    <a:lstStyle/>
                    <a:p>
                      <a:pPr algn="ctr"/>
                      <a:endParaRPr lang="en-US" dirty="0"/>
                    </a:p>
                  </a:txBody>
                  <a:tcPr/>
                </a:tc>
                <a:tc>
                  <a:txBody>
                    <a:bodyPr/>
                    <a:lstStyle/>
                    <a:p>
                      <a:pPr algn="ctr"/>
                      <a:endParaRPr lang="en-US" dirty="0"/>
                    </a:p>
                  </a:txBody>
                  <a:tcPr/>
                </a:tc>
                <a:tc>
                  <a:txBody>
                    <a:bodyPr/>
                    <a:lstStyle/>
                    <a:p>
                      <a:pPr algn="ctr"/>
                      <a:r>
                        <a:rPr lang="en-US" dirty="0"/>
                        <a:t>-24.49</a:t>
                      </a:r>
                    </a:p>
                  </a:txBody>
                  <a:tcPr/>
                </a:tc>
                <a:extLst>
                  <a:ext uri="{0D108BD9-81ED-4DB2-BD59-A6C34878D82A}">
                    <a16:rowId xmlns:a16="http://schemas.microsoft.com/office/drawing/2014/main" val="1192171233"/>
                  </a:ext>
                </a:extLst>
              </a:tr>
            </a:tbl>
          </a:graphicData>
        </a:graphic>
      </p:graphicFrame>
      <p:cxnSp>
        <p:nvCxnSpPr>
          <p:cNvPr id="37" name="Straight Arrow Connector 36">
            <a:extLst>
              <a:ext uri="{FF2B5EF4-FFF2-40B4-BE49-F238E27FC236}">
                <a16:creationId xmlns:a16="http://schemas.microsoft.com/office/drawing/2014/main" id="{56D49546-E012-AEC5-CE31-BEA827415CE7}"/>
              </a:ext>
            </a:extLst>
          </p:cNvPr>
          <p:cNvCxnSpPr>
            <a:cxnSpLocks/>
          </p:cNvCxnSpPr>
          <p:nvPr/>
        </p:nvCxnSpPr>
        <p:spPr>
          <a:xfrm>
            <a:off x="2509710" y="5120315"/>
            <a:ext cx="32011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9" name="Straight Arrow Connector 38">
            <a:extLst>
              <a:ext uri="{FF2B5EF4-FFF2-40B4-BE49-F238E27FC236}">
                <a16:creationId xmlns:a16="http://schemas.microsoft.com/office/drawing/2014/main" id="{A64A706A-D802-09AC-9EFC-623F8C25A58A}"/>
              </a:ext>
            </a:extLst>
          </p:cNvPr>
          <p:cNvCxnSpPr>
            <a:cxnSpLocks/>
          </p:cNvCxnSpPr>
          <p:nvPr/>
        </p:nvCxnSpPr>
        <p:spPr>
          <a:xfrm>
            <a:off x="2509710" y="5272715"/>
            <a:ext cx="243115" cy="22331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3" name="Straight Arrow Connector 42">
            <a:extLst>
              <a:ext uri="{FF2B5EF4-FFF2-40B4-BE49-F238E27FC236}">
                <a16:creationId xmlns:a16="http://schemas.microsoft.com/office/drawing/2014/main" id="{436B0FBC-CE1C-014D-18E0-E43CCD765982}"/>
              </a:ext>
            </a:extLst>
          </p:cNvPr>
          <p:cNvCxnSpPr>
            <a:cxnSpLocks/>
          </p:cNvCxnSpPr>
          <p:nvPr/>
        </p:nvCxnSpPr>
        <p:spPr>
          <a:xfrm>
            <a:off x="3518759" y="5120315"/>
            <a:ext cx="32011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0E5B8E87-5E0C-E484-CC70-6FAE56CE469E}"/>
              </a:ext>
            </a:extLst>
          </p:cNvPr>
          <p:cNvCxnSpPr>
            <a:cxnSpLocks/>
          </p:cNvCxnSpPr>
          <p:nvPr/>
        </p:nvCxnSpPr>
        <p:spPr>
          <a:xfrm>
            <a:off x="3518759" y="5272715"/>
            <a:ext cx="243115" cy="22331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5" name="Straight Arrow Connector 44">
            <a:extLst>
              <a:ext uri="{FF2B5EF4-FFF2-40B4-BE49-F238E27FC236}">
                <a16:creationId xmlns:a16="http://schemas.microsoft.com/office/drawing/2014/main" id="{0C3E83A8-2A3C-21BD-96EF-F11AC1518989}"/>
              </a:ext>
            </a:extLst>
          </p:cNvPr>
          <p:cNvCxnSpPr>
            <a:cxnSpLocks/>
          </p:cNvCxnSpPr>
          <p:nvPr/>
        </p:nvCxnSpPr>
        <p:spPr>
          <a:xfrm>
            <a:off x="4527808" y="5120315"/>
            <a:ext cx="32011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6" name="Straight Arrow Connector 45">
            <a:extLst>
              <a:ext uri="{FF2B5EF4-FFF2-40B4-BE49-F238E27FC236}">
                <a16:creationId xmlns:a16="http://schemas.microsoft.com/office/drawing/2014/main" id="{A682A854-33B1-B945-8F04-46AE8EF3545D}"/>
              </a:ext>
            </a:extLst>
          </p:cNvPr>
          <p:cNvCxnSpPr>
            <a:cxnSpLocks/>
          </p:cNvCxnSpPr>
          <p:nvPr/>
        </p:nvCxnSpPr>
        <p:spPr>
          <a:xfrm>
            <a:off x="4527808" y="5272715"/>
            <a:ext cx="243115" cy="22331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7" name="Straight Arrow Connector 46">
            <a:extLst>
              <a:ext uri="{FF2B5EF4-FFF2-40B4-BE49-F238E27FC236}">
                <a16:creationId xmlns:a16="http://schemas.microsoft.com/office/drawing/2014/main" id="{47878DA0-24E9-B52B-8605-F3A8FC6CE4ED}"/>
              </a:ext>
            </a:extLst>
          </p:cNvPr>
          <p:cNvCxnSpPr>
            <a:cxnSpLocks/>
          </p:cNvCxnSpPr>
          <p:nvPr/>
        </p:nvCxnSpPr>
        <p:spPr>
          <a:xfrm>
            <a:off x="5559314" y="5496025"/>
            <a:ext cx="32011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8" name="Straight Arrow Connector 47">
            <a:extLst>
              <a:ext uri="{FF2B5EF4-FFF2-40B4-BE49-F238E27FC236}">
                <a16:creationId xmlns:a16="http://schemas.microsoft.com/office/drawing/2014/main" id="{54C04903-636C-6488-6801-1AB4EEDC269F}"/>
              </a:ext>
            </a:extLst>
          </p:cNvPr>
          <p:cNvCxnSpPr>
            <a:cxnSpLocks/>
          </p:cNvCxnSpPr>
          <p:nvPr/>
        </p:nvCxnSpPr>
        <p:spPr>
          <a:xfrm flipV="1">
            <a:off x="5595325" y="5140743"/>
            <a:ext cx="284106" cy="2323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0" name="Straight Arrow Connector 49">
            <a:extLst>
              <a:ext uri="{FF2B5EF4-FFF2-40B4-BE49-F238E27FC236}">
                <a16:creationId xmlns:a16="http://schemas.microsoft.com/office/drawing/2014/main" id="{EF733F80-EB56-9DF5-891B-7649115CEF88}"/>
              </a:ext>
            </a:extLst>
          </p:cNvPr>
          <p:cNvCxnSpPr>
            <a:cxnSpLocks/>
          </p:cNvCxnSpPr>
          <p:nvPr/>
        </p:nvCxnSpPr>
        <p:spPr>
          <a:xfrm>
            <a:off x="6587613" y="5496025"/>
            <a:ext cx="32011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1" name="Straight Arrow Connector 50">
            <a:extLst>
              <a:ext uri="{FF2B5EF4-FFF2-40B4-BE49-F238E27FC236}">
                <a16:creationId xmlns:a16="http://schemas.microsoft.com/office/drawing/2014/main" id="{F94A0F28-ECDC-5ABF-2134-780E32B5EB16}"/>
              </a:ext>
            </a:extLst>
          </p:cNvPr>
          <p:cNvCxnSpPr>
            <a:cxnSpLocks/>
          </p:cNvCxnSpPr>
          <p:nvPr/>
        </p:nvCxnSpPr>
        <p:spPr>
          <a:xfrm>
            <a:off x="9656927" y="5504046"/>
            <a:ext cx="32011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2" name="Straight Arrow Connector 51">
            <a:extLst>
              <a:ext uri="{FF2B5EF4-FFF2-40B4-BE49-F238E27FC236}">
                <a16:creationId xmlns:a16="http://schemas.microsoft.com/office/drawing/2014/main" id="{F16FF031-AD16-6A23-0AE2-A29F442D3FCE}"/>
              </a:ext>
            </a:extLst>
          </p:cNvPr>
          <p:cNvCxnSpPr>
            <a:cxnSpLocks/>
          </p:cNvCxnSpPr>
          <p:nvPr/>
        </p:nvCxnSpPr>
        <p:spPr>
          <a:xfrm>
            <a:off x="7602074" y="5504046"/>
            <a:ext cx="32011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3" name="Straight Arrow Connector 52">
            <a:extLst>
              <a:ext uri="{FF2B5EF4-FFF2-40B4-BE49-F238E27FC236}">
                <a16:creationId xmlns:a16="http://schemas.microsoft.com/office/drawing/2014/main" id="{3A231164-5FB9-077F-6276-16F5B3E39305}"/>
              </a:ext>
            </a:extLst>
          </p:cNvPr>
          <p:cNvCxnSpPr>
            <a:cxnSpLocks/>
          </p:cNvCxnSpPr>
          <p:nvPr/>
        </p:nvCxnSpPr>
        <p:spPr>
          <a:xfrm>
            <a:off x="8657463" y="5504046"/>
            <a:ext cx="32011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75230872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0A2DB-67C4-514E-DA41-67A03FA63B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C7157C-7C57-7FDF-366C-CFC85C29D2E6}"/>
              </a:ext>
            </a:extLst>
          </p:cNvPr>
          <p:cNvSpPr>
            <a:spLocks noGrp="1"/>
          </p:cNvSpPr>
          <p:nvPr>
            <p:ph type="title"/>
          </p:nvPr>
        </p:nvSpPr>
        <p:spPr/>
        <p:txBody>
          <a:bodyPr>
            <a:normAutofit fontScale="90000"/>
          </a:bodyPr>
          <a:lstStyle/>
          <a:p>
            <a:r>
              <a:rPr lang="en-US" dirty="0"/>
              <a:t>Viterbi algorithm for HMMs</a:t>
            </a:r>
          </a:p>
        </p:txBody>
      </p:sp>
      <p:sp>
        <p:nvSpPr>
          <p:cNvPr id="3" name="Content Placeholder 2">
            <a:extLst>
              <a:ext uri="{FF2B5EF4-FFF2-40B4-BE49-F238E27FC236}">
                <a16:creationId xmlns:a16="http://schemas.microsoft.com/office/drawing/2014/main" id="{E17F5083-295F-6E63-6FD2-C483D62B7CD7}"/>
              </a:ext>
            </a:extLst>
          </p:cNvPr>
          <p:cNvSpPr>
            <a:spLocks noGrp="1"/>
          </p:cNvSpPr>
          <p:nvPr>
            <p:ph idx="1"/>
          </p:nvPr>
        </p:nvSpPr>
        <p:spPr>
          <a:xfrm>
            <a:off x="231007" y="1761423"/>
            <a:ext cx="10895798" cy="4880009"/>
          </a:xfrm>
        </p:spPr>
        <p:txBody>
          <a:bodyPr>
            <a:normAutofit/>
          </a:bodyPr>
          <a:lstStyle/>
          <a:p>
            <a:r>
              <a:rPr lang="en-US" dirty="0"/>
              <a:t>S = </a:t>
            </a:r>
            <a:r>
              <a:rPr lang="en-US" b="1" dirty="0">
                <a:solidFill>
                  <a:schemeClr val="tx1"/>
                </a:solidFill>
              </a:rPr>
              <a:t>GG</a:t>
            </a:r>
            <a:r>
              <a:rPr lang="en-US" b="1" dirty="0"/>
              <a:t>CACTGAA</a:t>
            </a:r>
          </a:p>
          <a:p>
            <a:endParaRPr lang="en-US" b="1" dirty="0"/>
          </a:p>
          <a:p>
            <a:endParaRPr lang="en-US" b="1" dirty="0"/>
          </a:p>
          <a:p>
            <a:endParaRPr lang="en-US" b="1" dirty="0"/>
          </a:p>
          <a:p>
            <a:r>
              <a:rPr lang="en-US" dirty="0"/>
              <a:t>Backtrack:</a:t>
            </a:r>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AD509A93-6C6E-E4A9-7E80-DE5191542472}"/>
              </a:ext>
            </a:extLst>
          </p:cNvPr>
          <p:cNvSpPr>
            <a:spLocks noGrp="1"/>
          </p:cNvSpPr>
          <p:nvPr>
            <p:ph type="sldNum" sz="quarter" idx="12"/>
          </p:nvPr>
        </p:nvSpPr>
        <p:spPr/>
        <p:txBody>
          <a:bodyPr/>
          <a:lstStyle/>
          <a:p>
            <a:fld id="{B82CCC60-E8CD-4174-8B1A-7DF615B22EEF}" type="slidenum">
              <a:rPr lang="en-US" smtClean="0"/>
              <a:pPr/>
              <a:t>51</a:t>
            </a:fld>
            <a:endParaRPr lang="en-US"/>
          </a:p>
        </p:txBody>
      </p:sp>
      <p:sp>
        <p:nvSpPr>
          <p:cNvPr id="5" name="TextBox 4">
            <a:extLst>
              <a:ext uri="{FF2B5EF4-FFF2-40B4-BE49-F238E27FC236}">
                <a16:creationId xmlns:a16="http://schemas.microsoft.com/office/drawing/2014/main" id="{36537713-8E4F-5E95-1893-411F318234A0}"/>
              </a:ext>
            </a:extLst>
          </p:cNvPr>
          <p:cNvSpPr txBox="1"/>
          <p:nvPr/>
        </p:nvSpPr>
        <p:spPr>
          <a:xfrm>
            <a:off x="8464957" y="1509423"/>
            <a:ext cx="782009" cy="461665"/>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Start</a:t>
            </a:r>
          </a:p>
        </p:txBody>
      </p:sp>
      <p:cxnSp>
        <p:nvCxnSpPr>
          <p:cNvPr id="7" name="Straight Arrow Connector 6">
            <a:extLst>
              <a:ext uri="{FF2B5EF4-FFF2-40B4-BE49-F238E27FC236}">
                <a16:creationId xmlns:a16="http://schemas.microsoft.com/office/drawing/2014/main" id="{2A865345-2291-7144-2E7E-99087C9F9C5F}"/>
              </a:ext>
            </a:extLst>
          </p:cNvPr>
          <p:cNvCxnSpPr>
            <a:cxnSpLocks/>
          </p:cNvCxnSpPr>
          <p:nvPr/>
        </p:nvCxnSpPr>
        <p:spPr>
          <a:xfrm flipH="1">
            <a:off x="7858566" y="2077313"/>
            <a:ext cx="798897"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9" name="Straight Arrow Connector 8">
            <a:extLst>
              <a:ext uri="{FF2B5EF4-FFF2-40B4-BE49-F238E27FC236}">
                <a16:creationId xmlns:a16="http://schemas.microsoft.com/office/drawing/2014/main" id="{CF51FEE8-ECD3-A558-51B6-CE3218CDE8B3}"/>
              </a:ext>
            </a:extLst>
          </p:cNvPr>
          <p:cNvCxnSpPr>
            <a:cxnSpLocks/>
          </p:cNvCxnSpPr>
          <p:nvPr/>
        </p:nvCxnSpPr>
        <p:spPr>
          <a:xfrm>
            <a:off x="8975096" y="2077313"/>
            <a:ext cx="744354"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2" name="TextBox 11">
            <a:extLst>
              <a:ext uri="{FF2B5EF4-FFF2-40B4-BE49-F238E27FC236}">
                <a16:creationId xmlns:a16="http://schemas.microsoft.com/office/drawing/2014/main" id="{8BECC602-8A90-47C9-8042-A517A9727FD5}"/>
              </a:ext>
            </a:extLst>
          </p:cNvPr>
          <p:cNvSpPr txBox="1"/>
          <p:nvPr/>
        </p:nvSpPr>
        <p:spPr>
          <a:xfrm>
            <a:off x="7829729" y="1892647"/>
            <a:ext cx="372218" cy="369332"/>
          </a:xfrm>
          <a:prstGeom prst="rect">
            <a:avLst/>
          </a:prstGeom>
          <a:noFill/>
        </p:spPr>
        <p:txBody>
          <a:bodyPr wrap="none" rtlCol="0">
            <a:spAutoFit/>
          </a:bodyPr>
          <a:lstStyle/>
          <a:p>
            <a:r>
              <a:rPr lang="en-US" dirty="0"/>
              <a:t>-1</a:t>
            </a:r>
          </a:p>
        </p:txBody>
      </p:sp>
      <p:sp>
        <p:nvSpPr>
          <p:cNvPr id="13" name="TextBox 12">
            <a:extLst>
              <a:ext uri="{FF2B5EF4-FFF2-40B4-BE49-F238E27FC236}">
                <a16:creationId xmlns:a16="http://schemas.microsoft.com/office/drawing/2014/main" id="{E7D108E0-483A-730C-C1E6-2E7907A254AD}"/>
              </a:ext>
            </a:extLst>
          </p:cNvPr>
          <p:cNvSpPr txBox="1"/>
          <p:nvPr/>
        </p:nvSpPr>
        <p:spPr>
          <a:xfrm>
            <a:off x="9284709" y="1892647"/>
            <a:ext cx="372218" cy="369332"/>
          </a:xfrm>
          <a:prstGeom prst="rect">
            <a:avLst/>
          </a:prstGeom>
          <a:noFill/>
        </p:spPr>
        <p:txBody>
          <a:bodyPr wrap="none" rtlCol="0">
            <a:spAutoFit/>
          </a:bodyPr>
          <a:lstStyle/>
          <a:p>
            <a:r>
              <a:rPr lang="en-US" dirty="0"/>
              <a:t>-1</a:t>
            </a:r>
          </a:p>
        </p:txBody>
      </p:sp>
      <p:sp>
        <p:nvSpPr>
          <p:cNvPr id="14" name="TextBox 13">
            <a:extLst>
              <a:ext uri="{FF2B5EF4-FFF2-40B4-BE49-F238E27FC236}">
                <a16:creationId xmlns:a16="http://schemas.microsoft.com/office/drawing/2014/main" id="{13C96E0C-C401-801D-CF35-29E631BCE4EE}"/>
              </a:ext>
            </a:extLst>
          </p:cNvPr>
          <p:cNvSpPr txBox="1"/>
          <p:nvPr/>
        </p:nvSpPr>
        <p:spPr>
          <a:xfrm>
            <a:off x="7060253" y="2454050"/>
            <a:ext cx="1287532"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C </a:t>
            </a:r>
          </a:p>
          <a:p>
            <a:r>
              <a:rPr lang="en-US" b="1" dirty="0">
                <a:latin typeface="Courier New" panose="02070309020205020404" pitchFamily="49" charset="0"/>
                <a:cs typeface="Courier New" panose="02070309020205020404" pitchFamily="49" charset="0"/>
              </a:rPr>
              <a:t>A -2.322</a:t>
            </a:r>
          </a:p>
          <a:p>
            <a:r>
              <a:rPr lang="en-US" b="1" dirty="0">
                <a:latin typeface="Courier New" panose="02070309020205020404" pitchFamily="49" charset="0"/>
                <a:cs typeface="Courier New" panose="02070309020205020404" pitchFamily="49" charset="0"/>
              </a:rPr>
              <a:t>C -1.737</a:t>
            </a:r>
          </a:p>
          <a:p>
            <a:r>
              <a:rPr lang="en-US" b="1" dirty="0">
                <a:latin typeface="Courier New" panose="02070309020205020404" pitchFamily="49" charset="0"/>
                <a:cs typeface="Courier New" panose="02070309020205020404" pitchFamily="49" charset="0"/>
              </a:rPr>
              <a:t>G -1.737</a:t>
            </a:r>
          </a:p>
          <a:p>
            <a:r>
              <a:rPr lang="en-US" b="1" dirty="0">
                <a:latin typeface="Courier New" panose="02070309020205020404" pitchFamily="49" charset="0"/>
                <a:cs typeface="Courier New" panose="02070309020205020404" pitchFamily="49" charset="0"/>
              </a:rPr>
              <a:t>T -2.322</a:t>
            </a:r>
          </a:p>
        </p:txBody>
      </p:sp>
      <p:sp>
        <p:nvSpPr>
          <p:cNvPr id="16" name="TextBox 15">
            <a:extLst>
              <a:ext uri="{FF2B5EF4-FFF2-40B4-BE49-F238E27FC236}">
                <a16:creationId xmlns:a16="http://schemas.microsoft.com/office/drawing/2014/main" id="{B43E0AFD-E681-FE74-65B2-8BE2CC307CB2}"/>
              </a:ext>
            </a:extLst>
          </p:cNvPr>
          <p:cNvSpPr txBox="1"/>
          <p:nvPr/>
        </p:nvSpPr>
        <p:spPr>
          <a:xfrm>
            <a:off x="9253130" y="2454050"/>
            <a:ext cx="1287532"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N </a:t>
            </a:r>
          </a:p>
          <a:p>
            <a:r>
              <a:rPr lang="en-US" b="1" dirty="0">
                <a:latin typeface="Courier New" panose="02070309020205020404" pitchFamily="49" charset="0"/>
                <a:cs typeface="Courier New" panose="02070309020205020404" pitchFamily="49" charset="0"/>
              </a:rPr>
              <a:t>A -1.737</a:t>
            </a:r>
          </a:p>
          <a:p>
            <a:r>
              <a:rPr lang="en-US" b="1" dirty="0">
                <a:latin typeface="Courier New" panose="02070309020205020404" pitchFamily="49" charset="0"/>
                <a:cs typeface="Courier New" panose="02070309020205020404" pitchFamily="49" charset="0"/>
              </a:rPr>
              <a:t>C -2.322</a:t>
            </a:r>
          </a:p>
          <a:p>
            <a:r>
              <a:rPr lang="en-US" b="1" dirty="0">
                <a:latin typeface="Courier New" panose="02070309020205020404" pitchFamily="49" charset="0"/>
                <a:cs typeface="Courier New" panose="02070309020205020404" pitchFamily="49" charset="0"/>
              </a:rPr>
              <a:t>G -2.322</a:t>
            </a:r>
          </a:p>
          <a:p>
            <a:r>
              <a:rPr lang="en-US" b="1" dirty="0">
                <a:latin typeface="Courier New" panose="02070309020205020404" pitchFamily="49" charset="0"/>
                <a:cs typeface="Courier New" panose="02070309020205020404" pitchFamily="49" charset="0"/>
              </a:rPr>
              <a:t>T -1.737</a:t>
            </a:r>
          </a:p>
        </p:txBody>
      </p:sp>
      <p:cxnSp>
        <p:nvCxnSpPr>
          <p:cNvPr id="17" name="Straight Arrow Connector 16">
            <a:extLst>
              <a:ext uri="{FF2B5EF4-FFF2-40B4-BE49-F238E27FC236}">
                <a16:creationId xmlns:a16="http://schemas.microsoft.com/office/drawing/2014/main" id="{B78035F8-BBA5-5DCA-7ECC-8FB71846D08E}"/>
              </a:ext>
            </a:extLst>
          </p:cNvPr>
          <p:cNvCxnSpPr>
            <a:cxnSpLocks/>
          </p:cNvCxnSpPr>
          <p:nvPr/>
        </p:nvCxnSpPr>
        <p:spPr>
          <a:xfrm>
            <a:off x="8475007" y="3170164"/>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6A3A50CC-8E07-7D32-E147-480C1EEF959B}"/>
              </a:ext>
            </a:extLst>
          </p:cNvPr>
          <p:cNvCxnSpPr>
            <a:cxnSpLocks/>
          </p:cNvCxnSpPr>
          <p:nvPr/>
        </p:nvCxnSpPr>
        <p:spPr>
          <a:xfrm flipH="1">
            <a:off x="8475007" y="3466813"/>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5" name="TextBox 24">
            <a:extLst>
              <a:ext uri="{FF2B5EF4-FFF2-40B4-BE49-F238E27FC236}">
                <a16:creationId xmlns:a16="http://schemas.microsoft.com/office/drawing/2014/main" id="{024479ED-1BA4-B907-7D62-474DDDBCC598}"/>
              </a:ext>
            </a:extLst>
          </p:cNvPr>
          <p:cNvSpPr txBox="1"/>
          <p:nvPr/>
        </p:nvSpPr>
        <p:spPr>
          <a:xfrm>
            <a:off x="8548068" y="2732844"/>
            <a:ext cx="409268" cy="369332"/>
          </a:xfrm>
          <a:prstGeom prst="rect">
            <a:avLst/>
          </a:prstGeom>
          <a:noFill/>
        </p:spPr>
        <p:txBody>
          <a:bodyPr wrap="square" rtlCol="0">
            <a:spAutoFit/>
          </a:bodyPr>
          <a:lstStyle/>
          <a:p>
            <a:r>
              <a:rPr lang="en-US" dirty="0"/>
              <a:t>-1</a:t>
            </a:r>
          </a:p>
        </p:txBody>
      </p:sp>
      <p:sp>
        <p:nvSpPr>
          <p:cNvPr id="26" name="TextBox 25">
            <a:extLst>
              <a:ext uri="{FF2B5EF4-FFF2-40B4-BE49-F238E27FC236}">
                <a16:creationId xmlns:a16="http://schemas.microsoft.com/office/drawing/2014/main" id="{8B88A16F-C6BD-14C9-FF0F-AB380B2A3E64}"/>
              </a:ext>
            </a:extLst>
          </p:cNvPr>
          <p:cNvSpPr txBox="1"/>
          <p:nvPr/>
        </p:nvSpPr>
        <p:spPr>
          <a:xfrm>
            <a:off x="8409966" y="3493222"/>
            <a:ext cx="780983" cy="369332"/>
          </a:xfrm>
          <a:prstGeom prst="rect">
            <a:avLst/>
          </a:prstGeom>
          <a:noFill/>
        </p:spPr>
        <p:txBody>
          <a:bodyPr wrap="none" rtlCol="0">
            <a:spAutoFit/>
          </a:bodyPr>
          <a:lstStyle/>
          <a:p>
            <a:r>
              <a:rPr lang="en-US" dirty="0"/>
              <a:t>-1.322</a:t>
            </a:r>
          </a:p>
        </p:txBody>
      </p:sp>
      <mc:AlternateContent xmlns:mc="http://schemas.openxmlformats.org/markup-compatibility/2006" xmlns:p14="http://schemas.microsoft.com/office/powerpoint/2010/main">
        <mc:Choice Requires="p14">
          <p:contentPart p14:bwMode="auto" r:id="rId2">
            <p14:nvContentPartPr>
              <p14:cNvPr id="27" name="Ink 26">
                <a:extLst>
                  <a:ext uri="{FF2B5EF4-FFF2-40B4-BE49-F238E27FC236}">
                    <a16:creationId xmlns:a16="http://schemas.microsoft.com/office/drawing/2014/main" id="{20CEF2F5-5355-52AF-C3E4-BB40D88CB5BB}"/>
                  </a:ext>
                </a:extLst>
              </p14:cNvPr>
              <p14:cNvContentPartPr/>
              <p14:nvPr/>
            </p14:nvContentPartPr>
            <p14:xfrm>
              <a:off x="10631153" y="2622407"/>
              <a:ext cx="1329840" cy="1373040"/>
            </p14:xfrm>
          </p:contentPart>
        </mc:Choice>
        <mc:Fallback xmlns="">
          <p:pic>
            <p:nvPicPr>
              <p:cNvPr id="27" name="Ink 26">
                <a:extLst>
                  <a:ext uri="{FF2B5EF4-FFF2-40B4-BE49-F238E27FC236}">
                    <a16:creationId xmlns:a16="http://schemas.microsoft.com/office/drawing/2014/main" id="{20CEF2F5-5355-52AF-C3E4-BB40D88CB5BB}"/>
                  </a:ext>
                </a:extLst>
              </p:cNvPr>
              <p:cNvPicPr/>
              <p:nvPr/>
            </p:nvPicPr>
            <p:blipFill>
              <a:blip r:embed="rId3"/>
              <a:stretch>
                <a:fillRect/>
              </a:stretch>
            </p:blipFill>
            <p:spPr>
              <a:xfrm>
                <a:off x="10625033" y="2616287"/>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867936D0-A0CC-F857-CE2B-DFED9E5F21A7}"/>
                  </a:ext>
                </a:extLst>
              </p14:cNvPr>
              <p14:cNvContentPartPr/>
              <p14:nvPr/>
            </p14:nvContentPartPr>
            <p14:xfrm rot="10800000">
              <a:off x="5647836" y="2490244"/>
              <a:ext cx="1329840" cy="1373040"/>
            </p14:xfrm>
          </p:contentPart>
        </mc:Choice>
        <mc:Fallback xmlns="">
          <p:pic>
            <p:nvPicPr>
              <p:cNvPr id="28" name="Ink 27">
                <a:extLst>
                  <a:ext uri="{FF2B5EF4-FFF2-40B4-BE49-F238E27FC236}">
                    <a16:creationId xmlns:a16="http://schemas.microsoft.com/office/drawing/2014/main" id="{867936D0-A0CC-F857-CE2B-DFED9E5F21A7}"/>
                  </a:ext>
                </a:extLst>
              </p:cNvPr>
              <p:cNvPicPr/>
              <p:nvPr/>
            </p:nvPicPr>
            <p:blipFill>
              <a:blip r:embed="rId3"/>
              <a:stretch>
                <a:fillRect/>
              </a:stretch>
            </p:blipFill>
            <p:spPr>
              <a:xfrm rot="10800000">
                <a:off x="5641716" y="2484124"/>
                <a:ext cx="1342080" cy="1385280"/>
              </a:xfrm>
              <a:prstGeom prst="rect">
                <a:avLst/>
              </a:prstGeom>
            </p:spPr>
          </p:pic>
        </mc:Fallback>
      </mc:AlternateContent>
      <p:sp>
        <p:nvSpPr>
          <p:cNvPr id="29" name="TextBox 28">
            <a:extLst>
              <a:ext uri="{FF2B5EF4-FFF2-40B4-BE49-F238E27FC236}">
                <a16:creationId xmlns:a16="http://schemas.microsoft.com/office/drawing/2014/main" id="{E67B7B1E-690D-0C15-64FC-A8901452A210}"/>
              </a:ext>
            </a:extLst>
          </p:cNvPr>
          <p:cNvSpPr txBox="1"/>
          <p:nvPr/>
        </p:nvSpPr>
        <p:spPr>
          <a:xfrm>
            <a:off x="6131831" y="2985498"/>
            <a:ext cx="372218" cy="369332"/>
          </a:xfrm>
          <a:prstGeom prst="rect">
            <a:avLst/>
          </a:prstGeom>
          <a:noFill/>
        </p:spPr>
        <p:txBody>
          <a:bodyPr wrap="none" rtlCol="0">
            <a:spAutoFit/>
          </a:bodyPr>
          <a:lstStyle/>
          <a:p>
            <a:r>
              <a:rPr lang="en-US" dirty="0"/>
              <a:t>-1</a:t>
            </a:r>
          </a:p>
        </p:txBody>
      </p:sp>
      <p:sp>
        <p:nvSpPr>
          <p:cNvPr id="30" name="TextBox 29">
            <a:extLst>
              <a:ext uri="{FF2B5EF4-FFF2-40B4-BE49-F238E27FC236}">
                <a16:creationId xmlns:a16="http://schemas.microsoft.com/office/drawing/2014/main" id="{D7EA518B-CCA9-5071-41F8-F8DA1A44E775}"/>
              </a:ext>
            </a:extLst>
          </p:cNvPr>
          <p:cNvSpPr txBox="1"/>
          <p:nvPr/>
        </p:nvSpPr>
        <p:spPr>
          <a:xfrm>
            <a:off x="10921640" y="3066428"/>
            <a:ext cx="780983" cy="369332"/>
          </a:xfrm>
          <a:prstGeom prst="rect">
            <a:avLst/>
          </a:prstGeom>
          <a:noFill/>
        </p:spPr>
        <p:txBody>
          <a:bodyPr wrap="none" rtlCol="0">
            <a:spAutoFit/>
          </a:bodyPr>
          <a:lstStyle/>
          <a:p>
            <a:r>
              <a:rPr lang="en-US" dirty="0"/>
              <a:t>-0.737</a:t>
            </a:r>
          </a:p>
        </p:txBody>
      </p:sp>
      <p:graphicFrame>
        <p:nvGraphicFramePr>
          <p:cNvPr id="8" name="Table 7">
            <a:extLst>
              <a:ext uri="{FF2B5EF4-FFF2-40B4-BE49-F238E27FC236}">
                <a16:creationId xmlns:a16="http://schemas.microsoft.com/office/drawing/2014/main" id="{02A6B515-9E10-C0AC-C993-FE057971DAC7}"/>
              </a:ext>
            </a:extLst>
          </p:cNvPr>
          <p:cNvGraphicFramePr>
            <a:graphicFrameLocks noGrp="1"/>
          </p:cNvGraphicFramePr>
          <p:nvPr/>
        </p:nvGraphicFramePr>
        <p:xfrm>
          <a:off x="598618" y="4592103"/>
          <a:ext cx="10236530" cy="1097280"/>
        </p:xfrm>
        <a:graphic>
          <a:graphicData uri="http://schemas.openxmlformats.org/drawingml/2006/table">
            <a:tbl>
              <a:tblPr firstRow="1" bandRow="1">
                <a:tableStyleId>{5C22544A-7EE6-4342-B048-85BDC9FD1C3A}</a:tableStyleId>
              </a:tblPr>
              <a:tblGrid>
                <a:gridCol w="1023653">
                  <a:extLst>
                    <a:ext uri="{9D8B030D-6E8A-4147-A177-3AD203B41FA5}">
                      <a16:colId xmlns:a16="http://schemas.microsoft.com/office/drawing/2014/main" val="617901540"/>
                    </a:ext>
                  </a:extLst>
                </a:gridCol>
                <a:gridCol w="1023653">
                  <a:extLst>
                    <a:ext uri="{9D8B030D-6E8A-4147-A177-3AD203B41FA5}">
                      <a16:colId xmlns:a16="http://schemas.microsoft.com/office/drawing/2014/main" val="1382025072"/>
                    </a:ext>
                  </a:extLst>
                </a:gridCol>
                <a:gridCol w="1023653">
                  <a:extLst>
                    <a:ext uri="{9D8B030D-6E8A-4147-A177-3AD203B41FA5}">
                      <a16:colId xmlns:a16="http://schemas.microsoft.com/office/drawing/2014/main" val="2255369741"/>
                    </a:ext>
                  </a:extLst>
                </a:gridCol>
                <a:gridCol w="1023653">
                  <a:extLst>
                    <a:ext uri="{9D8B030D-6E8A-4147-A177-3AD203B41FA5}">
                      <a16:colId xmlns:a16="http://schemas.microsoft.com/office/drawing/2014/main" val="2534610364"/>
                    </a:ext>
                  </a:extLst>
                </a:gridCol>
                <a:gridCol w="1023653">
                  <a:extLst>
                    <a:ext uri="{9D8B030D-6E8A-4147-A177-3AD203B41FA5}">
                      <a16:colId xmlns:a16="http://schemas.microsoft.com/office/drawing/2014/main" val="232939563"/>
                    </a:ext>
                  </a:extLst>
                </a:gridCol>
                <a:gridCol w="1023653">
                  <a:extLst>
                    <a:ext uri="{9D8B030D-6E8A-4147-A177-3AD203B41FA5}">
                      <a16:colId xmlns:a16="http://schemas.microsoft.com/office/drawing/2014/main" val="3182373488"/>
                    </a:ext>
                  </a:extLst>
                </a:gridCol>
                <a:gridCol w="1023653">
                  <a:extLst>
                    <a:ext uri="{9D8B030D-6E8A-4147-A177-3AD203B41FA5}">
                      <a16:colId xmlns:a16="http://schemas.microsoft.com/office/drawing/2014/main" val="4024621562"/>
                    </a:ext>
                  </a:extLst>
                </a:gridCol>
                <a:gridCol w="1023653">
                  <a:extLst>
                    <a:ext uri="{9D8B030D-6E8A-4147-A177-3AD203B41FA5}">
                      <a16:colId xmlns:a16="http://schemas.microsoft.com/office/drawing/2014/main" val="2359178037"/>
                    </a:ext>
                  </a:extLst>
                </a:gridCol>
                <a:gridCol w="1023653">
                  <a:extLst>
                    <a:ext uri="{9D8B030D-6E8A-4147-A177-3AD203B41FA5}">
                      <a16:colId xmlns:a16="http://schemas.microsoft.com/office/drawing/2014/main" val="1376732356"/>
                    </a:ext>
                  </a:extLst>
                </a:gridCol>
                <a:gridCol w="1023653">
                  <a:extLst>
                    <a:ext uri="{9D8B030D-6E8A-4147-A177-3AD203B41FA5}">
                      <a16:colId xmlns:a16="http://schemas.microsoft.com/office/drawing/2014/main" val="536027699"/>
                    </a:ext>
                  </a:extLst>
                </a:gridCol>
              </a:tblGrid>
              <a:tr h="357286">
                <a:tc>
                  <a:txBody>
                    <a:bodyPr/>
                    <a:lstStyle/>
                    <a:p>
                      <a:endParaRPr lang="en-US"/>
                    </a:p>
                  </a:txBody>
                  <a:tcPr/>
                </a:tc>
                <a:tc>
                  <a:txBody>
                    <a:bodyPr/>
                    <a:lstStyle/>
                    <a:p>
                      <a:pPr algn="ctr"/>
                      <a:r>
                        <a:rPr lang="en-US" dirty="0"/>
                        <a:t>G</a:t>
                      </a:r>
                    </a:p>
                  </a:txBody>
                  <a:tcPr/>
                </a:tc>
                <a:tc>
                  <a:txBody>
                    <a:bodyPr/>
                    <a:lstStyle/>
                    <a:p>
                      <a:pPr algn="ctr"/>
                      <a:r>
                        <a:rPr lang="en-US" dirty="0"/>
                        <a:t>G</a:t>
                      </a:r>
                    </a:p>
                  </a:txBody>
                  <a:tcPr/>
                </a:tc>
                <a:tc>
                  <a:txBody>
                    <a:bodyPr/>
                    <a:lstStyle/>
                    <a:p>
                      <a:pPr algn="ctr"/>
                      <a:r>
                        <a:rPr lang="en-US" dirty="0"/>
                        <a:t>C</a:t>
                      </a:r>
                    </a:p>
                  </a:txBody>
                  <a:tcPr/>
                </a:tc>
                <a:tc>
                  <a:txBody>
                    <a:bodyPr/>
                    <a:lstStyle/>
                    <a:p>
                      <a:pPr algn="ctr"/>
                      <a:r>
                        <a:rPr lang="en-US" dirty="0"/>
                        <a:t>A</a:t>
                      </a:r>
                    </a:p>
                  </a:txBody>
                  <a:tcPr/>
                </a:tc>
                <a:tc>
                  <a:txBody>
                    <a:bodyPr/>
                    <a:lstStyle/>
                    <a:p>
                      <a:pPr algn="ctr"/>
                      <a:r>
                        <a:rPr lang="en-US" dirty="0"/>
                        <a:t>C</a:t>
                      </a:r>
                    </a:p>
                  </a:txBody>
                  <a:tcPr/>
                </a:tc>
                <a:tc>
                  <a:txBody>
                    <a:bodyPr/>
                    <a:lstStyle/>
                    <a:p>
                      <a:pPr algn="ctr"/>
                      <a:r>
                        <a:rPr lang="en-US" dirty="0"/>
                        <a:t>T</a:t>
                      </a:r>
                    </a:p>
                  </a:txBody>
                  <a:tcPr/>
                </a:tc>
                <a:tc>
                  <a:txBody>
                    <a:bodyPr/>
                    <a:lstStyle/>
                    <a:p>
                      <a:pPr algn="ctr"/>
                      <a:r>
                        <a:rPr lang="en-US" dirty="0"/>
                        <a:t>G</a:t>
                      </a:r>
                    </a:p>
                  </a:txBody>
                  <a:tcPr/>
                </a:tc>
                <a:tc>
                  <a:txBody>
                    <a:bodyPr/>
                    <a:lstStyle/>
                    <a:p>
                      <a:pPr algn="ctr"/>
                      <a:r>
                        <a:rPr lang="en-US" dirty="0"/>
                        <a:t>A</a:t>
                      </a:r>
                    </a:p>
                  </a:txBody>
                  <a:tcPr/>
                </a:tc>
                <a:tc>
                  <a:txBody>
                    <a:bodyPr/>
                    <a:lstStyle/>
                    <a:p>
                      <a:pPr algn="ctr"/>
                      <a:r>
                        <a:rPr lang="en-US" dirty="0"/>
                        <a:t>A</a:t>
                      </a:r>
                    </a:p>
                  </a:txBody>
                  <a:tcPr/>
                </a:tc>
                <a:extLst>
                  <a:ext uri="{0D108BD9-81ED-4DB2-BD59-A6C34878D82A}">
                    <a16:rowId xmlns:a16="http://schemas.microsoft.com/office/drawing/2014/main" val="4002156900"/>
                  </a:ext>
                </a:extLst>
              </a:tr>
              <a:tr h="357286">
                <a:tc>
                  <a:txBody>
                    <a:bodyPr/>
                    <a:lstStyle/>
                    <a:p>
                      <a:r>
                        <a:rPr lang="en-US" dirty="0"/>
                        <a:t>C</a:t>
                      </a:r>
                    </a:p>
                  </a:txBody>
                  <a:tcPr/>
                </a:tc>
                <a:tc>
                  <a:txBody>
                    <a:bodyPr/>
                    <a:lstStyle/>
                    <a:p>
                      <a:pPr algn="ctr"/>
                      <a:r>
                        <a:rPr lang="en-US" dirty="0"/>
                        <a:t>-2.73</a:t>
                      </a:r>
                    </a:p>
                  </a:txBody>
                  <a:tcPr/>
                </a:tc>
                <a:tc>
                  <a:txBody>
                    <a:bodyPr/>
                    <a:lstStyle/>
                    <a:p>
                      <a:pPr algn="ctr"/>
                      <a:r>
                        <a:rPr lang="en-US" dirty="0"/>
                        <a:t>-5.47</a:t>
                      </a:r>
                    </a:p>
                  </a:txBody>
                  <a:tcPr/>
                </a:tc>
                <a:tc>
                  <a:txBody>
                    <a:bodyPr/>
                    <a:lstStyle/>
                    <a:p>
                      <a:pPr algn="ctr"/>
                      <a:r>
                        <a:rPr lang="en-US" dirty="0"/>
                        <a:t>-8.21</a:t>
                      </a:r>
                    </a:p>
                  </a:txBody>
                  <a:tcPr/>
                </a:tc>
                <a:tc>
                  <a:txBody>
                    <a:bodyPr/>
                    <a:lstStyle/>
                    <a:p>
                      <a:pPr algn="ctr"/>
                      <a:r>
                        <a:rPr lang="en-US" dirty="0"/>
                        <a:t>-11.53</a:t>
                      </a:r>
                    </a:p>
                  </a:txBody>
                  <a:tcPr/>
                </a:tc>
                <a:tc>
                  <a:txBody>
                    <a:bodyPr/>
                    <a:lstStyle/>
                    <a:p>
                      <a:pPr algn="ctr"/>
                      <a:r>
                        <a:rPr lang="en-US" dirty="0"/>
                        <a:t>-14.01</a:t>
                      </a:r>
                    </a:p>
                  </a:txBody>
                  <a:tcPr/>
                </a:tc>
                <a:tc>
                  <a:txBody>
                    <a:bodyPr/>
                    <a:lstStyle/>
                    <a:p>
                      <a:pPr algn="ctr"/>
                      <a:r>
                        <a:rPr lang="en-US" dirty="0"/>
                        <a:t>...</a:t>
                      </a:r>
                    </a:p>
                  </a:txBody>
                  <a:tcPr/>
                </a:tc>
                <a:tc>
                  <a:txBody>
                    <a:bodyPr/>
                    <a:lstStyle/>
                    <a:p>
                      <a:pPr algn="ctr"/>
                      <a:endParaRPr lang="en-US" dirty="0"/>
                    </a:p>
                  </a:txBody>
                  <a:tcPr/>
                </a:tc>
                <a:tc>
                  <a:txBody>
                    <a:bodyPr/>
                    <a:lstStyle/>
                    <a:p>
                      <a:pPr algn="ctr"/>
                      <a:endParaRPr lang="en-US" dirty="0"/>
                    </a:p>
                  </a:txBody>
                  <a:tcPr/>
                </a:tc>
                <a:tc>
                  <a:txBody>
                    <a:bodyPr/>
                    <a:lstStyle/>
                    <a:p>
                      <a:pPr algn="ctr"/>
                      <a:r>
                        <a:rPr lang="en-US" dirty="0"/>
                        <a:t>-25.65</a:t>
                      </a:r>
                    </a:p>
                  </a:txBody>
                  <a:tcPr/>
                </a:tc>
                <a:extLst>
                  <a:ext uri="{0D108BD9-81ED-4DB2-BD59-A6C34878D82A}">
                    <a16:rowId xmlns:a16="http://schemas.microsoft.com/office/drawing/2014/main" val="1013968220"/>
                  </a:ext>
                </a:extLst>
              </a:tr>
              <a:tr h="357286">
                <a:tc>
                  <a:txBody>
                    <a:bodyPr/>
                    <a:lstStyle/>
                    <a:p>
                      <a:r>
                        <a:rPr lang="en-US" dirty="0"/>
                        <a:t>N</a:t>
                      </a:r>
                    </a:p>
                  </a:txBody>
                  <a:tcPr/>
                </a:tc>
                <a:tc>
                  <a:txBody>
                    <a:bodyPr/>
                    <a:lstStyle/>
                    <a:p>
                      <a:pPr algn="ctr"/>
                      <a:r>
                        <a:rPr lang="en-US" dirty="0"/>
                        <a:t>-3.32</a:t>
                      </a:r>
                    </a:p>
                  </a:txBody>
                  <a:tcPr/>
                </a:tc>
                <a:tc>
                  <a:txBody>
                    <a:bodyPr/>
                    <a:lstStyle/>
                    <a:p>
                      <a:pPr algn="ctr"/>
                      <a:r>
                        <a:rPr lang="en-US" dirty="0"/>
                        <a:t>-6.06</a:t>
                      </a:r>
                    </a:p>
                  </a:txBody>
                  <a:tcPr/>
                </a:tc>
                <a:tc>
                  <a:txBody>
                    <a:bodyPr/>
                    <a:lstStyle/>
                    <a:p>
                      <a:pPr algn="ctr"/>
                      <a:r>
                        <a:rPr lang="en-US" dirty="0"/>
                        <a:t>-8.79</a:t>
                      </a:r>
                    </a:p>
                  </a:txBody>
                  <a:tcPr/>
                </a:tc>
                <a:tc>
                  <a:txBody>
                    <a:bodyPr/>
                    <a:lstStyle/>
                    <a:p>
                      <a:pPr algn="ctr"/>
                      <a:r>
                        <a:rPr lang="en-US" dirty="0"/>
                        <a:t>-10.94</a:t>
                      </a:r>
                    </a:p>
                  </a:txBody>
                  <a:tcPr/>
                </a:tc>
                <a:tc>
                  <a:txBody>
                    <a:bodyPr/>
                    <a:lstStyle/>
                    <a:p>
                      <a:pPr algn="ctr"/>
                      <a:r>
                        <a:rPr lang="en-US" dirty="0"/>
                        <a:t>-14.01</a:t>
                      </a:r>
                    </a:p>
                  </a:txBody>
                  <a:tcPr/>
                </a:tc>
                <a:tc>
                  <a:txBody>
                    <a:bodyPr/>
                    <a:lstStyle/>
                    <a:p>
                      <a:pPr algn="ctr"/>
                      <a:r>
                        <a:rPr lang="en-US" dirty="0"/>
                        <a:t>...</a:t>
                      </a:r>
                    </a:p>
                  </a:txBody>
                  <a:tcPr/>
                </a:tc>
                <a:tc>
                  <a:txBody>
                    <a:bodyPr/>
                    <a:lstStyle/>
                    <a:p>
                      <a:pPr algn="ctr"/>
                      <a:endParaRPr lang="en-US" dirty="0"/>
                    </a:p>
                  </a:txBody>
                  <a:tcPr/>
                </a:tc>
                <a:tc>
                  <a:txBody>
                    <a:bodyPr/>
                    <a:lstStyle/>
                    <a:p>
                      <a:pPr algn="ctr"/>
                      <a:endParaRPr lang="en-US" dirty="0"/>
                    </a:p>
                  </a:txBody>
                  <a:tcPr/>
                </a:tc>
                <a:tc>
                  <a:txBody>
                    <a:bodyPr/>
                    <a:lstStyle/>
                    <a:p>
                      <a:pPr algn="ctr"/>
                      <a:r>
                        <a:rPr lang="en-US" dirty="0"/>
                        <a:t>-24.49</a:t>
                      </a:r>
                    </a:p>
                  </a:txBody>
                  <a:tcPr/>
                </a:tc>
                <a:extLst>
                  <a:ext uri="{0D108BD9-81ED-4DB2-BD59-A6C34878D82A}">
                    <a16:rowId xmlns:a16="http://schemas.microsoft.com/office/drawing/2014/main" val="1192171233"/>
                  </a:ext>
                </a:extLst>
              </a:tr>
            </a:tbl>
          </a:graphicData>
        </a:graphic>
      </p:graphicFrame>
      <p:cxnSp>
        <p:nvCxnSpPr>
          <p:cNvPr id="37" name="Straight Arrow Connector 36">
            <a:extLst>
              <a:ext uri="{FF2B5EF4-FFF2-40B4-BE49-F238E27FC236}">
                <a16:creationId xmlns:a16="http://schemas.microsoft.com/office/drawing/2014/main" id="{E59BB902-625D-028B-4ED3-3EFC9ACAB179}"/>
              </a:ext>
            </a:extLst>
          </p:cNvPr>
          <p:cNvCxnSpPr>
            <a:cxnSpLocks/>
          </p:cNvCxnSpPr>
          <p:nvPr/>
        </p:nvCxnSpPr>
        <p:spPr>
          <a:xfrm>
            <a:off x="2509710" y="5120315"/>
            <a:ext cx="320117"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cxnSp>
        <p:nvCxnSpPr>
          <p:cNvPr id="39" name="Straight Arrow Connector 38">
            <a:extLst>
              <a:ext uri="{FF2B5EF4-FFF2-40B4-BE49-F238E27FC236}">
                <a16:creationId xmlns:a16="http://schemas.microsoft.com/office/drawing/2014/main" id="{F51FA353-F12B-CFE8-A72D-5E6B190EF97C}"/>
              </a:ext>
            </a:extLst>
          </p:cNvPr>
          <p:cNvCxnSpPr>
            <a:cxnSpLocks/>
          </p:cNvCxnSpPr>
          <p:nvPr/>
        </p:nvCxnSpPr>
        <p:spPr>
          <a:xfrm>
            <a:off x="2509710" y="5272715"/>
            <a:ext cx="243115" cy="22331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3" name="Straight Arrow Connector 42">
            <a:extLst>
              <a:ext uri="{FF2B5EF4-FFF2-40B4-BE49-F238E27FC236}">
                <a16:creationId xmlns:a16="http://schemas.microsoft.com/office/drawing/2014/main" id="{B9A92606-CBDF-9EC8-E9C7-3AE242D51A0C}"/>
              </a:ext>
            </a:extLst>
          </p:cNvPr>
          <p:cNvCxnSpPr>
            <a:cxnSpLocks/>
          </p:cNvCxnSpPr>
          <p:nvPr/>
        </p:nvCxnSpPr>
        <p:spPr>
          <a:xfrm>
            <a:off x="3518759" y="5120315"/>
            <a:ext cx="320117"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628AB39C-0E3A-28BD-7564-86B1A4941FC9}"/>
              </a:ext>
            </a:extLst>
          </p:cNvPr>
          <p:cNvCxnSpPr>
            <a:cxnSpLocks/>
          </p:cNvCxnSpPr>
          <p:nvPr/>
        </p:nvCxnSpPr>
        <p:spPr>
          <a:xfrm>
            <a:off x="3518759" y="5272715"/>
            <a:ext cx="243115" cy="22331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5" name="Straight Arrow Connector 44">
            <a:extLst>
              <a:ext uri="{FF2B5EF4-FFF2-40B4-BE49-F238E27FC236}">
                <a16:creationId xmlns:a16="http://schemas.microsoft.com/office/drawing/2014/main" id="{AA7E2809-D547-B87D-6A08-DBC557D25B1A}"/>
              </a:ext>
            </a:extLst>
          </p:cNvPr>
          <p:cNvCxnSpPr>
            <a:cxnSpLocks/>
          </p:cNvCxnSpPr>
          <p:nvPr/>
        </p:nvCxnSpPr>
        <p:spPr>
          <a:xfrm>
            <a:off x="4527808" y="5120315"/>
            <a:ext cx="32011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6" name="Straight Arrow Connector 45">
            <a:extLst>
              <a:ext uri="{FF2B5EF4-FFF2-40B4-BE49-F238E27FC236}">
                <a16:creationId xmlns:a16="http://schemas.microsoft.com/office/drawing/2014/main" id="{610C8D6A-D0E2-4019-B445-AA4D2EBFD722}"/>
              </a:ext>
            </a:extLst>
          </p:cNvPr>
          <p:cNvCxnSpPr>
            <a:cxnSpLocks/>
          </p:cNvCxnSpPr>
          <p:nvPr/>
        </p:nvCxnSpPr>
        <p:spPr>
          <a:xfrm>
            <a:off x="4527808" y="5272715"/>
            <a:ext cx="243115" cy="22331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cxnSp>
        <p:nvCxnSpPr>
          <p:cNvPr id="47" name="Straight Arrow Connector 46">
            <a:extLst>
              <a:ext uri="{FF2B5EF4-FFF2-40B4-BE49-F238E27FC236}">
                <a16:creationId xmlns:a16="http://schemas.microsoft.com/office/drawing/2014/main" id="{1311DE8A-8403-D9C2-0171-D5D9EBB8B1D9}"/>
              </a:ext>
            </a:extLst>
          </p:cNvPr>
          <p:cNvCxnSpPr>
            <a:cxnSpLocks/>
          </p:cNvCxnSpPr>
          <p:nvPr/>
        </p:nvCxnSpPr>
        <p:spPr>
          <a:xfrm>
            <a:off x="5559314" y="5496025"/>
            <a:ext cx="320117"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cxnSp>
        <p:nvCxnSpPr>
          <p:cNvPr id="48" name="Straight Arrow Connector 47">
            <a:extLst>
              <a:ext uri="{FF2B5EF4-FFF2-40B4-BE49-F238E27FC236}">
                <a16:creationId xmlns:a16="http://schemas.microsoft.com/office/drawing/2014/main" id="{B93D0F2F-B298-0584-FA7D-9A7A1C665320}"/>
              </a:ext>
            </a:extLst>
          </p:cNvPr>
          <p:cNvCxnSpPr>
            <a:cxnSpLocks/>
          </p:cNvCxnSpPr>
          <p:nvPr/>
        </p:nvCxnSpPr>
        <p:spPr>
          <a:xfrm flipV="1">
            <a:off x="5595325" y="5140743"/>
            <a:ext cx="284106" cy="2323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0" name="Straight Arrow Connector 49">
            <a:extLst>
              <a:ext uri="{FF2B5EF4-FFF2-40B4-BE49-F238E27FC236}">
                <a16:creationId xmlns:a16="http://schemas.microsoft.com/office/drawing/2014/main" id="{83C71346-B5E3-5B6D-1AC4-C3506E8C3731}"/>
              </a:ext>
            </a:extLst>
          </p:cNvPr>
          <p:cNvCxnSpPr>
            <a:cxnSpLocks/>
          </p:cNvCxnSpPr>
          <p:nvPr/>
        </p:nvCxnSpPr>
        <p:spPr>
          <a:xfrm>
            <a:off x="6587613" y="5496025"/>
            <a:ext cx="320117"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cxnSp>
        <p:nvCxnSpPr>
          <p:cNvPr id="51" name="Straight Arrow Connector 50">
            <a:extLst>
              <a:ext uri="{FF2B5EF4-FFF2-40B4-BE49-F238E27FC236}">
                <a16:creationId xmlns:a16="http://schemas.microsoft.com/office/drawing/2014/main" id="{456F2060-9BFA-E8C3-35C6-2B61E0D1E716}"/>
              </a:ext>
            </a:extLst>
          </p:cNvPr>
          <p:cNvCxnSpPr>
            <a:cxnSpLocks/>
          </p:cNvCxnSpPr>
          <p:nvPr/>
        </p:nvCxnSpPr>
        <p:spPr>
          <a:xfrm>
            <a:off x="9656927" y="5504046"/>
            <a:ext cx="320117"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cxnSp>
        <p:nvCxnSpPr>
          <p:cNvPr id="52" name="Straight Arrow Connector 51">
            <a:extLst>
              <a:ext uri="{FF2B5EF4-FFF2-40B4-BE49-F238E27FC236}">
                <a16:creationId xmlns:a16="http://schemas.microsoft.com/office/drawing/2014/main" id="{B6139335-AAC8-D89E-7134-4EEC136EFFF2}"/>
              </a:ext>
            </a:extLst>
          </p:cNvPr>
          <p:cNvCxnSpPr>
            <a:cxnSpLocks/>
          </p:cNvCxnSpPr>
          <p:nvPr/>
        </p:nvCxnSpPr>
        <p:spPr>
          <a:xfrm>
            <a:off x="7602074" y="5504046"/>
            <a:ext cx="320117"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cxnSp>
        <p:nvCxnSpPr>
          <p:cNvPr id="53" name="Straight Arrow Connector 52">
            <a:extLst>
              <a:ext uri="{FF2B5EF4-FFF2-40B4-BE49-F238E27FC236}">
                <a16:creationId xmlns:a16="http://schemas.microsoft.com/office/drawing/2014/main" id="{FD539DFC-9F79-8B66-72A0-50BC961F392A}"/>
              </a:ext>
            </a:extLst>
          </p:cNvPr>
          <p:cNvCxnSpPr>
            <a:cxnSpLocks/>
          </p:cNvCxnSpPr>
          <p:nvPr/>
        </p:nvCxnSpPr>
        <p:spPr>
          <a:xfrm>
            <a:off x="8657463" y="5504046"/>
            <a:ext cx="320117"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25355121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F3CFC-673A-DE95-0F64-6A7B069901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1EE695-7828-6C93-FACA-7204D8C925C0}"/>
              </a:ext>
            </a:extLst>
          </p:cNvPr>
          <p:cNvSpPr>
            <a:spLocks noGrp="1"/>
          </p:cNvSpPr>
          <p:nvPr>
            <p:ph type="title"/>
          </p:nvPr>
        </p:nvSpPr>
        <p:spPr/>
        <p:txBody>
          <a:bodyPr>
            <a:normAutofit fontScale="90000"/>
          </a:bodyPr>
          <a:lstStyle/>
          <a:p>
            <a:r>
              <a:rPr lang="en-US" dirty="0"/>
              <a:t>Viterbi algorithm for HMMs</a:t>
            </a:r>
          </a:p>
        </p:txBody>
      </p:sp>
      <p:sp>
        <p:nvSpPr>
          <p:cNvPr id="3" name="Content Placeholder 2">
            <a:extLst>
              <a:ext uri="{FF2B5EF4-FFF2-40B4-BE49-F238E27FC236}">
                <a16:creationId xmlns:a16="http://schemas.microsoft.com/office/drawing/2014/main" id="{70075A06-6D83-2F1A-07B3-FB04FB3C3E7F}"/>
              </a:ext>
            </a:extLst>
          </p:cNvPr>
          <p:cNvSpPr>
            <a:spLocks noGrp="1"/>
          </p:cNvSpPr>
          <p:nvPr>
            <p:ph idx="1"/>
          </p:nvPr>
        </p:nvSpPr>
        <p:spPr>
          <a:xfrm>
            <a:off x="231007" y="1761423"/>
            <a:ext cx="10895798" cy="4880009"/>
          </a:xfrm>
        </p:spPr>
        <p:txBody>
          <a:bodyPr>
            <a:normAutofit/>
          </a:bodyPr>
          <a:lstStyle/>
          <a:p>
            <a:r>
              <a:rPr lang="en-US" dirty="0"/>
              <a:t>S = </a:t>
            </a:r>
            <a:r>
              <a:rPr lang="en-US" b="1" dirty="0">
                <a:solidFill>
                  <a:schemeClr val="tx1"/>
                </a:solidFill>
              </a:rPr>
              <a:t>GG</a:t>
            </a:r>
            <a:r>
              <a:rPr lang="en-US" b="1" dirty="0"/>
              <a:t>CACTGAA</a:t>
            </a:r>
          </a:p>
          <a:p>
            <a:endParaRPr lang="en-US" b="1" dirty="0"/>
          </a:p>
          <a:p>
            <a:endParaRPr lang="en-US" b="1" dirty="0"/>
          </a:p>
          <a:p>
            <a:endParaRPr lang="en-US" b="1" dirty="0"/>
          </a:p>
          <a:p>
            <a:r>
              <a:rPr lang="en-US" dirty="0"/>
              <a:t>Backtrack:</a:t>
            </a:r>
          </a:p>
          <a:p>
            <a:endParaRPr lang="en-US" dirty="0"/>
          </a:p>
          <a:p>
            <a:endParaRPr lang="en-US" dirty="0"/>
          </a:p>
          <a:p>
            <a:endParaRPr lang="en-US" dirty="0"/>
          </a:p>
          <a:p>
            <a:r>
              <a:rPr lang="en-US" dirty="0"/>
              <a:t>The most probable path is: CCCNNNNNN, its probability is 2</a:t>
            </a:r>
            <a:r>
              <a:rPr lang="en-US" baseline="30000" dirty="0"/>
              <a:t>-24.49</a:t>
            </a:r>
          </a:p>
        </p:txBody>
      </p:sp>
      <p:sp>
        <p:nvSpPr>
          <p:cNvPr id="4" name="Slide Number Placeholder 3">
            <a:extLst>
              <a:ext uri="{FF2B5EF4-FFF2-40B4-BE49-F238E27FC236}">
                <a16:creationId xmlns:a16="http://schemas.microsoft.com/office/drawing/2014/main" id="{B7AADC6F-AF4F-038F-4D76-337A13F03607}"/>
              </a:ext>
            </a:extLst>
          </p:cNvPr>
          <p:cNvSpPr>
            <a:spLocks noGrp="1"/>
          </p:cNvSpPr>
          <p:nvPr>
            <p:ph type="sldNum" sz="quarter" idx="12"/>
          </p:nvPr>
        </p:nvSpPr>
        <p:spPr/>
        <p:txBody>
          <a:bodyPr/>
          <a:lstStyle/>
          <a:p>
            <a:fld id="{B82CCC60-E8CD-4174-8B1A-7DF615B22EEF}" type="slidenum">
              <a:rPr lang="en-US" smtClean="0"/>
              <a:pPr/>
              <a:t>52</a:t>
            </a:fld>
            <a:endParaRPr lang="en-US"/>
          </a:p>
        </p:txBody>
      </p:sp>
      <p:sp>
        <p:nvSpPr>
          <p:cNvPr id="5" name="TextBox 4">
            <a:extLst>
              <a:ext uri="{FF2B5EF4-FFF2-40B4-BE49-F238E27FC236}">
                <a16:creationId xmlns:a16="http://schemas.microsoft.com/office/drawing/2014/main" id="{190F6A0A-EE60-301E-D270-950E40BEB7DF}"/>
              </a:ext>
            </a:extLst>
          </p:cNvPr>
          <p:cNvSpPr txBox="1"/>
          <p:nvPr/>
        </p:nvSpPr>
        <p:spPr>
          <a:xfrm>
            <a:off x="8464957" y="1509423"/>
            <a:ext cx="782009" cy="461665"/>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Start</a:t>
            </a:r>
          </a:p>
        </p:txBody>
      </p:sp>
      <p:cxnSp>
        <p:nvCxnSpPr>
          <p:cNvPr id="7" name="Straight Arrow Connector 6">
            <a:extLst>
              <a:ext uri="{FF2B5EF4-FFF2-40B4-BE49-F238E27FC236}">
                <a16:creationId xmlns:a16="http://schemas.microsoft.com/office/drawing/2014/main" id="{B5223EE5-ED80-56C7-E9AE-BF5E9C9817D3}"/>
              </a:ext>
            </a:extLst>
          </p:cNvPr>
          <p:cNvCxnSpPr>
            <a:cxnSpLocks/>
          </p:cNvCxnSpPr>
          <p:nvPr/>
        </p:nvCxnSpPr>
        <p:spPr>
          <a:xfrm flipH="1">
            <a:off x="7858566" y="2077313"/>
            <a:ext cx="798897"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9" name="Straight Arrow Connector 8">
            <a:extLst>
              <a:ext uri="{FF2B5EF4-FFF2-40B4-BE49-F238E27FC236}">
                <a16:creationId xmlns:a16="http://schemas.microsoft.com/office/drawing/2014/main" id="{8109E4BC-5F11-95FD-F869-3E29F17C99EE}"/>
              </a:ext>
            </a:extLst>
          </p:cNvPr>
          <p:cNvCxnSpPr>
            <a:cxnSpLocks/>
          </p:cNvCxnSpPr>
          <p:nvPr/>
        </p:nvCxnSpPr>
        <p:spPr>
          <a:xfrm>
            <a:off x="8975096" y="2077313"/>
            <a:ext cx="744354" cy="27051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2" name="TextBox 11">
            <a:extLst>
              <a:ext uri="{FF2B5EF4-FFF2-40B4-BE49-F238E27FC236}">
                <a16:creationId xmlns:a16="http://schemas.microsoft.com/office/drawing/2014/main" id="{409CC022-23DE-2D76-6D3B-C8328D04E628}"/>
              </a:ext>
            </a:extLst>
          </p:cNvPr>
          <p:cNvSpPr txBox="1"/>
          <p:nvPr/>
        </p:nvSpPr>
        <p:spPr>
          <a:xfrm>
            <a:off x="7829729" y="1892647"/>
            <a:ext cx="372218" cy="369332"/>
          </a:xfrm>
          <a:prstGeom prst="rect">
            <a:avLst/>
          </a:prstGeom>
          <a:noFill/>
        </p:spPr>
        <p:txBody>
          <a:bodyPr wrap="none" rtlCol="0">
            <a:spAutoFit/>
          </a:bodyPr>
          <a:lstStyle/>
          <a:p>
            <a:r>
              <a:rPr lang="en-US" dirty="0"/>
              <a:t>-1</a:t>
            </a:r>
          </a:p>
        </p:txBody>
      </p:sp>
      <p:sp>
        <p:nvSpPr>
          <p:cNvPr id="13" name="TextBox 12">
            <a:extLst>
              <a:ext uri="{FF2B5EF4-FFF2-40B4-BE49-F238E27FC236}">
                <a16:creationId xmlns:a16="http://schemas.microsoft.com/office/drawing/2014/main" id="{D8329298-5A43-D72E-B927-BCBA07646EEF}"/>
              </a:ext>
            </a:extLst>
          </p:cNvPr>
          <p:cNvSpPr txBox="1"/>
          <p:nvPr/>
        </p:nvSpPr>
        <p:spPr>
          <a:xfrm>
            <a:off x="9284709" y="1892647"/>
            <a:ext cx="372218" cy="369332"/>
          </a:xfrm>
          <a:prstGeom prst="rect">
            <a:avLst/>
          </a:prstGeom>
          <a:noFill/>
        </p:spPr>
        <p:txBody>
          <a:bodyPr wrap="none" rtlCol="0">
            <a:spAutoFit/>
          </a:bodyPr>
          <a:lstStyle/>
          <a:p>
            <a:r>
              <a:rPr lang="en-US" dirty="0"/>
              <a:t>-1</a:t>
            </a:r>
          </a:p>
        </p:txBody>
      </p:sp>
      <p:sp>
        <p:nvSpPr>
          <p:cNvPr id="14" name="TextBox 13">
            <a:extLst>
              <a:ext uri="{FF2B5EF4-FFF2-40B4-BE49-F238E27FC236}">
                <a16:creationId xmlns:a16="http://schemas.microsoft.com/office/drawing/2014/main" id="{AD18A454-0090-42A4-9EA7-D397AA0F3DFA}"/>
              </a:ext>
            </a:extLst>
          </p:cNvPr>
          <p:cNvSpPr txBox="1"/>
          <p:nvPr/>
        </p:nvSpPr>
        <p:spPr>
          <a:xfrm>
            <a:off x="7060253" y="2454050"/>
            <a:ext cx="1287532"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C </a:t>
            </a:r>
          </a:p>
          <a:p>
            <a:r>
              <a:rPr lang="en-US" b="1" dirty="0">
                <a:latin typeface="Courier New" panose="02070309020205020404" pitchFamily="49" charset="0"/>
                <a:cs typeface="Courier New" panose="02070309020205020404" pitchFamily="49" charset="0"/>
              </a:rPr>
              <a:t>A -2.322</a:t>
            </a:r>
          </a:p>
          <a:p>
            <a:r>
              <a:rPr lang="en-US" b="1" dirty="0">
                <a:latin typeface="Courier New" panose="02070309020205020404" pitchFamily="49" charset="0"/>
                <a:cs typeface="Courier New" panose="02070309020205020404" pitchFamily="49" charset="0"/>
              </a:rPr>
              <a:t>C -1.737</a:t>
            </a:r>
          </a:p>
          <a:p>
            <a:r>
              <a:rPr lang="en-US" b="1" dirty="0">
                <a:latin typeface="Courier New" panose="02070309020205020404" pitchFamily="49" charset="0"/>
                <a:cs typeface="Courier New" panose="02070309020205020404" pitchFamily="49" charset="0"/>
              </a:rPr>
              <a:t>G -1.737</a:t>
            </a:r>
          </a:p>
          <a:p>
            <a:r>
              <a:rPr lang="en-US" b="1" dirty="0">
                <a:latin typeface="Courier New" panose="02070309020205020404" pitchFamily="49" charset="0"/>
                <a:cs typeface="Courier New" panose="02070309020205020404" pitchFamily="49" charset="0"/>
              </a:rPr>
              <a:t>T -2.322</a:t>
            </a:r>
          </a:p>
        </p:txBody>
      </p:sp>
      <p:sp>
        <p:nvSpPr>
          <p:cNvPr id="16" name="TextBox 15">
            <a:extLst>
              <a:ext uri="{FF2B5EF4-FFF2-40B4-BE49-F238E27FC236}">
                <a16:creationId xmlns:a16="http://schemas.microsoft.com/office/drawing/2014/main" id="{B61C8F84-C02B-A49C-785F-2020F44A08B5}"/>
              </a:ext>
            </a:extLst>
          </p:cNvPr>
          <p:cNvSpPr txBox="1"/>
          <p:nvPr/>
        </p:nvSpPr>
        <p:spPr>
          <a:xfrm>
            <a:off x="9253130" y="2454050"/>
            <a:ext cx="1287532" cy="1569660"/>
          </a:xfrm>
          <a:prstGeom prst="rect">
            <a:avLst/>
          </a:prstGeom>
          <a:solidFill>
            <a:schemeClr val="accent3">
              <a:lumMod val="40000"/>
              <a:lumOff val="60000"/>
            </a:schemeClr>
          </a:solidFill>
          <a:ln>
            <a:solidFill>
              <a:schemeClr val="tx1"/>
            </a:solidFill>
          </a:ln>
        </p:spPr>
        <p:txBody>
          <a:bodyPr wrap="none" rtlCol="0">
            <a:spAutoFit/>
          </a:bodyPr>
          <a:lstStyle/>
          <a:p>
            <a:r>
              <a:rPr lang="en-US" sz="2400" dirty="0"/>
              <a:t>       N </a:t>
            </a:r>
          </a:p>
          <a:p>
            <a:r>
              <a:rPr lang="en-US" b="1" dirty="0">
                <a:latin typeface="Courier New" panose="02070309020205020404" pitchFamily="49" charset="0"/>
                <a:cs typeface="Courier New" panose="02070309020205020404" pitchFamily="49" charset="0"/>
              </a:rPr>
              <a:t>A -1.737</a:t>
            </a:r>
          </a:p>
          <a:p>
            <a:r>
              <a:rPr lang="en-US" b="1" dirty="0">
                <a:latin typeface="Courier New" panose="02070309020205020404" pitchFamily="49" charset="0"/>
                <a:cs typeface="Courier New" panose="02070309020205020404" pitchFamily="49" charset="0"/>
              </a:rPr>
              <a:t>C -2.322</a:t>
            </a:r>
          </a:p>
          <a:p>
            <a:r>
              <a:rPr lang="en-US" b="1" dirty="0">
                <a:latin typeface="Courier New" panose="02070309020205020404" pitchFamily="49" charset="0"/>
                <a:cs typeface="Courier New" panose="02070309020205020404" pitchFamily="49" charset="0"/>
              </a:rPr>
              <a:t>G -2.322</a:t>
            </a:r>
          </a:p>
          <a:p>
            <a:r>
              <a:rPr lang="en-US" b="1" dirty="0">
                <a:latin typeface="Courier New" panose="02070309020205020404" pitchFamily="49" charset="0"/>
                <a:cs typeface="Courier New" panose="02070309020205020404" pitchFamily="49" charset="0"/>
              </a:rPr>
              <a:t>T -1.737</a:t>
            </a:r>
          </a:p>
        </p:txBody>
      </p:sp>
      <p:cxnSp>
        <p:nvCxnSpPr>
          <p:cNvPr id="17" name="Straight Arrow Connector 16">
            <a:extLst>
              <a:ext uri="{FF2B5EF4-FFF2-40B4-BE49-F238E27FC236}">
                <a16:creationId xmlns:a16="http://schemas.microsoft.com/office/drawing/2014/main" id="{B8C09C42-013E-DD68-D28C-A9048CBA26D5}"/>
              </a:ext>
            </a:extLst>
          </p:cNvPr>
          <p:cNvCxnSpPr>
            <a:cxnSpLocks/>
          </p:cNvCxnSpPr>
          <p:nvPr/>
        </p:nvCxnSpPr>
        <p:spPr>
          <a:xfrm>
            <a:off x="8475007" y="3170164"/>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A41F124C-5AF8-5505-AF83-78749C1D85AE}"/>
              </a:ext>
            </a:extLst>
          </p:cNvPr>
          <p:cNvCxnSpPr>
            <a:cxnSpLocks/>
          </p:cNvCxnSpPr>
          <p:nvPr/>
        </p:nvCxnSpPr>
        <p:spPr>
          <a:xfrm flipH="1">
            <a:off x="8475007" y="3466813"/>
            <a:ext cx="53099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5" name="TextBox 24">
            <a:extLst>
              <a:ext uri="{FF2B5EF4-FFF2-40B4-BE49-F238E27FC236}">
                <a16:creationId xmlns:a16="http://schemas.microsoft.com/office/drawing/2014/main" id="{DD7607C5-F57E-DFAC-1BB2-0262E352525B}"/>
              </a:ext>
            </a:extLst>
          </p:cNvPr>
          <p:cNvSpPr txBox="1"/>
          <p:nvPr/>
        </p:nvSpPr>
        <p:spPr>
          <a:xfrm>
            <a:off x="8548068" y="2732844"/>
            <a:ext cx="409268" cy="369332"/>
          </a:xfrm>
          <a:prstGeom prst="rect">
            <a:avLst/>
          </a:prstGeom>
          <a:noFill/>
        </p:spPr>
        <p:txBody>
          <a:bodyPr wrap="square" rtlCol="0">
            <a:spAutoFit/>
          </a:bodyPr>
          <a:lstStyle/>
          <a:p>
            <a:r>
              <a:rPr lang="en-US" dirty="0"/>
              <a:t>-1</a:t>
            </a:r>
          </a:p>
        </p:txBody>
      </p:sp>
      <p:sp>
        <p:nvSpPr>
          <p:cNvPr id="26" name="TextBox 25">
            <a:extLst>
              <a:ext uri="{FF2B5EF4-FFF2-40B4-BE49-F238E27FC236}">
                <a16:creationId xmlns:a16="http://schemas.microsoft.com/office/drawing/2014/main" id="{89F9E47F-932A-5B8A-162D-AFB448384AE8}"/>
              </a:ext>
            </a:extLst>
          </p:cNvPr>
          <p:cNvSpPr txBox="1"/>
          <p:nvPr/>
        </p:nvSpPr>
        <p:spPr>
          <a:xfrm>
            <a:off x="8409966" y="3493222"/>
            <a:ext cx="780983" cy="369332"/>
          </a:xfrm>
          <a:prstGeom prst="rect">
            <a:avLst/>
          </a:prstGeom>
          <a:noFill/>
        </p:spPr>
        <p:txBody>
          <a:bodyPr wrap="none" rtlCol="0">
            <a:spAutoFit/>
          </a:bodyPr>
          <a:lstStyle/>
          <a:p>
            <a:r>
              <a:rPr lang="en-US" dirty="0"/>
              <a:t>-1.322</a:t>
            </a:r>
          </a:p>
        </p:txBody>
      </p:sp>
      <mc:AlternateContent xmlns:mc="http://schemas.openxmlformats.org/markup-compatibility/2006" xmlns:p14="http://schemas.microsoft.com/office/powerpoint/2010/main">
        <mc:Choice Requires="p14">
          <p:contentPart p14:bwMode="auto" r:id="rId2">
            <p14:nvContentPartPr>
              <p14:cNvPr id="27" name="Ink 26">
                <a:extLst>
                  <a:ext uri="{FF2B5EF4-FFF2-40B4-BE49-F238E27FC236}">
                    <a16:creationId xmlns:a16="http://schemas.microsoft.com/office/drawing/2014/main" id="{0EB9FFC7-53A0-CB9B-2AAD-203F77E66297}"/>
                  </a:ext>
                </a:extLst>
              </p14:cNvPr>
              <p14:cNvContentPartPr/>
              <p14:nvPr/>
            </p14:nvContentPartPr>
            <p14:xfrm>
              <a:off x="10631153" y="2622407"/>
              <a:ext cx="1329840" cy="1373040"/>
            </p14:xfrm>
          </p:contentPart>
        </mc:Choice>
        <mc:Fallback xmlns="">
          <p:pic>
            <p:nvPicPr>
              <p:cNvPr id="27" name="Ink 26">
                <a:extLst>
                  <a:ext uri="{FF2B5EF4-FFF2-40B4-BE49-F238E27FC236}">
                    <a16:creationId xmlns:a16="http://schemas.microsoft.com/office/drawing/2014/main" id="{0EB9FFC7-53A0-CB9B-2AAD-203F77E66297}"/>
                  </a:ext>
                </a:extLst>
              </p:cNvPr>
              <p:cNvPicPr/>
              <p:nvPr/>
            </p:nvPicPr>
            <p:blipFill>
              <a:blip r:embed="rId3"/>
              <a:stretch>
                <a:fillRect/>
              </a:stretch>
            </p:blipFill>
            <p:spPr>
              <a:xfrm>
                <a:off x="10625033" y="2616287"/>
                <a:ext cx="1342080" cy="13852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A30F9C39-8D6E-8C4F-DB06-693716EB5102}"/>
                  </a:ext>
                </a:extLst>
              </p14:cNvPr>
              <p14:cNvContentPartPr/>
              <p14:nvPr/>
            </p14:nvContentPartPr>
            <p14:xfrm rot="10800000">
              <a:off x="5647836" y="2490244"/>
              <a:ext cx="1329840" cy="1373040"/>
            </p14:xfrm>
          </p:contentPart>
        </mc:Choice>
        <mc:Fallback xmlns="">
          <p:pic>
            <p:nvPicPr>
              <p:cNvPr id="28" name="Ink 27">
                <a:extLst>
                  <a:ext uri="{FF2B5EF4-FFF2-40B4-BE49-F238E27FC236}">
                    <a16:creationId xmlns:a16="http://schemas.microsoft.com/office/drawing/2014/main" id="{A30F9C39-8D6E-8C4F-DB06-693716EB5102}"/>
                  </a:ext>
                </a:extLst>
              </p:cNvPr>
              <p:cNvPicPr/>
              <p:nvPr/>
            </p:nvPicPr>
            <p:blipFill>
              <a:blip r:embed="rId3"/>
              <a:stretch>
                <a:fillRect/>
              </a:stretch>
            </p:blipFill>
            <p:spPr>
              <a:xfrm rot="10800000">
                <a:off x="5641716" y="2484124"/>
                <a:ext cx="1342080" cy="1385280"/>
              </a:xfrm>
              <a:prstGeom prst="rect">
                <a:avLst/>
              </a:prstGeom>
            </p:spPr>
          </p:pic>
        </mc:Fallback>
      </mc:AlternateContent>
      <p:sp>
        <p:nvSpPr>
          <p:cNvPr id="29" name="TextBox 28">
            <a:extLst>
              <a:ext uri="{FF2B5EF4-FFF2-40B4-BE49-F238E27FC236}">
                <a16:creationId xmlns:a16="http://schemas.microsoft.com/office/drawing/2014/main" id="{A2C4F18D-3742-2509-75A2-515E0268A7D1}"/>
              </a:ext>
            </a:extLst>
          </p:cNvPr>
          <p:cNvSpPr txBox="1"/>
          <p:nvPr/>
        </p:nvSpPr>
        <p:spPr>
          <a:xfrm>
            <a:off x="6131831" y="2985498"/>
            <a:ext cx="372218" cy="369332"/>
          </a:xfrm>
          <a:prstGeom prst="rect">
            <a:avLst/>
          </a:prstGeom>
          <a:noFill/>
        </p:spPr>
        <p:txBody>
          <a:bodyPr wrap="none" rtlCol="0">
            <a:spAutoFit/>
          </a:bodyPr>
          <a:lstStyle/>
          <a:p>
            <a:r>
              <a:rPr lang="en-US" dirty="0"/>
              <a:t>-1</a:t>
            </a:r>
          </a:p>
        </p:txBody>
      </p:sp>
      <p:sp>
        <p:nvSpPr>
          <p:cNvPr id="30" name="TextBox 29">
            <a:extLst>
              <a:ext uri="{FF2B5EF4-FFF2-40B4-BE49-F238E27FC236}">
                <a16:creationId xmlns:a16="http://schemas.microsoft.com/office/drawing/2014/main" id="{B06FF042-E5B7-B0CF-718C-94B09C78B7EE}"/>
              </a:ext>
            </a:extLst>
          </p:cNvPr>
          <p:cNvSpPr txBox="1"/>
          <p:nvPr/>
        </p:nvSpPr>
        <p:spPr>
          <a:xfrm>
            <a:off x="10921640" y="3066428"/>
            <a:ext cx="780983" cy="369332"/>
          </a:xfrm>
          <a:prstGeom prst="rect">
            <a:avLst/>
          </a:prstGeom>
          <a:noFill/>
        </p:spPr>
        <p:txBody>
          <a:bodyPr wrap="none" rtlCol="0">
            <a:spAutoFit/>
          </a:bodyPr>
          <a:lstStyle/>
          <a:p>
            <a:r>
              <a:rPr lang="en-US" dirty="0"/>
              <a:t>-0.737</a:t>
            </a:r>
          </a:p>
        </p:txBody>
      </p:sp>
      <p:graphicFrame>
        <p:nvGraphicFramePr>
          <p:cNvPr id="8" name="Table 7">
            <a:extLst>
              <a:ext uri="{FF2B5EF4-FFF2-40B4-BE49-F238E27FC236}">
                <a16:creationId xmlns:a16="http://schemas.microsoft.com/office/drawing/2014/main" id="{BC6B9E8E-2D1B-3FC1-C66A-2F9ED095BA66}"/>
              </a:ext>
            </a:extLst>
          </p:cNvPr>
          <p:cNvGraphicFramePr>
            <a:graphicFrameLocks noGrp="1"/>
          </p:cNvGraphicFramePr>
          <p:nvPr/>
        </p:nvGraphicFramePr>
        <p:xfrm>
          <a:off x="598618" y="4592103"/>
          <a:ext cx="10236530" cy="1097280"/>
        </p:xfrm>
        <a:graphic>
          <a:graphicData uri="http://schemas.openxmlformats.org/drawingml/2006/table">
            <a:tbl>
              <a:tblPr firstRow="1" bandRow="1">
                <a:tableStyleId>{5C22544A-7EE6-4342-B048-85BDC9FD1C3A}</a:tableStyleId>
              </a:tblPr>
              <a:tblGrid>
                <a:gridCol w="1023653">
                  <a:extLst>
                    <a:ext uri="{9D8B030D-6E8A-4147-A177-3AD203B41FA5}">
                      <a16:colId xmlns:a16="http://schemas.microsoft.com/office/drawing/2014/main" val="617901540"/>
                    </a:ext>
                  </a:extLst>
                </a:gridCol>
                <a:gridCol w="1023653">
                  <a:extLst>
                    <a:ext uri="{9D8B030D-6E8A-4147-A177-3AD203B41FA5}">
                      <a16:colId xmlns:a16="http://schemas.microsoft.com/office/drawing/2014/main" val="1382025072"/>
                    </a:ext>
                  </a:extLst>
                </a:gridCol>
                <a:gridCol w="1023653">
                  <a:extLst>
                    <a:ext uri="{9D8B030D-6E8A-4147-A177-3AD203B41FA5}">
                      <a16:colId xmlns:a16="http://schemas.microsoft.com/office/drawing/2014/main" val="2255369741"/>
                    </a:ext>
                  </a:extLst>
                </a:gridCol>
                <a:gridCol w="1023653">
                  <a:extLst>
                    <a:ext uri="{9D8B030D-6E8A-4147-A177-3AD203B41FA5}">
                      <a16:colId xmlns:a16="http://schemas.microsoft.com/office/drawing/2014/main" val="2534610364"/>
                    </a:ext>
                  </a:extLst>
                </a:gridCol>
                <a:gridCol w="1023653">
                  <a:extLst>
                    <a:ext uri="{9D8B030D-6E8A-4147-A177-3AD203B41FA5}">
                      <a16:colId xmlns:a16="http://schemas.microsoft.com/office/drawing/2014/main" val="232939563"/>
                    </a:ext>
                  </a:extLst>
                </a:gridCol>
                <a:gridCol w="1023653">
                  <a:extLst>
                    <a:ext uri="{9D8B030D-6E8A-4147-A177-3AD203B41FA5}">
                      <a16:colId xmlns:a16="http://schemas.microsoft.com/office/drawing/2014/main" val="3182373488"/>
                    </a:ext>
                  </a:extLst>
                </a:gridCol>
                <a:gridCol w="1023653">
                  <a:extLst>
                    <a:ext uri="{9D8B030D-6E8A-4147-A177-3AD203B41FA5}">
                      <a16:colId xmlns:a16="http://schemas.microsoft.com/office/drawing/2014/main" val="4024621562"/>
                    </a:ext>
                  </a:extLst>
                </a:gridCol>
                <a:gridCol w="1023653">
                  <a:extLst>
                    <a:ext uri="{9D8B030D-6E8A-4147-A177-3AD203B41FA5}">
                      <a16:colId xmlns:a16="http://schemas.microsoft.com/office/drawing/2014/main" val="2359178037"/>
                    </a:ext>
                  </a:extLst>
                </a:gridCol>
                <a:gridCol w="1023653">
                  <a:extLst>
                    <a:ext uri="{9D8B030D-6E8A-4147-A177-3AD203B41FA5}">
                      <a16:colId xmlns:a16="http://schemas.microsoft.com/office/drawing/2014/main" val="1376732356"/>
                    </a:ext>
                  </a:extLst>
                </a:gridCol>
                <a:gridCol w="1023653">
                  <a:extLst>
                    <a:ext uri="{9D8B030D-6E8A-4147-A177-3AD203B41FA5}">
                      <a16:colId xmlns:a16="http://schemas.microsoft.com/office/drawing/2014/main" val="536027699"/>
                    </a:ext>
                  </a:extLst>
                </a:gridCol>
              </a:tblGrid>
              <a:tr h="357286">
                <a:tc>
                  <a:txBody>
                    <a:bodyPr/>
                    <a:lstStyle/>
                    <a:p>
                      <a:endParaRPr lang="en-US"/>
                    </a:p>
                  </a:txBody>
                  <a:tcPr/>
                </a:tc>
                <a:tc>
                  <a:txBody>
                    <a:bodyPr/>
                    <a:lstStyle/>
                    <a:p>
                      <a:pPr algn="ctr"/>
                      <a:r>
                        <a:rPr lang="en-US" dirty="0"/>
                        <a:t>G</a:t>
                      </a:r>
                    </a:p>
                  </a:txBody>
                  <a:tcPr/>
                </a:tc>
                <a:tc>
                  <a:txBody>
                    <a:bodyPr/>
                    <a:lstStyle/>
                    <a:p>
                      <a:pPr algn="ctr"/>
                      <a:r>
                        <a:rPr lang="en-US" dirty="0"/>
                        <a:t>G</a:t>
                      </a:r>
                    </a:p>
                  </a:txBody>
                  <a:tcPr/>
                </a:tc>
                <a:tc>
                  <a:txBody>
                    <a:bodyPr/>
                    <a:lstStyle/>
                    <a:p>
                      <a:pPr algn="ctr"/>
                      <a:r>
                        <a:rPr lang="en-US" dirty="0"/>
                        <a:t>C</a:t>
                      </a:r>
                    </a:p>
                  </a:txBody>
                  <a:tcPr/>
                </a:tc>
                <a:tc>
                  <a:txBody>
                    <a:bodyPr/>
                    <a:lstStyle/>
                    <a:p>
                      <a:pPr algn="ctr"/>
                      <a:r>
                        <a:rPr lang="en-US" dirty="0"/>
                        <a:t>A</a:t>
                      </a:r>
                    </a:p>
                  </a:txBody>
                  <a:tcPr/>
                </a:tc>
                <a:tc>
                  <a:txBody>
                    <a:bodyPr/>
                    <a:lstStyle/>
                    <a:p>
                      <a:pPr algn="ctr"/>
                      <a:r>
                        <a:rPr lang="en-US" dirty="0"/>
                        <a:t>C</a:t>
                      </a:r>
                    </a:p>
                  </a:txBody>
                  <a:tcPr/>
                </a:tc>
                <a:tc>
                  <a:txBody>
                    <a:bodyPr/>
                    <a:lstStyle/>
                    <a:p>
                      <a:pPr algn="ctr"/>
                      <a:r>
                        <a:rPr lang="en-US" dirty="0"/>
                        <a:t>T</a:t>
                      </a:r>
                    </a:p>
                  </a:txBody>
                  <a:tcPr/>
                </a:tc>
                <a:tc>
                  <a:txBody>
                    <a:bodyPr/>
                    <a:lstStyle/>
                    <a:p>
                      <a:pPr algn="ctr"/>
                      <a:r>
                        <a:rPr lang="en-US" dirty="0"/>
                        <a:t>G</a:t>
                      </a:r>
                    </a:p>
                  </a:txBody>
                  <a:tcPr/>
                </a:tc>
                <a:tc>
                  <a:txBody>
                    <a:bodyPr/>
                    <a:lstStyle/>
                    <a:p>
                      <a:pPr algn="ctr"/>
                      <a:r>
                        <a:rPr lang="en-US" dirty="0"/>
                        <a:t>A</a:t>
                      </a:r>
                    </a:p>
                  </a:txBody>
                  <a:tcPr/>
                </a:tc>
                <a:tc>
                  <a:txBody>
                    <a:bodyPr/>
                    <a:lstStyle/>
                    <a:p>
                      <a:pPr algn="ctr"/>
                      <a:r>
                        <a:rPr lang="en-US" dirty="0"/>
                        <a:t>A</a:t>
                      </a:r>
                    </a:p>
                  </a:txBody>
                  <a:tcPr/>
                </a:tc>
                <a:extLst>
                  <a:ext uri="{0D108BD9-81ED-4DB2-BD59-A6C34878D82A}">
                    <a16:rowId xmlns:a16="http://schemas.microsoft.com/office/drawing/2014/main" val="4002156900"/>
                  </a:ext>
                </a:extLst>
              </a:tr>
              <a:tr h="357286">
                <a:tc>
                  <a:txBody>
                    <a:bodyPr/>
                    <a:lstStyle/>
                    <a:p>
                      <a:r>
                        <a:rPr lang="en-US" dirty="0"/>
                        <a:t>C</a:t>
                      </a:r>
                    </a:p>
                  </a:txBody>
                  <a:tcPr/>
                </a:tc>
                <a:tc>
                  <a:txBody>
                    <a:bodyPr/>
                    <a:lstStyle/>
                    <a:p>
                      <a:pPr algn="ctr"/>
                      <a:r>
                        <a:rPr lang="en-US" dirty="0"/>
                        <a:t>-2.73</a:t>
                      </a:r>
                    </a:p>
                  </a:txBody>
                  <a:tcPr/>
                </a:tc>
                <a:tc>
                  <a:txBody>
                    <a:bodyPr/>
                    <a:lstStyle/>
                    <a:p>
                      <a:pPr algn="ctr"/>
                      <a:r>
                        <a:rPr lang="en-US" dirty="0"/>
                        <a:t>-5.47</a:t>
                      </a:r>
                    </a:p>
                  </a:txBody>
                  <a:tcPr/>
                </a:tc>
                <a:tc>
                  <a:txBody>
                    <a:bodyPr/>
                    <a:lstStyle/>
                    <a:p>
                      <a:pPr algn="ctr"/>
                      <a:r>
                        <a:rPr lang="en-US" dirty="0"/>
                        <a:t>-8.21</a:t>
                      </a:r>
                    </a:p>
                  </a:txBody>
                  <a:tcPr/>
                </a:tc>
                <a:tc>
                  <a:txBody>
                    <a:bodyPr/>
                    <a:lstStyle/>
                    <a:p>
                      <a:pPr algn="ctr"/>
                      <a:r>
                        <a:rPr lang="en-US" dirty="0"/>
                        <a:t>-11.53</a:t>
                      </a:r>
                    </a:p>
                  </a:txBody>
                  <a:tcPr/>
                </a:tc>
                <a:tc>
                  <a:txBody>
                    <a:bodyPr/>
                    <a:lstStyle/>
                    <a:p>
                      <a:pPr algn="ctr"/>
                      <a:r>
                        <a:rPr lang="en-US" dirty="0"/>
                        <a:t>-14.01</a:t>
                      </a:r>
                    </a:p>
                  </a:txBody>
                  <a:tcPr/>
                </a:tc>
                <a:tc>
                  <a:txBody>
                    <a:bodyPr/>
                    <a:lstStyle/>
                    <a:p>
                      <a:pPr algn="ctr"/>
                      <a:r>
                        <a:rPr lang="en-US" dirty="0"/>
                        <a:t>...</a:t>
                      </a:r>
                    </a:p>
                  </a:txBody>
                  <a:tcPr/>
                </a:tc>
                <a:tc>
                  <a:txBody>
                    <a:bodyPr/>
                    <a:lstStyle/>
                    <a:p>
                      <a:pPr algn="ctr"/>
                      <a:endParaRPr lang="en-US" dirty="0"/>
                    </a:p>
                  </a:txBody>
                  <a:tcPr/>
                </a:tc>
                <a:tc>
                  <a:txBody>
                    <a:bodyPr/>
                    <a:lstStyle/>
                    <a:p>
                      <a:pPr algn="ctr"/>
                      <a:endParaRPr lang="en-US" dirty="0"/>
                    </a:p>
                  </a:txBody>
                  <a:tcPr/>
                </a:tc>
                <a:tc>
                  <a:txBody>
                    <a:bodyPr/>
                    <a:lstStyle/>
                    <a:p>
                      <a:pPr algn="ctr"/>
                      <a:r>
                        <a:rPr lang="en-US" dirty="0"/>
                        <a:t>-25.65</a:t>
                      </a:r>
                    </a:p>
                  </a:txBody>
                  <a:tcPr/>
                </a:tc>
                <a:extLst>
                  <a:ext uri="{0D108BD9-81ED-4DB2-BD59-A6C34878D82A}">
                    <a16:rowId xmlns:a16="http://schemas.microsoft.com/office/drawing/2014/main" val="1013968220"/>
                  </a:ext>
                </a:extLst>
              </a:tr>
              <a:tr h="357286">
                <a:tc>
                  <a:txBody>
                    <a:bodyPr/>
                    <a:lstStyle/>
                    <a:p>
                      <a:r>
                        <a:rPr lang="en-US" dirty="0"/>
                        <a:t>N</a:t>
                      </a:r>
                    </a:p>
                  </a:txBody>
                  <a:tcPr/>
                </a:tc>
                <a:tc>
                  <a:txBody>
                    <a:bodyPr/>
                    <a:lstStyle/>
                    <a:p>
                      <a:pPr algn="ctr"/>
                      <a:r>
                        <a:rPr lang="en-US" dirty="0"/>
                        <a:t>-3.32</a:t>
                      </a:r>
                    </a:p>
                  </a:txBody>
                  <a:tcPr/>
                </a:tc>
                <a:tc>
                  <a:txBody>
                    <a:bodyPr/>
                    <a:lstStyle/>
                    <a:p>
                      <a:pPr algn="ctr"/>
                      <a:r>
                        <a:rPr lang="en-US" dirty="0"/>
                        <a:t>-6.06</a:t>
                      </a:r>
                    </a:p>
                  </a:txBody>
                  <a:tcPr/>
                </a:tc>
                <a:tc>
                  <a:txBody>
                    <a:bodyPr/>
                    <a:lstStyle/>
                    <a:p>
                      <a:pPr algn="ctr"/>
                      <a:r>
                        <a:rPr lang="en-US" dirty="0"/>
                        <a:t>-8.79</a:t>
                      </a:r>
                    </a:p>
                  </a:txBody>
                  <a:tcPr/>
                </a:tc>
                <a:tc>
                  <a:txBody>
                    <a:bodyPr/>
                    <a:lstStyle/>
                    <a:p>
                      <a:pPr algn="ctr"/>
                      <a:r>
                        <a:rPr lang="en-US" dirty="0"/>
                        <a:t>-10.94</a:t>
                      </a:r>
                    </a:p>
                  </a:txBody>
                  <a:tcPr/>
                </a:tc>
                <a:tc>
                  <a:txBody>
                    <a:bodyPr/>
                    <a:lstStyle/>
                    <a:p>
                      <a:pPr algn="ctr"/>
                      <a:r>
                        <a:rPr lang="en-US" dirty="0"/>
                        <a:t>-14.01</a:t>
                      </a:r>
                    </a:p>
                  </a:txBody>
                  <a:tcPr/>
                </a:tc>
                <a:tc>
                  <a:txBody>
                    <a:bodyPr/>
                    <a:lstStyle/>
                    <a:p>
                      <a:pPr algn="ctr"/>
                      <a:r>
                        <a:rPr lang="en-US" dirty="0"/>
                        <a:t>...</a:t>
                      </a:r>
                    </a:p>
                  </a:txBody>
                  <a:tcPr/>
                </a:tc>
                <a:tc>
                  <a:txBody>
                    <a:bodyPr/>
                    <a:lstStyle/>
                    <a:p>
                      <a:pPr algn="ctr"/>
                      <a:endParaRPr lang="en-US" dirty="0"/>
                    </a:p>
                  </a:txBody>
                  <a:tcPr/>
                </a:tc>
                <a:tc>
                  <a:txBody>
                    <a:bodyPr/>
                    <a:lstStyle/>
                    <a:p>
                      <a:pPr algn="ctr"/>
                      <a:endParaRPr lang="en-US" dirty="0"/>
                    </a:p>
                  </a:txBody>
                  <a:tcPr/>
                </a:tc>
                <a:tc>
                  <a:txBody>
                    <a:bodyPr/>
                    <a:lstStyle/>
                    <a:p>
                      <a:pPr algn="ctr"/>
                      <a:r>
                        <a:rPr lang="en-US" dirty="0"/>
                        <a:t>-24.49</a:t>
                      </a:r>
                    </a:p>
                  </a:txBody>
                  <a:tcPr/>
                </a:tc>
                <a:extLst>
                  <a:ext uri="{0D108BD9-81ED-4DB2-BD59-A6C34878D82A}">
                    <a16:rowId xmlns:a16="http://schemas.microsoft.com/office/drawing/2014/main" val="1192171233"/>
                  </a:ext>
                </a:extLst>
              </a:tr>
            </a:tbl>
          </a:graphicData>
        </a:graphic>
      </p:graphicFrame>
      <p:cxnSp>
        <p:nvCxnSpPr>
          <p:cNvPr id="21" name="Straight Arrow Connector 20">
            <a:extLst>
              <a:ext uri="{FF2B5EF4-FFF2-40B4-BE49-F238E27FC236}">
                <a16:creationId xmlns:a16="http://schemas.microsoft.com/office/drawing/2014/main" id="{828AD076-4BE8-4CCC-3C67-87B108A5F64B}"/>
              </a:ext>
            </a:extLst>
          </p:cNvPr>
          <p:cNvCxnSpPr>
            <a:cxnSpLocks/>
          </p:cNvCxnSpPr>
          <p:nvPr/>
        </p:nvCxnSpPr>
        <p:spPr>
          <a:xfrm flipH="1">
            <a:off x="9656927" y="5524990"/>
            <a:ext cx="29024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3" name="Straight Arrow Connector 22">
            <a:extLst>
              <a:ext uri="{FF2B5EF4-FFF2-40B4-BE49-F238E27FC236}">
                <a16:creationId xmlns:a16="http://schemas.microsoft.com/office/drawing/2014/main" id="{7455BF45-740A-4A7F-7597-A8A01DE9FC08}"/>
              </a:ext>
            </a:extLst>
          </p:cNvPr>
          <p:cNvCxnSpPr>
            <a:cxnSpLocks/>
          </p:cNvCxnSpPr>
          <p:nvPr/>
        </p:nvCxnSpPr>
        <p:spPr>
          <a:xfrm flipH="1">
            <a:off x="8644005" y="5524990"/>
            <a:ext cx="29024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4" name="Straight Arrow Connector 23">
            <a:extLst>
              <a:ext uri="{FF2B5EF4-FFF2-40B4-BE49-F238E27FC236}">
                <a16:creationId xmlns:a16="http://schemas.microsoft.com/office/drawing/2014/main" id="{66A0745D-878E-BA89-4778-86CE5214753F}"/>
              </a:ext>
            </a:extLst>
          </p:cNvPr>
          <p:cNvCxnSpPr>
            <a:cxnSpLocks/>
          </p:cNvCxnSpPr>
          <p:nvPr/>
        </p:nvCxnSpPr>
        <p:spPr>
          <a:xfrm flipH="1">
            <a:off x="7568326" y="5524990"/>
            <a:ext cx="29024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1" name="Straight Arrow Connector 30">
            <a:extLst>
              <a:ext uri="{FF2B5EF4-FFF2-40B4-BE49-F238E27FC236}">
                <a16:creationId xmlns:a16="http://schemas.microsoft.com/office/drawing/2014/main" id="{53F15091-DE57-FA65-C479-942D357FE227}"/>
              </a:ext>
            </a:extLst>
          </p:cNvPr>
          <p:cNvCxnSpPr>
            <a:cxnSpLocks/>
          </p:cNvCxnSpPr>
          <p:nvPr/>
        </p:nvCxnSpPr>
        <p:spPr>
          <a:xfrm flipH="1">
            <a:off x="5579009" y="5505326"/>
            <a:ext cx="29024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2" name="Straight Arrow Connector 31">
            <a:extLst>
              <a:ext uri="{FF2B5EF4-FFF2-40B4-BE49-F238E27FC236}">
                <a16:creationId xmlns:a16="http://schemas.microsoft.com/office/drawing/2014/main" id="{ED92E898-934A-816F-2D4B-AEF1A2509180}"/>
              </a:ext>
            </a:extLst>
          </p:cNvPr>
          <p:cNvCxnSpPr>
            <a:cxnSpLocks/>
          </p:cNvCxnSpPr>
          <p:nvPr/>
        </p:nvCxnSpPr>
        <p:spPr>
          <a:xfrm flipH="1">
            <a:off x="6598964" y="5505326"/>
            <a:ext cx="29024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3" name="Straight Arrow Connector 32">
            <a:extLst>
              <a:ext uri="{FF2B5EF4-FFF2-40B4-BE49-F238E27FC236}">
                <a16:creationId xmlns:a16="http://schemas.microsoft.com/office/drawing/2014/main" id="{0EE89E41-6F73-E187-3F01-CE5EEE10DF35}"/>
              </a:ext>
            </a:extLst>
          </p:cNvPr>
          <p:cNvCxnSpPr>
            <a:cxnSpLocks/>
          </p:cNvCxnSpPr>
          <p:nvPr/>
        </p:nvCxnSpPr>
        <p:spPr>
          <a:xfrm flipH="1" flipV="1">
            <a:off x="4532671" y="5171768"/>
            <a:ext cx="309717" cy="31807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5" name="Straight Arrow Connector 34">
            <a:extLst>
              <a:ext uri="{FF2B5EF4-FFF2-40B4-BE49-F238E27FC236}">
                <a16:creationId xmlns:a16="http://schemas.microsoft.com/office/drawing/2014/main" id="{53009C73-734E-72DF-8B99-0881B4FEBCD5}"/>
              </a:ext>
            </a:extLst>
          </p:cNvPr>
          <p:cNvCxnSpPr>
            <a:cxnSpLocks/>
          </p:cNvCxnSpPr>
          <p:nvPr/>
        </p:nvCxnSpPr>
        <p:spPr>
          <a:xfrm flipH="1">
            <a:off x="3509928" y="5171768"/>
            <a:ext cx="29024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6" name="Straight Arrow Connector 35">
            <a:extLst>
              <a:ext uri="{FF2B5EF4-FFF2-40B4-BE49-F238E27FC236}">
                <a16:creationId xmlns:a16="http://schemas.microsoft.com/office/drawing/2014/main" id="{9C0A35C8-FA09-AA65-F07B-AD48CD18D139}"/>
              </a:ext>
            </a:extLst>
          </p:cNvPr>
          <p:cNvCxnSpPr>
            <a:cxnSpLocks/>
          </p:cNvCxnSpPr>
          <p:nvPr/>
        </p:nvCxnSpPr>
        <p:spPr>
          <a:xfrm flipH="1">
            <a:off x="2477541" y="5171768"/>
            <a:ext cx="29024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87245353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47C45D-7C74-5ADF-F4BA-A371030EE742}"/>
              </a:ext>
            </a:extLst>
          </p:cNvPr>
          <p:cNvSpPr>
            <a:spLocks noGrp="1"/>
          </p:cNvSpPr>
          <p:nvPr>
            <p:ph type="title"/>
          </p:nvPr>
        </p:nvSpPr>
        <p:spPr/>
        <p:txBody>
          <a:bodyPr>
            <a:normAutofit fontScale="90000"/>
          </a:bodyPr>
          <a:lstStyle/>
          <a:p>
            <a:r>
              <a:rPr lang="en-US" dirty="0"/>
              <a:t>The Viterbi algorithm: summary</a:t>
            </a:r>
          </a:p>
        </p:txBody>
      </p:sp>
      <p:sp>
        <p:nvSpPr>
          <p:cNvPr id="3" name="Content Placeholder 2">
            <a:extLst>
              <a:ext uri="{FF2B5EF4-FFF2-40B4-BE49-F238E27FC236}">
                <a16:creationId xmlns:a16="http://schemas.microsoft.com/office/drawing/2014/main" id="{B842ED8A-7847-C033-1DBA-D4BE94A67E43}"/>
              </a:ext>
            </a:extLst>
          </p:cNvPr>
          <p:cNvSpPr>
            <a:spLocks noGrp="1"/>
          </p:cNvSpPr>
          <p:nvPr>
            <p:ph idx="1"/>
          </p:nvPr>
        </p:nvSpPr>
        <p:spPr/>
        <p:txBody>
          <a:bodyPr>
            <a:normAutofit/>
          </a:bodyPr>
          <a:lstStyle/>
          <a:p>
            <a:r>
              <a:rPr lang="en-US" dirty="0"/>
              <a:t>The Viterbi algorithm is used to compute the most probable path (as well as its probability). It requires knowledge of the parameters of the HMM model and a particular output sequence and it finds the state sequence that is most likely to have generated that output sequence. </a:t>
            </a:r>
          </a:p>
          <a:p>
            <a:r>
              <a:rPr lang="en-US" dirty="0"/>
              <a:t>It works by finding a maximum over all possible state sequences.</a:t>
            </a:r>
          </a:p>
          <a:p>
            <a:r>
              <a:rPr lang="en-US" dirty="0"/>
              <a:t>In sequence analysis, this method can be used for example to predict coding vs non-­coding sequences.</a:t>
            </a:r>
          </a:p>
          <a:p>
            <a:r>
              <a:rPr lang="en-US" dirty="0"/>
              <a:t>Similar (in spirit) to Smith-Waterman alignment!</a:t>
            </a:r>
          </a:p>
        </p:txBody>
      </p:sp>
      <p:sp>
        <p:nvSpPr>
          <p:cNvPr id="4" name="Slide Number Placeholder 3">
            <a:extLst>
              <a:ext uri="{FF2B5EF4-FFF2-40B4-BE49-F238E27FC236}">
                <a16:creationId xmlns:a16="http://schemas.microsoft.com/office/drawing/2014/main" id="{6BCBCB23-C345-B844-AF42-21EC3BE0FA73}"/>
              </a:ext>
            </a:extLst>
          </p:cNvPr>
          <p:cNvSpPr>
            <a:spLocks noGrp="1"/>
          </p:cNvSpPr>
          <p:nvPr>
            <p:ph type="sldNum" sz="quarter" idx="12"/>
          </p:nvPr>
        </p:nvSpPr>
        <p:spPr/>
        <p:txBody>
          <a:bodyPr/>
          <a:lstStyle/>
          <a:p>
            <a:fld id="{B82CCC60-E8CD-4174-8B1A-7DF615B22EEF}" type="slidenum">
              <a:rPr lang="en-US" smtClean="0"/>
              <a:pPr/>
              <a:t>53</a:t>
            </a:fld>
            <a:endParaRPr lang="en-US"/>
          </a:p>
        </p:txBody>
      </p:sp>
    </p:spTree>
    <p:extLst>
      <p:ext uri="{BB962C8B-B14F-4D97-AF65-F5344CB8AC3E}">
        <p14:creationId xmlns:p14="http://schemas.microsoft.com/office/powerpoint/2010/main" val="5126769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574075-C915-FC5E-C147-C6C97667092A}"/>
              </a:ext>
            </a:extLst>
          </p:cNvPr>
          <p:cNvSpPr>
            <a:spLocks noGrp="1"/>
          </p:cNvSpPr>
          <p:nvPr>
            <p:ph type="title"/>
          </p:nvPr>
        </p:nvSpPr>
        <p:spPr/>
        <p:txBody>
          <a:bodyPr>
            <a:normAutofit fontScale="90000"/>
          </a:bodyPr>
          <a:lstStyle/>
          <a:p>
            <a:r>
              <a:rPr lang="en-US" dirty="0"/>
              <a:t>Lab #6</a:t>
            </a:r>
          </a:p>
        </p:txBody>
      </p:sp>
      <p:sp>
        <p:nvSpPr>
          <p:cNvPr id="3" name="Content Placeholder 2">
            <a:extLst>
              <a:ext uri="{FF2B5EF4-FFF2-40B4-BE49-F238E27FC236}">
                <a16:creationId xmlns:a16="http://schemas.microsoft.com/office/drawing/2014/main" id="{BF929749-20A1-096D-C027-9B4BA423F86E}"/>
              </a:ext>
            </a:extLst>
          </p:cNvPr>
          <p:cNvSpPr>
            <a:spLocks noGrp="1"/>
          </p:cNvSpPr>
          <p:nvPr>
            <p:ph idx="1"/>
          </p:nvPr>
        </p:nvSpPr>
        <p:spPr/>
        <p:txBody>
          <a:bodyPr/>
          <a:lstStyle/>
          <a:p>
            <a:r>
              <a:rPr lang="en-US"/>
              <a:t>Due November 21</a:t>
            </a:r>
            <a:r>
              <a:rPr lang="en-US" baseline="30000"/>
              <a:t>st</a:t>
            </a:r>
            <a:r>
              <a:rPr lang="en-US"/>
              <a:t> at 8:00pm.</a:t>
            </a:r>
          </a:p>
        </p:txBody>
      </p:sp>
      <p:sp>
        <p:nvSpPr>
          <p:cNvPr id="4" name="Slide Number Placeholder 3">
            <a:extLst>
              <a:ext uri="{FF2B5EF4-FFF2-40B4-BE49-F238E27FC236}">
                <a16:creationId xmlns:a16="http://schemas.microsoft.com/office/drawing/2014/main" id="{A2F778F8-8F0B-0339-A62B-C196F3975C96}"/>
              </a:ext>
            </a:extLst>
          </p:cNvPr>
          <p:cNvSpPr>
            <a:spLocks noGrp="1"/>
          </p:cNvSpPr>
          <p:nvPr>
            <p:ph type="sldNum" sz="quarter" idx="12"/>
          </p:nvPr>
        </p:nvSpPr>
        <p:spPr/>
        <p:txBody>
          <a:bodyPr/>
          <a:lstStyle/>
          <a:p>
            <a:fld id="{B82CCC60-E8CD-4174-8B1A-7DF615B22EEF}" type="slidenum">
              <a:rPr lang="en-US" smtClean="0"/>
              <a:pPr/>
              <a:t>54</a:t>
            </a:fld>
            <a:endParaRPr lang="en-US"/>
          </a:p>
        </p:txBody>
      </p:sp>
    </p:spTree>
    <p:extLst>
      <p:ext uri="{BB962C8B-B14F-4D97-AF65-F5344CB8AC3E}">
        <p14:creationId xmlns:p14="http://schemas.microsoft.com/office/powerpoint/2010/main" val="115398222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BB9A8F-5566-1A79-CD86-91D3828803F2}"/>
              </a:ext>
            </a:extLst>
          </p:cNvPr>
          <p:cNvSpPr>
            <a:spLocks noGrp="1"/>
          </p:cNvSpPr>
          <p:nvPr>
            <p:ph type="title"/>
          </p:nvPr>
        </p:nvSpPr>
        <p:spPr/>
        <p:txBody>
          <a:bodyPr>
            <a:normAutofit fontScale="90000"/>
          </a:bodyPr>
          <a:lstStyle/>
          <a:p>
            <a:r>
              <a:rPr lang="en-US" dirty="0"/>
              <a:t>Making use of annotated genomes</a:t>
            </a:r>
          </a:p>
        </p:txBody>
      </p:sp>
      <p:sp>
        <p:nvSpPr>
          <p:cNvPr id="3" name="Content Placeholder 2">
            <a:extLst>
              <a:ext uri="{FF2B5EF4-FFF2-40B4-BE49-F238E27FC236}">
                <a16:creationId xmlns:a16="http://schemas.microsoft.com/office/drawing/2014/main" id="{197A7719-33AD-3C56-8D13-83C68C1C8D05}"/>
              </a:ext>
            </a:extLst>
          </p:cNvPr>
          <p:cNvSpPr>
            <a:spLocks noGrp="1"/>
          </p:cNvSpPr>
          <p:nvPr>
            <p:ph idx="1"/>
          </p:nvPr>
        </p:nvSpPr>
        <p:spPr>
          <a:xfrm>
            <a:off x="598620" y="1596540"/>
            <a:ext cx="10972800" cy="5044892"/>
          </a:xfrm>
        </p:spPr>
        <p:txBody>
          <a:bodyPr>
            <a:normAutofit/>
          </a:bodyPr>
          <a:lstStyle/>
          <a:p>
            <a:r>
              <a:rPr lang="en-US" dirty="0"/>
              <a:t>We assembled and annotated a </a:t>
            </a:r>
            <a:r>
              <a:rPr lang="en-US" b="1" dirty="0"/>
              <a:t>reference</a:t>
            </a:r>
            <a:r>
              <a:rPr lang="en-US" dirty="0"/>
              <a:t> genome:</a:t>
            </a:r>
          </a:p>
          <a:p>
            <a:pPr lvl="1"/>
            <a:r>
              <a:rPr lang="en-US" dirty="0"/>
              <a:t>We know the DNA sequence of the genome</a:t>
            </a:r>
          </a:p>
          <a:p>
            <a:pPr lvl="1"/>
            <a:r>
              <a:rPr lang="en-US" dirty="0"/>
              <a:t>We know positions of all functional elements: exons, introns, transcript and protein coding sequences</a:t>
            </a:r>
          </a:p>
          <a:p>
            <a:r>
              <a:rPr lang="en-US" dirty="0"/>
              <a:t>How can we use this information:</a:t>
            </a:r>
          </a:p>
          <a:p>
            <a:pPr lvl="1"/>
            <a:r>
              <a:rPr lang="en-US" dirty="0"/>
              <a:t>We can establish the function of genes by protein homology</a:t>
            </a:r>
          </a:p>
          <a:p>
            <a:pPr lvl="1"/>
            <a:r>
              <a:rPr lang="en-US" dirty="0"/>
              <a:t>We can relate genotype to phenotype by looking at a population of individuals and by cataloguing their: </a:t>
            </a:r>
          </a:p>
          <a:p>
            <a:pPr lvl="2"/>
            <a:r>
              <a:rPr lang="en-US" dirty="0"/>
              <a:t>Phenotypes: physical appearance, </a:t>
            </a:r>
            <a:r>
              <a:rPr lang="en-US" dirty="0" err="1"/>
              <a:t>etc</a:t>
            </a:r>
            <a:endParaRPr lang="en-US" dirty="0"/>
          </a:p>
          <a:p>
            <a:pPr lvl="2"/>
            <a:r>
              <a:rPr lang="en-US" dirty="0"/>
              <a:t>Genotypes: set of differences between their genome and the reference</a:t>
            </a:r>
          </a:p>
          <a:p>
            <a:pPr lvl="1"/>
            <a:endParaRPr lang="en-US" dirty="0"/>
          </a:p>
        </p:txBody>
      </p:sp>
      <p:sp>
        <p:nvSpPr>
          <p:cNvPr id="4" name="Slide Number Placeholder 3">
            <a:extLst>
              <a:ext uri="{FF2B5EF4-FFF2-40B4-BE49-F238E27FC236}">
                <a16:creationId xmlns:a16="http://schemas.microsoft.com/office/drawing/2014/main" id="{4E6F08A2-F465-C564-D808-6612006822E9}"/>
              </a:ext>
            </a:extLst>
          </p:cNvPr>
          <p:cNvSpPr>
            <a:spLocks noGrp="1"/>
          </p:cNvSpPr>
          <p:nvPr>
            <p:ph type="sldNum" sz="quarter" idx="12"/>
          </p:nvPr>
        </p:nvSpPr>
        <p:spPr/>
        <p:txBody>
          <a:bodyPr/>
          <a:lstStyle/>
          <a:p>
            <a:fld id="{B82CCC60-E8CD-4174-8B1A-7DF615B22EEF}" type="slidenum">
              <a:rPr lang="en-US" smtClean="0"/>
              <a:pPr/>
              <a:t>55</a:t>
            </a:fld>
            <a:endParaRPr lang="en-US"/>
          </a:p>
        </p:txBody>
      </p:sp>
    </p:spTree>
    <p:extLst>
      <p:ext uri="{BB962C8B-B14F-4D97-AF65-F5344CB8AC3E}">
        <p14:creationId xmlns:p14="http://schemas.microsoft.com/office/powerpoint/2010/main" val="410119163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82A11A-5645-6CFF-B26C-7B07CA28D3A1}"/>
              </a:ext>
            </a:extLst>
          </p:cNvPr>
          <p:cNvSpPr>
            <a:spLocks noGrp="1"/>
          </p:cNvSpPr>
          <p:nvPr>
            <p:ph type="title"/>
          </p:nvPr>
        </p:nvSpPr>
        <p:spPr/>
        <p:txBody>
          <a:bodyPr>
            <a:normAutofit fontScale="90000"/>
          </a:bodyPr>
          <a:lstStyle/>
          <a:p>
            <a:r>
              <a:rPr lang="en-US" dirty="0"/>
              <a:t>Genome Wide Association Study</a:t>
            </a:r>
          </a:p>
        </p:txBody>
      </p:sp>
      <p:sp>
        <p:nvSpPr>
          <p:cNvPr id="3" name="Content Placeholder 2">
            <a:extLst>
              <a:ext uri="{FF2B5EF4-FFF2-40B4-BE49-F238E27FC236}">
                <a16:creationId xmlns:a16="http://schemas.microsoft.com/office/drawing/2014/main" id="{6258EF31-2952-59EC-61BC-29F953630F6D}"/>
              </a:ext>
            </a:extLst>
          </p:cNvPr>
          <p:cNvSpPr>
            <a:spLocks noGrp="1"/>
          </p:cNvSpPr>
          <p:nvPr>
            <p:ph idx="1"/>
          </p:nvPr>
        </p:nvSpPr>
        <p:spPr/>
        <p:txBody>
          <a:bodyPr/>
          <a:lstStyle/>
          <a:p>
            <a:r>
              <a:rPr lang="en-US" dirty="0"/>
              <a:t>A genome-wide association study (GWAS) is a method used to identify genetic variants, that are associated with a particular disease or trait by comparing the genomes of many individuals. </a:t>
            </a:r>
          </a:p>
          <a:p>
            <a:r>
              <a:rPr lang="en-US" dirty="0"/>
              <a:t>It involves comparing the entire genomes of people who have a disease with those who don't, looking for genetic differences that appear more frequently in the affected group. The results help scientists understand the genetic basis of diseases and other traits. </a:t>
            </a:r>
          </a:p>
          <a:p>
            <a:endParaRPr lang="en-US" dirty="0"/>
          </a:p>
        </p:txBody>
      </p:sp>
      <p:sp>
        <p:nvSpPr>
          <p:cNvPr id="4" name="Slide Number Placeholder 3">
            <a:extLst>
              <a:ext uri="{FF2B5EF4-FFF2-40B4-BE49-F238E27FC236}">
                <a16:creationId xmlns:a16="http://schemas.microsoft.com/office/drawing/2014/main" id="{9160418A-98B5-096D-6463-A0218D37BDB8}"/>
              </a:ext>
            </a:extLst>
          </p:cNvPr>
          <p:cNvSpPr>
            <a:spLocks noGrp="1"/>
          </p:cNvSpPr>
          <p:nvPr>
            <p:ph type="sldNum" sz="quarter" idx="12"/>
          </p:nvPr>
        </p:nvSpPr>
        <p:spPr/>
        <p:txBody>
          <a:bodyPr/>
          <a:lstStyle/>
          <a:p>
            <a:fld id="{B82CCC60-E8CD-4174-8B1A-7DF615B22EEF}" type="slidenum">
              <a:rPr lang="en-US" smtClean="0"/>
              <a:pPr/>
              <a:t>56</a:t>
            </a:fld>
            <a:endParaRPr lang="en-US"/>
          </a:p>
        </p:txBody>
      </p:sp>
    </p:spTree>
    <p:extLst>
      <p:ext uri="{BB962C8B-B14F-4D97-AF65-F5344CB8AC3E}">
        <p14:creationId xmlns:p14="http://schemas.microsoft.com/office/powerpoint/2010/main" val="135106699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B6169F-B2C0-93AB-D759-FD4DEBA40CC3}"/>
              </a:ext>
            </a:extLst>
          </p:cNvPr>
          <p:cNvSpPr>
            <a:spLocks noGrp="1"/>
          </p:cNvSpPr>
          <p:nvPr>
            <p:ph type="title"/>
          </p:nvPr>
        </p:nvSpPr>
        <p:spPr/>
        <p:txBody>
          <a:bodyPr>
            <a:normAutofit fontScale="90000"/>
          </a:bodyPr>
          <a:lstStyle/>
          <a:p>
            <a:r>
              <a:rPr lang="en-US" dirty="0"/>
              <a:t>How GWAS works</a:t>
            </a:r>
          </a:p>
        </p:txBody>
      </p:sp>
      <p:sp>
        <p:nvSpPr>
          <p:cNvPr id="3" name="Content Placeholder 2">
            <a:extLst>
              <a:ext uri="{FF2B5EF4-FFF2-40B4-BE49-F238E27FC236}">
                <a16:creationId xmlns:a16="http://schemas.microsoft.com/office/drawing/2014/main" id="{BE208FB0-3474-A3C7-B323-C5BD46C3A5FD}"/>
              </a:ext>
            </a:extLst>
          </p:cNvPr>
          <p:cNvSpPr>
            <a:spLocks noGrp="1"/>
          </p:cNvSpPr>
          <p:nvPr>
            <p:ph idx="1"/>
          </p:nvPr>
        </p:nvSpPr>
        <p:spPr>
          <a:xfrm>
            <a:off x="598620" y="1596540"/>
            <a:ext cx="10972800" cy="4919763"/>
          </a:xfrm>
        </p:spPr>
        <p:txBody>
          <a:bodyPr>
            <a:normAutofit fontScale="92500" lnSpcReduction="10000"/>
          </a:bodyPr>
          <a:lstStyle/>
          <a:p>
            <a:r>
              <a:rPr lang="en-US" b="1" dirty="0"/>
              <a:t>Participant groups:</a:t>
            </a:r>
            <a:r>
              <a:rPr lang="en-US" dirty="0"/>
              <a:t> Researchers assemble two large groups of people: a "case" group with a specific disease or trait and a "control" group without it.</a:t>
            </a:r>
          </a:p>
          <a:p>
            <a:r>
              <a:rPr lang="en-US" b="1" dirty="0"/>
              <a:t>DNA collection:</a:t>
            </a:r>
            <a:r>
              <a:rPr lang="en-US" dirty="0"/>
              <a:t> DNA is collected from all participants, often through a blood sample or a cheek swab.</a:t>
            </a:r>
          </a:p>
          <a:p>
            <a:r>
              <a:rPr lang="en-US" b="1" dirty="0"/>
              <a:t>Genotyping:</a:t>
            </a:r>
            <a:r>
              <a:rPr lang="en-US" dirty="0"/>
              <a:t> The DNA is then analyzed to identify common genetic variants, typically single nucleotide polymorphisms (SNPs), across the entire genome.</a:t>
            </a:r>
          </a:p>
          <a:p>
            <a:r>
              <a:rPr lang="en-US" b="1" dirty="0"/>
              <a:t>Association testing:</a:t>
            </a:r>
            <a:r>
              <a:rPr lang="en-US" dirty="0"/>
              <a:t> Statistical tests are performed to see if any particular SNP variant is found significantly more often in one group than the other. For example, more people with heart disease might have a "C" SNP in a specific gene compared to a "T" SNP, which is more common in the control group.</a:t>
            </a:r>
          </a:p>
          <a:p>
            <a:r>
              <a:rPr lang="en-US" b="1" dirty="0"/>
              <a:t>Interpretation:</a:t>
            </a:r>
            <a:r>
              <a:rPr lang="en-US" dirty="0"/>
              <a:t> Variants found more frequently in the case group are considered to be associated with the disease or trait. </a:t>
            </a:r>
          </a:p>
          <a:p>
            <a:endParaRPr lang="en-US" dirty="0"/>
          </a:p>
        </p:txBody>
      </p:sp>
      <p:sp>
        <p:nvSpPr>
          <p:cNvPr id="4" name="Slide Number Placeholder 3">
            <a:extLst>
              <a:ext uri="{FF2B5EF4-FFF2-40B4-BE49-F238E27FC236}">
                <a16:creationId xmlns:a16="http://schemas.microsoft.com/office/drawing/2014/main" id="{07BD7618-645F-A0B0-1A1C-11848B8F1D67}"/>
              </a:ext>
            </a:extLst>
          </p:cNvPr>
          <p:cNvSpPr>
            <a:spLocks noGrp="1"/>
          </p:cNvSpPr>
          <p:nvPr>
            <p:ph type="sldNum" sz="quarter" idx="12"/>
          </p:nvPr>
        </p:nvSpPr>
        <p:spPr/>
        <p:txBody>
          <a:bodyPr/>
          <a:lstStyle/>
          <a:p>
            <a:fld id="{B82CCC60-E8CD-4174-8B1A-7DF615B22EEF}" type="slidenum">
              <a:rPr lang="en-US" smtClean="0"/>
              <a:pPr/>
              <a:t>57</a:t>
            </a:fld>
            <a:endParaRPr lang="en-US"/>
          </a:p>
        </p:txBody>
      </p:sp>
    </p:spTree>
    <p:extLst>
      <p:ext uri="{BB962C8B-B14F-4D97-AF65-F5344CB8AC3E}">
        <p14:creationId xmlns:p14="http://schemas.microsoft.com/office/powerpoint/2010/main" val="10161144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76A8C-E7D6-3257-9E0F-5BBA4262CB35}"/>
              </a:ext>
            </a:extLst>
          </p:cNvPr>
          <p:cNvSpPr>
            <a:spLocks noGrp="1"/>
          </p:cNvSpPr>
          <p:nvPr>
            <p:ph type="title"/>
          </p:nvPr>
        </p:nvSpPr>
        <p:spPr/>
        <p:txBody>
          <a:bodyPr>
            <a:normAutofit fontScale="90000"/>
          </a:bodyPr>
          <a:lstStyle/>
          <a:p>
            <a:r>
              <a:rPr lang="en-US" dirty="0"/>
              <a:t>What is GWAS used for</a:t>
            </a:r>
          </a:p>
        </p:txBody>
      </p:sp>
      <p:sp>
        <p:nvSpPr>
          <p:cNvPr id="3" name="Content Placeholder 2">
            <a:extLst>
              <a:ext uri="{FF2B5EF4-FFF2-40B4-BE49-F238E27FC236}">
                <a16:creationId xmlns:a16="http://schemas.microsoft.com/office/drawing/2014/main" id="{24432F2C-BBCF-C71E-3A6F-9B8D4C171AD1}"/>
              </a:ext>
            </a:extLst>
          </p:cNvPr>
          <p:cNvSpPr>
            <a:spLocks noGrp="1"/>
          </p:cNvSpPr>
          <p:nvPr>
            <p:ph idx="1"/>
          </p:nvPr>
        </p:nvSpPr>
        <p:spPr/>
        <p:txBody>
          <a:bodyPr>
            <a:normAutofit lnSpcReduction="10000"/>
          </a:bodyPr>
          <a:lstStyle/>
          <a:p>
            <a:r>
              <a:rPr lang="en-US" b="1" dirty="0"/>
              <a:t>Understanding disease:</a:t>
            </a:r>
            <a:r>
              <a:rPr lang="en-US" dirty="0"/>
              <a:t> GWAS provides a way to identify genetic risk factors for many diseases, including some types of cancer, heart disease, and neurological disorders.</a:t>
            </a:r>
          </a:p>
          <a:p>
            <a:r>
              <a:rPr lang="en-US" b="1" dirty="0"/>
              <a:t>Improving research:</a:t>
            </a:r>
            <a:r>
              <a:rPr lang="en-US" dirty="0"/>
              <a:t> By pinpointing these associated variants, researchers can investigate the specific genes and biological mechanisms that contribute to disease risk.</a:t>
            </a:r>
          </a:p>
          <a:p>
            <a:r>
              <a:rPr lang="en-US" b="1" dirty="0"/>
              <a:t>Developing treatments:</a:t>
            </a:r>
            <a:r>
              <a:rPr lang="en-US" dirty="0"/>
              <a:t> Insights from GWAS can serve as a first step toward understanding a disease's underlying causes and eventually lead to the development of new treatments. </a:t>
            </a:r>
          </a:p>
          <a:p>
            <a:endParaRPr lang="en-US" dirty="0"/>
          </a:p>
        </p:txBody>
      </p:sp>
      <p:sp>
        <p:nvSpPr>
          <p:cNvPr id="4" name="Slide Number Placeholder 3">
            <a:extLst>
              <a:ext uri="{FF2B5EF4-FFF2-40B4-BE49-F238E27FC236}">
                <a16:creationId xmlns:a16="http://schemas.microsoft.com/office/drawing/2014/main" id="{23545AC8-91B5-D557-CEE2-13E59A5D176C}"/>
              </a:ext>
            </a:extLst>
          </p:cNvPr>
          <p:cNvSpPr>
            <a:spLocks noGrp="1"/>
          </p:cNvSpPr>
          <p:nvPr>
            <p:ph type="sldNum" sz="quarter" idx="12"/>
          </p:nvPr>
        </p:nvSpPr>
        <p:spPr/>
        <p:txBody>
          <a:bodyPr/>
          <a:lstStyle/>
          <a:p>
            <a:fld id="{B82CCC60-E8CD-4174-8B1A-7DF615B22EEF}" type="slidenum">
              <a:rPr lang="en-US" smtClean="0"/>
              <a:pPr/>
              <a:t>58</a:t>
            </a:fld>
            <a:endParaRPr lang="en-US"/>
          </a:p>
        </p:txBody>
      </p:sp>
    </p:spTree>
    <p:extLst>
      <p:ext uri="{BB962C8B-B14F-4D97-AF65-F5344CB8AC3E}">
        <p14:creationId xmlns:p14="http://schemas.microsoft.com/office/powerpoint/2010/main" val="347785486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591BA9-51AC-D3CF-5415-3A7693BA9A77}"/>
              </a:ext>
            </a:extLst>
          </p:cNvPr>
          <p:cNvSpPr>
            <a:spLocks noGrp="1"/>
          </p:cNvSpPr>
          <p:nvPr>
            <p:ph type="title"/>
          </p:nvPr>
        </p:nvSpPr>
        <p:spPr/>
        <p:txBody>
          <a:bodyPr>
            <a:normAutofit fontScale="90000"/>
          </a:bodyPr>
          <a:lstStyle/>
          <a:p>
            <a:r>
              <a:rPr lang="en-US" dirty="0"/>
              <a:t>The first step in GWAS: Variant Calling</a:t>
            </a:r>
          </a:p>
        </p:txBody>
      </p:sp>
      <p:sp>
        <p:nvSpPr>
          <p:cNvPr id="3" name="Content Placeholder 2">
            <a:extLst>
              <a:ext uri="{FF2B5EF4-FFF2-40B4-BE49-F238E27FC236}">
                <a16:creationId xmlns:a16="http://schemas.microsoft.com/office/drawing/2014/main" id="{6424252B-75A5-A091-0B21-1EB810DA9B0E}"/>
              </a:ext>
            </a:extLst>
          </p:cNvPr>
          <p:cNvSpPr>
            <a:spLocks noGrp="1"/>
          </p:cNvSpPr>
          <p:nvPr>
            <p:ph idx="1"/>
          </p:nvPr>
        </p:nvSpPr>
        <p:spPr/>
        <p:txBody>
          <a:bodyPr>
            <a:normAutofit lnSpcReduction="10000"/>
          </a:bodyPr>
          <a:lstStyle/>
          <a:p>
            <a:r>
              <a:rPr lang="en-US" b="1" dirty="0"/>
              <a:t>Sequencing: </a:t>
            </a:r>
            <a:r>
              <a:rPr lang="en-US" dirty="0"/>
              <a:t>A DNA sample is sequenced to generate many short reads containing genetic information. </a:t>
            </a:r>
          </a:p>
          <a:p>
            <a:r>
              <a:rPr lang="en-US" b="1" dirty="0"/>
              <a:t>Alignment:</a:t>
            </a:r>
            <a:r>
              <a:rPr lang="en-US" dirty="0"/>
              <a:t> The generated short reads are aligned (mapped) to a known reference genome. </a:t>
            </a:r>
          </a:p>
          <a:p>
            <a:r>
              <a:rPr lang="en-US" b="1" dirty="0"/>
              <a:t>Variant Identification: </a:t>
            </a:r>
            <a:r>
              <a:rPr lang="en-US" dirty="0"/>
              <a:t>Bioinformatic algorithms compare the aligned reads to the reference to identify positions where they differ, indicating a variant. </a:t>
            </a:r>
          </a:p>
          <a:p>
            <a:r>
              <a:rPr lang="en-US" b="1" dirty="0"/>
              <a:t>Variant Call Formatting: </a:t>
            </a:r>
            <a:r>
              <a:rPr lang="en-US" dirty="0"/>
              <a:t>The identified variants are compiled into a standardized Variant Call Format (VCF) file. </a:t>
            </a:r>
          </a:p>
        </p:txBody>
      </p:sp>
      <p:sp>
        <p:nvSpPr>
          <p:cNvPr id="4" name="Slide Number Placeholder 3">
            <a:extLst>
              <a:ext uri="{FF2B5EF4-FFF2-40B4-BE49-F238E27FC236}">
                <a16:creationId xmlns:a16="http://schemas.microsoft.com/office/drawing/2014/main" id="{58A8F257-5324-DBC6-ACAF-B703C251F65F}"/>
              </a:ext>
            </a:extLst>
          </p:cNvPr>
          <p:cNvSpPr>
            <a:spLocks noGrp="1"/>
          </p:cNvSpPr>
          <p:nvPr>
            <p:ph type="sldNum" sz="quarter" idx="12"/>
          </p:nvPr>
        </p:nvSpPr>
        <p:spPr/>
        <p:txBody>
          <a:bodyPr/>
          <a:lstStyle/>
          <a:p>
            <a:fld id="{B82CCC60-E8CD-4174-8B1A-7DF615B22EEF}" type="slidenum">
              <a:rPr lang="en-US" smtClean="0"/>
              <a:pPr/>
              <a:t>59</a:t>
            </a:fld>
            <a:endParaRPr lang="en-US"/>
          </a:p>
        </p:txBody>
      </p:sp>
    </p:spTree>
    <p:extLst>
      <p:ext uri="{BB962C8B-B14F-4D97-AF65-F5344CB8AC3E}">
        <p14:creationId xmlns:p14="http://schemas.microsoft.com/office/powerpoint/2010/main" val="58266092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B672D-A435-BC83-72AA-E32D227F60BD}"/>
              </a:ext>
            </a:extLst>
          </p:cNvPr>
          <p:cNvSpPr>
            <a:spLocks noGrp="1"/>
          </p:cNvSpPr>
          <p:nvPr>
            <p:ph type="title"/>
          </p:nvPr>
        </p:nvSpPr>
        <p:spPr/>
        <p:txBody>
          <a:bodyPr>
            <a:normAutofit fontScale="90000"/>
          </a:bodyPr>
          <a:lstStyle/>
          <a:p>
            <a:r>
              <a:rPr lang="en-US" dirty="0"/>
              <a:t>Types of variants</a:t>
            </a:r>
          </a:p>
        </p:txBody>
      </p:sp>
      <p:sp>
        <p:nvSpPr>
          <p:cNvPr id="3" name="Content Placeholder 2">
            <a:extLst>
              <a:ext uri="{FF2B5EF4-FFF2-40B4-BE49-F238E27FC236}">
                <a16:creationId xmlns:a16="http://schemas.microsoft.com/office/drawing/2014/main" id="{2B1184CE-5E86-958A-1224-B2F8288EB7E6}"/>
              </a:ext>
            </a:extLst>
          </p:cNvPr>
          <p:cNvSpPr>
            <a:spLocks noGrp="1"/>
          </p:cNvSpPr>
          <p:nvPr>
            <p:ph idx="1"/>
          </p:nvPr>
        </p:nvSpPr>
        <p:spPr/>
        <p:txBody>
          <a:bodyPr/>
          <a:lstStyle/>
          <a:p>
            <a:r>
              <a:rPr lang="en-US" b="1" dirty="0"/>
              <a:t>Single Nucleotide Variants (SNVs): </a:t>
            </a:r>
            <a:r>
              <a:rPr lang="en-US" dirty="0"/>
              <a:t>A change in a single DNA base pair, such as a single nucleotide polymorphism (SNP).</a:t>
            </a:r>
          </a:p>
          <a:p>
            <a:r>
              <a:rPr lang="en-US" b="1" dirty="0"/>
              <a:t>Insertions/Deletions (Indels):</a:t>
            </a:r>
            <a:r>
              <a:rPr lang="en-US" dirty="0"/>
              <a:t> Short segments of DNA that are inserted or deleted.</a:t>
            </a:r>
          </a:p>
          <a:p>
            <a:r>
              <a:rPr lang="en-US" b="1" dirty="0"/>
              <a:t>Structural Variants (SVs): </a:t>
            </a:r>
            <a:r>
              <a:rPr lang="en-US" dirty="0"/>
              <a:t>Larger-scale changes to the genome, including deletions, duplications, inversions, and translocations.</a:t>
            </a:r>
          </a:p>
        </p:txBody>
      </p:sp>
      <p:sp>
        <p:nvSpPr>
          <p:cNvPr id="4" name="Slide Number Placeholder 3">
            <a:extLst>
              <a:ext uri="{FF2B5EF4-FFF2-40B4-BE49-F238E27FC236}">
                <a16:creationId xmlns:a16="http://schemas.microsoft.com/office/drawing/2014/main" id="{7680CDBB-CABE-DADA-9F90-7C41BDB5D374}"/>
              </a:ext>
            </a:extLst>
          </p:cNvPr>
          <p:cNvSpPr>
            <a:spLocks noGrp="1"/>
          </p:cNvSpPr>
          <p:nvPr>
            <p:ph type="sldNum" sz="quarter" idx="12"/>
          </p:nvPr>
        </p:nvSpPr>
        <p:spPr/>
        <p:txBody>
          <a:bodyPr/>
          <a:lstStyle/>
          <a:p>
            <a:fld id="{B82CCC60-E8CD-4174-8B1A-7DF615B22EEF}" type="slidenum">
              <a:rPr lang="en-US" smtClean="0"/>
              <a:pPr/>
              <a:t>60</a:t>
            </a:fld>
            <a:endParaRPr lang="en-US"/>
          </a:p>
        </p:txBody>
      </p:sp>
    </p:spTree>
    <p:extLst>
      <p:ext uri="{BB962C8B-B14F-4D97-AF65-F5344CB8AC3E}">
        <p14:creationId xmlns:p14="http://schemas.microsoft.com/office/powerpoint/2010/main" val="89796061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DDEB4F-9DB9-B8C4-DCFA-CBAE516F9E21}"/>
              </a:ext>
            </a:extLst>
          </p:cNvPr>
          <p:cNvSpPr>
            <a:spLocks noGrp="1"/>
          </p:cNvSpPr>
          <p:nvPr>
            <p:ph type="title"/>
          </p:nvPr>
        </p:nvSpPr>
        <p:spPr/>
        <p:txBody>
          <a:bodyPr>
            <a:normAutofit fontScale="90000"/>
          </a:bodyPr>
          <a:lstStyle/>
          <a:p>
            <a:r>
              <a:rPr lang="en-US" dirty="0"/>
              <a:t>Why variant calling is important</a:t>
            </a:r>
          </a:p>
        </p:txBody>
      </p:sp>
      <p:sp>
        <p:nvSpPr>
          <p:cNvPr id="3" name="Content Placeholder 2">
            <a:extLst>
              <a:ext uri="{FF2B5EF4-FFF2-40B4-BE49-F238E27FC236}">
                <a16:creationId xmlns:a16="http://schemas.microsoft.com/office/drawing/2014/main" id="{AC86A152-31BF-4E55-AF0D-73795B258635}"/>
              </a:ext>
            </a:extLst>
          </p:cNvPr>
          <p:cNvSpPr>
            <a:spLocks noGrp="1"/>
          </p:cNvSpPr>
          <p:nvPr>
            <p:ph idx="1"/>
          </p:nvPr>
        </p:nvSpPr>
        <p:spPr/>
        <p:txBody>
          <a:bodyPr/>
          <a:lstStyle/>
          <a:p>
            <a:r>
              <a:rPr lang="en-US" b="1" dirty="0"/>
              <a:t>Disease Research: </a:t>
            </a:r>
            <a:r>
              <a:rPr lang="en-US" dirty="0"/>
              <a:t>Variant calling helps identify genetic mutations associated with various diseases, including cancer. </a:t>
            </a:r>
          </a:p>
          <a:p>
            <a:r>
              <a:rPr lang="en-US" b="1" dirty="0"/>
              <a:t>Clinical Diagnostics: </a:t>
            </a:r>
            <a:r>
              <a:rPr lang="en-US" dirty="0"/>
              <a:t>It provides data for diagnosing genetic conditions and understanding individual predispositions to common health problems. </a:t>
            </a:r>
          </a:p>
          <a:p>
            <a:r>
              <a:rPr lang="en-US" b="1" dirty="0"/>
              <a:t>Evolutionary Studies: </a:t>
            </a:r>
            <a:r>
              <a:rPr lang="en-US" dirty="0"/>
              <a:t>Comparing variants across populations helps researchers understand evolutionary relationships and genetic diversity. </a:t>
            </a:r>
          </a:p>
        </p:txBody>
      </p:sp>
      <p:sp>
        <p:nvSpPr>
          <p:cNvPr id="4" name="Slide Number Placeholder 3">
            <a:extLst>
              <a:ext uri="{FF2B5EF4-FFF2-40B4-BE49-F238E27FC236}">
                <a16:creationId xmlns:a16="http://schemas.microsoft.com/office/drawing/2014/main" id="{1C15619B-34FD-33B8-1746-F3746FA338C0}"/>
              </a:ext>
            </a:extLst>
          </p:cNvPr>
          <p:cNvSpPr>
            <a:spLocks noGrp="1"/>
          </p:cNvSpPr>
          <p:nvPr>
            <p:ph type="sldNum" sz="quarter" idx="12"/>
          </p:nvPr>
        </p:nvSpPr>
        <p:spPr/>
        <p:txBody>
          <a:bodyPr/>
          <a:lstStyle/>
          <a:p>
            <a:fld id="{B82CCC60-E8CD-4174-8B1A-7DF615B22EEF}" type="slidenum">
              <a:rPr lang="en-US" smtClean="0"/>
              <a:pPr/>
              <a:t>61</a:t>
            </a:fld>
            <a:endParaRPr lang="en-US"/>
          </a:p>
        </p:txBody>
      </p:sp>
    </p:spTree>
    <p:extLst>
      <p:ext uri="{BB962C8B-B14F-4D97-AF65-F5344CB8AC3E}">
        <p14:creationId xmlns:p14="http://schemas.microsoft.com/office/powerpoint/2010/main" val="20168717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15460</TotalTime>
  <Words>4928</Words>
  <Application>Microsoft Office PowerPoint</Application>
  <PresentationFormat>Widescreen</PresentationFormat>
  <Paragraphs>933</Paragraphs>
  <Slides>61</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61</vt:i4>
      </vt:variant>
    </vt:vector>
  </HeadingPairs>
  <TitlesOfParts>
    <vt:vector size="67" baseType="lpstr">
      <vt:lpstr>Arial</vt:lpstr>
      <vt:lpstr>Calibri</vt:lpstr>
      <vt:lpstr>Cambria Math</vt:lpstr>
      <vt:lpstr>Courier New</vt:lpstr>
      <vt:lpstr>Trebuchet MS</vt:lpstr>
      <vt:lpstr>Office Theme</vt:lpstr>
      <vt:lpstr>PowerPoint Presentation</vt:lpstr>
      <vt:lpstr>Ab initio gene finding</vt:lpstr>
      <vt:lpstr>Machine learning algorithms</vt:lpstr>
      <vt:lpstr>Markov chains and HMMs</vt:lpstr>
      <vt:lpstr>Positional Probabilities</vt:lpstr>
      <vt:lpstr>Positional probabilities</vt:lpstr>
      <vt:lpstr>Example</vt:lpstr>
      <vt:lpstr>Splice site patterns</vt:lpstr>
      <vt:lpstr>Using PWM to evaluate pattern</vt:lpstr>
      <vt:lpstr>PPM vs PWM</vt:lpstr>
      <vt:lpstr>Scoring with PWMs</vt:lpstr>
      <vt:lpstr>PWM score</vt:lpstr>
      <vt:lpstr>Drawback of PWMs</vt:lpstr>
      <vt:lpstr>Markov chain</vt:lpstr>
      <vt:lpstr>Markov chain</vt:lpstr>
      <vt:lpstr>Markov model</vt:lpstr>
      <vt:lpstr>Markov model</vt:lpstr>
      <vt:lpstr>Markov model</vt:lpstr>
      <vt:lpstr>Training Markov chain</vt:lpstr>
      <vt:lpstr>Scoring with Markov chain</vt:lpstr>
      <vt:lpstr>Markov Weight Array Matrix</vt:lpstr>
      <vt:lpstr>PWM vs WAM</vt:lpstr>
      <vt:lpstr>Markov Weight Array Matrix</vt:lpstr>
      <vt:lpstr>Markov Weight Array Matrix</vt:lpstr>
      <vt:lpstr>Scoring pattern with Markov WAM</vt:lpstr>
      <vt:lpstr>Estimation of negative hypothesis</vt:lpstr>
      <vt:lpstr>Extend to arbitrary order</vt:lpstr>
      <vt:lpstr>How to choose the order of Markov chain or WAM</vt:lpstr>
      <vt:lpstr>Hidden Markov Models</vt:lpstr>
      <vt:lpstr>Hidden Markov Models</vt:lpstr>
      <vt:lpstr>The game</vt:lpstr>
      <vt:lpstr>Hidden Markov Models</vt:lpstr>
      <vt:lpstr>Hidden Markov Models</vt:lpstr>
      <vt:lpstr>Hidden Markov Models</vt:lpstr>
      <vt:lpstr>Hidden Markov Models</vt:lpstr>
      <vt:lpstr>Hidden Markov Models</vt:lpstr>
      <vt:lpstr>Gene finding with HMMs</vt:lpstr>
      <vt:lpstr>Gene finding with HMMs</vt:lpstr>
      <vt:lpstr>Viterbi algorithm for HMMs</vt:lpstr>
      <vt:lpstr>Viterbi algorithm for HMMs</vt:lpstr>
      <vt:lpstr>Viterbi algorithm for HMMs</vt:lpstr>
      <vt:lpstr>Viterbi algorithm for HMMs</vt:lpstr>
      <vt:lpstr>Viterbi algorithm for HMMs</vt:lpstr>
      <vt:lpstr>Viterbi algorithm for HMMs</vt:lpstr>
      <vt:lpstr>Viterbi algorithm for HMMs</vt:lpstr>
      <vt:lpstr>Viterbi algorithm for HMMs</vt:lpstr>
      <vt:lpstr>Viterbi algorithm for HMMs</vt:lpstr>
      <vt:lpstr>Viterbi algorithm for HMMs</vt:lpstr>
      <vt:lpstr>Viterbi algorithm for HMMs</vt:lpstr>
      <vt:lpstr>Viterbi algorithm for HMMs</vt:lpstr>
      <vt:lpstr>Viterbi algorithm for HMMs</vt:lpstr>
      <vt:lpstr>Viterbi algorithm for HMMs</vt:lpstr>
      <vt:lpstr>The Viterbi algorithm: summary</vt:lpstr>
      <vt:lpstr>Lab #6</vt:lpstr>
      <vt:lpstr>Making use of annotated genomes</vt:lpstr>
      <vt:lpstr>Genome Wide Association Study</vt:lpstr>
      <vt:lpstr>How GWAS works</vt:lpstr>
      <vt:lpstr>What is GWAS used for</vt:lpstr>
      <vt:lpstr>The first step in GWAS: Variant Calling</vt:lpstr>
      <vt:lpstr>Types of variants</vt:lpstr>
      <vt:lpstr>Why variant calling is important</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Julian</dc:creator>
  <cp:lastModifiedBy>Aleksey Zimin</cp:lastModifiedBy>
  <cp:revision>90</cp:revision>
  <dcterms:created xsi:type="dcterms:W3CDTF">2013-08-21T19:17:07Z</dcterms:created>
  <dcterms:modified xsi:type="dcterms:W3CDTF">2025-11-07T14:39:39Z</dcterms:modified>
</cp:coreProperties>
</file>