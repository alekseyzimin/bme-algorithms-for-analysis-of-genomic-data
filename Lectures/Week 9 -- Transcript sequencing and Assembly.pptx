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72" r:id="rId2"/>
    <p:sldId id="805" r:id="rId3"/>
    <p:sldId id="811" r:id="rId4"/>
    <p:sldId id="817" r:id="rId5"/>
    <p:sldId id="812" r:id="rId6"/>
    <p:sldId id="588" r:id="rId7"/>
    <p:sldId id="802" r:id="rId8"/>
    <p:sldId id="270" r:id="rId9"/>
    <p:sldId id="801" r:id="rId10"/>
    <p:sldId id="818" r:id="rId11"/>
    <p:sldId id="815" r:id="rId12"/>
    <p:sldId id="847" r:id="rId13"/>
    <p:sldId id="848" r:id="rId14"/>
    <p:sldId id="849" r:id="rId15"/>
    <p:sldId id="819" r:id="rId16"/>
    <p:sldId id="258" r:id="rId17"/>
    <p:sldId id="399" r:id="rId18"/>
    <p:sldId id="821" r:id="rId19"/>
    <p:sldId id="820" r:id="rId20"/>
    <p:sldId id="814" r:id="rId21"/>
    <p:sldId id="816" r:id="rId22"/>
    <p:sldId id="829" r:id="rId23"/>
    <p:sldId id="830" r:id="rId24"/>
    <p:sldId id="803" r:id="rId25"/>
    <p:sldId id="813" r:id="rId26"/>
    <p:sldId id="822" r:id="rId27"/>
    <p:sldId id="266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8B1C"/>
    <a:srgbClr val="BE0260"/>
    <a:srgbClr val="D0005E"/>
    <a:srgbClr val="018ACF"/>
    <a:srgbClr val="D09622"/>
    <a:srgbClr val="CC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432B6C2-4C25-45ED-9B46-4BE91B7D4E7A}" v="5" dt="2025-10-24T18:15:55.9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227" autoAdjust="0"/>
    <p:restoredTop sz="93721" autoAdjust="0"/>
  </p:normalViewPr>
  <p:slideViewPr>
    <p:cSldViewPr snapToGrid="0">
      <p:cViewPr varScale="1">
        <p:scale>
          <a:sx n="99" d="100"/>
          <a:sy n="99" d="100"/>
        </p:scale>
        <p:origin x="240" y="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52705" cy="152705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ksey Zimin" userId="7f2637d0bc515791" providerId="LiveId" clId="{1C363C82-C939-44FC-A8A5-AEBBD531DAF7}"/>
    <pc:docChg chg="undo redo custSel addSld delSld modSld sldOrd">
      <pc:chgData name="Aleksey Zimin" userId="7f2637d0bc515791" providerId="LiveId" clId="{1C363C82-C939-44FC-A8A5-AEBBD531DAF7}" dt="2025-10-16T14:56:05.044" v="3999" actId="20577"/>
      <pc:docMkLst>
        <pc:docMk/>
      </pc:docMkLst>
      <pc:sldChg chg="modSp mod ord">
        <pc:chgData name="Aleksey Zimin" userId="7f2637d0bc515791" providerId="LiveId" clId="{1C363C82-C939-44FC-A8A5-AEBBD531DAF7}" dt="2025-10-16T12:29:13.406" v="559"/>
        <pc:sldMkLst>
          <pc:docMk/>
          <pc:sldMk cId="208986471" sldId="258"/>
        </pc:sldMkLst>
        <pc:spChg chg="mod">
          <ac:chgData name="Aleksey Zimin" userId="7f2637d0bc515791" providerId="LiveId" clId="{1C363C82-C939-44FC-A8A5-AEBBD531DAF7}" dt="2025-10-16T12:28:41.634" v="557" actId="20577"/>
          <ac:spMkLst>
            <pc:docMk/>
            <pc:sldMk cId="208986471" sldId="258"/>
            <ac:spMk id="3" creationId="{9B2E4D15-E297-1A1E-B9ED-FD9A0E742E9B}"/>
          </ac:spMkLst>
        </pc:spChg>
      </pc:sldChg>
      <pc:sldChg chg="addSp modSp add mod">
        <pc:chgData name="Aleksey Zimin" userId="7f2637d0bc515791" providerId="LiveId" clId="{1C363C82-C939-44FC-A8A5-AEBBD531DAF7}" dt="2025-10-16T13:10:12.927" v="2105" actId="14100"/>
        <pc:sldMkLst>
          <pc:docMk/>
          <pc:sldMk cId="1095696619" sldId="266"/>
        </pc:sldMkLst>
        <pc:spChg chg="mod">
          <ac:chgData name="Aleksey Zimin" userId="7f2637d0bc515791" providerId="LiveId" clId="{1C363C82-C939-44FC-A8A5-AEBBD531DAF7}" dt="2025-10-16T13:09:01.754" v="2096" actId="20577"/>
          <ac:spMkLst>
            <pc:docMk/>
            <pc:sldMk cId="1095696619" sldId="266"/>
            <ac:spMk id="2" creationId="{6AFB930E-0559-0DA2-C7D6-9FA3A1A5FF80}"/>
          </ac:spMkLst>
        </pc:spChg>
        <pc:spChg chg="add mod">
          <ac:chgData name="Aleksey Zimin" userId="7f2637d0bc515791" providerId="LiveId" clId="{1C363C82-C939-44FC-A8A5-AEBBD531DAF7}" dt="2025-10-16T13:09:49.200" v="2099" actId="208"/>
          <ac:spMkLst>
            <pc:docMk/>
            <pc:sldMk cId="1095696619" sldId="266"/>
            <ac:spMk id="3" creationId="{71A4E14A-16E7-DCF9-546A-1E9042271586}"/>
          </ac:spMkLst>
        </pc:spChg>
        <pc:spChg chg="add mod">
          <ac:chgData name="Aleksey Zimin" userId="7f2637d0bc515791" providerId="LiveId" clId="{1C363C82-C939-44FC-A8A5-AEBBD531DAF7}" dt="2025-10-16T13:10:12.927" v="2105" actId="14100"/>
          <ac:spMkLst>
            <pc:docMk/>
            <pc:sldMk cId="1095696619" sldId="266"/>
            <ac:spMk id="4" creationId="{59B5BC4D-6BFF-4B7A-7CAA-0A1E2D06EB35}"/>
          </ac:spMkLst>
        </pc:spChg>
        <pc:picChg chg="mod">
          <ac:chgData name="Aleksey Zimin" userId="7f2637d0bc515791" providerId="LiveId" clId="{1C363C82-C939-44FC-A8A5-AEBBD531DAF7}" dt="2025-10-16T13:09:59.029" v="2102" actId="1076"/>
          <ac:picMkLst>
            <pc:docMk/>
            <pc:sldMk cId="1095696619" sldId="266"/>
            <ac:picMk id="9" creationId="{C5C6B290-6FEF-824F-1943-CEFB211CD862}"/>
          </ac:picMkLst>
        </pc:picChg>
      </pc:sldChg>
      <pc:sldChg chg="delSp modSp mod">
        <pc:chgData name="Aleksey Zimin" userId="7f2637d0bc515791" providerId="LiveId" clId="{1C363C82-C939-44FC-A8A5-AEBBD531DAF7}" dt="2025-10-16T12:33:37.679" v="635" actId="20577"/>
        <pc:sldMkLst>
          <pc:docMk/>
          <pc:sldMk cId="1183394471" sldId="270"/>
        </pc:sldMkLst>
        <pc:graphicFrameChg chg="mod modGraphic">
          <ac:chgData name="Aleksey Zimin" userId="7f2637d0bc515791" providerId="LiveId" clId="{1C363C82-C939-44FC-A8A5-AEBBD531DAF7}" dt="2025-10-16T12:33:37.679" v="635" actId="20577"/>
          <ac:graphicFrameMkLst>
            <pc:docMk/>
            <pc:sldMk cId="1183394471" sldId="270"/>
            <ac:graphicFrameMk id="358" creationId="{00000000-0000-0000-0000-000000000000}"/>
          </ac:graphicFrameMkLst>
        </pc:graphicFrameChg>
        <pc:picChg chg="mod">
          <ac:chgData name="Aleksey Zimin" userId="7f2637d0bc515791" providerId="LiveId" clId="{1C363C82-C939-44FC-A8A5-AEBBD531DAF7}" dt="2025-10-16T12:33:18.313" v="632" actId="1076"/>
          <ac:picMkLst>
            <pc:docMk/>
            <pc:sldMk cId="1183394471" sldId="270"/>
            <ac:picMk id="3" creationId="{086458E7-D221-7E7A-B73C-78B2F3AE858E}"/>
          </ac:picMkLst>
        </pc:picChg>
      </pc:sldChg>
      <pc:sldChg chg="ord">
        <pc:chgData name="Aleksey Zimin" userId="7f2637d0bc515791" providerId="LiveId" clId="{1C363C82-C939-44FC-A8A5-AEBBD531DAF7}" dt="2025-10-16T12:29:13.406" v="559"/>
        <pc:sldMkLst>
          <pc:docMk/>
          <pc:sldMk cId="285272752" sldId="399"/>
        </pc:sldMkLst>
      </pc:sldChg>
      <pc:sldChg chg="addSp modSp mod">
        <pc:chgData name="Aleksey Zimin" userId="7f2637d0bc515791" providerId="LiveId" clId="{1C363C82-C939-44FC-A8A5-AEBBD531DAF7}" dt="2025-10-16T13:03:19.748" v="1810" actId="1076"/>
        <pc:sldMkLst>
          <pc:docMk/>
          <pc:sldMk cId="2724807813" sldId="803"/>
        </pc:sldMkLst>
        <pc:spChg chg="add mod">
          <ac:chgData name="Aleksey Zimin" userId="7f2637d0bc515791" providerId="LiveId" clId="{1C363C82-C939-44FC-A8A5-AEBBD531DAF7}" dt="2025-10-16T13:03:19.748" v="1810" actId="1076"/>
          <ac:spMkLst>
            <pc:docMk/>
            <pc:sldMk cId="2724807813" sldId="803"/>
            <ac:spMk id="5" creationId="{6E7B7317-4F90-B75A-206D-33D415608938}"/>
          </ac:spMkLst>
        </pc:spChg>
        <pc:spChg chg="add mod">
          <ac:chgData name="Aleksey Zimin" userId="7f2637d0bc515791" providerId="LiveId" clId="{1C363C82-C939-44FC-A8A5-AEBBD531DAF7}" dt="2025-10-16T13:03:19.748" v="1810" actId="1076"/>
          <ac:spMkLst>
            <pc:docMk/>
            <pc:sldMk cId="2724807813" sldId="803"/>
            <ac:spMk id="9" creationId="{1E65D1C3-4FFC-ADCD-5173-E78A72229992}"/>
          </ac:spMkLst>
        </pc:spChg>
      </pc:sldChg>
      <pc:sldChg chg="ord">
        <pc:chgData name="Aleksey Zimin" userId="7f2637d0bc515791" providerId="LiveId" clId="{1C363C82-C939-44FC-A8A5-AEBBD531DAF7}" dt="2025-10-16T12:29:33.799" v="561"/>
        <pc:sldMkLst>
          <pc:docMk/>
          <pc:sldMk cId="3059937519" sldId="811"/>
        </pc:sldMkLst>
      </pc:sldChg>
      <pc:sldChg chg="modSp mod">
        <pc:chgData name="Aleksey Zimin" userId="7f2637d0bc515791" providerId="LiveId" clId="{1C363C82-C939-44FC-A8A5-AEBBD531DAF7}" dt="2025-10-16T12:27:58.921" v="549" actId="114"/>
        <pc:sldMkLst>
          <pc:docMk/>
          <pc:sldMk cId="2608576022" sldId="812"/>
        </pc:sldMkLst>
        <pc:spChg chg="mod">
          <ac:chgData name="Aleksey Zimin" userId="7f2637d0bc515791" providerId="LiveId" clId="{1C363C82-C939-44FC-A8A5-AEBBD531DAF7}" dt="2025-10-16T12:27:58.921" v="549" actId="114"/>
          <ac:spMkLst>
            <pc:docMk/>
            <pc:sldMk cId="2608576022" sldId="812"/>
            <ac:spMk id="3" creationId="{93ADE8F8-5AA7-852B-3D94-B9D4E154C0FC}"/>
          </ac:spMkLst>
        </pc:spChg>
      </pc:sldChg>
      <pc:sldChg chg="addSp modSp">
        <pc:chgData name="Aleksey Zimin" userId="7f2637d0bc515791" providerId="LiveId" clId="{1C363C82-C939-44FC-A8A5-AEBBD531DAF7}" dt="2025-10-16T13:03:24.666" v="1811"/>
        <pc:sldMkLst>
          <pc:docMk/>
          <pc:sldMk cId="1749372544" sldId="813"/>
        </pc:sldMkLst>
        <pc:spChg chg="add mod">
          <ac:chgData name="Aleksey Zimin" userId="7f2637d0bc515791" providerId="LiveId" clId="{1C363C82-C939-44FC-A8A5-AEBBD531DAF7}" dt="2025-10-16T13:03:24.666" v="1811"/>
          <ac:spMkLst>
            <pc:docMk/>
            <pc:sldMk cId="1749372544" sldId="813"/>
            <ac:spMk id="5" creationId="{F705C15B-9785-D5F8-2DC4-53E8C1D95A3F}"/>
          </ac:spMkLst>
        </pc:spChg>
        <pc:spChg chg="add mod">
          <ac:chgData name="Aleksey Zimin" userId="7f2637d0bc515791" providerId="LiveId" clId="{1C363C82-C939-44FC-A8A5-AEBBD531DAF7}" dt="2025-10-16T13:03:24.666" v="1811"/>
          <ac:spMkLst>
            <pc:docMk/>
            <pc:sldMk cId="1749372544" sldId="813"/>
            <ac:spMk id="6" creationId="{FF72AF44-7BEB-227C-6A1B-1CED772E87D7}"/>
          </ac:spMkLst>
        </pc:spChg>
      </pc:sldChg>
      <pc:sldChg chg="ord">
        <pc:chgData name="Aleksey Zimin" userId="7f2637d0bc515791" providerId="LiveId" clId="{1C363C82-C939-44FC-A8A5-AEBBD531DAF7}" dt="2025-10-16T13:15:44.532" v="2398"/>
        <pc:sldMkLst>
          <pc:docMk/>
          <pc:sldMk cId="2465518171" sldId="814"/>
        </pc:sldMkLst>
      </pc:sldChg>
      <pc:sldChg chg="modSp mod">
        <pc:chgData name="Aleksey Zimin" userId="7f2637d0bc515791" providerId="LiveId" clId="{1C363C82-C939-44FC-A8A5-AEBBD531DAF7}" dt="2025-10-16T12:39:42.928" v="755" actId="1076"/>
        <pc:sldMkLst>
          <pc:docMk/>
          <pc:sldMk cId="2408950623" sldId="815"/>
        </pc:sldMkLst>
        <pc:spChg chg="mod">
          <ac:chgData name="Aleksey Zimin" userId="7f2637d0bc515791" providerId="LiveId" clId="{1C363C82-C939-44FC-A8A5-AEBBD531DAF7}" dt="2025-10-16T12:39:42.928" v="755" actId="1076"/>
          <ac:spMkLst>
            <pc:docMk/>
            <pc:sldMk cId="2408950623" sldId="815"/>
            <ac:spMk id="5" creationId="{B8B1F64A-5142-EDE7-A81E-5611FD2A6CCE}"/>
          </ac:spMkLst>
        </pc:spChg>
      </pc:sldChg>
      <pc:sldChg chg="modSp mod ord">
        <pc:chgData name="Aleksey Zimin" userId="7f2637d0bc515791" providerId="LiveId" clId="{1C363C82-C939-44FC-A8A5-AEBBD531DAF7}" dt="2025-10-16T14:38:36.599" v="3991" actId="20577"/>
        <pc:sldMkLst>
          <pc:docMk/>
          <pc:sldMk cId="2474178406" sldId="816"/>
        </pc:sldMkLst>
        <pc:spChg chg="mod">
          <ac:chgData name="Aleksey Zimin" userId="7f2637d0bc515791" providerId="LiveId" clId="{1C363C82-C939-44FC-A8A5-AEBBD531DAF7}" dt="2025-10-16T14:38:36.599" v="3991" actId="20577"/>
          <ac:spMkLst>
            <pc:docMk/>
            <pc:sldMk cId="2474178406" sldId="816"/>
            <ac:spMk id="3" creationId="{B2A8449F-55B1-194F-4F6F-2C3A0E95CF66}"/>
          </ac:spMkLst>
        </pc:spChg>
      </pc:sldChg>
      <pc:sldChg chg="addSp modSp new mod ord modAnim">
        <pc:chgData name="Aleksey Zimin" userId="7f2637d0bc515791" providerId="LiveId" clId="{1C363C82-C939-44FC-A8A5-AEBBD531DAF7}" dt="2025-10-16T12:30:53.225" v="600"/>
        <pc:sldMkLst>
          <pc:docMk/>
          <pc:sldMk cId="1531555332" sldId="817"/>
        </pc:sldMkLst>
        <pc:spChg chg="mod">
          <ac:chgData name="Aleksey Zimin" userId="7f2637d0bc515791" providerId="LiveId" clId="{1C363C82-C939-44FC-A8A5-AEBBD531DAF7}" dt="2025-10-16T12:21:42.968" v="50" actId="20577"/>
          <ac:spMkLst>
            <pc:docMk/>
            <pc:sldMk cId="1531555332" sldId="817"/>
            <ac:spMk id="2" creationId="{83B67589-113F-2548-FBFC-71A5452DF06C}"/>
          </ac:spMkLst>
        </pc:spChg>
        <pc:spChg chg="mod">
          <ac:chgData name="Aleksey Zimin" userId="7f2637d0bc515791" providerId="LiveId" clId="{1C363C82-C939-44FC-A8A5-AEBBD531DAF7}" dt="2025-10-16T12:30:19.135" v="596" actId="27636"/>
          <ac:spMkLst>
            <pc:docMk/>
            <pc:sldMk cId="1531555332" sldId="817"/>
            <ac:spMk id="3" creationId="{967EA890-4A86-8457-7BFC-1175253D1AA2}"/>
          </ac:spMkLst>
        </pc:spChg>
        <pc:spChg chg="add mod">
          <ac:chgData name="Aleksey Zimin" userId="7f2637d0bc515791" providerId="LiveId" clId="{1C363C82-C939-44FC-A8A5-AEBBD531DAF7}" dt="2025-10-16T12:26:18.357" v="530" actId="1076"/>
          <ac:spMkLst>
            <pc:docMk/>
            <pc:sldMk cId="1531555332" sldId="817"/>
            <ac:spMk id="6" creationId="{131E62DA-FBE6-9523-F824-E555CB4C80A4}"/>
          </ac:spMkLst>
        </pc:spChg>
        <pc:picChg chg="add mod modCrop">
          <ac:chgData name="Aleksey Zimin" userId="7f2637d0bc515791" providerId="LiveId" clId="{1C363C82-C939-44FC-A8A5-AEBBD531DAF7}" dt="2025-10-16T12:26:36.558" v="531" actId="732"/>
          <ac:picMkLst>
            <pc:docMk/>
            <pc:sldMk cId="1531555332" sldId="817"/>
            <ac:picMk id="5" creationId="{99873D58-11C8-2E09-26E6-9A2DA93B035E}"/>
          </ac:picMkLst>
        </pc:picChg>
        <pc:picChg chg="add mod">
          <ac:chgData name="Aleksey Zimin" userId="7f2637d0bc515791" providerId="LiveId" clId="{1C363C82-C939-44FC-A8A5-AEBBD531DAF7}" dt="2025-10-16T12:27:06.744" v="534" actId="1076"/>
          <ac:picMkLst>
            <pc:docMk/>
            <pc:sldMk cId="1531555332" sldId="817"/>
            <ac:picMk id="7" creationId="{285C77CA-A8DD-57E2-4967-C0606D24C497}"/>
          </ac:picMkLst>
        </pc:picChg>
      </pc:sldChg>
      <pc:sldChg chg="addSp delSp modSp new mod">
        <pc:chgData name="Aleksey Zimin" userId="7f2637d0bc515791" providerId="LiveId" clId="{1C363C82-C939-44FC-A8A5-AEBBD531DAF7}" dt="2025-10-16T12:35:46.887" v="662" actId="20577"/>
        <pc:sldMkLst>
          <pc:docMk/>
          <pc:sldMk cId="2666247001" sldId="818"/>
        </pc:sldMkLst>
        <pc:spChg chg="mod">
          <ac:chgData name="Aleksey Zimin" userId="7f2637d0bc515791" providerId="LiveId" clId="{1C363C82-C939-44FC-A8A5-AEBBD531DAF7}" dt="2025-10-16T12:34:02.156" v="649" actId="20577"/>
          <ac:spMkLst>
            <pc:docMk/>
            <pc:sldMk cId="2666247001" sldId="818"/>
            <ac:spMk id="2" creationId="{3475898C-DA9B-EAF4-75E3-64DAF912A495}"/>
          </ac:spMkLst>
        </pc:spChg>
        <pc:spChg chg="add mod">
          <ac:chgData name="Aleksey Zimin" userId="7f2637d0bc515791" providerId="LiveId" clId="{1C363C82-C939-44FC-A8A5-AEBBD531DAF7}" dt="2025-10-16T12:35:46.887" v="662" actId="20577"/>
          <ac:spMkLst>
            <pc:docMk/>
            <pc:sldMk cId="2666247001" sldId="818"/>
            <ac:spMk id="5" creationId="{285234F3-B2E6-5841-AF5C-70B4F0B320BD}"/>
          </ac:spMkLst>
        </pc:spChg>
      </pc:sldChg>
      <pc:sldChg chg="addSp modSp new mod">
        <pc:chgData name="Aleksey Zimin" userId="7f2637d0bc515791" providerId="LiveId" clId="{1C363C82-C939-44FC-A8A5-AEBBD531DAF7}" dt="2025-10-16T12:50:11.476" v="1046" actId="1076"/>
        <pc:sldMkLst>
          <pc:docMk/>
          <pc:sldMk cId="1171435911" sldId="819"/>
        </pc:sldMkLst>
        <pc:spChg chg="mod">
          <ac:chgData name="Aleksey Zimin" userId="7f2637d0bc515791" providerId="LiveId" clId="{1C363C82-C939-44FC-A8A5-AEBBD531DAF7}" dt="2025-10-16T12:40:24.600" v="770" actId="20577"/>
          <ac:spMkLst>
            <pc:docMk/>
            <pc:sldMk cId="1171435911" sldId="819"/>
            <ac:spMk id="2" creationId="{D7397CB8-792C-495A-4E48-231193AB65D9}"/>
          </ac:spMkLst>
        </pc:spChg>
        <pc:spChg chg="mod">
          <ac:chgData name="Aleksey Zimin" userId="7f2637d0bc515791" providerId="LiveId" clId="{1C363C82-C939-44FC-A8A5-AEBBD531DAF7}" dt="2025-10-16T12:45:46.234" v="1000" actId="27636"/>
          <ac:spMkLst>
            <pc:docMk/>
            <pc:sldMk cId="1171435911" sldId="819"/>
            <ac:spMk id="3" creationId="{759AF043-6EB6-EA6E-DE6F-6C0B632B4382}"/>
          </ac:spMkLst>
        </pc:spChg>
        <pc:spChg chg="add mod">
          <ac:chgData name="Aleksey Zimin" userId="7f2637d0bc515791" providerId="LiveId" clId="{1C363C82-C939-44FC-A8A5-AEBBD531DAF7}" dt="2025-10-16T12:49:43.100" v="1036" actId="5793"/>
          <ac:spMkLst>
            <pc:docMk/>
            <pc:sldMk cId="1171435911" sldId="819"/>
            <ac:spMk id="5" creationId="{399D6F9D-D826-5287-C17A-0DD530E6B56C}"/>
          </ac:spMkLst>
        </pc:spChg>
        <pc:spChg chg="add mod">
          <ac:chgData name="Aleksey Zimin" userId="7f2637d0bc515791" providerId="LiveId" clId="{1C363C82-C939-44FC-A8A5-AEBBD531DAF7}" dt="2025-10-16T12:49:45.926" v="1040" actId="5793"/>
          <ac:spMkLst>
            <pc:docMk/>
            <pc:sldMk cId="1171435911" sldId="819"/>
            <ac:spMk id="9" creationId="{FA9EC49B-BBB0-EF30-5993-2C27583C05B6}"/>
          </ac:spMkLst>
        </pc:spChg>
        <pc:spChg chg="add mod">
          <ac:chgData name="Aleksey Zimin" userId="7f2637d0bc515791" providerId="LiveId" clId="{1C363C82-C939-44FC-A8A5-AEBBD531DAF7}" dt="2025-10-16T12:49:59.652" v="1043" actId="20577"/>
          <ac:spMkLst>
            <pc:docMk/>
            <pc:sldMk cId="1171435911" sldId="819"/>
            <ac:spMk id="13" creationId="{C3946A67-AE54-92DE-759B-5559E8467971}"/>
          </ac:spMkLst>
        </pc:spChg>
        <pc:cxnChg chg="add mod">
          <ac:chgData name="Aleksey Zimin" userId="7f2637d0bc515791" providerId="LiveId" clId="{1C363C82-C939-44FC-A8A5-AEBBD531DAF7}" dt="2025-10-16T12:49:14.536" v="1025" actId="1076"/>
          <ac:cxnSpMkLst>
            <pc:docMk/>
            <pc:sldMk cId="1171435911" sldId="819"/>
            <ac:cxnSpMk id="7" creationId="{D3EED0C2-4504-51DA-7114-84D8705FB018}"/>
          </ac:cxnSpMkLst>
        </pc:cxnChg>
        <pc:cxnChg chg="add mod">
          <ac:chgData name="Aleksey Zimin" userId="7f2637d0bc515791" providerId="LiveId" clId="{1C363C82-C939-44FC-A8A5-AEBBD531DAF7}" dt="2025-10-16T12:49:14.536" v="1025" actId="1076"/>
          <ac:cxnSpMkLst>
            <pc:docMk/>
            <pc:sldMk cId="1171435911" sldId="819"/>
            <ac:cxnSpMk id="8" creationId="{7620C4CE-5C16-4704-BF41-48C7790607EC}"/>
          </ac:cxnSpMkLst>
        </pc:cxnChg>
        <pc:cxnChg chg="add mod">
          <ac:chgData name="Aleksey Zimin" userId="7f2637d0bc515791" providerId="LiveId" clId="{1C363C82-C939-44FC-A8A5-AEBBD531DAF7}" dt="2025-10-16T12:49:32.513" v="1029" actId="1076"/>
          <ac:cxnSpMkLst>
            <pc:docMk/>
            <pc:sldMk cId="1171435911" sldId="819"/>
            <ac:cxnSpMk id="10" creationId="{F1FA9189-C0C5-E030-C9D5-B2FF90C6A41B}"/>
          </ac:cxnSpMkLst>
        </pc:cxnChg>
        <pc:cxnChg chg="add mod">
          <ac:chgData name="Aleksey Zimin" userId="7f2637d0bc515791" providerId="LiveId" clId="{1C363C82-C939-44FC-A8A5-AEBBD531DAF7}" dt="2025-10-16T12:49:35.134" v="1030" actId="1076"/>
          <ac:cxnSpMkLst>
            <pc:docMk/>
            <pc:sldMk cId="1171435911" sldId="819"/>
            <ac:cxnSpMk id="11" creationId="{1509A5CF-947A-415D-291C-2FFC8F6C6286}"/>
          </ac:cxnSpMkLst>
        </pc:cxnChg>
        <pc:cxnChg chg="add mod">
          <ac:chgData name="Aleksey Zimin" userId="7f2637d0bc515791" providerId="LiveId" clId="{1C363C82-C939-44FC-A8A5-AEBBD531DAF7}" dt="2025-10-16T12:49:40.886" v="1032" actId="1076"/>
          <ac:cxnSpMkLst>
            <pc:docMk/>
            <pc:sldMk cId="1171435911" sldId="819"/>
            <ac:cxnSpMk id="12" creationId="{A0A9E1C6-7842-7730-4777-8E9E3C8917E6}"/>
          </ac:cxnSpMkLst>
        </pc:cxnChg>
        <pc:cxnChg chg="add mod">
          <ac:chgData name="Aleksey Zimin" userId="7f2637d0bc515791" providerId="LiveId" clId="{1C363C82-C939-44FC-A8A5-AEBBD531DAF7}" dt="2025-10-16T12:50:04.915" v="1044" actId="1076"/>
          <ac:cxnSpMkLst>
            <pc:docMk/>
            <pc:sldMk cId="1171435911" sldId="819"/>
            <ac:cxnSpMk id="14" creationId="{9ED32FCC-FB66-76EE-FA64-184AB54CD2E7}"/>
          </ac:cxnSpMkLst>
        </pc:cxnChg>
        <pc:cxnChg chg="add mod">
          <ac:chgData name="Aleksey Zimin" userId="7f2637d0bc515791" providerId="LiveId" clId="{1C363C82-C939-44FC-A8A5-AEBBD531DAF7}" dt="2025-10-16T12:50:09.442" v="1045" actId="1076"/>
          <ac:cxnSpMkLst>
            <pc:docMk/>
            <pc:sldMk cId="1171435911" sldId="819"/>
            <ac:cxnSpMk id="15" creationId="{33645944-CD4A-75EC-6697-2B26ABCF5A77}"/>
          </ac:cxnSpMkLst>
        </pc:cxnChg>
        <pc:cxnChg chg="add mod">
          <ac:chgData name="Aleksey Zimin" userId="7f2637d0bc515791" providerId="LiveId" clId="{1C363C82-C939-44FC-A8A5-AEBBD531DAF7}" dt="2025-10-16T12:50:11.476" v="1046" actId="1076"/>
          <ac:cxnSpMkLst>
            <pc:docMk/>
            <pc:sldMk cId="1171435911" sldId="819"/>
            <ac:cxnSpMk id="16" creationId="{F992990C-281C-A25E-A347-058AAEB67EB8}"/>
          </ac:cxnSpMkLst>
        </pc:cxnChg>
      </pc:sldChg>
      <pc:sldChg chg="modSp new mod">
        <pc:chgData name="Aleksey Zimin" userId="7f2637d0bc515791" providerId="LiveId" clId="{1C363C82-C939-44FC-A8A5-AEBBD531DAF7}" dt="2025-10-16T12:53:55.461" v="1417" actId="20577"/>
        <pc:sldMkLst>
          <pc:docMk/>
          <pc:sldMk cId="2031816790" sldId="820"/>
        </pc:sldMkLst>
      </pc:sldChg>
      <pc:sldChg chg="modSp new mod ord modAnim">
        <pc:chgData name="Aleksey Zimin" userId="7f2637d0bc515791" providerId="LiveId" clId="{1C363C82-C939-44FC-A8A5-AEBBD531DAF7}" dt="2025-10-16T13:01:01.268" v="1794"/>
        <pc:sldMkLst>
          <pc:docMk/>
          <pc:sldMk cId="2178426597" sldId="821"/>
        </pc:sldMkLst>
        <pc:spChg chg="mod">
          <ac:chgData name="Aleksey Zimin" userId="7f2637d0bc515791" providerId="LiveId" clId="{1C363C82-C939-44FC-A8A5-AEBBD531DAF7}" dt="2025-10-16T12:56:04.283" v="1445" actId="20577"/>
          <ac:spMkLst>
            <pc:docMk/>
            <pc:sldMk cId="2178426597" sldId="821"/>
            <ac:spMk id="2" creationId="{B5EA0B78-50A1-CB69-AE55-1559BE8F9DA4}"/>
          </ac:spMkLst>
        </pc:spChg>
        <pc:spChg chg="mod">
          <ac:chgData name="Aleksey Zimin" userId="7f2637d0bc515791" providerId="LiveId" clId="{1C363C82-C939-44FC-A8A5-AEBBD531DAF7}" dt="2025-10-16T13:00:32.544" v="1789" actId="20577"/>
          <ac:spMkLst>
            <pc:docMk/>
            <pc:sldMk cId="2178426597" sldId="821"/>
            <ac:spMk id="3" creationId="{5EB0602A-91D5-A16E-E6CE-22ACC594997D}"/>
          </ac:spMkLst>
        </pc:spChg>
      </pc:sldChg>
      <pc:sldChg chg="modSp new mod">
        <pc:chgData name="Aleksey Zimin" userId="7f2637d0bc515791" providerId="LiveId" clId="{1C363C82-C939-44FC-A8A5-AEBBD531DAF7}" dt="2025-10-16T13:14:45.880" v="2395" actId="20577"/>
        <pc:sldMkLst>
          <pc:docMk/>
          <pc:sldMk cId="4009283481" sldId="822"/>
        </pc:sldMkLst>
        <pc:spChg chg="mod">
          <ac:chgData name="Aleksey Zimin" userId="7f2637d0bc515791" providerId="LiveId" clId="{1C363C82-C939-44FC-A8A5-AEBBD531DAF7}" dt="2025-10-16T13:05:33.002" v="1851" actId="20577"/>
          <ac:spMkLst>
            <pc:docMk/>
            <pc:sldMk cId="4009283481" sldId="822"/>
            <ac:spMk id="2" creationId="{6A28B8CD-FE69-7B2A-4664-D58DBAC5A26D}"/>
          </ac:spMkLst>
        </pc:spChg>
        <pc:spChg chg="mod">
          <ac:chgData name="Aleksey Zimin" userId="7f2637d0bc515791" providerId="LiveId" clId="{1C363C82-C939-44FC-A8A5-AEBBD531DAF7}" dt="2025-10-16T13:14:45.880" v="2395" actId="20577"/>
          <ac:spMkLst>
            <pc:docMk/>
            <pc:sldMk cId="4009283481" sldId="822"/>
            <ac:spMk id="3" creationId="{6FE1407C-9244-6D1A-4CE2-EC221D47F74C}"/>
          </ac:spMkLst>
        </pc:spChg>
      </pc:sldChg>
      <pc:sldChg chg="addSp modSp new mod">
        <pc:chgData name="Aleksey Zimin" userId="7f2637d0bc515791" providerId="LiveId" clId="{1C363C82-C939-44FC-A8A5-AEBBD531DAF7}" dt="2025-10-16T14:13:13.609" v="3693" actId="20577"/>
        <pc:sldMkLst>
          <pc:docMk/>
          <pc:sldMk cId="2068933949" sldId="823"/>
        </pc:sldMkLst>
      </pc:sldChg>
      <pc:sldChg chg="modSp new mod">
        <pc:chgData name="Aleksey Zimin" userId="7f2637d0bc515791" providerId="LiveId" clId="{1C363C82-C939-44FC-A8A5-AEBBD531DAF7}" dt="2025-10-16T13:25:25.388" v="2589" actId="27636"/>
        <pc:sldMkLst>
          <pc:docMk/>
          <pc:sldMk cId="1248438669" sldId="824"/>
        </pc:sldMkLst>
      </pc:sldChg>
      <pc:sldChg chg="modSp add mod">
        <pc:chgData name="Aleksey Zimin" userId="7f2637d0bc515791" providerId="LiveId" clId="{1C363C82-C939-44FC-A8A5-AEBBD531DAF7}" dt="2025-10-16T14:56:05.044" v="3999" actId="20577"/>
        <pc:sldMkLst>
          <pc:docMk/>
          <pc:sldMk cId="2622166328" sldId="825"/>
        </pc:sldMkLst>
      </pc:sldChg>
      <pc:sldChg chg="addSp delSp modSp add mod ord">
        <pc:chgData name="Aleksey Zimin" userId="7f2637d0bc515791" providerId="LiveId" clId="{1C363C82-C939-44FC-A8A5-AEBBD531DAF7}" dt="2025-10-16T14:16:26.915" v="3745" actId="20577"/>
        <pc:sldMkLst>
          <pc:docMk/>
          <pc:sldMk cId="2174087718" sldId="826"/>
        </pc:sldMkLst>
      </pc:sldChg>
      <pc:sldChg chg="addSp delSp modSp add mod">
        <pc:chgData name="Aleksey Zimin" userId="7f2637d0bc515791" providerId="LiveId" clId="{1C363C82-C939-44FC-A8A5-AEBBD531DAF7}" dt="2025-10-16T14:14:23.852" v="3735" actId="14100"/>
        <pc:sldMkLst>
          <pc:docMk/>
          <pc:sldMk cId="14013305" sldId="827"/>
        </pc:sldMkLst>
      </pc:sldChg>
      <pc:sldChg chg="addSp delSp modSp add mod">
        <pc:chgData name="Aleksey Zimin" userId="7f2637d0bc515791" providerId="LiveId" clId="{1C363C82-C939-44FC-A8A5-AEBBD531DAF7}" dt="2025-10-16T14:17:19.077" v="3750" actId="14100"/>
        <pc:sldMkLst>
          <pc:docMk/>
          <pc:sldMk cId="2055598344" sldId="828"/>
        </pc:sldMkLst>
      </pc:sldChg>
      <pc:sldChg chg="addSp delSp modSp add mod">
        <pc:chgData name="Aleksey Zimin" userId="7f2637d0bc515791" providerId="LiveId" clId="{1C363C82-C939-44FC-A8A5-AEBBD531DAF7}" dt="2025-10-16T14:38:12.362" v="3972" actId="1076"/>
        <pc:sldMkLst>
          <pc:docMk/>
          <pc:sldMk cId="4181278750" sldId="829"/>
        </pc:sldMkLst>
        <pc:spChg chg="mod">
          <ac:chgData name="Aleksey Zimin" userId="7f2637d0bc515791" providerId="LiveId" clId="{1C363C82-C939-44FC-A8A5-AEBBD531DAF7}" dt="2025-10-16T14:20:04.631" v="3761" actId="20577"/>
          <ac:spMkLst>
            <pc:docMk/>
            <pc:sldMk cId="4181278750" sldId="829"/>
            <ac:spMk id="2" creationId="{0D0A6F1A-3AD4-F1D6-23AA-4E40051DFAC6}"/>
          </ac:spMkLst>
        </pc:spChg>
        <pc:spChg chg="add mod">
          <ac:chgData name="Aleksey Zimin" userId="7f2637d0bc515791" providerId="LiveId" clId="{1C363C82-C939-44FC-A8A5-AEBBD531DAF7}" dt="2025-10-16T14:30:37.570" v="3960" actId="20577"/>
          <ac:spMkLst>
            <pc:docMk/>
            <pc:sldMk cId="4181278750" sldId="829"/>
            <ac:spMk id="13" creationId="{BA321FFA-837B-8ECC-96C1-FBC2B620735E}"/>
          </ac:spMkLst>
        </pc:spChg>
        <pc:picChg chg="add mod">
          <ac:chgData name="Aleksey Zimin" userId="7f2637d0bc515791" providerId="LiveId" clId="{1C363C82-C939-44FC-A8A5-AEBBD531DAF7}" dt="2025-10-16T14:26:59.929" v="3909" actId="1076"/>
          <ac:picMkLst>
            <pc:docMk/>
            <pc:sldMk cId="4181278750" sldId="829"/>
            <ac:picMk id="8" creationId="{8C4658A0-7C99-A7ED-FDC2-66F83C0A4407}"/>
          </ac:picMkLst>
        </pc:picChg>
        <pc:picChg chg="add mod">
          <ac:chgData name="Aleksey Zimin" userId="7f2637d0bc515791" providerId="LiveId" clId="{1C363C82-C939-44FC-A8A5-AEBBD531DAF7}" dt="2025-10-16T14:38:12.362" v="3972" actId="1076"/>
          <ac:picMkLst>
            <pc:docMk/>
            <pc:sldMk cId="4181278750" sldId="829"/>
            <ac:picMk id="17" creationId="{556EF7A9-B4C1-D186-93E8-87644A7C0EC4}"/>
          </ac:picMkLst>
        </pc:picChg>
      </pc:sldChg>
      <pc:sldChg chg="new del">
        <pc:chgData name="Aleksey Zimin" userId="7f2637d0bc515791" providerId="LiveId" clId="{1C363C82-C939-44FC-A8A5-AEBBD531DAF7}" dt="2025-10-16T14:30:20.700" v="3957" actId="47"/>
        <pc:sldMkLst>
          <pc:docMk/>
          <pc:sldMk cId="2004451304" sldId="830"/>
        </pc:sldMkLst>
      </pc:sldChg>
      <pc:sldChg chg="addSp delSp modSp add mod">
        <pc:chgData name="Aleksey Zimin" userId="7f2637d0bc515791" providerId="LiveId" clId="{1C363C82-C939-44FC-A8A5-AEBBD531DAF7}" dt="2025-10-16T14:34:35.992" v="3969" actId="1076"/>
        <pc:sldMkLst>
          <pc:docMk/>
          <pc:sldMk cId="2374436574" sldId="830"/>
        </pc:sldMkLst>
        <pc:spChg chg="mod">
          <ac:chgData name="Aleksey Zimin" userId="7f2637d0bc515791" providerId="LiveId" clId="{1C363C82-C939-44FC-A8A5-AEBBD531DAF7}" dt="2025-10-16T14:30:52.267" v="3964" actId="6549"/>
          <ac:spMkLst>
            <pc:docMk/>
            <pc:sldMk cId="2374436574" sldId="830"/>
            <ac:spMk id="13" creationId="{236EF185-5E64-D4CB-8891-C65E4FC3DC09}"/>
          </ac:spMkLst>
        </pc:spChg>
        <pc:picChg chg="add mod">
          <ac:chgData name="Aleksey Zimin" userId="7f2637d0bc515791" providerId="LiveId" clId="{1C363C82-C939-44FC-A8A5-AEBBD531DAF7}" dt="2025-10-16T14:34:35.992" v="3969" actId="1076"/>
          <ac:picMkLst>
            <pc:docMk/>
            <pc:sldMk cId="2374436574" sldId="830"/>
            <ac:picMk id="5" creationId="{616D7578-5F8A-67F7-E3B9-7D89647F94B7}"/>
          </ac:picMkLst>
        </pc:picChg>
        <pc:picChg chg="mod">
          <ac:chgData name="Aleksey Zimin" userId="7f2637d0bc515791" providerId="LiveId" clId="{1C363C82-C939-44FC-A8A5-AEBBD531DAF7}" dt="2025-10-16T14:30:48.274" v="3962" actId="1076"/>
          <ac:picMkLst>
            <pc:docMk/>
            <pc:sldMk cId="2374436574" sldId="830"/>
            <ac:picMk id="15" creationId="{98DE2275-1C32-5F13-66B5-2D5E8461CD17}"/>
          </ac:picMkLst>
        </pc:picChg>
      </pc:sldChg>
    </pc:docChg>
  </pc:docChgLst>
  <pc:docChgLst>
    <pc:chgData name="Aleksey Zimin" userId="7f2637d0bc515791" providerId="LiveId" clId="{8553A319-8433-4677-8F80-E28D63617D4C}"/>
    <pc:docChg chg="undo redo custSel addSld delSld modSld sldOrd">
      <pc:chgData name="Aleksey Zimin" userId="7f2637d0bc515791" providerId="LiveId" clId="{8553A319-8433-4677-8F80-E28D63617D4C}" dt="2025-10-24T18:17:55.809" v="4121" actId="47"/>
      <pc:docMkLst>
        <pc:docMk/>
      </pc:docMkLst>
      <pc:sldChg chg="del">
        <pc:chgData name="Aleksey Zimin" userId="7f2637d0bc515791" providerId="LiveId" clId="{8553A319-8433-4677-8F80-E28D63617D4C}" dt="2025-10-15T15:05:53.196" v="1" actId="47"/>
        <pc:sldMkLst>
          <pc:docMk/>
          <pc:sldMk cId="2537393782" sldId="257"/>
        </pc:sldMkLst>
      </pc:sldChg>
      <pc:sldChg chg="del">
        <pc:chgData name="Aleksey Zimin" userId="7f2637d0bc515791" providerId="LiveId" clId="{8553A319-8433-4677-8F80-E28D63617D4C}" dt="2025-10-15T15:05:53.196" v="1" actId="47"/>
        <pc:sldMkLst>
          <pc:docMk/>
          <pc:sldMk cId="1529027372" sldId="260"/>
        </pc:sldMkLst>
      </pc:sldChg>
      <pc:sldChg chg="modSp mod">
        <pc:chgData name="Aleksey Zimin" userId="7f2637d0bc515791" providerId="LiveId" clId="{8553A319-8433-4677-8F80-E28D63617D4C}" dt="2025-10-15T15:05:28.805" v="0" actId="20577"/>
        <pc:sldMkLst>
          <pc:docMk/>
          <pc:sldMk cId="1052403946" sldId="272"/>
        </pc:sldMkLst>
        <pc:spChg chg="mod">
          <ac:chgData name="Aleksey Zimin" userId="7f2637d0bc515791" providerId="LiveId" clId="{8553A319-8433-4677-8F80-E28D63617D4C}" dt="2025-10-15T15:05:28.805" v="0" actId="20577"/>
          <ac:spMkLst>
            <pc:docMk/>
            <pc:sldMk cId="1052403946" sldId="272"/>
            <ac:spMk id="6" creationId="{3DF0520F-6299-4676-8176-653C51F4D7A4}"/>
          </ac:spMkLst>
        </pc:spChg>
      </pc:sldChg>
      <pc:sldChg chg="del">
        <pc:chgData name="Aleksey Zimin" userId="7f2637d0bc515791" providerId="LiveId" clId="{8553A319-8433-4677-8F80-E28D63617D4C}" dt="2025-10-24T18:17:55.809" v="4121" actId="47"/>
        <pc:sldMkLst>
          <pc:docMk/>
          <pc:sldMk cId="582660925" sldId="557"/>
        </pc:sldMkLst>
      </pc:sldChg>
      <pc:sldChg chg="del">
        <pc:chgData name="Aleksey Zimin" userId="7f2637d0bc515791" providerId="LiveId" clId="{8553A319-8433-4677-8F80-E28D63617D4C}" dt="2025-10-24T18:17:55.809" v="4121" actId="47"/>
        <pc:sldMkLst>
          <pc:docMk/>
          <pc:sldMk cId="897960614" sldId="559"/>
        </pc:sldMkLst>
      </pc:sldChg>
      <pc:sldChg chg="del">
        <pc:chgData name="Aleksey Zimin" userId="7f2637d0bc515791" providerId="LiveId" clId="{8553A319-8433-4677-8F80-E28D63617D4C}" dt="2025-10-24T18:17:55.809" v="4121" actId="47"/>
        <pc:sldMkLst>
          <pc:docMk/>
          <pc:sldMk cId="2016871750" sldId="560"/>
        </pc:sldMkLst>
      </pc:sldChg>
      <pc:sldChg chg="modSp add del mod">
        <pc:chgData name="Aleksey Zimin" userId="7f2637d0bc515791" providerId="LiveId" clId="{8553A319-8433-4677-8F80-E28D63617D4C}" dt="2025-10-24T18:17:55.809" v="4121" actId="47"/>
        <pc:sldMkLst>
          <pc:docMk/>
          <pc:sldMk cId="3644876859" sldId="572"/>
        </pc:sldMkLst>
        <pc:spChg chg="mod">
          <ac:chgData name="Aleksey Zimin" userId="7f2637d0bc515791" providerId="LiveId" clId="{8553A319-8433-4677-8F80-E28D63617D4C}" dt="2025-10-24T18:16:09.419" v="4120" actId="20577"/>
          <ac:spMkLst>
            <pc:docMk/>
            <pc:sldMk cId="3644876859" sldId="572"/>
            <ac:spMk id="2" creationId="{A9E94263-242C-6CC7-B01C-AFEB51159959}"/>
          </ac:spMkLst>
        </pc:spChg>
      </pc:sldChg>
      <pc:sldChg chg="del">
        <pc:chgData name="Aleksey Zimin" userId="7f2637d0bc515791" providerId="LiveId" clId="{8553A319-8433-4677-8F80-E28D63617D4C}" dt="2025-10-15T15:05:53.196" v="1" actId="47"/>
        <pc:sldMkLst>
          <pc:docMk/>
          <pc:sldMk cId="586871740" sldId="579"/>
        </pc:sldMkLst>
      </pc:sldChg>
      <pc:sldChg chg="del">
        <pc:chgData name="Aleksey Zimin" userId="7f2637d0bc515791" providerId="LiveId" clId="{8553A319-8433-4677-8F80-E28D63617D4C}" dt="2025-10-15T15:05:53.196" v="1" actId="47"/>
        <pc:sldMkLst>
          <pc:docMk/>
          <pc:sldMk cId="1915810812" sldId="580"/>
        </pc:sldMkLst>
      </pc:sldChg>
      <pc:sldChg chg="del">
        <pc:chgData name="Aleksey Zimin" userId="7f2637d0bc515791" providerId="LiveId" clId="{8553A319-8433-4677-8F80-E28D63617D4C}" dt="2025-10-15T15:05:53.196" v="1" actId="47"/>
        <pc:sldMkLst>
          <pc:docMk/>
          <pc:sldMk cId="3279958124" sldId="581"/>
        </pc:sldMkLst>
      </pc:sldChg>
      <pc:sldChg chg="del">
        <pc:chgData name="Aleksey Zimin" userId="7f2637d0bc515791" providerId="LiveId" clId="{8553A319-8433-4677-8F80-E28D63617D4C}" dt="2025-10-15T15:05:53.196" v="1" actId="47"/>
        <pc:sldMkLst>
          <pc:docMk/>
          <pc:sldMk cId="2711271449" sldId="582"/>
        </pc:sldMkLst>
      </pc:sldChg>
      <pc:sldChg chg="del">
        <pc:chgData name="Aleksey Zimin" userId="7f2637d0bc515791" providerId="LiveId" clId="{8553A319-8433-4677-8F80-E28D63617D4C}" dt="2025-10-15T15:05:53.196" v="1" actId="47"/>
        <pc:sldMkLst>
          <pc:docMk/>
          <pc:sldMk cId="4198790168" sldId="583"/>
        </pc:sldMkLst>
      </pc:sldChg>
      <pc:sldChg chg="del">
        <pc:chgData name="Aleksey Zimin" userId="7f2637d0bc515791" providerId="LiveId" clId="{8553A319-8433-4677-8F80-E28D63617D4C}" dt="2025-10-15T15:05:53.196" v="1" actId="47"/>
        <pc:sldMkLst>
          <pc:docMk/>
          <pc:sldMk cId="4236014852" sldId="584"/>
        </pc:sldMkLst>
      </pc:sldChg>
      <pc:sldChg chg="del">
        <pc:chgData name="Aleksey Zimin" userId="7f2637d0bc515791" providerId="LiveId" clId="{8553A319-8433-4677-8F80-E28D63617D4C}" dt="2025-10-15T15:05:53.196" v="1" actId="47"/>
        <pc:sldMkLst>
          <pc:docMk/>
          <pc:sldMk cId="462681112" sldId="585"/>
        </pc:sldMkLst>
      </pc:sldChg>
      <pc:sldChg chg="del">
        <pc:chgData name="Aleksey Zimin" userId="7f2637d0bc515791" providerId="LiveId" clId="{8553A319-8433-4677-8F80-E28D63617D4C}" dt="2025-10-15T15:05:53.196" v="1" actId="47"/>
        <pc:sldMkLst>
          <pc:docMk/>
          <pc:sldMk cId="3382068042" sldId="586"/>
        </pc:sldMkLst>
      </pc:sldChg>
      <pc:sldChg chg="del">
        <pc:chgData name="Aleksey Zimin" userId="7f2637d0bc515791" providerId="LiveId" clId="{8553A319-8433-4677-8F80-E28D63617D4C}" dt="2025-10-15T15:05:53.196" v="1" actId="47"/>
        <pc:sldMkLst>
          <pc:docMk/>
          <pc:sldMk cId="2697071189" sldId="587"/>
        </pc:sldMkLst>
      </pc:sldChg>
      <pc:sldChg chg="add del">
        <pc:chgData name="Aleksey Zimin" userId="7f2637d0bc515791" providerId="LiveId" clId="{8553A319-8433-4677-8F80-E28D63617D4C}" dt="2025-10-21T17:23:26.393" v="1829"/>
        <pc:sldMkLst>
          <pc:docMk/>
          <pc:sldMk cId="1358377955" sldId="792"/>
        </pc:sldMkLst>
      </pc:sldChg>
      <pc:sldChg chg="add del">
        <pc:chgData name="Aleksey Zimin" userId="7f2637d0bc515791" providerId="LiveId" clId="{8553A319-8433-4677-8F80-E28D63617D4C}" dt="2025-10-21T17:23:26.393" v="1829"/>
        <pc:sldMkLst>
          <pc:docMk/>
          <pc:sldMk cId="2635670607" sldId="793"/>
        </pc:sldMkLst>
      </pc:sldChg>
      <pc:sldChg chg="addSp delSp modSp mod">
        <pc:chgData name="Aleksey Zimin" userId="7f2637d0bc515791" providerId="LiveId" clId="{8553A319-8433-4677-8F80-E28D63617D4C}" dt="2025-10-15T18:37:18.579" v="208"/>
        <pc:sldMkLst>
          <pc:docMk/>
          <pc:sldMk cId="869239991" sldId="801"/>
        </pc:sldMkLst>
      </pc:sldChg>
      <pc:sldChg chg="addSp delSp modSp mod">
        <pc:chgData name="Aleksey Zimin" userId="7f2637d0bc515791" providerId="LiveId" clId="{8553A319-8433-4677-8F80-E28D63617D4C}" dt="2025-10-15T18:47:48.921" v="694" actId="20577"/>
        <pc:sldMkLst>
          <pc:docMk/>
          <pc:sldMk cId="2724807813" sldId="803"/>
        </pc:sldMkLst>
        <pc:spChg chg="mod">
          <ac:chgData name="Aleksey Zimin" userId="7f2637d0bc515791" providerId="LiveId" clId="{8553A319-8433-4677-8F80-E28D63617D4C}" dt="2025-10-15T18:47:48.921" v="694" actId="20577"/>
          <ac:spMkLst>
            <pc:docMk/>
            <pc:sldMk cId="2724807813" sldId="803"/>
            <ac:spMk id="3" creationId="{80EAD1E1-6FBD-1E46-1494-5F1DF6B2D433}"/>
          </ac:spMkLst>
        </pc:spChg>
        <pc:spChg chg="add mod">
          <ac:chgData name="Aleksey Zimin" userId="7f2637d0bc515791" providerId="LiveId" clId="{8553A319-8433-4677-8F80-E28D63617D4C}" dt="2025-10-15T18:39:46.711" v="407" actId="1076"/>
          <ac:spMkLst>
            <pc:docMk/>
            <pc:sldMk cId="2724807813" sldId="803"/>
            <ac:spMk id="8" creationId="{4D6B6CB3-BC49-DDDF-D46B-75CF4C680FC5}"/>
          </ac:spMkLst>
        </pc:spChg>
        <pc:spChg chg="add mod">
          <ac:chgData name="Aleksey Zimin" userId="7f2637d0bc515791" providerId="LiveId" clId="{8553A319-8433-4677-8F80-E28D63617D4C}" dt="2025-10-15T18:39:46.711" v="407" actId="1076"/>
          <ac:spMkLst>
            <pc:docMk/>
            <pc:sldMk cId="2724807813" sldId="803"/>
            <ac:spMk id="11" creationId="{7928F98F-0850-AC4D-748D-3422888C8A03}"/>
          </ac:spMkLst>
        </pc:spChg>
        <pc:spChg chg="add mod">
          <ac:chgData name="Aleksey Zimin" userId="7f2637d0bc515791" providerId="LiveId" clId="{8553A319-8433-4677-8F80-E28D63617D4C}" dt="2025-10-15T18:39:46.711" v="407" actId="1076"/>
          <ac:spMkLst>
            <pc:docMk/>
            <pc:sldMk cId="2724807813" sldId="803"/>
            <ac:spMk id="13" creationId="{77241136-0273-09BE-CD1F-962D8DB28C97}"/>
          </ac:spMkLst>
        </pc:spChg>
        <pc:spChg chg="add mod">
          <ac:chgData name="Aleksey Zimin" userId="7f2637d0bc515791" providerId="LiveId" clId="{8553A319-8433-4677-8F80-E28D63617D4C}" dt="2025-10-15T18:39:46.711" v="407" actId="1076"/>
          <ac:spMkLst>
            <pc:docMk/>
            <pc:sldMk cId="2724807813" sldId="803"/>
            <ac:spMk id="16" creationId="{91E84084-0767-93D2-7479-AA019C88EEA7}"/>
          </ac:spMkLst>
        </pc:spChg>
        <pc:spChg chg="add mod">
          <ac:chgData name="Aleksey Zimin" userId="7f2637d0bc515791" providerId="LiveId" clId="{8553A319-8433-4677-8F80-E28D63617D4C}" dt="2025-10-15T18:39:46.711" v="407" actId="1076"/>
          <ac:spMkLst>
            <pc:docMk/>
            <pc:sldMk cId="2724807813" sldId="803"/>
            <ac:spMk id="17" creationId="{6913E2B2-0B82-D800-5474-D4212DD843C9}"/>
          </ac:spMkLst>
        </pc:spChg>
        <pc:spChg chg="add mod">
          <ac:chgData name="Aleksey Zimin" userId="7f2637d0bc515791" providerId="LiveId" clId="{8553A319-8433-4677-8F80-E28D63617D4C}" dt="2025-10-15T18:39:46.711" v="407" actId="1076"/>
          <ac:spMkLst>
            <pc:docMk/>
            <pc:sldMk cId="2724807813" sldId="803"/>
            <ac:spMk id="18" creationId="{845DF2A2-E39B-D51D-25E9-FA0CC154F284}"/>
          </ac:spMkLst>
        </pc:spChg>
        <pc:spChg chg="add mod">
          <ac:chgData name="Aleksey Zimin" userId="7f2637d0bc515791" providerId="LiveId" clId="{8553A319-8433-4677-8F80-E28D63617D4C}" dt="2025-10-15T18:39:46.711" v="407" actId="1076"/>
          <ac:spMkLst>
            <pc:docMk/>
            <pc:sldMk cId="2724807813" sldId="803"/>
            <ac:spMk id="19" creationId="{AD0A23BC-6666-6288-15FE-1EFA8C91BD1C}"/>
          </ac:spMkLst>
        </pc:spChg>
        <pc:spChg chg="add mod">
          <ac:chgData name="Aleksey Zimin" userId="7f2637d0bc515791" providerId="LiveId" clId="{8553A319-8433-4677-8F80-E28D63617D4C}" dt="2025-10-15T18:39:46.711" v="407" actId="1076"/>
          <ac:spMkLst>
            <pc:docMk/>
            <pc:sldMk cId="2724807813" sldId="803"/>
            <ac:spMk id="20" creationId="{C5AE3FE0-F43E-B799-B2F9-4DD4440F8CF0}"/>
          </ac:spMkLst>
        </pc:spChg>
        <pc:spChg chg="add mod">
          <ac:chgData name="Aleksey Zimin" userId="7f2637d0bc515791" providerId="LiveId" clId="{8553A319-8433-4677-8F80-E28D63617D4C}" dt="2025-10-15T18:39:52.727" v="409" actId="1076"/>
          <ac:spMkLst>
            <pc:docMk/>
            <pc:sldMk cId="2724807813" sldId="803"/>
            <ac:spMk id="23" creationId="{D6E700E5-2D8B-C6FC-E9C2-83E16FA49EB1}"/>
          </ac:spMkLst>
        </pc:spChg>
        <pc:spChg chg="add mod">
          <ac:chgData name="Aleksey Zimin" userId="7f2637d0bc515791" providerId="LiveId" clId="{8553A319-8433-4677-8F80-E28D63617D4C}" dt="2025-10-15T18:39:52.727" v="409" actId="1076"/>
          <ac:spMkLst>
            <pc:docMk/>
            <pc:sldMk cId="2724807813" sldId="803"/>
            <ac:spMk id="24" creationId="{5FBF33BB-A7FC-26B2-BBE3-B0B2CDA6187B}"/>
          </ac:spMkLst>
        </pc:spChg>
        <pc:spChg chg="add mod">
          <ac:chgData name="Aleksey Zimin" userId="7f2637d0bc515791" providerId="LiveId" clId="{8553A319-8433-4677-8F80-E28D63617D4C}" dt="2025-10-15T18:39:52.727" v="409" actId="1076"/>
          <ac:spMkLst>
            <pc:docMk/>
            <pc:sldMk cId="2724807813" sldId="803"/>
            <ac:spMk id="25" creationId="{1C89B375-9B7E-2E21-2D6D-C490335F2EA0}"/>
          </ac:spMkLst>
        </pc:spChg>
        <pc:spChg chg="add mod">
          <ac:chgData name="Aleksey Zimin" userId="7f2637d0bc515791" providerId="LiveId" clId="{8553A319-8433-4677-8F80-E28D63617D4C}" dt="2025-10-15T18:40:20.360" v="414" actId="20577"/>
          <ac:spMkLst>
            <pc:docMk/>
            <pc:sldMk cId="2724807813" sldId="803"/>
            <ac:spMk id="26" creationId="{BFF6FDC8-F68A-8405-1E3D-C40D09B3D4BF}"/>
          </ac:spMkLst>
        </pc:spChg>
        <pc:spChg chg="add mod">
          <ac:chgData name="Aleksey Zimin" userId="7f2637d0bc515791" providerId="LiveId" clId="{8553A319-8433-4677-8F80-E28D63617D4C}" dt="2025-10-15T18:39:52.727" v="409" actId="1076"/>
          <ac:spMkLst>
            <pc:docMk/>
            <pc:sldMk cId="2724807813" sldId="803"/>
            <ac:spMk id="27" creationId="{6018D108-07C6-6F38-4029-65F6D7DADC0B}"/>
          </ac:spMkLst>
        </pc:spChg>
        <pc:spChg chg="add mod">
          <ac:chgData name="Aleksey Zimin" userId="7f2637d0bc515791" providerId="LiveId" clId="{8553A319-8433-4677-8F80-E28D63617D4C}" dt="2025-10-15T18:39:52.727" v="409" actId="1076"/>
          <ac:spMkLst>
            <pc:docMk/>
            <pc:sldMk cId="2724807813" sldId="803"/>
            <ac:spMk id="28" creationId="{6E4127FE-ED2B-F845-4C25-112B9EF0F30C}"/>
          </ac:spMkLst>
        </pc:spChg>
        <pc:spChg chg="add mod">
          <ac:chgData name="Aleksey Zimin" userId="7f2637d0bc515791" providerId="LiveId" clId="{8553A319-8433-4677-8F80-E28D63617D4C}" dt="2025-10-15T18:40:28.367" v="423" actId="20577"/>
          <ac:spMkLst>
            <pc:docMk/>
            <pc:sldMk cId="2724807813" sldId="803"/>
            <ac:spMk id="29" creationId="{4C1EF227-7D66-4F3D-F10E-5330F63F0151}"/>
          </ac:spMkLst>
        </pc:spChg>
        <pc:cxnChg chg="add mod">
          <ac:chgData name="Aleksey Zimin" userId="7f2637d0bc515791" providerId="LiveId" clId="{8553A319-8433-4677-8F80-E28D63617D4C}" dt="2025-10-15T18:39:46.711" v="407" actId="1076"/>
          <ac:cxnSpMkLst>
            <pc:docMk/>
            <pc:sldMk cId="2724807813" sldId="803"/>
            <ac:cxnSpMk id="7" creationId="{0DAE7A6B-B335-D8E2-F1EA-CA0F191C456B}"/>
          </ac:cxnSpMkLst>
        </pc:cxnChg>
        <pc:cxnChg chg="add mod">
          <ac:chgData name="Aleksey Zimin" userId="7f2637d0bc515791" providerId="LiveId" clId="{8553A319-8433-4677-8F80-E28D63617D4C}" dt="2025-10-15T18:39:52.727" v="409" actId="1076"/>
          <ac:cxnSpMkLst>
            <pc:docMk/>
            <pc:sldMk cId="2724807813" sldId="803"/>
            <ac:cxnSpMk id="21" creationId="{3657E309-E61F-BDEA-C6FC-D1B81B3F9B67}"/>
          </ac:cxnSpMkLst>
        </pc:cxnChg>
      </pc:sldChg>
      <pc:sldChg chg="del">
        <pc:chgData name="Aleksey Zimin" userId="7f2637d0bc515791" providerId="LiveId" clId="{8553A319-8433-4677-8F80-E28D63617D4C}" dt="2025-10-15T15:05:53.196" v="1" actId="47"/>
        <pc:sldMkLst>
          <pc:docMk/>
          <pc:sldMk cId="3165595715" sldId="806"/>
        </pc:sldMkLst>
      </pc:sldChg>
      <pc:sldChg chg="del">
        <pc:chgData name="Aleksey Zimin" userId="7f2637d0bc515791" providerId="LiveId" clId="{8553A319-8433-4677-8F80-E28D63617D4C}" dt="2025-10-15T15:05:53.196" v="1" actId="47"/>
        <pc:sldMkLst>
          <pc:docMk/>
          <pc:sldMk cId="2104384076" sldId="807"/>
        </pc:sldMkLst>
      </pc:sldChg>
      <pc:sldChg chg="del">
        <pc:chgData name="Aleksey Zimin" userId="7f2637d0bc515791" providerId="LiveId" clId="{8553A319-8433-4677-8F80-E28D63617D4C}" dt="2025-10-15T15:05:53.196" v="1" actId="47"/>
        <pc:sldMkLst>
          <pc:docMk/>
          <pc:sldMk cId="511114794" sldId="808"/>
        </pc:sldMkLst>
      </pc:sldChg>
      <pc:sldChg chg="del">
        <pc:chgData name="Aleksey Zimin" userId="7f2637d0bc515791" providerId="LiveId" clId="{8553A319-8433-4677-8F80-E28D63617D4C}" dt="2025-10-15T15:05:53.196" v="1" actId="47"/>
        <pc:sldMkLst>
          <pc:docMk/>
          <pc:sldMk cId="2153619108" sldId="810"/>
        </pc:sldMkLst>
      </pc:sldChg>
      <pc:sldChg chg="del">
        <pc:chgData name="Aleksey Zimin" userId="7f2637d0bc515791" providerId="LiveId" clId="{8553A319-8433-4677-8F80-E28D63617D4C}" dt="2025-10-15T15:05:53.196" v="1" actId="47"/>
        <pc:sldMkLst>
          <pc:docMk/>
          <pc:sldMk cId="1638590587" sldId="813"/>
        </pc:sldMkLst>
      </pc:sldChg>
      <pc:sldChg chg="modSp add mod">
        <pc:chgData name="Aleksey Zimin" userId="7f2637d0bc515791" providerId="LiveId" clId="{8553A319-8433-4677-8F80-E28D63617D4C}" dt="2025-10-15T18:44:07.841" v="600" actId="20577"/>
        <pc:sldMkLst>
          <pc:docMk/>
          <pc:sldMk cId="1749372544" sldId="813"/>
        </pc:sldMkLst>
        <pc:spChg chg="mod">
          <ac:chgData name="Aleksey Zimin" userId="7f2637d0bc515791" providerId="LiveId" clId="{8553A319-8433-4677-8F80-E28D63617D4C}" dt="2025-10-15T18:44:07.841" v="600" actId="20577"/>
          <ac:spMkLst>
            <pc:docMk/>
            <pc:sldMk cId="1749372544" sldId="813"/>
            <ac:spMk id="3" creationId="{AC418FC5-5CDB-A308-36F3-ED14400B7652}"/>
          </ac:spMkLst>
        </pc:spChg>
      </pc:sldChg>
      <pc:sldChg chg="add del">
        <pc:chgData name="Aleksey Zimin" userId="7f2637d0bc515791" providerId="LiveId" clId="{8553A319-8433-4677-8F80-E28D63617D4C}" dt="2025-10-15T18:41:22.423" v="425" actId="47"/>
        <pc:sldMkLst>
          <pc:docMk/>
          <pc:sldMk cId="3896631951" sldId="813"/>
        </pc:sldMkLst>
      </pc:sldChg>
      <pc:sldChg chg="del">
        <pc:chgData name="Aleksey Zimin" userId="7f2637d0bc515791" providerId="LiveId" clId="{8553A319-8433-4677-8F80-E28D63617D4C}" dt="2025-10-15T15:05:53.196" v="1" actId="47"/>
        <pc:sldMkLst>
          <pc:docMk/>
          <pc:sldMk cId="1699868994" sldId="814"/>
        </pc:sldMkLst>
      </pc:sldChg>
      <pc:sldChg chg="addSp delSp modSp new mod ord modAnim">
        <pc:chgData name="Aleksey Zimin" userId="7f2637d0bc515791" providerId="LiveId" clId="{8553A319-8433-4677-8F80-E28D63617D4C}" dt="2025-10-21T17:26:44.706" v="1945"/>
        <pc:sldMkLst>
          <pc:docMk/>
          <pc:sldMk cId="2465518171" sldId="814"/>
        </pc:sldMkLst>
        <pc:spChg chg="mod">
          <ac:chgData name="Aleksey Zimin" userId="7f2637d0bc515791" providerId="LiveId" clId="{8553A319-8433-4677-8F80-E28D63617D4C}" dt="2025-10-15T18:46:54.042" v="671" actId="20577"/>
          <ac:spMkLst>
            <pc:docMk/>
            <pc:sldMk cId="2465518171" sldId="814"/>
            <ac:spMk id="2" creationId="{128191F8-69F6-43F3-E982-879D1E511DCF}"/>
          </ac:spMkLst>
        </pc:spChg>
        <pc:spChg chg="add mod">
          <ac:chgData name="Aleksey Zimin" userId="7f2637d0bc515791" providerId="LiveId" clId="{8553A319-8433-4677-8F80-E28D63617D4C}" dt="2025-10-15T18:47:26.822" v="674" actId="1076"/>
          <ac:spMkLst>
            <pc:docMk/>
            <pc:sldMk cId="2465518171" sldId="814"/>
            <ac:spMk id="6" creationId="{5729019B-DB26-8FE2-584B-B3734B3262F0}"/>
          </ac:spMkLst>
        </pc:spChg>
        <pc:spChg chg="add mod">
          <ac:chgData name="Aleksey Zimin" userId="7f2637d0bc515791" providerId="LiveId" clId="{8553A319-8433-4677-8F80-E28D63617D4C}" dt="2025-10-15T18:47:09.703" v="673"/>
          <ac:spMkLst>
            <pc:docMk/>
            <pc:sldMk cId="2465518171" sldId="814"/>
            <ac:spMk id="7" creationId="{F3518A04-2809-2A60-BF7F-854F5018142C}"/>
          </ac:spMkLst>
        </pc:spChg>
        <pc:spChg chg="add mod">
          <ac:chgData name="Aleksey Zimin" userId="7f2637d0bc515791" providerId="LiveId" clId="{8553A319-8433-4677-8F80-E28D63617D4C}" dt="2025-10-15T18:47:09.703" v="673"/>
          <ac:spMkLst>
            <pc:docMk/>
            <pc:sldMk cId="2465518171" sldId="814"/>
            <ac:spMk id="8" creationId="{07ABC69E-385C-C683-848A-BFD054ABD5E3}"/>
          </ac:spMkLst>
        </pc:spChg>
        <pc:picChg chg="add mod">
          <ac:chgData name="Aleksey Zimin" userId="7f2637d0bc515791" providerId="LiveId" clId="{8553A319-8433-4677-8F80-E28D63617D4C}" dt="2025-10-15T18:47:09.703" v="673"/>
          <ac:picMkLst>
            <pc:docMk/>
            <pc:sldMk cId="2465518171" sldId="814"/>
            <ac:picMk id="5" creationId="{68C1109E-9899-10B8-DBBD-9B935B5FF073}"/>
          </ac:picMkLst>
        </pc:picChg>
      </pc:sldChg>
      <pc:sldChg chg="modSp new del mod">
        <pc:chgData name="Aleksey Zimin" userId="7f2637d0bc515791" providerId="LiveId" clId="{8553A319-8433-4677-8F80-E28D63617D4C}" dt="2025-10-15T18:44:40.321" v="647" actId="47"/>
        <pc:sldMkLst>
          <pc:docMk/>
          <pc:sldMk cId="3175732411" sldId="814"/>
        </pc:sldMkLst>
      </pc:sldChg>
      <pc:sldChg chg="addSp delSp modSp new mod modAnim">
        <pc:chgData name="Aleksey Zimin" userId="7f2637d0bc515791" providerId="LiveId" clId="{8553A319-8433-4677-8F80-E28D63617D4C}" dt="2025-10-15T18:54:36.392" v="841"/>
        <pc:sldMkLst>
          <pc:docMk/>
          <pc:sldMk cId="2408950623" sldId="815"/>
        </pc:sldMkLst>
        <pc:spChg chg="mod">
          <ac:chgData name="Aleksey Zimin" userId="7f2637d0bc515791" providerId="LiveId" clId="{8553A319-8433-4677-8F80-E28D63617D4C}" dt="2025-10-15T18:49:01.528" v="755" actId="27636"/>
          <ac:spMkLst>
            <pc:docMk/>
            <pc:sldMk cId="2408950623" sldId="815"/>
            <ac:spMk id="2" creationId="{32139D4D-76D4-B95D-0362-0026590030E3}"/>
          </ac:spMkLst>
        </pc:spChg>
        <pc:spChg chg="add mod">
          <ac:chgData name="Aleksey Zimin" userId="7f2637d0bc515791" providerId="LiveId" clId="{8553A319-8433-4677-8F80-E28D63617D4C}" dt="2025-10-15T18:54:04.738" v="829" actId="20577"/>
          <ac:spMkLst>
            <pc:docMk/>
            <pc:sldMk cId="2408950623" sldId="815"/>
            <ac:spMk id="5" creationId="{B8B1F64A-5142-EDE7-A81E-5611FD2A6CCE}"/>
          </ac:spMkLst>
        </pc:spChg>
      </pc:sldChg>
      <pc:sldChg chg="addSp delSp modSp new mod ord">
        <pc:chgData name="Aleksey Zimin" userId="7f2637d0bc515791" providerId="LiveId" clId="{8553A319-8433-4677-8F80-E28D63617D4C}" dt="2025-10-21T17:26:47.504" v="1947"/>
        <pc:sldMkLst>
          <pc:docMk/>
          <pc:sldMk cId="2474178406" sldId="816"/>
        </pc:sldMkLst>
        <pc:spChg chg="mod">
          <ac:chgData name="Aleksey Zimin" userId="7f2637d0bc515791" providerId="LiveId" clId="{8553A319-8433-4677-8F80-E28D63617D4C}" dt="2025-10-15T18:58:20.471" v="873" actId="114"/>
          <ac:spMkLst>
            <pc:docMk/>
            <pc:sldMk cId="2474178406" sldId="816"/>
            <ac:spMk id="2" creationId="{1ED5893F-B60E-D546-753D-48778A59232C}"/>
          </ac:spMkLst>
        </pc:spChg>
        <pc:spChg chg="mod">
          <ac:chgData name="Aleksey Zimin" userId="7f2637d0bc515791" providerId="LiveId" clId="{8553A319-8433-4677-8F80-E28D63617D4C}" dt="2025-10-15T19:59:20.037" v="1247" actId="20577"/>
          <ac:spMkLst>
            <pc:docMk/>
            <pc:sldMk cId="2474178406" sldId="816"/>
            <ac:spMk id="3" creationId="{B2A8449F-55B1-194F-4F6F-2C3A0E95CF66}"/>
          </ac:spMkLst>
        </pc:spChg>
        <pc:cxnChg chg="add mod">
          <ac:chgData name="Aleksey Zimin" userId="7f2637d0bc515791" providerId="LiveId" clId="{8553A319-8433-4677-8F80-E28D63617D4C}" dt="2025-10-15T19:59:26.152" v="1248" actId="1076"/>
          <ac:cxnSpMkLst>
            <pc:docMk/>
            <pc:sldMk cId="2474178406" sldId="816"/>
            <ac:cxnSpMk id="5" creationId="{F937B3B2-E2F1-3A7E-4591-1CDE65AEDA6B}"/>
          </ac:cxnSpMkLst>
        </pc:cxnChg>
        <pc:cxnChg chg="add mod">
          <ac:chgData name="Aleksey Zimin" userId="7f2637d0bc515791" providerId="LiveId" clId="{8553A319-8433-4677-8F80-E28D63617D4C}" dt="2025-10-15T19:59:26.152" v="1248" actId="1076"/>
          <ac:cxnSpMkLst>
            <pc:docMk/>
            <pc:sldMk cId="2474178406" sldId="816"/>
            <ac:cxnSpMk id="7" creationId="{20C0A8C3-D7EC-C3F6-A5AA-394FFC4BB0D7}"/>
          </ac:cxnSpMkLst>
        </pc:cxnChg>
        <pc:cxnChg chg="add mod">
          <ac:chgData name="Aleksey Zimin" userId="7f2637d0bc515791" providerId="LiveId" clId="{8553A319-8433-4677-8F80-E28D63617D4C}" dt="2025-10-15T19:59:26.152" v="1248" actId="1076"/>
          <ac:cxnSpMkLst>
            <pc:docMk/>
            <pc:sldMk cId="2474178406" sldId="816"/>
            <ac:cxnSpMk id="9" creationId="{06C72EE9-D004-ACB2-F4E2-4D3776FFD209}"/>
          </ac:cxnSpMkLst>
        </pc:cxnChg>
        <pc:cxnChg chg="add mod">
          <ac:chgData name="Aleksey Zimin" userId="7f2637d0bc515791" providerId="LiveId" clId="{8553A319-8433-4677-8F80-E28D63617D4C}" dt="2025-10-15T19:59:26.152" v="1248" actId="1076"/>
          <ac:cxnSpMkLst>
            <pc:docMk/>
            <pc:sldMk cId="2474178406" sldId="816"/>
            <ac:cxnSpMk id="10" creationId="{22D9576E-A089-A7C6-0247-F290EEB202F7}"/>
          </ac:cxnSpMkLst>
        </pc:cxnChg>
        <pc:cxnChg chg="add mod">
          <ac:chgData name="Aleksey Zimin" userId="7f2637d0bc515791" providerId="LiveId" clId="{8553A319-8433-4677-8F80-E28D63617D4C}" dt="2025-10-15T19:59:26.152" v="1248" actId="1076"/>
          <ac:cxnSpMkLst>
            <pc:docMk/>
            <pc:sldMk cId="2474178406" sldId="816"/>
            <ac:cxnSpMk id="11" creationId="{6D06A51C-9A89-8968-4BAA-5C073CEA1306}"/>
          </ac:cxnSpMkLst>
        </pc:cxnChg>
      </pc:sldChg>
      <pc:sldChg chg="del">
        <pc:chgData name="Aleksey Zimin" userId="7f2637d0bc515791" providerId="LiveId" clId="{8553A319-8433-4677-8F80-E28D63617D4C}" dt="2025-10-21T16:59:32.101" v="1251" actId="2696"/>
        <pc:sldMkLst>
          <pc:docMk/>
          <pc:sldMk cId="2031816790" sldId="820"/>
        </pc:sldMkLst>
      </pc:sldChg>
      <pc:sldChg chg="modSp add mod modAnim">
        <pc:chgData name="Aleksey Zimin" userId="7f2637d0bc515791" providerId="LiveId" clId="{8553A319-8433-4677-8F80-E28D63617D4C}" dt="2025-10-21T17:26:24.129" v="1943"/>
        <pc:sldMkLst>
          <pc:docMk/>
          <pc:sldMk cId="2740878212" sldId="820"/>
        </pc:sldMkLst>
        <pc:spChg chg="mod">
          <ac:chgData name="Aleksey Zimin" userId="7f2637d0bc515791" providerId="LiveId" clId="{8553A319-8433-4677-8F80-E28D63617D4C}" dt="2025-10-21T17:26:14.575" v="1942" actId="115"/>
          <ac:spMkLst>
            <pc:docMk/>
            <pc:sldMk cId="2740878212" sldId="820"/>
            <ac:spMk id="3" creationId="{0477446B-93CC-11C9-E2C5-1BA68F9FC5B1}"/>
          </ac:spMkLst>
        </pc:spChg>
      </pc:sldChg>
      <pc:sldChg chg="modSp add del mod ord">
        <pc:chgData name="Aleksey Zimin" userId="7f2637d0bc515791" providerId="LiveId" clId="{8553A319-8433-4677-8F80-E28D63617D4C}" dt="2025-10-21T17:24:45.017" v="1914" actId="2696"/>
        <pc:sldMkLst>
          <pc:docMk/>
          <pc:sldMk cId="3243024156" sldId="820"/>
        </pc:sldMkLst>
      </pc:sldChg>
      <pc:sldChg chg="del">
        <pc:chgData name="Aleksey Zimin" userId="7f2637d0bc515791" providerId="LiveId" clId="{8553A319-8433-4677-8F80-E28D63617D4C}" dt="2025-10-24T18:17:55.809" v="4121" actId="47"/>
        <pc:sldMkLst>
          <pc:docMk/>
          <pc:sldMk cId="2068933949" sldId="823"/>
        </pc:sldMkLst>
      </pc:sldChg>
      <pc:sldChg chg="addSp delSp modSp del mod ord">
        <pc:chgData name="Aleksey Zimin" userId="7f2637d0bc515791" providerId="LiveId" clId="{8553A319-8433-4677-8F80-E28D63617D4C}" dt="2025-10-24T18:17:55.809" v="4121" actId="47"/>
        <pc:sldMkLst>
          <pc:docMk/>
          <pc:sldMk cId="1248438669" sldId="824"/>
        </pc:sldMkLst>
      </pc:sldChg>
      <pc:sldChg chg="del">
        <pc:chgData name="Aleksey Zimin" userId="7f2637d0bc515791" providerId="LiveId" clId="{8553A319-8433-4677-8F80-E28D63617D4C}" dt="2025-10-24T18:17:55.809" v="4121" actId="47"/>
        <pc:sldMkLst>
          <pc:docMk/>
          <pc:sldMk cId="2622166328" sldId="825"/>
        </pc:sldMkLst>
      </pc:sldChg>
      <pc:sldChg chg="del">
        <pc:chgData name="Aleksey Zimin" userId="7f2637d0bc515791" providerId="LiveId" clId="{8553A319-8433-4677-8F80-E28D63617D4C}" dt="2025-10-24T18:17:55.809" v="4121" actId="47"/>
        <pc:sldMkLst>
          <pc:docMk/>
          <pc:sldMk cId="2174087718" sldId="826"/>
        </pc:sldMkLst>
      </pc:sldChg>
      <pc:sldChg chg="del">
        <pc:chgData name="Aleksey Zimin" userId="7f2637d0bc515791" providerId="LiveId" clId="{8553A319-8433-4677-8F80-E28D63617D4C}" dt="2025-10-24T18:17:55.809" v="4121" actId="47"/>
        <pc:sldMkLst>
          <pc:docMk/>
          <pc:sldMk cId="14013305" sldId="827"/>
        </pc:sldMkLst>
      </pc:sldChg>
      <pc:sldChg chg="del">
        <pc:chgData name="Aleksey Zimin" userId="7f2637d0bc515791" providerId="LiveId" clId="{8553A319-8433-4677-8F80-E28D63617D4C}" dt="2025-10-24T18:17:55.809" v="4121" actId="47"/>
        <pc:sldMkLst>
          <pc:docMk/>
          <pc:sldMk cId="2055598344" sldId="828"/>
        </pc:sldMkLst>
      </pc:sldChg>
      <pc:sldChg chg="modSp new del mod ord">
        <pc:chgData name="Aleksey Zimin" userId="7f2637d0bc515791" providerId="LiveId" clId="{8553A319-8433-4677-8F80-E28D63617D4C}" dt="2025-10-24T18:17:55.809" v="4121" actId="47"/>
        <pc:sldMkLst>
          <pc:docMk/>
          <pc:sldMk cId="2290969468" sldId="831"/>
        </pc:sldMkLst>
      </pc:sldChg>
      <pc:sldChg chg="modSp new del mod">
        <pc:chgData name="Aleksey Zimin" userId="7f2637d0bc515791" providerId="LiveId" clId="{8553A319-8433-4677-8F80-E28D63617D4C}" dt="2025-10-24T18:17:55.809" v="4121" actId="47"/>
        <pc:sldMkLst>
          <pc:docMk/>
          <pc:sldMk cId="1495454639" sldId="832"/>
        </pc:sldMkLst>
      </pc:sldChg>
      <pc:sldChg chg="modSp new del mod">
        <pc:chgData name="Aleksey Zimin" userId="7f2637d0bc515791" providerId="LiveId" clId="{8553A319-8433-4677-8F80-E28D63617D4C}" dt="2025-10-24T18:17:55.809" v="4121" actId="47"/>
        <pc:sldMkLst>
          <pc:docMk/>
          <pc:sldMk cId="3625668558" sldId="833"/>
        </pc:sldMkLst>
      </pc:sldChg>
      <pc:sldChg chg="addSp delSp modSp new del mod">
        <pc:chgData name="Aleksey Zimin" userId="7f2637d0bc515791" providerId="LiveId" clId="{8553A319-8433-4677-8F80-E28D63617D4C}" dt="2025-10-24T18:17:55.809" v="4121" actId="47"/>
        <pc:sldMkLst>
          <pc:docMk/>
          <pc:sldMk cId="2230780895" sldId="834"/>
        </pc:sldMkLst>
      </pc:sldChg>
      <pc:sldChg chg="addSp modSp new del mod">
        <pc:chgData name="Aleksey Zimin" userId="7f2637d0bc515791" providerId="LiveId" clId="{8553A319-8433-4677-8F80-E28D63617D4C}" dt="2025-10-24T18:17:55.809" v="4121" actId="47"/>
        <pc:sldMkLst>
          <pc:docMk/>
          <pc:sldMk cId="664404228" sldId="835"/>
        </pc:sldMkLst>
      </pc:sldChg>
      <pc:sldChg chg="addSp delSp modSp new del mod">
        <pc:chgData name="Aleksey Zimin" userId="7f2637d0bc515791" providerId="LiveId" clId="{8553A319-8433-4677-8F80-E28D63617D4C}" dt="2025-10-24T18:17:55.809" v="4121" actId="47"/>
        <pc:sldMkLst>
          <pc:docMk/>
          <pc:sldMk cId="3256696827" sldId="836"/>
        </pc:sldMkLst>
      </pc:sldChg>
      <pc:sldChg chg="addSp delSp modSp new del mod">
        <pc:chgData name="Aleksey Zimin" userId="7f2637d0bc515791" providerId="LiveId" clId="{8553A319-8433-4677-8F80-E28D63617D4C}" dt="2025-10-24T18:17:55.809" v="4121" actId="47"/>
        <pc:sldMkLst>
          <pc:docMk/>
          <pc:sldMk cId="1946252673" sldId="837"/>
        </pc:sldMkLst>
      </pc:sldChg>
      <pc:sldChg chg="addSp delSp modSp new del mod">
        <pc:chgData name="Aleksey Zimin" userId="7f2637d0bc515791" providerId="LiveId" clId="{8553A319-8433-4677-8F80-E28D63617D4C}" dt="2025-10-24T18:17:55.809" v="4121" actId="47"/>
        <pc:sldMkLst>
          <pc:docMk/>
          <pc:sldMk cId="1295660035" sldId="838"/>
        </pc:sldMkLst>
      </pc:sldChg>
      <pc:sldChg chg="addSp delSp modSp new del mod modAnim">
        <pc:chgData name="Aleksey Zimin" userId="7f2637d0bc515791" providerId="LiveId" clId="{8553A319-8433-4677-8F80-E28D63617D4C}" dt="2025-10-24T18:17:55.809" v="4121" actId="47"/>
        <pc:sldMkLst>
          <pc:docMk/>
          <pc:sldMk cId="1256113951" sldId="839"/>
        </pc:sldMkLst>
      </pc:sldChg>
      <pc:sldChg chg="addSp delSp modSp new del mod modAnim">
        <pc:chgData name="Aleksey Zimin" userId="7f2637d0bc515791" providerId="LiveId" clId="{8553A319-8433-4677-8F80-E28D63617D4C}" dt="2025-10-24T18:17:55.809" v="4121" actId="47"/>
        <pc:sldMkLst>
          <pc:docMk/>
          <pc:sldMk cId="3012806712" sldId="840"/>
        </pc:sldMkLst>
      </pc:sldChg>
      <pc:sldChg chg="modSp new del mod">
        <pc:chgData name="Aleksey Zimin" userId="7f2637d0bc515791" providerId="LiveId" clId="{8553A319-8433-4677-8F80-E28D63617D4C}" dt="2025-10-24T18:17:55.809" v="4121" actId="47"/>
        <pc:sldMkLst>
          <pc:docMk/>
          <pc:sldMk cId="763290966" sldId="841"/>
        </pc:sldMkLst>
      </pc:sldChg>
      <pc:sldChg chg="addSp delSp modSp add del mod delAnim modAnim">
        <pc:chgData name="Aleksey Zimin" userId="7f2637d0bc515791" providerId="LiveId" clId="{8553A319-8433-4677-8F80-E28D63617D4C}" dt="2025-10-24T18:17:55.809" v="4121" actId="47"/>
        <pc:sldMkLst>
          <pc:docMk/>
          <pc:sldMk cId="2459509777" sldId="842"/>
        </pc:sldMkLst>
      </pc:sldChg>
      <pc:sldChg chg="addSp delSp modSp new del mod modAnim">
        <pc:chgData name="Aleksey Zimin" userId="7f2637d0bc515791" providerId="LiveId" clId="{8553A319-8433-4677-8F80-E28D63617D4C}" dt="2025-10-24T18:17:55.809" v="4121" actId="47"/>
        <pc:sldMkLst>
          <pc:docMk/>
          <pc:sldMk cId="4155191155" sldId="843"/>
        </pc:sldMkLst>
      </pc:sldChg>
      <pc:sldChg chg="addSp delSp modSp add del mod addAnim delAnim modAnim">
        <pc:chgData name="Aleksey Zimin" userId="7f2637d0bc515791" providerId="LiveId" clId="{8553A319-8433-4677-8F80-E28D63617D4C}" dt="2025-10-24T18:17:55.809" v="4121" actId="47"/>
        <pc:sldMkLst>
          <pc:docMk/>
          <pc:sldMk cId="1098893626" sldId="844"/>
        </pc:sldMkLst>
      </pc:sldChg>
      <pc:sldChg chg="addSp delSp modSp add del mod delAnim modAnim">
        <pc:chgData name="Aleksey Zimin" userId="7f2637d0bc515791" providerId="LiveId" clId="{8553A319-8433-4677-8F80-E28D63617D4C}" dt="2025-10-24T18:17:55.809" v="4121" actId="47"/>
        <pc:sldMkLst>
          <pc:docMk/>
          <pc:sldMk cId="3967168509" sldId="845"/>
        </pc:sldMkLst>
      </pc:sldChg>
      <pc:sldChg chg="add del">
        <pc:chgData name="Aleksey Zimin" userId="7f2637d0bc515791" providerId="LiveId" clId="{8553A319-8433-4677-8F80-E28D63617D4C}" dt="2025-10-24T18:17:55.809" v="4121" actId="47"/>
        <pc:sldMkLst>
          <pc:docMk/>
          <pc:sldMk cId="3641111415" sldId="846"/>
        </pc:sldMkLst>
      </pc:sldChg>
      <pc:sldChg chg="addSp delSp modSp new mod">
        <pc:chgData name="Aleksey Zimin" userId="7f2637d0bc515791" providerId="LiveId" clId="{8553A319-8433-4677-8F80-E28D63617D4C}" dt="2025-10-21T19:55:35.423" v="2018" actId="14100"/>
        <pc:sldMkLst>
          <pc:docMk/>
          <pc:sldMk cId="1514994576" sldId="847"/>
        </pc:sldMkLst>
        <pc:spChg chg="mod">
          <ac:chgData name="Aleksey Zimin" userId="7f2637d0bc515791" providerId="LiveId" clId="{8553A319-8433-4677-8F80-E28D63617D4C}" dt="2025-10-21T19:46:06.049" v="1967" actId="20577"/>
          <ac:spMkLst>
            <pc:docMk/>
            <pc:sldMk cId="1514994576" sldId="847"/>
            <ac:spMk id="2" creationId="{616E87C8-0E18-8CC8-B114-A0EB8C547E32}"/>
          </ac:spMkLst>
        </pc:spChg>
        <pc:picChg chg="add mod">
          <ac:chgData name="Aleksey Zimin" userId="7f2637d0bc515791" providerId="LiveId" clId="{8553A319-8433-4677-8F80-E28D63617D4C}" dt="2025-10-21T19:55:35.423" v="2018" actId="14100"/>
          <ac:picMkLst>
            <pc:docMk/>
            <pc:sldMk cId="1514994576" sldId="847"/>
            <ac:picMk id="13" creationId="{9F9E45A9-228C-618E-71B0-73DE216A8156}"/>
          </ac:picMkLst>
        </pc:picChg>
      </pc:sldChg>
      <pc:sldChg chg="addSp delSp modSp new mod">
        <pc:chgData name="Aleksey Zimin" userId="7f2637d0bc515791" providerId="LiveId" clId="{8553A319-8433-4677-8F80-E28D63617D4C}" dt="2025-10-21T19:53:10.014" v="2007" actId="14100"/>
        <pc:sldMkLst>
          <pc:docMk/>
          <pc:sldMk cId="1311118566" sldId="848"/>
        </pc:sldMkLst>
        <pc:spChg chg="mod">
          <ac:chgData name="Aleksey Zimin" userId="7f2637d0bc515791" providerId="LiveId" clId="{8553A319-8433-4677-8F80-E28D63617D4C}" dt="2025-10-21T19:47:00.443" v="1988" actId="20577"/>
          <ac:spMkLst>
            <pc:docMk/>
            <pc:sldMk cId="1311118566" sldId="848"/>
            <ac:spMk id="2" creationId="{26511852-E410-6D6F-6185-71204B10198C}"/>
          </ac:spMkLst>
        </pc:spChg>
        <pc:picChg chg="add mod">
          <ac:chgData name="Aleksey Zimin" userId="7f2637d0bc515791" providerId="LiveId" clId="{8553A319-8433-4677-8F80-E28D63617D4C}" dt="2025-10-21T19:53:10.014" v="2007" actId="14100"/>
          <ac:picMkLst>
            <pc:docMk/>
            <pc:sldMk cId="1311118566" sldId="848"/>
            <ac:picMk id="8" creationId="{7B79774C-3F03-C22F-9DC4-F516D9C2D3FF}"/>
          </ac:picMkLst>
        </pc:picChg>
      </pc:sldChg>
      <pc:sldChg chg="modSp new mod">
        <pc:chgData name="Aleksey Zimin" userId="7f2637d0bc515791" providerId="LiveId" clId="{8553A319-8433-4677-8F80-E28D63617D4C}" dt="2025-10-21T20:05:22.729" v="2476"/>
        <pc:sldMkLst>
          <pc:docMk/>
          <pc:sldMk cId="3263766814" sldId="849"/>
        </pc:sldMkLst>
        <pc:spChg chg="mod">
          <ac:chgData name="Aleksey Zimin" userId="7f2637d0bc515791" providerId="LiveId" clId="{8553A319-8433-4677-8F80-E28D63617D4C}" dt="2025-10-21T19:55:47.816" v="2043" actId="20577"/>
          <ac:spMkLst>
            <pc:docMk/>
            <pc:sldMk cId="3263766814" sldId="849"/>
            <ac:spMk id="2" creationId="{CDD47E6E-1757-6F3D-58B0-79EE5538BB77}"/>
          </ac:spMkLst>
        </pc:spChg>
        <pc:spChg chg="mod">
          <ac:chgData name="Aleksey Zimin" userId="7f2637d0bc515791" providerId="LiveId" clId="{8553A319-8433-4677-8F80-E28D63617D4C}" dt="2025-10-21T20:05:22.729" v="2476"/>
          <ac:spMkLst>
            <pc:docMk/>
            <pc:sldMk cId="3263766814" sldId="849"/>
            <ac:spMk id="3" creationId="{D4B9AAB6-BA30-7BA6-58A3-B800EBF208A4}"/>
          </ac:spMkLst>
        </pc:spChg>
      </pc:sldChg>
      <pc:sldChg chg="modSp new del mod">
        <pc:chgData name="Aleksey Zimin" userId="7f2637d0bc515791" providerId="LiveId" clId="{8553A319-8433-4677-8F80-E28D63617D4C}" dt="2025-10-24T18:17:55.809" v="4121" actId="47"/>
        <pc:sldMkLst>
          <pc:docMk/>
          <pc:sldMk cId="1812347551" sldId="850"/>
        </pc:sldMkLst>
        <pc:spChg chg="mod">
          <ac:chgData name="Aleksey Zimin" userId="7f2637d0bc515791" providerId="LiveId" clId="{8553A319-8433-4677-8F80-E28D63617D4C}" dt="2025-10-24T17:54:15.838" v="2508" actId="20577"/>
          <ac:spMkLst>
            <pc:docMk/>
            <pc:sldMk cId="1812347551" sldId="850"/>
            <ac:spMk id="2" creationId="{CB2958E8-6553-6846-4A14-22724CEEB930}"/>
          </ac:spMkLst>
        </pc:spChg>
        <pc:spChg chg="mod">
          <ac:chgData name="Aleksey Zimin" userId="7f2637d0bc515791" providerId="LiveId" clId="{8553A319-8433-4677-8F80-E28D63617D4C}" dt="2025-10-24T18:14:20.365" v="4098" actId="115"/>
          <ac:spMkLst>
            <pc:docMk/>
            <pc:sldMk cId="1812347551" sldId="850"/>
            <ac:spMk id="3" creationId="{15BAB270-8CBA-89C2-3120-EF8B9E1726C7}"/>
          </ac:spMkLst>
        </pc:spChg>
        <pc:spChg chg="mod">
          <ac:chgData name="Aleksey Zimin" userId="7f2637d0bc515791" providerId="LiveId" clId="{8553A319-8433-4677-8F80-E28D63617D4C}" dt="2025-10-24T18:12:21.574" v="4058" actId="313"/>
          <ac:spMkLst>
            <pc:docMk/>
            <pc:sldMk cId="1812347551" sldId="850"/>
            <ac:spMk id="4" creationId="{72CAADF0-F1F7-C3B8-ED06-EFFA1A9808E4}"/>
          </ac:spMkLst>
        </pc:spChg>
      </pc:sldChg>
      <pc:sldChg chg="modSp new del mod">
        <pc:chgData name="Aleksey Zimin" userId="7f2637d0bc515791" providerId="LiveId" clId="{8553A319-8433-4677-8F80-E28D63617D4C}" dt="2025-10-24T18:15:57.660" v="4102" actId="47"/>
        <pc:sldMkLst>
          <pc:docMk/>
          <pc:sldMk cId="4049163646" sldId="851"/>
        </pc:sldMkLst>
        <pc:spChg chg="mod">
          <ac:chgData name="Aleksey Zimin" userId="7f2637d0bc515791" providerId="LiveId" clId="{8553A319-8433-4677-8F80-E28D63617D4C}" dt="2025-10-24T18:15:56.005" v="4101" actId="27636"/>
          <ac:spMkLst>
            <pc:docMk/>
            <pc:sldMk cId="4049163646" sldId="851"/>
            <ac:spMk id="2" creationId="{2F7B8EEB-E049-F5AF-F5E0-83DDA9D909D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C61B90-1233-4265-A8E1-4CB85DE126FB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313FD6-7C7B-4426-BFC4-490AC0CFBE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9771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98620" y="1138426"/>
            <a:ext cx="10363200" cy="1374345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38293" y="4650641"/>
            <a:ext cx="8534400" cy="1374345"/>
          </a:xfrm>
        </p:spPr>
        <p:txBody>
          <a:bodyPr>
            <a:normAutofit/>
          </a:bodyPr>
          <a:lstStyle>
            <a:lvl1pPr marL="0" indent="0" algn="r">
              <a:buNone/>
              <a:defRPr sz="2600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</a:t>
            </a:r>
          </a:p>
          <a:p>
            <a:r>
              <a:rPr lang="en-US" dirty="0"/>
              <a:t>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773EFF-6084-460D-96FA-2FA787A98816}" type="datetime1">
              <a:rPr lang="en-US" smtClean="0"/>
              <a:t>10/24/2025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875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8620" y="680310"/>
            <a:ext cx="10972800" cy="458115"/>
          </a:xfrm>
        </p:spPr>
        <p:txBody>
          <a:bodyPr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3918803"/>
          </a:xfrm>
        </p:spPr>
        <p:txBody>
          <a:bodyPr/>
          <a:lstStyle>
            <a:lvl1pPr>
              <a:defRPr sz="28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F86A1-0F17-41D8-9FFA-9520AF33BFC6}" type="datetime1">
              <a:rPr lang="en-US" smtClean="0"/>
              <a:t>10/24/2025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471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1081" y="527605"/>
            <a:ext cx="9354927" cy="610820"/>
          </a:xfrm>
        </p:spPr>
        <p:txBody>
          <a:bodyPr>
            <a:normAutofit/>
          </a:bodyPr>
          <a:lstStyle>
            <a:lvl1pPr algn="l">
              <a:defRPr sz="3600">
                <a:solidFill>
                  <a:srgbClr val="D0005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31082" y="1138425"/>
            <a:ext cx="9354927" cy="4275740"/>
          </a:xfrm>
        </p:spPr>
        <p:txBody>
          <a:bodyPr/>
          <a:lstStyle>
            <a:lvl1pPr>
              <a:defRPr sz="28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692F4-087A-4F4C-9829-F340F0646973}" type="datetime1">
              <a:rPr lang="en-US" smtClean="0"/>
              <a:t>10/24/2025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391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80BFE-E826-4B70-BF6B-3710B05194AF}" type="datetime1">
              <a:rPr lang="en-US" smtClean="0"/>
              <a:t>10/24/2025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441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182DA-5425-42F9-BDB8-0DBDA15B981E}" type="datetime1">
              <a:rPr lang="en-US" smtClean="0"/>
              <a:t>10/24/2025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91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8620" y="527605"/>
            <a:ext cx="10972800" cy="610820"/>
          </a:xfrm>
        </p:spPr>
        <p:txBody>
          <a:bodyPr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8620" y="1596539"/>
            <a:ext cx="5386917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D0005E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620" y="2226402"/>
            <a:ext cx="5386917" cy="3035058"/>
          </a:xfrm>
        </p:spPr>
        <p:txBody>
          <a:bodyPr/>
          <a:lstStyle>
            <a:lvl1pPr>
              <a:defRPr sz="24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 sz="2000"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 sz="1800"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 sz="1600"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 sz="1600">
                <a:solidFill>
                  <a:schemeClr val="tx2">
                    <a:lumMod val="50000"/>
                  </a:schemeClr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2388" y="1596539"/>
            <a:ext cx="5389033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D0005E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2388" y="2226402"/>
            <a:ext cx="5389033" cy="3035058"/>
          </a:xfrm>
        </p:spPr>
        <p:txBody>
          <a:bodyPr/>
          <a:lstStyle>
            <a:lvl1pPr>
              <a:defRPr sz="24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 sz="2000"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 sz="1800"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 sz="1600"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 sz="1600">
                <a:solidFill>
                  <a:schemeClr val="tx2">
                    <a:lumMod val="50000"/>
                  </a:schemeClr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1B7164-C7F7-495E-9D5F-43BBDEBECF81}" type="datetime1">
              <a:rPr lang="en-US" smtClean="0"/>
              <a:t>10/24/2025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911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C5AB8-78AA-4DA3-952F-F5057D2DAAA5}" type="datetime1">
              <a:rPr lang="en-US" smtClean="0"/>
              <a:t>10/24/2025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7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CB869-D2D8-4282-A525-D63712C1B900}" type="datetime1">
              <a:rPr lang="en-US" smtClean="0"/>
              <a:t>10/24/2025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86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8CF58-29B0-4D31-BE55-D9C1F05848B7}" type="datetime1">
              <a:rPr lang="en-US" smtClean="0"/>
              <a:t>10/24/2025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52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3692F8-B2BD-4E07-9A92-E5080B238DFA}" type="datetime1">
              <a:rPr lang="en-US" smtClean="0"/>
              <a:t>10/24/2025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88673-6F42-4090-A040-176AF0E6DEAE}" type="datetime1">
              <a:rPr lang="en-US" smtClean="0"/>
              <a:t>10/24/2025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657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15288-B7FB-4510-97B0-C840A6671DDD}" type="datetime1">
              <a:rPr lang="en-US" smtClean="0"/>
              <a:t>10/24/2025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6099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Image"/>
          <p:cNvSpPr>
            <a:spLocks noGrp="1"/>
          </p:cNvSpPr>
          <p:nvPr>
            <p:ph type="pic" sz="half" idx="13"/>
          </p:nvPr>
        </p:nvSpPr>
        <p:spPr>
          <a:xfrm>
            <a:off x="6584950" y="1574800"/>
            <a:ext cx="4762500" cy="46482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6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67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844550" y="1574800"/>
            <a:ext cx="5111750" cy="4648200"/>
          </a:xfrm>
          <a:prstGeom prst="rect">
            <a:avLst/>
          </a:prstGeom>
        </p:spPr>
        <p:txBody>
          <a:bodyPr/>
          <a:lstStyle>
            <a:lvl1pPr marL="279400" indent="-279400">
              <a:spcBef>
                <a:spcPts val="2250"/>
              </a:spcBef>
              <a:defRPr sz="1900"/>
            </a:lvl1pPr>
            <a:lvl2pPr marL="558800" indent="-279400">
              <a:spcBef>
                <a:spcPts val="2250"/>
              </a:spcBef>
              <a:defRPr sz="1900"/>
            </a:lvl2pPr>
            <a:lvl3pPr marL="838200" indent="-279400">
              <a:spcBef>
                <a:spcPts val="2250"/>
              </a:spcBef>
              <a:defRPr sz="1900"/>
            </a:lvl3pPr>
            <a:lvl4pPr marL="1117600" indent="-279400">
              <a:spcBef>
                <a:spcPts val="2250"/>
              </a:spcBef>
              <a:defRPr sz="1900"/>
            </a:lvl4pPr>
            <a:lvl5pPr marL="1397000" indent="-279400">
              <a:spcBef>
                <a:spcPts val="2250"/>
              </a:spcBef>
              <a:defRPr sz="19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89391267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6072081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Body Level One…"/>
          <p:cNvSpPr txBox="1">
            <a:spLocks noGrp="1"/>
          </p:cNvSpPr>
          <p:nvPr>
            <p:ph type="body" idx="1"/>
          </p:nvPr>
        </p:nvSpPr>
        <p:spPr>
          <a:xfrm>
            <a:off x="844550" y="889000"/>
            <a:ext cx="10502900" cy="5080000"/>
          </a:xfrm>
          <a:prstGeom prst="rect">
            <a:avLst/>
          </a:prstGeom>
        </p:spPr>
        <p:txBody>
          <a:bodyPr/>
          <a:lstStyle>
            <a:lvl1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1pPr>
            <a:lvl2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2pPr>
            <a:lvl3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3pPr>
            <a:lvl4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4pPr>
            <a:lvl5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13942711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7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08395F-151A-4402-98B5-C84E535B9AEF}" type="datetime1">
              <a:rPr lang="en-US" smtClean="0"/>
              <a:t>10/24/2025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4039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5" r:id="rId13"/>
    <p:sldLayoutId id="2147483666" r:id="rId14"/>
    <p:sldLayoutId id="2147483667" r:id="rId15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he-Sequence-Ontology/Specifications/blob/master/gff3.md" TargetMode="External"/><Relationship Id="rId2" Type="http://schemas.openxmlformats.org/officeDocument/2006/relationships/hyperlink" Target="http://mblab.wustl.edu/GTF22.html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NICUp8C6rms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027074-6C76-4B66-80C9-856F75BD8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F0520F-6299-4676-8176-653C51F4D7A4}"/>
              </a:ext>
            </a:extLst>
          </p:cNvPr>
          <p:cNvSpPr txBox="1"/>
          <p:nvPr/>
        </p:nvSpPr>
        <p:spPr>
          <a:xfrm>
            <a:off x="1308659" y="2437886"/>
            <a:ext cx="96770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1" i="1" dirty="0">
                <a:solidFill>
                  <a:srgbClr val="BE0260"/>
                </a:solidFill>
              </a:rPr>
              <a:t>Week 9</a:t>
            </a:r>
            <a:endParaRPr lang="en-US" sz="3200" b="1" dirty="0">
              <a:solidFill>
                <a:srgbClr val="BE026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89679F-F038-40F8-96EA-47D38F6DFC66}"/>
              </a:ext>
            </a:extLst>
          </p:cNvPr>
          <p:cNvSpPr txBox="1"/>
          <p:nvPr/>
        </p:nvSpPr>
        <p:spPr>
          <a:xfrm>
            <a:off x="1308659" y="4376878"/>
            <a:ext cx="95746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Alexey V. Zimin</a:t>
            </a:r>
            <a:br>
              <a:rPr lang="en-US" sz="2400" dirty="0"/>
            </a:br>
            <a:r>
              <a:rPr lang="en-US" sz="2400" dirty="0"/>
              <a:t> </a:t>
            </a:r>
          </a:p>
          <a:p>
            <a:pPr algn="just"/>
            <a:r>
              <a:rPr lang="en-US" sz="2400" dirty="0"/>
              <a:t>JHU </a:t>
            </a:r>
            <a:r>
              <a:rPr lang="en-US" sz="2400"/>
              <a:t>BME 580.417/707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0524039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28ED-23E7-0DD9-698A-54638488F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Splicing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6D4F4A-7104-01C8-D998-62D6074CEE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5908058" cy="5124936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Spliceosome includes five so-called ‘small nuclear ribonucleoproteins’ (snRNPs, often pronounced ‘snurps’) and numerous associated proteins. </a:t>
            </a:r>
          </a:p>
          <a:p>
            <a:r>
              <a:rPr lang="en-US" dirty="0"/>
              <a:t>The snRNPs contain RNA that is rich in Uracil, the RNA base that replaces DNA’s Thymine, and they are named – perhaps unimaginatively – U1, U2, U4, U5 and U6</a:t>
            </a:r>
          </a:p>
          <a:p>
            <a:r>
              <a:rPr lang="en-US" dirty="0"/>
              <a:t>Spliceosome determines the start and end of an intron by detecting DNA patterns around donor (typically GT) and acceptor (typically AG) sites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578F2D-FE73-DD43-722C-B83D9DA54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445E3C6-EDDB-976B-129A-CF96D90085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3861" y="1138425"/>
            <a:ext cx="5308139" cy="5426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9231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5CA422-EB5B-6C9F-83F4-CCA5AC38E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Splice site patterns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2F78B9-9182-E692-99AF-1FA2D9B1C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403D917-D8B8-7316-1BC8-4876A096C5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4217" y="2006518"/>
            <a:ext cx="8437459" cy="409134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B966AE1-796E-6EAE-1517-76D18A9511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494" y="2128063"/>
            <a:ext cx="3307736" cy="39016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E3AD03D-16BF-6442-AF61-6D82FBBDE1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7989" y="760138"/>
            <a:ext cx="3894011" cy="122428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AC7C38F-A22A-D105-3E87-477459DC8AFD}"/>
              </a:ext>
            </a:extLst>
          </p:cNvPr>
          <p:cNvSpPr txBox="1"/>
          <p:nvPr/>
        </p:nvSpPr>
        <p:spPr>
          <a:xfrm>
            <a:off x="931164" y="1651700"/>
            <a:ext cx="12238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Donor (GT)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D9F0EAD-576D-79AD-537E-10C7899ACCEE}"/>
              </a:ext>
            </a:extLst>
          </p:cNvPr>
          <p:cNvSpPr txBox="1"/>
          <p:nvPr/>
        </p:nvSpPr>
        <p:spPr>
          <a:xfrm>
            <a:off x="6178078" y="1626138"/>
            <a:ext cx="14973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Acceptor (AG)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99375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67589-113F-2548-FBFC-71A5452DF0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8620" y="680310"/>
            <a:ext cx="6208580" cy="458115"/>
          </a:xfrm>
        </p:spPr>
        <p:txBody>
          <a:bodyPr>
            <a:normAutofit fontScale="90000"/>
          </a:bodyPr>
          <a:lstStyle/>
          <a:p>
            <a:r>
              <a:rPr lang="en-US" dirty="0"/>
              <a:t>What goes wrong in transcription and translation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7EA890-4A86-8457-7BFC-1175253D1A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6281151" cy="500746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Biochemical processes are not exact</a:t>
            </a:r>
          </a:p>
          <a:p>
            <a:r>
              <a:rPr lang="en-US" dirty="0"/>
              <a:t>RNA polymerase recognizes promoter sites imperfectly</a:t>
            </a:r>
          </a:p>
          <a:p>
            <a:r>
              <a:rPr lang="en-US" dirty="0"/>
              <a:t>More than 50% of the </a:t>
            </a:r>
            <a:r>
              <a:rPr lang="en-US" i="1" dirty="0"/>
              <a:t>distinct</a:t>
            </a:r>
            <a:r>
              <a:rPr lang="en-US" dirty="0"/>
              <a:t> transcripts are produced in error -- “transcriptional noise”</a:t>
            </a:r>
          </a:p>
          <a:p>
            <a:pPr lvl="1"/>
            <a:r>
              <a:rPr lang="en-US" dirty="0"/>
              <a:t>Small portion of overall transcripts</a:t>
            </a:r>
          </a:p>
          <a:p>
            <a:pPr lvl="1"/>
            <a:r>
              <a:rPr lang="en-US" dirty="0"/>
              <a:t>Generally expressed at a low level</a:t>
            </a:r>
          </a:p>
          <a:p>
            <a:pPr lvl="1"/>
            <a:r>
              <a:rPr lang="en-US" dirty="0"/>
              <a:t>Never coding, recycled in cytoplasm</a:t>
            </a:r>
          </a:p>
          <a:p>
            <a:r>
              <a:rPr lang="en-US" dirty="0"/>
              <a:t>Introns are sometimes spliced </a:t>
            </a:r>
            <a:r>
              <a:rPr lang="en-US" dirty="0" err="1"/>
              <a:t>imperfecty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This is called </a:t>
            </a:r>
            <a:r>
              <a:rPr lang="en-US" i="1" dirty="0"/>
              <a:t>intron retention</a:t>
            </a:r>
          </a:p>
          <a:p>
            <a:r>
              <a:rPr lang="en-US" dirty="0"/>
              <a:t>Splicing errors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D71F59-E2CB-986E-41EF-C38922BC9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873D58-11C8-2E09-26E6-9A2DA93B035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475" b="72154"/>
          <a:stretch>
            <a:fillRect/>
          </a:stretch>
        </p:blipFill>
        <p:spPr>
          <a:xfrm>
            <a:off x="7486847" y="1334193"/>
            <a:ext cx="4541669" cy="95180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31E62DA-FBE6-9523-F824-E555CB4C80A4}"/>
              </a:ext>
            </a:extLst>
          </p:cNvPr>
          <p:cNvSpPr txBox="1"/>
          <p:nvPr/>
        </p:nvSpPr>
        <p:spPr>
          <a:xfrm>
            <a:off x="8007795" y="5643550"/>
            <a:ext cx="2858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Image credit: Khan Academy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85C77CA-A8DD-57E2-4967-C0606D24C4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7018" y="2629469"/>
            <a:ext cx="4361326" cy="2121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555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F8FF3-9727-1B00-58BE-3C2A68A1F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Transcription levels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ADE8F8-5AA7-852B-3D94-B9D4E154C0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Transcription levels vary </a:t>
            </a:r>
            <a:r>
              <a:rPr lang="en-US" i="1" dirty="0"/>
              <a:t>a lot </a:t>
            </a:r>
            <a:r>
              <a:rPr lang="en-US" dirty="0"/>
              <a:t>for individual genes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A79D49-AC9E-1653-F78D-7D4A77555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7189AD1-763A-5286-C04B-8CDEB95F55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440" y="2346777"/>
            <a:ext cx="8840434" cy="326753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6B3491C-3B61-2DEA-EC0D-47B03663C29B}"/>
              </a:ext>
            </a:extLst>
          </p:cNvPr>
          <p:cNvSpPr txBox="1"/>
          <p:nvPr/>
        </p:nvSpPr>
        <p:spPr>
          <a:xfrm>
            <a:off x="7868993" y="6488668"/>
            <a:ext cx="2858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Image credit: Khan Academy</a:t>
            </a:r>
          </a:p>
        </p:txBody>
      </p:sp>
    </p:spTree>
    <p:extLst>
      <p:ext uri="{BB962C8B-B14F-4D97-AF65-F5344CB8AC3E}">
        <p14:creationId xmlns:p14="http://schemas.microsoft.com/office/powerpoint/2010/main" val="26085760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672995B-4320-43AF-3DB5-9B70D4398B1C}"/>
              </a:ext>
            </a:extLst>
          </p:cNvPr>
          <p:cNvSpPr/>
          <p:nvPr/>
        </p:nvSpPr>
        <p:spPr>
          <a:xfrm>
            <a:off x="2623087" y="4006386"/>
            <a:ext cx="1902373" cy="19706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00BFE1-98C9-C0EF-A1F9-99C03FE9B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Transcript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A931E-3F3A-E6D9-8B63-643D1877CA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512493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Transcripts are sequences of exons after the introns are </a:t>
            </a:r>
            <a:r>
              <a:rPr lang="en-US" i="1" dirty="0"/>
              <a:t>spliced out:</a:t>
            </a:r>
            <a:br>
              <a:rPr lang="en-US" i="1" dirty="0"/>
            </a:br>
            <a:r>
              <a:rPr lang="en-US" i="1" dirty="0"/>
              <a:t>                                          </a:t>
            </a:r>
            <a:r>
              <a:rPr lang="en-US" dirty="0"/>
              <a:t>genome</a:t>
            </a:r>
            <a:br>
              <a:rPr lang="en-US" i="1" dirty="0"/>
            </a:br>
            <a:br>
              <a:rPr lang="en-US" i="1" dirty="0"/>
            </a:br>
            <a:r>
              <a:rPr lang="en-US" dirty="0"/>
              <a:t>                      exon1                        exon2        exon3</a:t>
            </a:r>
            <a:br>
              <a:rPr lang="en-US" dirty="0"/>
            </a:br>
            <a:r>
              <a:rPr lang="en-US" dirty="0"/>
              <a:t>                                         transcript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                           exon1            exon2   exon3</a:t>
            </a:r>
          </a:p>
          <a:p>
            <a:r>
              <a:rPr lang="en-US" i="1" dirty="0"/>
              <a:t>UTRs </a:t>
            </a:r>
            <a:r>
              <a:rPr lang="en-US" dirty="0"/>
              <a:t>are </a:t>
            </a:r>
            <a:r>
              <a:rPr lang="en-US" dirty="0" err="1"/>
              <a:t>UnTRanslated</a:t>
            </a:r>
            <a:r>
              <a:rPr lang="en-US" dirty="0"/>
              <a:t> sequences before and after the </a:t>
            </a:r>
            <a:r>
              <a:rPr lang="en-US" i="1" dirty="0"/>
              <a:t>protein coding region</a:t>
            </a:r>
          </a:p>
          <a:p>
            <a:r>
              <a:rPr lang="en-US" dirty="0"/>
              <a:t>Protein </a:t>
            </a:r>
            <a:r>
              <a:rPr lang="en-US" dirty="0" err="1"/>
              <a:t>CoDing</a:t>
            </a:r>
            <a:r>
              <a:rPr lang="en-US" dirty="0"/>
              <a:t> Sequence (CDS) starts with a start codon (ATG) and ends with a stop (TAG, TAA, or TGA) for eukaryotic genomes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2EE634-7018-6907-7FC6-1759CF0156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A3AEA9-0D11-BDD0-0CEA-0C975E6AA3B2}"/>
              </a:ext>
            </a:extLst>
          </p:cNvPr>
          <p:cNvSpPr/>
          <p:nvPr/>
        </p:nvSpPr>
        <p:spPr>
          <a:xfrm>
            <a:off x="1997842" y="2524981"/>
            <a:ext cx="6739758" cy="197069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F08E98A-85C2-5F08-85DA-F58133609335}"/>
              </a:ext>
            </a:extLst>
          </p:cNvPr>
          <p:cNvSpPr/>
          <p:nvPr/>
        </p:nvSpPr>
        <p:spPr>
          <a:xfrm>
            <a:off x="2423509" y="2524981"/>
            <a:ext cx="1902373" cy="19706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9A67893-9E07-2182-D438-6D9F091C65A9}"/>
              </a:ext>
            </a:extLst>
          </p:cNvPr>
          <p:cNvSpPr/>
          <p:nvPr/>
        </p:nvSpPr>
        <p:spPr>
          <a:xfrm>
            <a:off x="5129924" y="2524980"/>
            <a:ext cx="1902373" cy="19706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90BDE4-42B5-42A5-6F41-4040F4C3FF9C}"/>
              </a:ext>
            </a:extLst>
          </p:cNvPr>
          <p:cNvSpPr/>
          <p:nvPr/>
        </p:nvSpPr>
        <p:spPr>
          <a:xfrm>
            <a:off x="7239000" y="2524979"/>
            <a:ext cx="597340" cy="19706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92C141B-9640-9021-525E-B5BB7309DF96}"/>
              </a:ext>
            </a:extLst>
          </p:cNvPr>
          <p:cNvGrpSpPr/>
          <p:nvPr/>
        </p:nvGrpSpPr>
        <p:grpSpPr>
          <a:xfrm>
            <a:off x="3128160" y="2454236"/>
            <a:ext cx="1197722" cy="338554"/>
            <a:chOff x="3128160" y="2647615"/>
            <a:chExt cx="1197722" cy="338554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D96EA1D-0343-9789-0127-985F2C43418B}"/>
                </a:ext>
              </a:extLst>
            </p:cNvPr>
            <p:cNvSpPr/>
            <p:nvPr/>
          </p:nvSpPr>
          <p:spPr>
            <a:xfrm>
              <a:off x="3161862" y="2718358"/>
              <a:ext cx="1164020" cy="19706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E5D04C0-D82A-5EAE-17E9-6226229A2587}"/>
                </a:ext>
              </a:extLst>
            </p:cNvPr>
            <p:cNvSpPr txBox="1"/>
            <p:nvPr/>
          </p:nvSpPr>
          <p:spPr>
            <a:xfrm>
              <a:off x="3128160" y="2647615"/>
              <a:ext cx="65165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ATG…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09C6338-EF7E-A116-4FC3-C3F16F0962D5}"/>
              </a:ext>
            </a:extLst>
          </p:cNvPr>
          <p:cNvGrpSpPr/>
          <p:nvPr/>
        </p:nvGrpSpPr>
        <p:grpSpPr>
          <a:xfrm>
            <a:off x="5129924" y="2454236"/>
            <a:ext cx="1223098" cy="338554"/>
            <a:chOff x="5129924" y="2647615"/>
            <a:chExt cx="1223098" cy="338554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C5BB529-416D-94BA-C9D4-069CEBECD7FF}"/>
                </a:ext>
              </a:extLst>
            </p:cNvPr>
            <p:cNvSpPr/>
            <p:nvPr/>
          </p:nvSpPr>
          <p:spPr>
            <a:xfrm>
              <a:off x="5129924" y="2718358"/>
              <a:ext cx="1164020" cy="19706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CCDAF76-5233-937D-C62C-3066F02893C9}"/>
                </a:ext>
              </a:extLst>
            </p:cNvPr>
            <p:cNvSpPr txBox="1"/>
            <p:nvPr/>
          </p:nvSpPr>
          <p:spPr>
            <a:xfrm>
              <a:off x="5706691" y="2647615"/>
              <a:ext cx="64633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…TAA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9D8FDF01-BA62-58DA-1E5C-4BA25040CB69}"/>
              </a:ext>
            </a:extLst>
          </p:cNvPr>
          <p:cNvSpPr txBox="1"/>
          <p:nvPr/>
        </p:nvSpPr>
        <p:spPr>
          <a:xfrm>
            <a:off x="2630833" y="3939533"/>
            <a:ext cx="7296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5’ UTR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064A231-9B4E-DC09-B996-EFEFC6942B50}"/>
              </a:ext>
            </a:extLst>
          </p:cNvPr>
          <p:cNvSpPr txBox="1"/>
          <p:nvPr/>
        </p:nvSpPr>
        <p:spPr>
          <a:xfrm>
            <a:off x="6356048" y="2454236"/>
            <a:ext cx="7296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3’ UTR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3FCC16D-AE72-176C-E68D-F4A908B5A4A5}"/>
              </a:ext>
            </a:extLst>
          </p:cNvPr>
          <p:cNvSpPr txBox="1"/>
          <p:nvPr/>
        </p:nvSpPr>
        <p:spPr>
          <a:xfrm>
            <a:off x="7181981" y="2454236"/>
            <a:ext cx="7296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3’ UTR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CA6243-1E31-1459-5D6C-998843BC7DCD}"/>
              </a:ext>
            </a:extLst>
          </p:cNvPr>
          <p:cNvSpPr/>
          <p:nvPr/>
        </p:nvSpPr>
        <p:spPr>
          <a:xfrm>
            <a:off x="3360520" y="3820594"/>
            <a:ext cx="2344891" cy="526231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70E4B6BA-A9BA-6D45-5BE1-3DDE439AEAF5}"/>
              </a:ext>
            </a:extLst>
          </p:cNvPr>
          <p:cNvGrpSpPr/>
          <p:nvPr/>
        </p:nvGrpSpPr>
        <p:grpSpPr>
          <a:xfrm>
            <a:off x="3343669" y="3939535"/>
            <a:ext cx="1197722" cy="338554"/>
            <a:chOff x="3128160" y="2647615"/>
            <a:chExt cx="1197722" cy="338554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A6205F9-6BE5-0A46-1D66-C86D7D310F84}"/>
                </a:ext>
              </a:extLst>
            </p:cNvPr>
            <p:cNvSpPr/>
            <p:nvPr/>
          </p:nvSpPr>
          <p:spPr>
            <a:xfrm>
              <a:off x="3161862" y="2718358"/>
              <a:ext cx="1164020" cy="19706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CA7537C-419C-A181-9401-396BF1908F97}"/>
                </a:ext>
              </a:extLst>
            </p:cNvPr>
            <p:cNvSpPr txBox="1"/>
            <p:nvPr/>
          </p:nvSpPr>
          <p:spPr>
            <a:xfrm>
              <a:off x="3128160" y="2647615"/>
              <a:ext cx="65165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ATG…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7A53705-28E8-06B3-BB2C-89DDC10DB2C6}"/>
              </a:ext>
            </a:extLst>
          </p:cNvPr>
          <p:cNvGrpSpPr/>
          <p:nvPr/>
        </p:nvGrpSpPr>
        <p:grpSpPr>
          <a:xfrm>
            <a:off x="4541391" y="3939535"/>
            <a:ext cx="1223098" cy="338554"/>
            <a:chOff x="5129924" y="2647615"/>
            <a:chExt cx="1223098" cy="338554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EE4DFDDC-657E-BD59-A079-349CA4324627}"/>
                </a:ext>
              </a:extLst>
            </p:cNvPr>
            <p:cNvSpPr/>
            <p:nvPr/>
          </p:nvSpPr>
          <p:spPr>
            <a:xfrm>
              <a:off x="5129924" y="2718358"/>
              <a:ext cx="1164020" cy="19706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E2765A4-4699-F701-7262-FE2DD5B481A5}"/>
                </a:ext>
              </a:extLst>
            </p:cNvPr>
            <p:cNvSpPr txBox="1"/>
            <p:nvPr/>
          </p:nvSpPr>
          <p:spPr>
            <a:xfrm>
              <a:off x="5706691" y="2647615"/>
              <a:ext cx="64633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…TAA</a:t>
              </a:r>
            </a:p>
          </p:txBody>
        </p: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06EB13B1-A9B1-10AB-5FDD-755D3901D431}"/>
              </a:ext>
            </a:extLst>
          </p:cNvPr>
          <p:cNvSpPr/>
          <p:nvPr/>
        </p:nvSpPr>
        <p:spPr>
          <a:xfrm>
            <a:off x="5706691" y="4010278"/>
            <a:ext cx="597340" cy="19706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B13BC6A-E143-0595-228F-E7DA6DD1FD23}"/>
              </a:ext>
            </a:extLst>
          </p:cNvPr>
          <p:cNvSpPr txBox="1"/>
          <p:nvPr/>
        </p:nvSpPr>
        <p:spPr>
          <a:xfrm>
            <a:off x="5649672" y="3939535"/>
            <a:ext cx="7296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3’ UTR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BB965DA-D356-3633-4078-FA95EF69CFFF}"/>
              </a:ext>
            </a:extLst>
          </p:cNvPr>
          <p:cNvSpPr/>
          <p:nvPr/>
        </p:nvSpPr>
        <p:spPr>
          <a:xfrm>
            <a:off x="6293944" y="4010276"/>
            <a:ext cx="597340" cy="19706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6DAA8AB-C618-B806-1BF3-A378EEE8DB76}"/>
              </a:ext>
            </a:extLst>
          </p:cNvPr>
          <p:cNvSpPr txBox="1"/>
          <p:nvPr/>
        </p:nvSpPr>
        <p:spPr>
          <a:xfrm>
            <a:off x="6236925" y="3939533"/>
            <a:ext cx="7296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3’ UTR</a:t>
            </a:r>
          </a:p>
        </p:txBody>
      </p:sp>
    </p:spTree>
    <p:extLst>
      <p:ext uri="{BB962C8B-B14F-4D97-AF65-F5344CB8AC3E}">
        <p14:creationId xmlns:p14="http://schemas.microsoft.com/office/powerpoint/2010/main" val="29563232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17A86-9D53-ECE1-10F0-3DFA72F6A7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Gene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65614F-2141-D805-7003-E447624FFE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Gene is a locus on the genome containing one or more transcripts</a:t>
            </a:r>
          </a:p>
          <a:p>
            <a:r>
              <a:rPr lang="en-US" dirty="0"/>
              <a:t>Multiple transcripts per gene are possible due to </a:t>
            </a:r>
            <a:r>
              <a:rPr lang="en-US" i="1" dirty="0"/>
              <a:t>alternative splicing</a:t>
            </a:r>
            <a:endParaRPr lang="en-US" dirty="0"/>
          </a:p>
          <a:p>
            <a:r>
              <a:rPr lang="en-US" dirty="0"/>
              <a:t>Gene starts at the start of the leftmost transcript and ends at the end of the rightmost transcript.  All transcripts in a gene are on the </a:t>
            </a:r>
            <a:r>
              <a:rPr lang="en-US" i="1" dirty="0"/>
              <a:t>same strand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39648B-9A0A-BF7A-73E5-3A45C1987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A30FF6B-7092-2220-A49C-FB2CBF82EEF9}"/>
              </a:ext>
            </a:extLst>
          </p:cNvPr>
          <p:cNvSpPr/>
          <p:nvPr/>
        </p:nvSpPr>
        <p:spPr>
          <a:xfrm>
            <a:off x="1853463" y="4860161"/>
            <a:ext cx="6739758" cy="197069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873F882-CBB7-98ED-2A11-9B4A1C0A0EAA}"/>
              </a:ext>
            </a:extLst>
          </p:cNvPr>
          <p:cNvSpPr/>
          <p:nvPr/>
        </p:nvSpPr>
        <p:spPr>
          <a:xfrm>
            <a:off x="2279130" y="4860161"/>
            <a:ext cx="1902373" cy="19706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exon1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72322F0-D278-A807-962B-33999619E9EA}"/>
              </a:ext>
            </a:extLst>
          </p:cNvPr>
          <p:cNvSpPr/>
          <p:nvPr/>
        </p:nvSpPr>
        <p:spPr>
          <a:xfrm>
            <a:off x="4985545" y="4860160"/>
            <a:ext cx="1237746" cy="197068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exon2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AAD7F41-2A7D-89B0-5263-F532AA26F130}"/>
              </a:ext>
            </a:extLst>
          </p:cNvPr>
          <p:cNvSpPr/>
          <p:nvPr/>
        </p:nvSpPr>
        <p:spPr>
          <a:xfrm>
            <a:off x="7624408" y="4860159"/>
            <a:ext cx="749969" cy="19706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exon3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46CB2C-2853-C10D-C9DE-68A5B198AEB9}"/>
              </a:ext>
            </a:extLst>
          </p:cNvPr>
          <p:cNvSpPr/>
          <p:nvPr/>
        </p:nvSpPr>
        <p:spPr>
          <a:xfrm>
            <a:off x="1853463" y="5416808"/>
            <a:ext cx="6739758" cy="197069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CAD661C-A63A-1FF2-29AC-5EEE8968E20A}"/>
              </a:ext>
            </a:extLst>
          </p:cNvPr>
          <p:cNvSpPr/>
          <p:nvPr/>
        </p:nvSpPr>
        <p:spPr>
          <a:xfrm>
            <a:off x="2279130" y="5416808"/>
            <a:ext cx="1902373" cy="19706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exon1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3BE20EC-28BF-6FDF-6F9B-DACECBC8AF3A}"/>
              </a:ext>
            </a:extLst>
          </p:cNvPr>
          <p:cNvSpPr/>
          <p:nvPr/>
        </p:nvSpPr>
        <p:spPr>
          <a:xfrm>
            <a:off x="7094621" y="5416806"/>
            <a:ext cx="1029102" cy="185633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exon4</a:t>
            </a:r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9C2D2BE8-FFB2-BAE0-302A-2FB60D1AE5FC}"/>
              </a:ext>
            </a:extLst>
          </p:cNvPr>
          <p:cNvSpPr/>
          <p:nvPr/>
        </p:nvSpPr>
        <p:spPr>
          <a:xfrm rot="16200000">
            <a:off x="5137832" y="1456211"/>
            <a:ext cx="387068" cy="6104473"/>
          </a:xfrm>
          <a:prstGeom prst="rightBrac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3706F93-10B3-8526-0062-52EE5F7B81FA}"/>
              </a:ext>
            </a:extLst>
          </p:cNvPr>
          <p:cNvSpPr txBox="1"/>
          <p:nvPr/>
        </p:nvSpPr>
        <p:spPr>
          <a:xfrm>
            <a:off x="8806531" y="4774027"/>
            <a:ext cx="1278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Transcript 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5529772-870C-BD1A-034F-8F419F210D7F}"/>
              </a:ext>
            </a:extLst>
          </p:cNvPr>
          <p:cNvSpPr txBox="1"/>
          <p:nvPr/>
        </p:nvSpPr>
        <p:spPr>
          <a:xfrm>
            <a:off x="4985545" y="3901190"/>
            <a:ext cx="8531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Gene 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A3649FE-F8C9-5860-97AF-C3552CCF0AB4}"/>
              </a:ext>
            </a:extLst>
          </p:cNvPr>
          <p:cNvSpPr txBox="1"/>
          <p:nvPr/>
        </p:nvSpPr>
        <p:spPr>
          <a:xfrm>
            <a:off x="8806531" y="5327666"/>
            <a:ext cx="1278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Transcript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F57A1E7-C011-0C69-1103-2BE58041A543}"/>
              </a:ext>
            </a:extLst>
          </p:cNvPr>
          <p:cNvSpPr txBox="1"/>
          <p:nvPr/>
        </p:nvSpPr>
        <p:spPr>
          <a:xfrm>
            <a:off x="4147860" y="4561707"/>
            <a:ext cx="871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intron1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C4172B1-9B65-35EF-97ED-D9FE9E848B59}"/>
              </a:ext>
            </a:extLst>
          </p:cNvPr>
          <p:cNvSpPr txBox="1"/>
          <p:nvPr/>
        </p:nvSpPr>
        <p:spPr>
          <a:xfrm>
            <a:off x="6475900" y="4575798"/>
            <a:ext cx="871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intron2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F9F4B74-AB40-6101-F89C-30AFDBD85713}"/>
              </a:ext>
            </a:extLst>
          </p:cNvPr>
          <p:cNvSpPr txBox="1"/>
          <p:nvPr/>
        </p:nvSpPr>
        <p:spPr>
          <a:xfrm>
            <a:off x="5160205" y="5141133"/>
            <a:ext cx="871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intron3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02419F4-DFC7-B4F3-2768-C7300EB7FF26}"/>
              </a:ext>
            </a:extLst>
          </p:cNvPr>
          <p:cNvSpPr txBox="1"/>
          <p:nvPr/>
        </p:nvSpPr>
        <p:spPr>
          <a:xfrm>
            <a:off x="4119287" y="4780179"/>
            <a:ext cx="4415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29C6854-D304-3E82-D5A3-38BF91300B9E}"/>
              </a:ext>
            </a:extLst>
          </p:cNvPr>
          <p:cNvSpPr txBox="1"/>
          <p:nvPr/>
        </p:nvSpPr>
        <p:spPr>
          <a:xfrm>
            <a:off x="7228331" y="4789078"/>
            <a:ext cx="4619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AG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BC8003E-43D2-C2F6-E0E0-76FA1557C446}"/>
              </a:ext>
            </a:extLst>
          </p:cNvPr>
          <p:cNvSpPr txBox="1"/>
          <p:nvPr/>
        </p:nvSpPr>
        <p:spPr>
          <a:xfrm>
            <a:off x="4097119" y="5327666"/>
            <a:ext cx="4415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533057D-9605-84BD-824F-D388112AAAE9}"/>
              </a:ext>
            </a:extLst>
          </p:cNvPr>
          <p:cNvSpPr txBox="1"/>
          <p:nvPr/>
        </p:nvSpPr>
        <p:spPr>
          <a:xfrm>
            <a:off x="6717303" y="5325799"/>
            <a:ext cx="4619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AG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5D2467A-3C15-E9D3-9411-24068AB9C379}"/>
              </a:ext>
            </a:extLst>
          </p:cNvPr>
          <p:cNvSpPr txBox="1"/>
          <p:nvPr/>
        </p:nvSpPr>
        <p:spPr>
          <a:xfrm>
            <a:off x="4616706" y="4786127"/>
            <a:ext cx="4619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AG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82C4AA2-405D-34FF-9183-08F4B5AD3F85}"/>
              </a:ext>
            </a:extLst>
          </p:cNvPr>
          <p:cNvSpPr txBox="1"/>
          <p:nvPr/>
        </p:nvSpPr>
        <p:spPr>
          <a:xfrm>
            <a:off x="6159295" y="4780179"/>
            <a:ext cx="4415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GT</a:t>
            </a:r>
          </a:p>
        </p:txBody>
      </p:sp>
    </p:spTree>
    <p:extLst>
      <p:ext uri="{BB962C8B-B14F-4D97-AF65-F5344CB8AC3E}">
        <p14:creationId xmlns:p14="http://schemas.microsoft.com/office/powerpoint/2010/main" val="4942528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Shape 357"/>
          <p:cNvSpPr txBox="1"/>
          <p:nvPr/>
        </p:nvSpPr>
        <p:spPr>
          <a:xfrm>
            <a:off x="180940" y="18979"/>
            <a:ext cx="6862916" cy="11801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9000" b="1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 algn="l" defTabSz="410766" hangingPunct="0"/>
            <a:r>
              <a:rPr sz="3600" b="0" kern="0" dirty="0">
                <a:solidFill>
                  <a:schemeClr val="bg1"/>
                </a:solidFill>
                <a:latin typeface="+mj-lt"/>
                <a:cs typeface="Calibri Light" panose="020F0302020204030204" pitchFamily="34" charset="0"/>
              </a:rPr>
              <a:t>G</a:t>
            </a:r>
            <a:r>
              <a:rPr lang="en-US" sz="3600" b="0" kern="0" dirty="0">
                <a:solidFill>
                  <a:schemeClr val="bg1"/>
                </a:solidFill>
                <a:latin typeface="+mj-lt"/>
                <a:cs typeface="Calibri Light" panose="020F0302020204030204" pitchFamily="34" charset="0"/>
              </a:rPr>
              <a:t>FF/GTF</a:t>
            </a:r>
            <a:r>
              <a:rPr sz="3600" b="0" kern="0" dirty="0">
                <a:solidFill>
                  <a:schemeClr val="bg1"/>
                </a:solidFill>
                <a:latin typeface="+mj-lt"/>
                <a:cs typeface="Calibri Light" panose="020F0302020204030204" pitchFamily="34" charset="0"/>
              </a:rPr>
              <a:t> files provide a map for all known genome features</a:t>
            </a:r>
          </a:p>
        </p:txBody>
      </p:sp>
      <p:graphicFrame>
        <p:nvGraphicFramePr>
          <p:cNvPr id="358" name="Table 358"/>
          <p:cNvGraphicFramePr/>
          <p:nvPr>
            <p:extLst>
              <p:ext uri="{D42A27DB-BD31-4B8C-83A1-F6EECF244321}">
                <p14:modId xmlns:p14="http://schemas.microsoft.com/office/powerpoint/2010/main" val="3199518079"/>
              </p:ext>
            </p:extLst>
          </p:nvPr>
        </p:nvGraphicFramePr>
        <p:xfrm>
          <a:off x="243805" y="2149657"/>
          <a:ext cx="6147561" cy="3763018"/>
        </p:xfrm>
        <a:graphic>
          <a:graphicData uri="http://schemas.openxmlformats.org/drawingml/2006/table">
            <a:tbl>
              <a:tblPr firstRow="1" firstCol="1"/>
              <a:tblGrid>
                <a:gridCol w="9913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5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8282"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</a:pPr>
                      <a:r>
                        <a:rPr sz="1600" b="1">
                          <a:latin typeface="+mn-lt"/>
                          <a:ea typeface="+mn-ea"/>
                          <a:cs typeface="+mn-cs"/>
                        </a:rPr>
                        <a:t>Column</a:t>
                      </a:r>
                    </a:p>
                  </a:txBody>
                  <a:tcPr marL="25400" marR="25400" marT="25400" marB="25400" anchor="ctr" horzOverflow="overflow"/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</a:pPr>
                      <a:r>
                        <a:rPr sz="1600" b="1">
                          <a:latin typeface="+mn-lt"/>
                          <a:ea typeface="+mn-ea"/>
                          <a:cs typeface="+mn-cs"/>
                        </a:rPr>
                        <a:t>Description</a:t>
                      </a:r>
                    </a:p>
                  </a:txBody>
                  <a:tcPr marL="25400" marR="25400" marT="25400" marB="25400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8282"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</a:pPr>
                      <a:r>
                        <a:rPr sz="1600" err="1">
                          <a:sym typeface="Helvetica Neue Medium"/>
                        </a:rPr>
                        <a:t>Seqname</a:t>
                      </a:r>
                      <a:endParaRPr sz="1600">
                        <a:sym typeface="Helvetica Neue Medium"/>
                      </a:endParaRPr>
                    </a:p>
                  </a:txBody>
                  <a:tcPr marL="25400" marR="25400" marT="25400" marB="25400" anchor="ctr"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1600"/>
                        <a:t>Name of chromosome, scaffold or contig</a:t>
                      </a:r>
                    </a:p>
                  </a:txBody>
                  <a:tcPr marL="25400" marR="25400" marT="25400" marB="25400" anchor="ctr" horzOverflow="overflow">
                    <a:lnR w="12700">
                      <a:solidFill>
                        <a:srgbClr val="4D4D4D"/>
                      </a:solidFill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8282"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</a:pPr>
                      <a:r>
                        <a:rPr sz="1600">
                          <a:sym typeface="Helvetica Neue Medium"/>
                        </a:rPr>
                        <a:t>Source</a:t>
                      </a:r>
                    </a:p>
                  </a:txBody>
                  <a:tcPr marL="25400" marR="25400" marT="25400" marB="25400" anchor="ctr"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1600" dirty="0"/>
                        <a:t>Name of the data</a:t>
                      </a:r>
                      <a:r>
                        <a:rPr lang="en-US" sz="1600" dirty="0"/>
                        <a:t> </a:t>
                      </a:r>
                      <a:r>
                        <a:rPr sz="1600" dirty="0"/>
                        <a:t>source</a:t>
                      </a:r>
                    </a:p>
                  </a:txBody>
                  <a:tcPr marL="25400" marR="25400" marT="25400" marB="25400" anchor="ctr" horzOverflow="overflow">
                    <a:lnR w="12700">
                      <a:solidFill>
                        <a:srgbClr val="4D4D4D"/>
                      </a:solidFill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8282"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</a:pPr>
                      <a:r>
                        <a:rPr sz="1600" dirty="0">
                          <a:sym typeface="Helvetica Neue Medium"/>
                        </a:rPr>
                        <a:t>Feature</a:t>
                      </a:r>
                    </a:p>
                  </a:txBody>
                  <a:tcPr marL="25400" marR="25400" marT="25400" marB="25400" anchor="ctr"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1600"/>
                        <a:t>Feature type (e.g. gene, exon, transcript, CDS, five_prime_UTR)</a:t>
                      </a:r>
                    </a:p>
                  </a:txBody>
                  <a:tcPr marL="25400" marR="25400" marT="25400" marB="25400" anchor="ctr" horzOverflow="overflow">
                    <a:lnR w="12700">
                      <a:solidFill>
                        <a:srgbClr val="4D4D4D"/>
                      </a:solidFill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8282"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</a:pPr>
                      <a:r>
                        <a:rPr sz="1600">
                          <a:sym typeface="Helvetica Neue Medium"/>
                        </a:rPr>
                        <a:t>Start</a:t>
                      </a:r>
                    </a:p>
                  </a:txBody>
                  <a:tcPr marL="25400" marR="25400" marT="25400" marB="25400" anchor="ctr"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1600" dirty="0"/>
                        <a:t>Start position of the feature</a:t>
                      </a:r>
                    </a:p>
                  </a:txBody>
                  <a:tcPr marL="25400" marR="25400" marT="25400" marB="25400" anchor="ctr" horzOverflow="overflow">
                    <a:lnR w="12700">
                      <a:solidFill>
                        <a:srgbClr val="4D4D4D"/>
                      </a:solidFill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8282"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</a:pPr>
                      <a:r>
                        <a:rPr sz="1600">
                          <a:sym typeface="Helvetica Neue Medium"/>
                        </a:rPr>
                        <a:t>End</a:t>
                      </a:r>
                    </a:p>
                  </a:txBody>
                  <a:tcPr marL="25400" marR="25400" marT="25400" marB="25400" anchor="ctr"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1600"/>
                        <a:t>End position of the feature</a:t>
                      </a:r>
                    </a:p>
                  </a:txBody>
                  <a:tcPr marL="25400" marR="25400" marT="25400" marB="25400" anchor="ctr" horzOverflow="overflow">
                    <a:lnR w="12700">
                      <a:solidFill>
                        <a:srgbClr val="4D4D4D"/>
                      </a:solidFill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8282"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</a:pPr>
                      <a:r>
                        <a:rPr sz="1600">
                          <a:sym typeface="Helvetica Neue Medium"/>
                        </a:rPr>
                        <a:t>Empty</a:t>
                      </a:r>
                    </a:p>
                  </a:txBody>
                  <a:tcPr marL="25400" marR="25400" marT="25400" marB="25400" anchor="ctr"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1600"/>
                        <a:t>‘.’</a:t>
                      </a:r>
                    </a:p>
                  </a:txBody>
                  <a:tcPr marL="25400" marR="25400" marT="25400" marB="25400" anchor="ctr" horzOverflow="overflow">
                    <a:lnR w="12700">
                      <a:solidFill>
                        <a:srgbClr val="4D4D4D"/>
                      </a:solidFill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8282"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</a:pPr>
                      <a:r>
                        <a:rPr sz="1600">
                          <a:sym typeface="Helvetica Neue Medium"/>
                        </a:rPr>
                        <a:t>Strand</a:t>
                      </a:r>
                    </a:p>
                  </a:txBody>
                  <a:tcPr marL="25400" marR="25400" marT="25400" marB="25400" anchor="ctr"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1600"/>
                        <a:t>Defined as + (forward) or - (reverse)</a:t>
                      </a:r>
                    </a:p>
                  </a:txBody>
                  <a:tcPr marL="25400" marR="25400" marT="25400" marB="25400" anchor="ctr" horzOverflow="overflow">
                    <a:lnR w="12700">
                      <a:solidFill>
                        <a:srgbClr val="4D4D4D"/>
                      </a:solidFill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8282"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</a:pPr>
                      <a:r>
                        <a:rPr sz="1600">
                          <a:sym typeface="Helvetica Neue Medium"/>
                        </a:rPr>
                        <a:t>Frame</a:t>
                      </a:r>
                    </a:p>
                  </a:txBody>
                  <a:tcPr marL="25400" marR="25400" marT="25400" marB="25400" anchor="ctr"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1600"/>
                        <a:t>Either ‘0’, ‘1’, or ‘2’ - indicating reading frame by base position</a:t>
                      </a:r>
                    </a:p>
                  </a:txBody>
                  <a:tcPr marL="25400" marR="25400" marT="25400" marB="25400" anchor="ctr" horzOverflow="overflow">
                    <a:lnR w="12700">
                      <a:solidFill>
                        <a:srgbClr val="4D4D4D"/>
                      </a:solidFill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8282"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</a:pPr>
                      <a:r>
                        <a:rPr sz="1600">
                          <a:sym typeface="Helvetica Neue Medium"/>
                        </a:rPr>
                        <a:t>Attribute</a:t>
                      </a:r>
                    </a:p>
                  </a:txBody>
                  <a:tcPr marL="25400" marR="25400" marT="25400" marB="25400" anchor="ctr" horzOverflow="overflow">
                    <a:lnB w="12700">
                      <a:solidFill>
                        <a:srgbClr val="4D4D4D"/>
                      </a:solidFill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1600" dirty="0"/>
                        <a:t>A semicolon separated list of other info about the feature</a:t>
                      </a:r>
                    </a:p>
                  </a:txBody>
                  <a:tcPr marL="25400" marR="25400" marT="25400" marB="25400" anchor="ctr" horzOverflow="overflow">
                    <a:lnR w="12700">
                      <a:solidFill>
                        <a:srgbClr val="4D4D4D"/>
                      </a:solidFill>
                      <a:miter lim="400000"/>
                    </a:lnR>
                    <a:lnB w="12700">
                      <a:solidFill>
                        <a:srgbClr val="4D4D4D"/>
                      </a:solidFill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pic>
        <p:nvPicPr>
          <p:cNvPr id="3" name="Picture 2" descr="A picture containing text&#10;&#10;Description automatically generated">
            <a:extLst>
              <a:ext uri="{FF2B5EF4-FFF2-40B4-BE49-F238E27FC236}">
                <a16:creationId xmlns:a16="http://schemas.microsoft.com/office/drawing/2014/main" id="{086458E7-D221-7E7A-B73C-78B2F3AE858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199" b="24212"/>
          <a:stretch/>
        </p:blipFill>
        <p:spPr>
          <a:xfrm>
            <a:off x="6450839" y="1547491"/>
            <a:ext cx="7482545" cy="5202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3394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E4CD6-2875-FDFF-7915-3B5BC5ED0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Gene representation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CE131A-8F86-E8C2-F884-2B211290AF52}"/>
              </a:ext>
            </a:extLst>
          </p:cNvPr>
          <p:cNvSpPr txBox="1"/>
          <p:nvPr/>
        </p:nvSpPr>
        <p:spPr>
          <a:xfrm>
            <a:off x="1231392" y="1690688"/>
            <a:ext cx="6937248" cy="36933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gene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6989CC-F401-9C7F-BE81-57FCE2113215}"/>
              </a:ext>
            </a:extLst>
          </p:cNvPr>
          <p:cNvSpPr txBox="1"/>
          <p:nvPr/>
        </p:nvSpPr>
        <p:spPr>
          <a:xfrm>
            <a:off x="1243584" y="2724912"/>
            <a:ext cx="6937248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transcript or mRNA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6E6592B-A895-0274-FBE9-7791705A327B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4700016" y="2060020"/>
            <a:ext cx="12192" cy="6648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2244EA0-0956-D2AA-7CA8-9A33C6844948}"/>
              </a:ext>
            </a:extLst>
          </p:cNvPr>
          <p:cNvSpPr txBox="1"/>
          <p:nvPr/>
        </p:nvSpPr>
        <p:spPr>
          <a:xfrm>
            <a:off x="2816352" y="3419821"/>
            <a:ext cx="5364480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transcript or mRNA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58A096-7FB8-C20C-8676-197D29A15AAC}"/>
              </a:ext>
            </a:extLst>
          </p:cNvPr>
          <p:cNvSpPr txBox="1"/>
          <p:nvPr/>
        </p:nvSpPr>
        <p:spPr>
          <a:xfrm>
            <a:off x="4447032" y="2834860"/>
            <a:ext cx="5852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…</a:t>
            </a:r>
          </a:p>
        </p:txBody>
      </p:sp>
      <p:sp>
        <p:nvSpPr>
          <p:cNvPr id="29" name="Arrow: Curved Right 28">
            <a:extLst>
              <a:ext uri="{FF2B5EF4-FFF2-40B4-BE49-F238E27FC236}">
                <a16:creationId xmlns:a16="http://schemas.microsoft.com/office/drawing/2014/main" id="{0370C6CE-81CA-6CCD-65EE-69ADDAC38234}"/>
              </a:ext>
            </a:extLst>
          </p:cNvPr>
          <p:cNvSpPr/>
          <p:nvPr/>
        </p:nvSpPr>
        <p:spPr>
          <a:xfrm>
            <a:off x="170688" y="2909578"/>
            <a:ext cx="975360" cy="1963222"/>
          </a:xfrm>
          <a:prstGeom prst="curvedRightArrow">
            <a:avLst>
              <a:gd name="adj1" fmla="val 7218"/>
              <a:gd name="adj2" fmla="val 12200"/>
              <a:gd name="adj3" fmla="val 25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54955FC-436E-ABF6-AE14-A372900D7D37}"/>
              </a:ext>
            </a:extLst>
          </p:cNvPr>
          <p:cNvSpPr txBox="1"/>
          <p:nvPr/>
        </p:nvSpPr>
        <p:spPr>
          <a:xfrm>
            <a:off x="1243584" y="4350256"/>
            <a:ext cx="975360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B063514-D8A9-C932-48C1-F4561C3CC214}"/>
              </a:ext>
            </a:extLst>
          </p:cNvPr>
          <p:cNvSpPr txBox="1"/>
          <p:nvPr/>
        </p:nvSpPr>
        <p:spPr>
          <a:xfrm>
            <a:off x="2218944" y="4350256"/>
            <a:ext cx="975360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4A35B60-FA54-FCB1-742D-B12EE37E77DD}"/>
              </a:ext>
            </a:extLst>
          </p:cNvPr>
          <p:cNvSpPr txBox="1"/>
          <p:nvPr/>
        </p:nvSpPr>
        <p:spPr>
          <a:xfrm>
            <a:off x="3182112" y="4350256"/>
            <a:ext cx="1530096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31BB656-58F9-7621-B1CE-332DF54FEA8E}"/>
              </a:ext>
            </a:extLst>
          </p:cNvPr>
          <p:cNvSpPr txBox="1"/>
          <p:nvPr/>
        </p:nvSpPr>
        <p:spPr>
          <a:xfrm>
            <a:off x="4700016" y="4350256"/>
            <a:ext cx="1347216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EFD9D4C-CA1B-2EDF-A1FE-946CD0FCF595}"/>
              </a:ext>
            </a:extLst>
          </p:cNvPr>
          <p:cNvSpPr txBox="1"/>
          <p:nvPr/>
        </p:nvSpPr>
        <p:spPr>
          <a:xfrm>
            <a:off x="6047232" y="4350256"/>
            <a:ext cx="2121408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3C13542-4436-33FE-8C48-A5674CFAA7D4}"/>
              </a:ext>
            </a:extLst>
          </p:cNvPr>
          <p:cNvSpPr txBox="1"/>
          <p:nvPr/>
        </p:nvSpPr>
        <p:spPr>
          <a:xfrm>
            <a:off x="1231392" y="5015148"/>
            <a:ext cx="975360" cy="369332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5’ UTR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094E4C5-C7A3-E092-294C-0D9DD1F37B42}"/>
              </a:ext>
            </a:extLst>
          </p:cNvPr>
          <p:cNvSpPr txBox="1"/>
          <p:nvPr/>
        </p:nvSpPr>
        <p:spPr>
          <a:xfrm>
            <a:off x="2206752" y="5015148"/>
            <a:ext cx="975360" cy="369332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5’ UTR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F2EB241-1E1B-C811-B334-4FEB236BCD15}"/>
              </a:ext>
            </a:extLst>
          </p:cNvPr>
          <p:cNvSpPr txBox="1"/>
          <p:nvPr/>
        </p:nvSpPr>
        <p:spPr>
          <a:xfrm>
            <a:off x="3169920" y="5015148"/>
            <a:ext cx="890016" cy="369332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5’UTR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DBEBE1D-4A2E-4D05-67A7-FFB4902707D7}"/>
              </a:ext>
            </a:extLst>
          </p:cNvPr>
          <p:cNvSpPr txBox="1"/>
          <p:nvPr/>
        </p:nvSpPr>
        <p:spPr>
          <a:xfrm>
            <a:off x="4687824" y="5015148"/>
            <a:ext cx="1359408" cy="369332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CDS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86D510E-FE24-4A85-C78F-9F091043147F}"/>
              </a:ext>
            </a:extLst>
          </p:cNvPr>
          <p:cNvSpPr txBox="1"/>
          <p:nvPr/>
        </p:nvSpPr>
        <p:spPr>
          <a:xfrm>
            <a:off x="6047232" y="5015148"/>
            <a:ext cx="1219200" cy="369332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CDS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A1FFBC8-C0D0-936E-682D-2BF90662D638}"/>
              </a:ext>
            </a:extLst>
          </p:cNvPr>
          <p:cNvSpPr txBox="1"/>
          <p:nvPr/>
        </p:nvSpPr>
        <p:spPr>
          <a:xfrm>
            <a:off x="7266432" y="5015148"/>
            <a:ext cx="890016" cy="369332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3’ UTR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ACE45AD-F52B-FFC3-1723-E991FA166FCC}"/>
              </a:ext>
            </a:extLst>
          </p:cNvPr>
          <p:cNvSpPr txBox="1"/>
          <p:nvPr/>
        </p:nvSpPr>
        <p:spPr>
          <a:xfrm>
            <a:off x="4059936" y="5015148"/>
            <a:ext cx="627888" cy="369332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CDS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2CCF03DF-1787-C9C4-3011-3A1E0B1F5466}"/>
              </a:ext>
            </a:extLst>
          </p:cNvPr>
          <p:cNvCxnSpPr>
            <a:cxnSpLocks/>
          </p:cNvCxnSpPr>
          <p:nvPr/>
        </p:nvCxnSpPr>
        <p:spPr>
          <a:xfrm flipV="1">
            <a:off x="4059936" y="5555552"/>
            <a:ext cx="0" cy="4023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60072C10-6691-3471-5CFE-C3D2214AE3AA}"/>
              </a:ext>
            </a:extLst>
          </p:cNvPr>
          <p:cNvSpPr txBox="1"/>
          <p:nvPr/>
        </p:nvSpPr>
        <p:spPr>
          <a:xfrm>
            <a:off x="3380232" y="6000405"/>
            <a:ext cx="1359408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Start codon (ATG)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B6BAFE07-0244-24EF-14C3-2083ABAA9386}"/>
              </a:ext>
            </a:extLst>
          </p:cNvPr>
          <p:cNvCxnSpPr>
            <a:cxnSpLocks/>
          </p:cNvCxnSpPr>
          <p:nvPr/>
        </p:nvCxnSpPr>
        <p:spPr>
          <a:xfrm flipV="1">
            <a:off x="7266432" y="5530747"/>
            <a:ext cx="0" cy="4023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172C458D-7A2E-36C9-00EB-45D4A5F4735D}"/>
              </a:ext>
            </a:extLst>
          </p:cNvPr>
          <p:cNvSpPr txBox="1"/>
          <p:nvPr/>
        </p:nvSpPr>
        <p:spPr>
          <a:xfrm>
            <a:off x="6412991" y="5975600"/>
            <a:ext cx="1743455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Stop codon (TAA,TAG,TGA)</a:t>
            </a:r>
          </a:p>
        </p:txBody>
      </p:sp>
      <p:pic>
        <p:nvPicPr>
          <p:cNvPr id="3" name="Picture 2" descr="A picture containing text&#10;&#10;Description automatically generated">
            <a:extLst>
              <a:ext uri="{FF2B5EF4-FFF2-40B4-BE49-F238E27FC236}">
                <a16:creationId xmlns:a16="http://schemas.microsoft.com/office/drawing/2014/main" id="{1C32671D-0127-95B6-D8BE-06B7F6D8188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199" b="24212"/>
          <a:stretch/>
        </p:blipFill>
        <p:spPr>
          <a:xfrm>
            <a:off x="8519160" y="1540660"/>
            <a:ext cx="7482545" cy="4988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9239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5898C-DA9B-EAF4-75E3-64DAF912A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GTF vs GFF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A856BE-53E0-3368-5EDE-53D04AED2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85234F3-B2E6-5841-AF5C-70B4F0B320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888" y="1938111"/>
            <a:ext cx="10972800" cy="28500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  <a:t>There are many versions of GFF/GTF, the two most popular are:</a:t>
            </a:r>
          </a:p>
          <a:p>
            <a:pPr marL="685800" lvl="1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222222"/>
                </a:solidFill>
                <a:latin typeface="arial" panose="020B0604020202020204" pitchFamily="34" charset="0"/>
              </a:rPr>
              <a:t>GTF2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  <a:t> (Gene Transfer Format):</a:t>
            </a:r>
            <a:b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</a:b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hlinkClick r:id="rId2"/>
              </a:rPr>
              <a:t>http://mblab.wustl.edu/GTF22.html</a:t>
            </a:r>
            <a:endParaRPr lang="en-US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 marL="685800" lvl="1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222222"/>
                </a:solidFill>
                <a:latin typeface="arial" panose="020B0604020202020204" pitchFamily="34" charset="0"/>
              </a:rPr>
              <a:t>GFF3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  <a:t> (</a:t>
            </a:r>
            <a:r>
              <a:rPr lang="en-US" dirty="0"/>
              <a:t>Generic Feature Format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  <a:t>): </a:t>
            </a:r>
            <a:b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</a:b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hlinkClick r:id="rId3"/>
              </a:rPr>
              <a:t>https://github.com/The-Sequence-Ontology/Specifications/blob/master/gff3.md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62470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39D4D-76D4-B95D-0362-0026590030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8620" y="136525"/>
            <a:ext cx="5497380" cy="1076258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Similarities and differences between GTF and GFF files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DCE818-DBC3-BB26-4375-20EFAB6B2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8B1F64A-5142-EDE7-A81E-5611FD2A6CCE}"/>
              </a:ext>
            </a:extLst>
          </p:cNvPr>
          <p:cNvSpPr/>
          <p:nvPr/>
        </p:nvSpPr>
        <p:spPr>
          <a:xfrm>
            <a:off x="138212" y="1450282"/>
            <a:ext cx="10767212" cy="57861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222222"/>
                </a:solidFill>
              </a:rPr>
              <a:t>SIMILAR:</a:t>
            </a:r>
            <a:r>
              <a:rPr lang="en-US" sz="2000" dirty="0">
                <a:solidFill>
                  <a:srgbClr val="222222"/>
                </a:solidFill>
              </a:rPr>
              <a:t> 9 columns tab-separated; Attribute (9</a:t>
            </a:r>
            <a:r>
              <a:rPr lang="en-US" sz="2000" baseline="30000" dirty="0">
                <a:solidFill>
                  <a:srgbClr val="222222"/>
                </a:solidFill>
              </a:rPr>
              <a:t>th</a:t>
            </a:r>
            <a:r>
              <a:rPr lang="en-US" sz="2000" dirty="0">
                <a:solidFill>
                  <a:srgbClr val="222222"/>
                </a:solidFill>
              </a:rPr>
              <a:t> column) are semicolon-separated; coordinates are 1-based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222222"/>
                </a:solidFill>
              </a:rPr>
              <a:t>GTF2 (Gene Transfer Format ):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“Feature” must contain </a:t>
            </a:r>
            <a:r>
              <a:rPr lang="en-US" sz="2000" dirty="0"/>
              <a:t>"CDS", ”exon”, "</a:t>
            </a:r>
            <a:r>
              <a:rPr lang="en-US" sz="2000" dirty="0" err="1"/>
              <a:t>start_codon</a:t>
            </a:r>
            <a:r>
              <a:rPr lang="en-US" sz="2000" dirty="0"/>
              <a:t>", "</a:t>
            </a:r>
            <a:r>
              <a:rPr lang="en-US" sz="2000" dirty="0" err="1"/>
              <a:t>stop_codon</a:t>
            </a:r>
            <a:r>
              <a:rPr lang="en-US" sz="2000" dirty="0"/>
              <a:t>“; </a:t>
            </a:r>
            <a:br>
              <a:rPr lang="en-US" sz="2000" dirty="0"/>
            </a:br>
            <a:r>
              <a:rPr lang="en-US" sz="2000" dirty="0"/>
              <a:t>optional “5UTR”, “3UTR”, “transcript”</a:t>
            </a:r>
            <a:endParaRPr lang="en-US" sz="2000" u="sng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Attributes must contain </a:t>
            </a:r>
            <a:r>
              <a:rPr lang="en-US" sz="2000" u="sng" dirty="0"/>
              <a:t>space-separated</a:t>
            </a:r>
            <a:r>
              <a:rPr lang="en-US" sz="2000" dirty="0"/>
              <a:t> </a:t>
            </a:r>
            <a:r>
              <a:rPr lang="en-US" sz="2000" i="1" dirty="0" err="1"/>
              <a:t>gene_id</a:t>
            </a:r>
            <a:r>
              <a:rPr lang="en-US" sz="2000" i="1" dirty="0"/>
              <a:t> “value”; </a:t>
            </a:r>
            <a:r>
              <a:rPr lang="en-US" sz="2000" i="1" dirty="0" err="1"/>
              <a:t>transcript_id</a:t>
            </a:r>
            <a:r>
              <a:rPr lang="en-US" sz="2000" i="1" dirty="0"/>
              <a:t> “value”; </a:t>
            </a:r>
            <a:r>
              <a:rPr lang="en-US" sz="2000" dirty="0"/>
              <a:t>separated by semicolons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222222"/>
                </a:solidFill>
              </a:rPr>
              <a:t>GFF3 (</a:t>
            </a:r>
            <a:r>
              <a:rPr lang="en-US" sz="2400" dirty="0"/>
              <a:t>Generic Feature Format</a:t>
            </a:r>
            <a:r>
              <a:rPr lang="en-US" sz="2400" dirty="0">
                <a:solidFill>
                  <a:srgbClr val="222222"/>
                </a:solidFill>
              </a:rPr>
              <a:t>):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Transcript typically has “mRNA” feature, feature list is not strict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Attributes must be </a:t>
            </a:r>
            <a:r>
              <a:rPr lang="en-US" sz="2000" u="sng" dirty="0"/>
              <a:t>“=“-separated</a:t>
            </a:r>
            <a:r>
              <a:rPr lang="en-US" sz="2000" dirty="0"/>
              <a:t> </a:t>
            </a:r>
            <a:r>
              <a:rPr lang="en-US" sz="2000" i="1" dirty="0"/>
              <a:t>tag=value; </a:t>
            </a:r>
            <a:r>
              <a:rPr lang="en-US" sz="2000" dirty="0"/>
              <a:t>separated by semicolons, any “=“ or “;” in the values must be escaped as %3D and %3B (hex value preceded by %)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Tags: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000" i="1" dirty="0"/>
              <a:t>ID – </a:t>
            </a:r>
            <a:r>
              <a:rPr lang="en-US" sz="2000" dirty="0"/>
              <a:t>required for features that have children, or those that span multiple lines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000" i="1" dirty="0"/>
              <a:t>Name</a:t>
            </a:r>
            <a:r>
              <a:rPr lang="en-US" sz="2000" dirty="0"/>
              <a:t> – display name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000" i="1" dirty="0"/>
              <a:t>Alias</a:t>
            </a:r>
            <a:r>
              <a:rPr lang="en-US" sz="2000" dirty="0"/>
              <a:t> – secondary name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000" i="1" dirty="0"/>
              <a:t>Parent</a:t>
            </a:r>
            <a:r>
              <a:rPr lang="en-US" sz="2000" dirty="0"/>
              <a:t> – parent of a feature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000" i="1" dirty="0"/>
              <a:t>Note – </a:t>
            </a:r>
            <a:r>
              <a:rPr lang="en-US" sz="2000" dirty="0"/>
              <a:t>free text note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8950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6E87C8-0E18-8CC8-B114-A0EB8C547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GTF file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0F45D1-6AAC-463C-0B53-985ADA5E9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12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F9E45A9-228C-618E-71B0-73DE216A81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47602"/>
            <a:ext cx="11789217" cy="4250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49945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11852-E410-6D6F-6185-71204B101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GFF file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70456-2DA3-75E2-F6B5-93E94FB038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13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B79774C-3F03-C22F-9DC4-F516D9C2D3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1592866"/>
            <a:ext cx="10558272" cy="5265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11185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47E6E-1757-6F3D-58B0-79EE5538B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Parsing GTF/GFF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B9AAB6-BA30-7BA6-58A3-B800EBF208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833136"/>
          </a:xfrm>
        </p:spPr>
        <p:txBody>
          <a:bodyPr/>
          <a:lstStyle/>
          <a:p>
            <a:r>
              <a:rPr lang="en-US" dirty="0"/>
              <a:t>Split by ‘\t’ (tab)</a:t>
            </a:r>
          </a:p>
          <a:p>
            <a:r>
              <a:rPr lang="en-US" dirty="0"/>
              <a:t>GTF attributes field[8]: use pattern matching to extract values:</a:t>
            </a:r>
          </a:p>
          <a:p>
            <a:pPr lvl="1"/>
            <a:r>
              <a:rPr lang="en-US" dirty="0"/>
              <a:t>Values are: tag "value"; space separated</a:t>
            </a:r>
          </a:p>
          <a:p>
            <a:pPr lvl="1"/>
            <a:r>
              <a:rPr lang="en-US" dirty="0"/>
              <a:t>Perl: =~ /</a:t>
            </a:r>
            <a:r>
              <a:rPr lang="en-US" dirty="0" err="1"/>
              <a:t>transcript_id</a:t>
            </a:r>
            <a:r>
              <a:rPr lang="en-US" dirty="0"/>
              <a:t> "(\S+)";/</a:t>
            </a:r>
          </a:p>
          <a:p>
            <a:pPr lvl="1"/>
            <a:r>
              <a:rPr lang="en-US" dirty="0"/>
              <a:t>Python: </a:t>
            </a:r>
            <a:r>
              <a:rPr lang="en-US" dirty="0" err="1"/>
              <a:t>re.search</a:t>
            </a:r>
            <a:r>
              <a:rPr lang="en-US" dirty="0"/>
              <a:t>(</a:t>
            </a:r>
            <a:r>
              <a:rPr lang="en-US" dirty="0" err="1"/>
              <a:t>r'transcript_id</a:t>
            </a:r>
            <a:r>
              <a:rPr lang="en-US" dirty="0"/>
              <a:t>\s+"([^"]+)"', line)</a:t>
            </a:r>
          </a:p>
          <a:p>
            <a:r>
              <a:rPr lang="en-US" dirty="0"/>
              <a:t>GFF attributes field[8]: have to split</a:t>
            </a:r>
          </a:p>
          <a:p>
            <a:pPr lvl="1"/>
            <a:r>
              <a:rPr lang="en-US" dirty="0"/>
              <a:t>Values are: tag=value;  no spaces no ";" or "=" in values or tags</a:t>
            </a:r>
          </a:p>
          <a:p>
            <a:pPr lvl="1"/>
            <a:r>
              <a:rPr lang="en-US" dirty="0"/>
              <a:t>Split at ";", then split </a:t>
            </a:r>
            <a:r>
              <a:rPr lang="en-US"/>
              <a:t>at "="</a:t>
            </a: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2B3027-79B9-FB80-83E5-8AD543449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7668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397CB8-792C-495A-4E48-231193AB6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GTF/GFF 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9AF043-6EB6-EA6E-DE6F-6C0B632B43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Frame is field 8</a:t>
            </a:r>
          </a:p>
          <a:p>
            <a:r>
              <a:rPr lang="en-US" dirty="0"/>
              <a:t>Only used for CDS records</a:t>
            </a:r>
          </a:p>
          <a:p>
            <a:r>
              <a:rPr lang="en-US" dirty="0"/>
              <a:t>Values: </a:t>
            </a:r>
          </a:p>
          <a:p>
            <a:pPr lvl="1"/>
            <a:r>
              <a:rPr lang="en-US" dirty="0"/>
              <a:t>0 means that the </a:t>
            </a:r>
            <a:r>
              <a:rPr lang="en-US" u="sng" dirty="0"/>
              <a:t>first</a:t>
            </a:r>
            <a:r>
              <a:rPr lang="en-US" dirty="0"/>
              <a:t> base of the feature is the </a:t>
            </a:r>
            <a:r>
              <a:rPr lang="en-US" u="sng" dirty="0"/>
              <a:t>first</a:t>
            </a:r>
            <a:r>
              <a:rPr lang="en-US" dirty="0"/>
              <a:t> base of a codon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1 means that the </a:t>
            </a:r>
            <a:r>
              <a:rPr lang="en-US" u="sng" dirty="0"/>
              <a:t>second</a:t>
            </a:r>
            <a:r>
              <a:rPr lang="en-US" dirty="0"/>
              <a:t> base is the </a:t>
            </a:r>
            <a:r>
              <a:rPr lang="en-US" u="sng" dirty="0"/>
              <a:t>first</a:t>
            </a:r>
            <a:r>
              <a:rPr lang="en-US" dirty="0"/>
              <a:t> base of a codon</a:t>
            </a:r>
            <a:br>
              <a:rPr lang="en-US" dirty="0"/>
            </a:br>
            <a:endParaRPr lang="en-US" dirty="0"/>
          </a:p>
          <a:p>
            <a:pPr lvl="1"/>
            <a:r>
              <a:rPr lang="en-US" dirty="0"/>
              <a:t>2 means that the </a:t>
            </a:r>
            <a:r>
              <a:rPr lang="en-US" u="sng" dirty="0"/>
              <a:t>third</a:t>
            </a:r>
            <a:r>
              <a:rPr lang="en-US" dirty="0"/>
              <a:t> base is the </a:t>
            </a:r>
            <a:r>
              <a:rPr lang="en-US" u="sng" dirty="0"/>
              <a:t>first</a:t>
            </a:r>
            <a:r>
              <a:rPr lang="en-US" dirty="0"/>
              <a:t> base of a codon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1FE4C-F5EF-84D8-B7BF-1D3EF4060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9D6F9D-D826-5287-C17A-0DD530E6B56C}"/>
              </a:ext>
            </a:extLst>
          </p:cNvPr>
          <p:cNvSpPr txBox="1"/>
          <p:nvPr/>
        </p:nvSpPr>
        <p:spPr>
          <a:xfrm>
            <a:off x="1559994" y="3429000"/>
            <a:ext cx="4840805" cy="369332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GCGAGGACT…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3EED0C2-4504-51DA-7114-84D8705FB018}"/>
              </a:ext>
            </a:extLst>
          </p:cNvPr>
          <p:cNvCxnSpPr/>
          <p:nvPr/>
        </p:nvCxnSpPr>
        <p:spPr>
          <a:xfrm>
            <a:off x="2068286" y="3497943"/>
            <a:ext cx="0" cy="23222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620C4CE-5C16-4704-BF41-48C7790607EC}"/>
              </a:ext>
            </a:extLst>
          </p:cNvPr>
          <p:cNvCxnSpPr/>
          <p:nvPr/>
        </p:nvCxnSpPr>
        <p:spPr>
          <a:xfrm>
            <a:off x="2489201" y="3497943"/>
            <a:ext cx="0" cy="23222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A9EC49B-BBB0-EF30-5993-2C27583C05B6}"/>
              </a:ext>
            </a:extLst>
          </p:cNvPr>
          <p:cNvSpPr txBox="1"/>
          <p:nvPr/>
        </p:nvSpPr>
        <p:spPr>
          <a:xfrm>
            <a:off x="1559994" y="4472171"/>
            <a:ext cx="4840805" cy="369332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AGCGAGGACT…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1FA9189-C0C5-E030-C9D5-B2FF90C6A41B}"/>
              </a:ext>
            </a:extLst>
          </p:cNvPr>
          <p:cNvCxnSpPr/>
          <p:nvPr/>
        </p:nvCxnSpPr>
        <p:spPr>
          <a:xfrm>
            <a:off x="1792514" y="4541114"/>
            <a:ext cx="0" cy="23222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509A5CF-947A-415D-291C-2FFC8F6C6286}"/>
              </a:ext>
            </a:extLst>
          </p:cNvPr>
          <p:cNvCxnSpPr/>
          <p:nvPr/>
        </p:nvCxnSpPr>
        <p:spPr>
          <a:xfrm>
            <a:off x="2206173" y="4541114"/>
            <a:ext cx="0" cy="23222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0A9E1C6-7842-7730-4777-8E9E3C8917E6}"/>
              </a:ext>
            </a:extLst>
          </p:cNvPr>
          <p:cNvCxnSpPr/>
          <p:nvPr/>
        </p:nvCxnSpPr>
        <p:spPr>
          <a:xfrm>
            <a:off x="2619830" y="4541114"/>
            <a:ext cx="0" cy="23222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3946A67-AE54-92DE-759B-5559E8467971}"/>
              </a:ext>
            </a:extLst>
          </p:cNvPr>
          <p:cNvSpPr txBox="1"/>
          <p:nvPr/>
        </p:nvSpPr>
        <p:spPr>
          <a:xfrm>
            <a:off x="1559994" y="5364758"/>
            <a:ext cx="4840805" cy="369332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TAGCGAGGACT…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ED32FCC-FB66-76EE-FA64-184AB54CD2E7}"/>
              </a:ext>
            </a:extLst>
          </p:cNvPr>
          <p:cNvCxnSpPr/>
          <p:nvPr/>
        </p:nvCxnSpPr>
        <p:spPr>
          <a:xfrm>
            <a:off x="1894114" y="5433701"/>
            <a:ext cx="0" cy="23222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3645944-CD4A-75EC-6697-2B26ABCF5A77}"/>
              </a:ext>
            </a:extLst>
          </p:cNvPr>
          <p:cNvCxnSpPr/>
          <p:nvPr/>
        </p:nvCxnSpPr>
        <p:spPr>
          <a:xfrm>
            <a:off x="2293259" y="5433701"/>
            <a:ext cx="0" cy="23222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992990C-281C-A25E-A347-058AAEB67EB8}"/>
              </a:ext>
            </a:extLst>
          </p:cNvPr>
          <p:cNvCxnSpPr/>
          <p:nvPr/>
        </p:nvCxnSpPr>
        <p:spPr>
          <a:xfrm>
            <a:off x="2714172" y="5433701"/>
            <a:ext cx="0" cy="23222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37E790C3-57B4-40FB-A4E3-D32D1DEA0A8F}"/>
              </a:ext>
            </a:extLst>
          </p:cNvPr>
          <p:cNvSpPr/>
          <p:nvPr/>
        </p:nvSpPr>
        <p:spPr>
          <a:xfrm>
            <a:off x="6400799" y="1902109"/>
            <a:ext cx="1902373" cy="19706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5F6870B-9395-45E5-99D6-F94CF6B54705}"/>
              </a:ext>
            </a:extLst>
          </p:cNvPr>
          <p:cNvSpPr txBox="1"/>
          <p:nvPr/>
        </p:nvSpPr>
        <p:spPr>
          <a:xfrm>
            <a:off x="6408545" y="1835256"/>
            <a:ext cx="7296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5’ UTR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C7BD65C-33D9-4D64-9363-C61D7DAA9DF2}"/>
              </a:ext>
            </a:extLst>
          </p:cNvPr>
          <p:cNvSpPr/>
          <p:nvPr/>
        </p:nvSpPr>
        <p:spPr>
          <a:xfrm>
            <a:off x="7138232" y="1716317"/>
            <a:ext cx="2344891" cy="526231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C9A87BF-1F91-42E7-A4E3-212A45B94C44}"/>
              </a:ext>
            </a:extLst>
          </p:cNvPr>
          <p:cNvGrpSpPr/>
          <p:nvPr/>
        </p:nvGrpSpPr>
        <p:grpSpPr>
          <a:xfrm>
            <a:off x="7121380" y="1835258"/>
            <a:ext cx="1302053" cy="338554"/>
            <a:chOff x="3128159" y="2647615"/>
            <a:chExt cx="1302053" cy="338554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BAC46E3-7CB5-4A0B-AF3A-D294D47BA0DB}"/>
                </a:ext>
              </a:extLst>
            </p:cNvPr>
            <p:cNvSpPr/>
            <p:nvPr/>
          </p:nvSpPr>
          <p:spPr>
            <a:xfrm>
              <a:off x="3161862" y="2718358"/>
              <a:ext cx="1164020" cy="19706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F2DA397-7252-4919-933D-6D426C00182E}"/>
                </a:ext>
              </a:extLst>
            </p:cNvPr>
            <p:cNvSpPr txBox="1"/>
            <p:nvPr/>
          </p:nvSpPr>
          <p:spPr>
            <a:xfrm>
              <a:off x="3128159" y="2647615"/>
              <a:ext cx="130205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ATG…        AG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7F542A9-6ED4-48EF-B3B9-0E0D95163009}"/>
              </a:ext>
            </a:extLst>
          </p:cNvPr>
          <p:cNvGrpSpPr/>
          <p:nvPr/>
        </p:nvGrpSpPr>
        <p:grpSpPr>
          <a:xfrm>
            <a:off x="8238653" y="1835258"/>
            <a:ext cx="1303549" cy="338554"/>
            <a:chOff x="5049474" y="2647615"/>
            <a:chExt cx="1303549" cy="338554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79EE3ED-8D38-493F-B360-D24E51A2E1C3}"/>
                </a:ext>
              </a:extLst>
            </p:cNvPr>
            <p:cNvSpPr/>
            <p:nvPr/>
          </p:nvSpPr>
          <p:spPr>
            <a:xfrm>
              <a:off x="5129924" y="2718358"/>
              <a:ext cx="1164020" cy="19706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467DF11-FCDE-4E38-A2BB-34174B571FCF}"/>
                </a:ext>
              </a:extLst>
            </p:cNvPr>
            <p:cNvSpPr txBox="1"/>
            <p:nvPr/>
          </p:nvSpPr>
          <p:spPr>
            <a:xfrm>
              <a:off x="5049474" y="2647615"/>
              <a:ext cx="130354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G           …TAA</a:t>
              </a:r>
            </a:p>
          </p:txBody>
        </p: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C199E8F2-F779-4331-954C-D7C778126627}"/>
              </a:ext>
            </a:extLst>
          </p:cNvPr>
          <p:cNvSpPr/>
          <p:nvPr/>
        </p:nvSpPr>
        <p:spPr>
          <a:xfrm>
            <a:off x="9484403" y="1906001"/>
            <a:ext cx="597340" cy="19706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2197471-3402-49D8-97C4-1F3D7BC8DCBB}"/>
              </a:ext>
            </a:extLst>
          </p:cNvPr>
          <p:cNvSpPr txBox="1"/>
          <p:nvPr/>
        </p:nvSpPr>
        <p:spPr>
          <a:xfrm>
            <a:off x="9427384" y="1835258"/>
            <a:ext cx="7296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3’ UTR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098C640-12D5-463D-B464-35852C361808}"/>
              </a:ext>
            </a:extLst>
          </p:cNvPr>
          <p:cNvSpPr/>
          <p:nvPr/>
        </p:nvSpPr>
        <p:spPr>
          <a:xfrm>
            <a:off x="10071656" y="1905999"/>
            <a:ext cx="597340" cy="19706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5644A1E-63E5-456B-8403-729AB87DE1B7}"/>
              </a:ext>
            </a:extLst>
          </p:cNvPr>
          <p:cNvSpPr txBox="1"/>
          <p:nvPr/>
        </p:nvSpPr>
        <p:spPr>
          <a:xfrm>
            <a:off x="10014637" y="1835256"/>
            <a:ext cx="7296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3’ UTR</a:t>
            </a:r>
          </a:p>
        </p:txBody>
      </p:sp>
    </p:spTree>
    <p:extLst>
      <p:ext uri="{BB962C8B-B14F-4D97-AF65-F5344CB8AC3E}">
        <p14:creationId xmlns:p14="http://schemas.microsoft.com/office/powerpoint/2010/main" val="11714359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9B1D4-055D-57FF-35F8-0EA592F3F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How transcripts are obtained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2E4D15-E297-1A1E-B9ED-FD9A0E742E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Two methods</a:t>
            </a:r>
          </a:p>
          <a:p>
            <a:pPr lvl="1"/>
            <a:r>
              <a:rPr lang="en-US" dirty="0"/>
              <a:t>Ribosome depletion (</a:t>
            </a:r>
            <a:r>
              <a:rPr lang="en-US" dirty="0" err="1"/>
              <a:t>ribo</a:t>
            </a:r>
            <a:r>
              <a:rPr lang="en-US" dirty="0"/>
              <a:t>-zero)</a:t>
            </a:r>
          </a:p>
          <a:p>
            <a:pPr lvl="1"/>
            <a:r>
              <a:rPr lang="en-US" dirty="0"/>
              <a:t>Poly-A capture</a:t>
            </a:r>
          </a:p>
          <a:p>
            <a:pPr lvl="1"/>
            <a:endParaRPr lang="en-US" dirty="0"/>
          </a:p>
          <a:p>
            <a:r>
              <a:rPr lang="en-US" dirty="0"/>
              <a:t>Dominant method is Poly-A capture (EST, RNA-Seq, Iso-Seq, ONT sequencing)</a:t>
            </a:r>
          </a:p>
          <a:p>
            <a:pPr lvl="1"/>
            <a:r>
              <a:rPr lang="en-US" dirty="0"/>
              <a:t>Reads mature transcripts with introns spliced out</a:t>
            </a:r>
          </a:p>
          <a:p>
            <a:pPr lvl="1"/>
            <a:r>
              <a:rPr lang="en-US" dirty="0"/>
              <a:t>Requires fresh good quality RNA</a:t>
            </a:r>
          </a:p>
          <a:p>
            <a:pPr lvl="1"/>
            <a:r>
              <a:rPr lang="en-US" dirty="0"/>
              <a:t>Good for transcriptome assembly</a:t>
            </a:r>
          </a:p>
          <a:p>
            <a:pPr lvl="1"/>
            <a:endParaRPr lang="en-US" dirty="0"/>
          </a:p>
          <a:p>
            <a:r>
              <a:rPr lang="en-US" dirty="0" err="1"/>
              <a:t>Ribo</a:t>
            </a:r>
            <a:r>
              <a:rPr lang="en-US" dirty="0"/>
              <a:t>-zero can be used for degraded RNA</a:t>
            </a:r>
          </a:p>
          <a:p>
            <a:pPr lvl="1"/>
            <a:r>
              <a:rPr lang="en-US" dirty="0"/>
              <a:t>Maybe OK for quantification</a:t>
            </a:r>
          </a:p>
          <a:p>
            <a:pPr lvl="1"/>
            <a:r>
              <a:rPr lang="en-US" dirty="0"/>
              <a:t>Bad for transcriptome assembly</a:t>
            </a:r>
          </a:p>
        </p:txBody>
      </p:sp>
    </p:spTree>
    <p:extLst>
      <p:ext uri="{BB962C8B-B14F-4D97-AF65-F5344CB8AC3E}">
        <p14:creationId xmlns:p14="http://schemas.microsoft.com/office/powerpoint/2010/main" val="2089864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Diagram&#10;&#10;Description automatically generated">
            <a:extLst>
              <a:ext uri="{FF2B5EF4-FFF2-40B4-BE49-F238E27FC236}">
                <a16:creationId xmlns:a16="http://schemas.microsoft.com/office/drawing/2014/main" id="{23DDAED0-8501-493D-AF69-64959C122D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116" y="952070"/>
            <a:ext cx="4004553" cy="590593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5DBE408-4F08-4410-888C-35B18B874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1AFB5-CD11-684F-BCC6-06E220628C5A}" type="slidenum">
              <a:rPr lang="en-US" smtClean="0"/>
              <a:t>17</a:t>
            </a:fld>
            <a:endParaRPr lang="en-US"/>
          </a:p>
        </p:txBody>
      </p:sp>
      <p:pic>
        <p:nvPicPr>
          <p:cNvPr id="5" name="Picture 4" descr="A picture containing chart&#10;&#10;Description automatically generated">
            <a:extLst>
              <a:ext uri="{FF2B5EF4-FFF2-40B4-BE49-F238E27FC236}">
                <a16:creationId xmlns:a16="http://schemas.microsoft.com/office/drawing/2014/main" id="{1BA0638B-F30B-4432-95FE-A31529CF22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980452"/>
            <a:ext cx="8183117" cy="584916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885B2A9-BE68-4E8C-95C8-688C2393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325"/>
            <a:ext cx="7344916" cy="920127"/>
          </a:xfrm>
        </p:spPr>
        <p:txBody>
          <a:bodyPr/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Short read Illumina RNA-seq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AD3350-B517-4C89-B083-7A035F477302}"/>
              </a:ext>
            </a:extLst>
          </p:cNvPr>
          <p:cNvSpPr txBox="1"/>
          <p:nvPr/>
        </p:nvSpPr>
        <p:spPr>
          <a:xfrm>
            <a:off x="533696" y="6356350"/>
            <a:ext cx="71157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and Logsdon GA, </a:t>
            </a:r>
            <a:r>
              <a:rPr lang="en-US" sz="1400" dirty="0" err="1"/>
              <a:t>Vollger</a:t>
            </a:r>
            <a:r>
              <a:rPr lang="en-US" sz="1400" dirty="0"/>
              <a:t> MR, Eichler EE. Long-read human genome sequencing and its applications. Nature Reviews Genetics. 2020 Oct;21(10):597-614.</a:t>
            </a:r>
          </a:p>
        </p:txBody>
      </p:sp>
    </p:spTree>
    <p:extLst>
      <p:ext uri="{BB962C8B-B14F-4D97-AF65-F5344CB8AC3E}">
        <p14:creationId xmlns:p14="http://schemas.microsoft.com/office/powerpoint/2010/main" val="2852727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A0B78-50A1-CB69-AE55-1559BE8F9D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Long read RNA sequencing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B0602A-91D5-A16E-E6CE-22ACC59499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581150"/>
          </a:xfrm>
        </p:spPr>
        <p:txBody>
          <a:bodyPr/>
          <a:lstStyle/>
          <a:p>
            <a:r>
              <a:rPr lang="en-US" dirty="0"/>
              <a:t>Long read technologies can capture entire transcripts</a:t>
            </a:r>
          </a:p>
          <a:p>
            <a:r>
              <a:rPr lang="en-US" dirty="0"/>
              <a:t>They work well for transcript assembly and quantification</a:t>
            </a:r>
          </a:p>
          <a:p>
            <a:r>
              <a:rPr lang="en-US" dirty="0"/>
              <a:t>PacBio “IsoSeq” or “</a:t>
            </a:r>
            <a:r>
              <a:rPr lang="en-US" dirty="0" err="1"/>
              <a:t>Kinnex</a:t>
            </a:r>
            <a:r>
              <a:rPr lang="en-US" dirty="0"/>
              <a:t>” protocols</a:t>
            </a:r>
          </a:p>
          <a:p>
            <a:pPr lvl="1"/>
            <a:r>
              <a:rPr lang="en-US" dirty="0" err="1"/>
              <a:t>Kinnex</a:t>
            </a:r>
            <a:r>
              <a:rPr lang="en-US" dirty="0"/>
              <a:t> provides comparable cost per GB (~$10) compared to Illumina RNA-seq</a:t>
            </a:r>
          </a:p>
          <a:p>
            <a:pPr lvl="1"/>
            <a:r>
              <a:rPr lang="en-US" dirty="0">
                <a:hlinkClick r:id="rId2" tooltip="Share link"/>
              </a:rPr>
              <a:t>https://youtu.be/NICUp8C6rms</a:t>
            </a:r>
            <a:endParaRPr lang="en-US" dirty="0"/>
          </a:p>
          <a:p>
            <a:r>
              <a:rPr lang="en-US" dirty="0"/>
              <a:t>Oxford Nanopore cDNA or direct RNA sequencing</a:t>
            </a:r>
          </a:p>
          <a:p>
            <a:pPr lvl="1"/>
            <a:r>
              <a:rPr lang="en-US" dirty="0"/>
              <a:t>Still high error rates (5-7%)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0793DB-B159-E435-7320-EBDA31066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426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9FF03-1C74-268A-5AF8-8C9C0B21E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Uses of transcriptome sequencing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77446B-93CC-11C9-E2C5-1BA68F9FC5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Transcript </a:t>
            </a:r>
            <a:r>
              <a:rPr lang="en-US" u="sng" dirty="0"/>
              <a:t>assembly</a:t>
            </a:r>
          </a:p>
          <a:p>
            <a:pPr lvl="1"/>
            <a:r>
              <a:rPr lang="en-US" dirty="0"/>
              <a:t>Can help figure out which genome sequences are transcribed, locate exons/introns</a:t>
            </a:r>
          </a:p>
          <a:p>
            <a:pPr lvl="1"/>
            <a:r>
              <a:rPr lang="en-US" dirty="0"/>
              <a:t>Use transcripts for genome annotation</a:t>
            </a:r>
          </a:p>
          <a:p>
            <a:r>
              <a:rPr lang="en-US" dirty="0"/>
              <a:t>Transcript </a:t>
            </a:r>
            <a:r>
              <a:rPr lang="en-US" u="sng" dirty="0"/>
              <a:t>quantification</a:t>
            </a:r>
          </a:p>
          <a:p>
            <a:pPr lvl="1"/>
            <a:r>
              <a:rPr lang="en-US" dirty="0"/>
              <a:t>Figure out which transcripts are expressed</a:t>
            </a:r>
          </a:p>
          <a:p>
            <a:pPr lvl="1"/>
            <a:r>
              <a:rPr lang="en-US" dirty="0"/>
              <a:t>Could be very different in different tissues, under different conditions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92B01E-96D2-B659-340E-1939EEB55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0878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191F8-69F6-43F3-E982-879D1E511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Transcriptome assembly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3D4ADE-4A7A-707D-9291-F8A7CB3E0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20</a:t>
            </a:fld>
            <a:endParaRPr lang="en-US"/>
          </a:p>
        </p:txBody>
      </p:sp>
      <p:pic>
        <p:nvPicPr>
          <p:cNvPr id="5" name="Picture 3">
            <a:extLst>
              <a:ext uri="{FF2B5EF4-FFF2-40B4-BE49-F238E27FC236}">
                <a16:creationId xmlns:a16="http://schemas.microsoft.com/office/drawing/2014/main" id="{68C1109E-9899-10B8-DBBD-9B935B5FF0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12732" y="1389681"/>
            <a:ext cx="6324601" cy="49222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729019B-DB26-8FE2-584B-B3734B3262F0}"/>
              </a:ext>
            </a:extLst>
          </p:cNvPr>
          <p:cNvSpPr txBox="1"/>
          <p:nvPr/>
        </p:nvSpPr>
        <p:spPr>
          <a:xfrm>
            <a:off x="3057295" y="6563172"/>
            <a:ext cx="47402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Figure from: Haas, B. J. &amp; Zody, M. C. Nature Biotech. 28, 421–423 (2010)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518A04-2809-2A60-BF7F-854F5018142C}"/>
              </a:ext>
            </a:extLst>
          </p:cNvPr>
          <p:cNvSpPr txBox="1"/>
          <p:nvPr/>
        </p:nvSpPr>
        <p:spPr>
          <a:xfrm>
            <a:off x="9546265" y="5275609"/>
            <a:ext cx="1384866" cy="64633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/>
              <a:t>Stored in a </a:t>
            </a:r>
          </a:p>
          <a:p>
            <a:r>
              <a:rPr lang="en-US"/>
              <a:t>GFF/GTF file</a:t>
            </a:r>
          </a:p>
        </p:txBody>
      </p:sp>
      <p:sp>
        <p:nvSpPr>
          <p:cNvPr id="8" name="Rounded Rectangle 6">
            <a:extLst>
              <a:ext uri="{FF2B5EF4-FFF2-40B4-BE49-F238E27FC236}">
                <a16:creationId xmlns:a16="http://schemas.microsoft.com/office/drawing/2014/main" id="{07ABC69E-385C-C683-848A-BFD054ABD5E3}"/>
              </a:ext>
            </a:extLst>
          </p:cNvPr>
          <p:cNvSpPr/>
          <p:nvPr/>
        </p:nvSpPr>
        <p:spPr>
          <a:xfrm>
            <a:off x="1517027" y="5234015"/>
            <a:ext cx="7820809" cy="777041"/>
          </a:xfrm>
          <a:prstGeom prst="round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518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5893F-B60E-D546-753D-48778A592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i="1" dirty="0"/>
              <a:t>De novo </a:t>
            </a:r>
            <a:r>
              <a:rPr lang="en-US" dirty="0"/>
              <a:t>transcript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A8449F-55B1-194F-4F6F-2C3A0E95C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5124936"/>
          </a:xfrm>
        </p:spPr>
        <p:txBody>
          <a:bodyPr>
            <a:normAutofit/>
          </a:bodyPr>
          <a:lstStyle/>
          <a:p>
            <a:r>
              <a:rPr lang="en-US" dirty="0"/>
              <a:t>Similar to genome (contig) assembly</a:t>
            </a:r>
          </a:p>
          <a:p>
            <a:r>
              <a:rPr lang="en-US" dirty="0"/>
              <a:t>Obstacles:</a:t>
            </a:r>
          </a:p>
          <a:p>
            <a:pPr lvl="1"/>
            <a:r>
              <a:rPr lang="en-US" dirty="0"/>
              <a:t>Highly uneven coverage of different transcripts and along a transcript</a:t>
            </a:r>
          </a:p>
          <a:p>
            <a:pPr lvl="1"/>
            <a:r>
              <a:rPr lang="en-US" dirty="0"/>
              <a:t>Gaps in transcript coverage and repeats?</a:t>
            </a:r>
          </a:p>
          <a:p>
            <a:pPr lvl="1"/>
            <a:r>
              <a:rPr lang="en-US" dirty="0"/>
              <a:t>We do not know where the splice sites are!</a:t>
            </a:r>
          </a:p>
          <a:p>
            <a:pPr lvl="1"/>
            <a:r>
              <a:rPr lang="en-US" dirty="0"/>
              <a:t>Alternative splicing: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 do not recommend doing this unless there is no genome available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7BA3F9-AE35-5818-38B3-F95086B704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21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937B3B2-E2F1-3A7E-4591-1CDE65AEDA6B}"/>
              </a:ext>
            </a:extLst>
          </p:cNvPr>
          <p:cNvCxnSpPr>
            <a:cxnSpLocks/>
          </p:cNvCxnSpPr>
          <p:nvPr/>
        </p:nvCxnSpPr>
        <p:spPr>
          <a:xfrm>
            <a:off x="1747164" y="5014376"/>
            <a:ext cx="1246293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C0A8C3-D7EC-C3F6-A5AA-394FFC4BB0D7}"/>
              </a:ext>
            </a:extLst>
          </p:cNvPr>
          <p:cNvCxnSpPr>
            <a:cxnSpLocks/>
          </p:cNvCxnSpPr>
          <p:nvPr/>
        </p:nvCxnSpPr>
        <p:spPr>
          <a:xfrm>
            <a:off x="3205213" y="5014376"/>
            <a:ext cx="1507779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6C72EE9-D004-ACB2-F4E2-4D3776FFD209}"/>
              </a:ext>
            </a:extLst>
          </p:cNvPr>
          <p:cNvCxnSpPr>
            <a:cxnSpLocks/>
          </p:cNvCxnSpPr>
          <p:nvPr/>
        </p:nvCxnSpPr>
        <p:spPr>
          <a:xfrm>
            <a:off x="6136285" y="5014376"/>
            <a:ext cx="1507779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2D9576E-A089-A7C6-0247-F290EEB202F7}"/>
              </a:ext>
            </a:extLst>
          </p:cNvPr>
          <p:cNvCxnSpPr>
            <a:cxnSpLocks/>
          </p:cNvCxnSpPr>
          <p:nvPr/>
        </p:nvCxnSpPr>
        <p:spPr>
          <a:xfrm>
            <a:off x="6136285" y="5515343"/>
            <a:ext cx="82278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D06A51C-9A89-8968-4BAA-5C073CEA1306}"/>
              </a:ext>
            </a:extLst>
          </p:cNvPr>
          <p:cNvCxnSpPr>
            <a:cxnSpLocks/>
          </p:cNvCxnSpPr>
          <p:nvPr/>
        </p:nvCxnSpPr>
        <p:spPr>
          <a:xfrm>
            <a:off x="2223436" y="5515343"/>
            <a:ext cx="1466248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84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1A78E-161B-CC00-3A02-C46DD56B9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A6F1A-3AD4-F1D6-23AA-4E40051DFA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i="1" dirty="0"/>
              <a:t>De novo </a:t>
            </a:r>
            <a:r>
              <a:rPr lang="en-US" dirty="0"/>
              <a:t>transcript assemblers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C74AFB-743C-34D0-7003-B525A782B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22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C4658A0-7C99-A7ED-FDC2-66F83C0A44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7202" y="1138425"/>
            <a:ext cx="5480005" cy="2983368"/>
          </a:xfrm>
          <a:prstGeom prst="rect">
            <a:avLst/>
          </a:prstGeom>
        </p:spPr>
      </p:pic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BA321FFA-837B-8ECC-96C1-FBC2B6207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Short-read: Trinity, based on </a:t>
            </a:r>
            <a:r>
              <a:rPr lang="en-US" dirty="0" err="1"/>
              <a:t>DeBruijn</a:t>
            </a:r>
            <a:r>
              <a:rPr lang="en-US" dirty="0"/>
              <a:t> graph</a:t>
            </a:r>
          </a:p>
          <a:p>
            <a:pPr marL="457200" lvl="1" indent="0">
              <a:buNone/>
            </a:pPr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556EF7A9-B4C1-D186-93E8-87644A7C0E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619" y="2038993"/>
            <a:ext cx="4263091" cy="4766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2787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BAE075-24C5-FDF6-048C-28555E416F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71D83-BCD3-890A-F67E-EB7F2C673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i="1" dirty="0"/>
              <a:t>De novo </a:t>
            </a:r>
            <a:r>
              <a:rPr lang="en-US" dirty="0"/>
              <a:t>transcript assemblers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970544-CFE1-9ECF-AD01-B8CB5F6E6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23</a:t>
            </a:fld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36EF185-5E64-D4CB-8891-C65E4FC3DC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Long read: RNA-Bloom2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8DE2275-1C32-5F13-66B5-2D5E8461CD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2629" y="1596540"/>
            <a:ext cx="4761527" cy="231641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16D7578-5F8A-67F7-E3B9-7D89647F94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279422"/>
            <a:ext cx="5762092" cy="4259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44365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76AE29-4A2D-B3A0-D4EA-CE07B6AE9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Spliced alignment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EAD1E1-6FBD-1E46-1494-5F1DF6B2D4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1"/>
            <a:ext cx="10972800" cy="2012934"/>
          </a:xfrm>
        </p:spPr>
        <p:txBody>
          <a:bodyPr/>
          <a:lstStyle/>
          <a:p>
            <a:r>
              <a:rPr lang="en-US" dirty="0"/>
              <a:t>We can (more reliably) find transcripts on the genome by spliced alignment of transcriptome reads</a:t>
            </a:r>
          </a:p>
          <a:p>
            <a:r>
              <a:rPr lang="en-US" dirty="0"/>
              <a:t>Spliced alignment is gapped alignment with specific sequence patterns around gaps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47867D-EB0C-6360-7F8B-53D714A0A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24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DAE7A6B-B335-D8E2-F1EA-CA0F191C456B}"/>
              </a:ext>
            </a:extLst>
          </p:cNvPr>
          <p:cNvCxnSpPr/>
          <p:nvPr/>
        </p:nvCxnSpPr>
        <p:spPr>
          <a:xfrm>
            <a:off x="2767442" y="3709390"/>
            <a:ext cx="4514248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4D6B6CB3-BC49-DDDF-D46B-75CF4C680FC5}"/>
              </a:ext>
            </a:extLst>
          </p:cNvPr>
          <p:cNvSpPr txBox="1"/>
          <p:nvPr/>
        </p:nvSpPr>
        <p:spPr>
          <a:xfrm>
            <a:off x="3941724" y="3250405"/>
            <a:ext cx="20059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Transcriptome read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928F98F-0850-AC4D-748D-3422888C8A03}"/>
              </a:ext>
            </a:extLst>
          </p:cNvPr>
          <p:cNvSpPr txBox="1"/>
          <p:nvPr/>
        </p:nvSpPr>
        <p:spPr>
          <a:xfrm>
            <a:off x="248583" y="4539656"/>
            <a:ext cx="989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Genome</a:t>
            </a: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77241136-0273-09BE-CD1F-962D8DB28C97}"/>
              </a:ext>
            </a:extLst>
          </p:cNvPr>
          <p:cNvSpPr/>
          <p:nvPr/>
        </p:nvSpPr>
        <p:spPr>
          <a:xfrm>
            <a:off x="1804915" y="3709357"/>
            <a:ext cx="2926079" cy="845419"/>
          </a:xfrm>
          <a:prstGeom prst="parallelogram">
            <a:avLst>
              <a:gd name="adj" fmla="val 113808"/>
            </a:avLst>
          </a:prstGeom>
          <a:solidFill>
            <a:schemeClr val="accent1">
              <a:alpha val="4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Parallelogram 15">
            <a:extLst>
              <a:ext uri="{FF2B5EF4-FFF2-40B4-BE49-F238E27FC236}">
                <a16:creationId xmlns:a16="http://schemas.microsoft.com/office/drawing/2014/main" id="{91E84084-0767-93D2-7479-AA019C88EEA7}"/>
              </a:ext>
            </a:extLst>
          </p:cNvPr>
          <p:cNvSpPr/>
          <p:nvPr/>
        </p:nvSpPr>
        <p:spPr>
          <a:xfrm flipH="1">
            <a:off x="4730992" y="3709324"/>
            <a:ext cx="3513223" cy="845419"/>
          </a:xfrm>
          <a:prstGeom prst="parallelogram">
            <a:avLst>
              <a:gd name="adj" fmla="val 113808"/>
            </a:avLst>
          </a:prstGeom>
          <a:solidFill>
            <a:schemeClr val="accent1">
              <a:alpha val="4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913E2B2-0B82-D800-5474-D4212DD843C9}"/>
              </a:ext>
            </a:extLst>
          </p:cNvPr>
          <p:cNvSpPr txBox="1"/>
          <p:nvPr/>
        </p:nvSpPr>
        <p:spPr>
          <a:xfrm>
            <a:off x="1660370" y="4554743"/>
            <a:ext cx="6937248" cy="36933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                              GT                          AG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45DF2A2-E39B-D51D-25E9-FA0CC154F284}"/>
              </a:ext>
            </a:extLst>
          </p:cNvPr>
          <p:cNvSpPr txBox="1"/>
          <p:nvPr/>
        </p:nvSpPr>
        <p:spPr>
          <a:xfrm>
            <a:off x="1804915" y="4554743"/>
            <a:ext cx="1942996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D0A23BC-6666-6288-15FE-1EFA8C91BD1C}"/>
              </a:ext>
            </a:extLst>
          </p:cNvPr>
          <p:cNvSpPr txBox="1"/>
          <p:nvPr/>
        </p:nvSpPr>
        <p:spPr>
          <a:xfrm>
            <a:off x="5711462" y="4554743"/>
            <a:ext cx="2532754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5AE3FE0-F43E-B799-B2F9-4DD4440F8CF0}"/>
              </a:ext>
            </a:extLst>
          </p:cNvPr>
          <p:cNvSpPr txBox="1"/>
          <p:nvPr/>
        </p:nvSpPr>
        <p:spPr>
          <a:xfrm>
            <a:off x="8771467" y="4147377"/>
            <a:ext cx="3221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Forward or “+” strand alignment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657E309-E61F-BDEA-C6FC-D1B81B3F9B67}"/>
              </a:ext>
            </a:extLst>
          </p:cNvPr>
          <p:cNvCxnSpPr/>
          <p:nvPr/>
        </p:nvCxnSpPr>
        <p:spPr>
          <a:xfrm>
            <a:off x="2767442" y="5241582"/>
            <a:ext cx="4514248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6E700E5-2D8B-C6FC-E9C2-83E16FA49EB1}"/>
              </a:ext>
            </a:extLst>
          </p:cNvPr>
          <p:cNvSpPr txBox="1"/>
          <p:nvPr/>
        </p:nvSpPr>
        <p:spPr>
          <a:xfrm>
            <a:off x="248583" y="6071848"/>
            <a:ext cx="989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Genome</a:t>
            </a:r>
          </a:p>
        </p:txBody>
      </p:sp>
      <p:sp>
        <p:nvSpPr>
          <p:cNvPr id="24" name="Parallelogram 23">
            <a:extLst>
              <a:ext uri="{FF2B5EF4-FFF2-40B4-BE49-F238E27FC236}">
                <a16:creationId xmlns:a16="http://schemas.microsoft.com/office/drawing/2014/main" id="{5FBF33BB-A7FC-26B2-BBE3-B0B2CDA6187B}"/>
              </a:ext>
            </a:extLst>
          </p:cNvPr>
          <p:cNvSpPr/>
          <p:nvPr/>
        </p:nvSpPr>
        <p:spPr>
          <a:xfrm>
            <a:off x="1804915" y="5241549"/>
            <a:ext cx="2926079" cy="845419"/>
          </a:xfrm>
          <a:prstGeom prst="parallelogram">
            <a:avLst>
              <a:gd name="adj" fmla="val 113808"/>
            </a:avLst>
          </a:prstGeom>
          <a:solidFill>
            <a:schemeClr val="accent1">
              <a:alpha val="4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Parallelogram 24">
            <a:extLst>
              <a:ext uri="{FF2B5EF4-FFF2-40B4-BE49-F238E27FC236}">
                <a16:creationId xmlns:a16="http://schemas.microsoft.com/office/drawing/2014/main" id="{1C89B375-9B7E-2E21-2D6D-C490335F2EA0}"/>
              </a:ext>
            </a:extLst>
          </p:cNvPr>
          <p:cNvSpPr/>
          <p:nvPr/>
        </p:nvSpPr>
        <p:spPr>
          <a:xfrm flipH="1">
            <a:off x="4730992" y="5241516"/>
            <a:ext cx="3513223" cy="845419"/>
          </a:xfrm>
          <a:prstGeom prst="parallelogram">
            <a:avLst>
              <a:gd name="adj" fmla="val 113808"/>
            </a:avLst>
          </a:prstGeom>
          <a:solidFill>
            <a:schemeClr val="accent1">
              <a:alpha val="4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FF6FDC8-F68A-8405-1E3D-C40D09B3D4BF}"/>
              </a:ext>
            </a:extLst>
          </p:cNvPr>
          <p:cNvSpPr txBox="1"/>
          <p:nvPr/>
        </p:nvSpPr>
        <p:spPr>
          <a:xfrm>
            <a:off x="1660370" y="6086935"/>
            <a:ext cx="6937248" cy="36933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                              CT                          AC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018D108-07C6-6F38-4029-65F6D7DADC0B}"/>
              </a:ext>
            </a:extLst>
          </p:cNvPr>
          <p:cNvSpPr txBox="1"/>
          <p:nvPr/>
        </p:nvSpPr>
        <p:spPr>
          <a:xfrm>
            <a:off x="1804915" y="6086935"/>
            <a:ext cx="1942996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E4127FE-ED2B-F845-4C25-112B9EF0F30C}"/>
              </a:ext>
            </a:extLst>
          </p:cNvPr>
          <p:cNvSpPr txBox="1"/>
          <p:nvPr/>
        </p:nvSpPr>
        <p:spPr>
          <a:xfrm>
            <a:off x="5711462" y="6086935"/>
            <a:ext cx="2532754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C1EF227-7D66-4F3D-F10E-5330F63F0151}"/>
              </a:ext>
            </a:extLst>
          </p:cNvPr>
          <p:cNvSpPr txBox="1"/>
          <p:nvPr/>
        </p:nvSpPr>
        <p:spPr>
          <a:xfrm>
            <a:off x="8771467" y="5679569"/>
            <a:ext cx="3177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Reverse or “-” strand alignment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7B7317-4F90-B75A-206D-33D415608938}"/>
              </a:ext>
            </a:extLst>
          </p:cNvPr>
          <p:cNvSpPr txBox="1"/>
          <p:nvPr/>
        </p:nvSpPr>
        <p:spPr>
          <a:xfrm>
            <a:off x="7281690" y="3460571"/>
            <a:ext cx="1116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AAAAAAA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65D1C3-4FFC-ADCD-5173-E78A72229992}"/>
              </a:ext>
            </a:extLst>
          </p:cNvPr>
          <p:cNvSpPr txBox="1"/>
          <p:nvPr/>
        </p:nvSpPr>
        <p:spPr>
          <a:xfrm>
            <a:off x="1660370" y="5030796"/>
            <a:ext cx="1116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AAAAAAA</a:t>
            </a:r>
          </a:p>
        </p:txBody>
      </p:sp>
    </p:spTree>
    <p:extLst>
      <p:ext uri="{BB962C8B-B14F-4D97-AF65-F5344CB8AC3E}">
        <p14:creationId xmlns:p14="http://schemas.microsoft.com/office/powerpoint/2010/main" val="27248078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9ECC3-070D-CCA8-230C-E0FEB3518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841FD-1C9D-C024-B226-ECEEC8D21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Spliced alignment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418FC5-5CDB-A308-36F3-ED14400B76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1"/>
            <a:ext cx="10972800" cy="2012934"/>
          </a:xfrm>
        </p:spPr>
        <p:txBody>
          <a:bodyPr/>
          <a:lstStyle/>
          <a:p>
            <a:r>
              <a:rPr lang="en-US" dirty="0"/>
              <a:t>We expect GT-AG (CT-AC) </a:t>
            </a:r>
            <a:r>
              <a:rPr lang="en-US" i="1" dirty="0"/>
              <a:t>canonical </a:t>
            </a:r>
            <a:r>
              <a:rPr lang="en-US" dirty="0"/>
              <a:t>splice sites</a:t>
            </a:r>
          </a:p>
          <a:p>
            <a:r>
              <a:rPr lang="en-US" dirty="0"/>
              <a:t>Other combinations are possible (GC-AG or AT-AC)</a:t>
            </a:r>
          </a:p>
          <a:p>
            <a:r>
              <a:rPr lang="en-US" dirty="0"/>
              <a:t>Un-spliced aligned reads – strand unknown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01C91F-2633-ACBB-FDA2-74DB14847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25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FA27BB0-DAD0-39D3-30BD-CD54660582A7}"/>
              </a:ext>
            </a:extLst>
          </p:cNvPr>
          <p:cNvCxnSpPr/>
          <p:nvPr/>
        </p:nvCxnSpPr>
        <p:spPr>
          <a:xfrm>
            <a:off x="2767442" y="3709390"/>
            <a:ext cx="4514248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12A3F7E-B3D0-67BF-726F-32AA10D5D8A8}"/>
              </a:ext>
            </a:extLst>
          </p:cNvPr>
          <p:cNvSpPr txBox="1"/>
          <p:nvPr/>
        </p:nvSpPr>
        <p:spPr>
          <a:xfrm>
            <a:off x="3941724" y="3250405"/>
            <a:ext cx="20059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Transcriptome read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E1F2D2-0DB7-830C-0C58-AD8E4149D72D}"/>
              </a:ext>
            </a:extLst>
          </p:cNvPr>
          <p:cNvSpPr txBox="1"/>
          <p:nvPr/>
        </p:nvSpPr>
        <p:spPr>
          <a:xfrm>
            <a:off x="248583" y="4539656"/>
            <a:ext cx="989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Genome</a:t>
            </a: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7E550692-3459-2B73-0753-02503242919A}"/>
              </a:ext>
            </a:extLst>
          </p:cNvPr>
          <p:cNvSpPr/>
          <p:nvPr/>
        </p:nvSpPr>
        <p:spPr>
          <a:xfrm>
            <a:off x="1804915" y="3709357"/>
            <a:ext cx="2926079" cy="845419"/>
          </a:xfrm>
          <a:prstGeom prst="parallelogram">
            <a:avLst>
              <a:gd name="adj" fmla="val 113808"/>
            </a:avLst>
          </a:prstGeom>
          <a:solidFill>
            <a:schemeClr val="accent1">
              <a:alpha val="4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Parallelogram 15">
            <a:extLst>
              <a:ext uri="{FF2B5EF4-FFF2-40B4-BE49-F238E27FC236}">
                <a16:creationId xmlns:a16="http://schemas.microsoft.com/office/drawing/2014/main" id="{D589332D-C7CF-C425-55A2-5968C1088873}"/>
              </a:ext>
            </a:extLst>
          </p:cNvPr>
          <p:cNvSpPr/>
          <p:nvPr/>
        </p:nvSpPr>
        <p:spPr>
          <a:xfrm flipH="1">
            <a:off x="4730992" y="3709324"/>
            <a:ext cx="3513223" cy="845419"/>
          </a:xfrm>
          <a:prstGeom prst="parallelogram">
            <a:avLst>
              <a:gd name="adj" fmla="val 113808"/>
            </a:avLst>
          </a:prstGeom>
          <a:solidFill>
            <a:schemeClr val="accent1">
              <a:alpha val="4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46E4775-1806-EBC7-8C12-FF893ABEB4B3}"/>
              </a:ext>
            </a:extLst>
          </p:cNvPr>
          <p:cNvSpPr txBox="1"/>
          <p:nvPr/>
        </p:nvSpPr>
        <p:spPr>
          <a:xfrm>
            <a:off x="1660370" y="4554743"/>
            <a:ext cx="6937248" cy="36933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                              GT                          AG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C791C1-D347-D4B1-90F7-F7C7104A3DCB}"/>
              </a:ext>
            </a:extLst>
          </p:cNvPr>
          <p:cNvSpPr txBox="1"/>
          <p:nvPr/>
        </p:nvSpPr>
        <p:spPr>
          <a:xfrm>
            <a:off x="1804915" y="4554743"/>
            <a:ext cx="1942996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9099BE0-956D-E087-F1F3-7209EF120199}"/>
              </a:ext>
            </a:extLst>
          </p:cNvPr>
          <p:cNvSpPr txBox="1"/>
          <p:nvPr/>
        </p:nvSpPr>
        <p:spPr>
          <a:xfrm>
            <a:off x="5711462" y="4554743"/>
            <a:ext cx="2532754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516FA0D-5920-8F0F-083C-5F80B99C00C9}"/>
              </a:ext>
            </a:extLst>
          </p:cNvPr>
          <p:cNvSpPr txBox="1"/>
          <p:nvPr/>
        </p:nvSpPr>
        <p:spPr>
          <a:xfrm>
            <a:off x="8771467" y="4147377"/>
            <a:ext cx="3221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Forward or “+” strand alignment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F4822D7-124E-0D4E-ED3B-DC9E6E98D5FC}"/>
              </a:ext>
            </a:extLst>
          </p:cNvPr>
          <p:cNvCxnSpPr/>
          <p:nvPr/>
        </p:nvCxnSpPr>
        <p:spPr>
          <a:xfrm>
            <a:off x="2767442" y="5241582"/>
            <a:ext cx="4514248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2C5285C2-404F-3505-7533-2C8D67B48E63}"/>
              </a:ext>
            </a:extLst>
          </p:cNvPr>
          <p:cNvSpPr txBox="1"/>
          <p:nvPr/>
        </p:nvSpPr>
        <p:spPr>
          <a:xfrm>
            <a:off x="248583" y="6071848"/>
            <a:ext cx="989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Genome</a:t>
            </a:r>
          </a:p>
        </p:txBody>
      </p:sp>
      <p:sp>
        <p:nvSpPr>
          <p:cNvPr id="24" name="Parallelogram 23">
            <a:extLst>
              <a:ext uri="{FF2B5EF4-FFF2-40B4-BE49-F238E27FC236}">
                <a16:creationId xmlns:a16="http://schemas.microsoft.com/office/drawing/2014/main" id="{24D0A0AA-A361-7FEF-9386-7FCC9C7C7253}"/>
              </a:ext>
            </a:extLst>
          </p:cNvPr>
          <p:cNvSpPr/>
          <p:nvPr/>
        </p:nvSpPr>
        <p:spPr>
          <a:xfrm>
            <a:off x="1804915" y="5241549"/>
            <a:ext cx="2926079" cy="845419"/>
          </a:xfrm>
          <a:prstGeom prst="parallelogram">
            <a:avLst>
              <a:gd name="adj" fmla="val 113808"/>
            </a:avLst>
          </a:prstGeom>
          <a:solidFill>
            <a:schemeClr val="accent1">
              <a:alpha val="4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Parallelogram 24">
            <a:extLst>
              <a:ext uri="{FF2B5EF4-FFF2-40B4-BE49-F238E27FC236}">
                <a16:creationId xmlns:a16="http://schemas.microsoft.com/office/drawing/2014/main" id="{DEE29FCF-C66A-9FA6-40EC-11263BC92E75}"/>
              </a:ext>
            </a:extLst>
          </p:cNvPr>
          <p:cNvSpPr/>
          <p:nvPr/>
        </p:nvSpPr>
        <p:spPr>
          <a:xfrm flipH="1">
            <a:off x="4730992" y="5241516"/>
            <a:ext cx="3513223" cy="845419"/>
          </a:xfrm>
          <a:prstGeom prst="parallelogram">
            <a:avLst>
              <a:gd name="adj" fmla="val 113808"/>
            </a:avLst>
          </a:prstGeom>
          <a:solidFill>
            <a:schemeClr val="accent1">
              <a:alpha val="4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47AA8EE-CF6E-18E4-EBF4-D803B5109192}"/>
              </a:ext>
            </a:extLst>
          </p:cNvPr>
          <p:cNvSpPr txBox="1"/>
          <p:nvPr/>
        </p:nvSpPr>
        <p:spPr>
          <a:xfrm>
            <a:off x="1660370" y="6086935"/>
            <a:ext cx="6937248" cy="36933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                              CT                          AC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0D4EEF1-02A7-844E-21CC-4C9B89B1CA33}"/>
              </a:ext>
            </a:extLst>
          </p:cNvPr>
          <p:cNvSpPr txBox="1"/>
          <p:nvPr/>
        </p:nvSpPr>
        <p:spPr>
          <a:xfrm>
            <a:off x="1804915" y="6086935"/>
            <a:ext cx="1942996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42FD060-78EF-11BB-5E9F-2510127F9173}"/>
              </a:ext>
            </a:extLst>
          </p:cNvPr>
          <p:cNvSpPr txBox="1"/>
          <p:nvPr/>
        </p:nvSpPr>
        <p:spPr>
          <a:xfrm>
            <a:off x="5711462" y="6086935"/>
            <a:ext cx="2532754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0750EEB-0CBC-576B-F48C-FF06703BD49B}"/>
              </a:ext>
            </a:extLst>
          </p:cNvPr>
          <p:cNvSpPr txBox="1"/>
          <p:nvPr/>
        </p:nvSpPr>
        <p:spPr>
          <a:xfrm>
            <a:off x="8771467" y="5679569"/>
            <a:ext cx="3177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Reverse or “-” strand alignment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05C15B-9785-D5F8-2DC4-53E8C1D95A3F}"/>
              </a:ext>
            </a:extLst>
          </p:cNvPr>
          <p:cNvSpPr txBox="1"/>
          <p:nvPr/>
        </p:nvSpPr>
        <p:spPr>
          <a:xfrm>
            <a:off x="7281690" y="3460571"/>
            <a:ext cx="1116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AAAAAAA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72AF44-7BEB-227C-6A1B-1CED772E87D7}"/>
              </a:ext>
            </a:extLst>
          </p:cNvPr>
          <p:cNvSpPr txBox="1"/>
          <p:nvPr/>
        </p:nvSpPr>
        <p:spPr>
          <a:xfrm>
            <a:off x="1660370" y="5030796"/>
            <a:ext cx="1116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AAAAAAA</a:t>
            </a:r>
          </a:p>
        </p:txBody>
      </p:sp>
    </p:spTree>
    <p:extLst>
      <p:ext uri="{BB962C8B-B14F-4D97-AF65-F5344CB8AC3E}">
        <p14:creationId xmlns:p14="http://schemas.microsoft.com/office/powerpoint/2010/main" val="17493725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8B8CD-FE69-7B2A-4664-D58DBAC5A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Spliced alignment programs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E1407C-9244-6D1A-4CE2-EC221D47F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841431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Illumina RNA-seq reads </a:t>
            </a:r>
          </a:p>
          <a:p>
            <a:pPr lvl="1"/>
            <a:r>
              <a:rPr lang="en-US" dirty="0"/>
              <a:t>STAR</a:t>
            </a:r>
          </a:p>
          <a:p>
            <a:pPr lvl="1"/>
            <a:r>
              <a:rPr lang="en-US" dirty="0"/>
              <a:t>HISAT2</a:t>
            </a:r>
          </a:p>
          <a:p>
            <a:r>
              <a:rPr lang="en-US" dirty="0"/>
              <a:t>Long reads (PacBio or ONT):</a:t>
            </a:r>
          </a:p>
          <a:p>
            <a:pPr lvl="1"/>
            <a:r>
              <a:rPr lang="en-US" dirty="0"/>
              <a:t>Minimap2</a:t>
            </a:r>
          </a:p>
          <a:p>
            <a:r>
              <a:rPr lang="en-US" dirty="0"/>
              <a:t>Spliced alignments sometimes produce errors/miss splice sites </a:t>
            </a:r>
          </a:p>
          <a:p>
            <a:pPr lvl="1"/>
            <a:r>
              <a:rPr lang="en-US" dirty="0"/>
              <a:t>“anchors” may be short</a:t>
            </a:r>
          </a:p>
          <a:p>
            <a:pPr marL="914400" lvl="2" indent="0">
              <a:buNone/>
            </a:pPr>
            <a:r>
              <a:rPr lang="en-US" dirty="0">
                <a:highlight>
                  <a:srgbClr val="00FFFF"/>
                </a:highlight>
              </a:rPr>
              <a:t>AGATAA</a:t>
            </a:r>
            <a:r>
              <a:rPr lang="en-US" dirty="0"/>
              <a:t>|(GT)……………(AG)|</a:t>
            </a:r>
            <a:r>
              <a:rPr lang="en-US" dirty="0">
                <a:highlight>
                  <a:srgbClr val="00FFFF"/>
                </a:highlight>
              </a:rPr>
              <a:t>GT</a:t>
            </a:r>
            <a:r>
              <a:rPr lang="en-US" dirty="0"/>
              <a:t> or </a:t>
            </a:r>
            <a:r>
              <a:rPr lang="en-US" dirty="0">
                <a:highlight>
                  <a:srgbClr val="00FFFF"/>
                </a:highlight>
              </a:rPr>
              <a:t>AGATAAGT</a:t>
            </a:r>
            <a:r>
              <a:rPr lang="en-US" dirty="0"/>
              <a:t> ? </a:t>
            </a:r>
          </a:p>
          <a:p>
            <a:pPr lvl="1"/>
            <a:r>
              <a:rPr lang="en-US" dirty="0"/>
              <a:t>Non-canonical splice sites can be off</a:t>
            </a:r>
          </a:p>
          <a:p>
            <a:r>
              <a:rPr lang="en-US" dirty="0"/>
              <a:t>Errors in Oxford Nanopore Technologies reads (especially indels) can lead to imprecise splice site detection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5FEB76-40B7-1CDF-FA18-9A99763D0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28348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B930E-0559-0DA2-C7D6-9FA3A1A5FF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SAM format for spliced alignment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BC9582D-B5FB-116C-8289-AB6D4D6EEE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65266" y="1466810"/>
            <a:ext cx="2788534" cy="2977868"/>
          </a:xfrm>
        </p:spPr>
        <p:txBody>
          <a:bodyPr/>
          <a:lstStyle/>
          <a:p>
            <a:r>
              <a:rPr lang="en-US" dirty="0"/>
              <a:t>Examples of CIGAR strings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FC35A2B-7867-B446-7320-DD75F22F02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31" y="4255227"/>
            <a:ext cx="10593278" cy="242921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5C6B290-6FEF-824F-1943-CEFB211CD8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031" y="1484618"/>
            <a:ext cx="7608053" cy="2694902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B332A2B-BCED-0687-C2F2-736353587C2E}"/>
              </a:ext>
            </a:extLst>
          </p:cNvPr>
          <p:cNvCxnSpPr/>
          <p:nvPr/>
        </p:nvCxnSpPr>
        <p:spPr>
          <a:xfrm>
            <a:off x="309031" y="4179520"/>
            <a:ext cx="742285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71A4E14A-16E7-DCF9-546A-1E9042271586}"/>
              </a:ext>
            </a:extLst>
          </p:cNvPr>
          <p:cNvSpPr/>
          <p:nvPr/>
        </p:nvSpPr>
        <p:spPr>
          <a:xfrm>
            <a:off x="4093029" y="1879600"/>
            <a:ext cx="1625600" cy="16256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9B5BC4D-6BFF-4B7A-7CAA-0A1E2D06EB35}"/>
              </a:ext>
            </a:extLst>
          </p:cNvPr>
          <p:cNvSpPr/>
          <p:nvPr/>
        </p:nvSpPr>
        <p:spPr>
          <a:xfrm>
            <a:off x="3055966" y="5687122"/>
            <a:ext cx="371175" cy="24532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6966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14370</TotalTime>
  <Words>1427</Words>
  <Application>Microsoft Office PowerPoint</Application>
  <PresentationFormat>Widescreen</PresentationFormat>
  <Paragraphs>260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4" baseType="lpstr">
      <vt:lpstr>arial</vt:lpstr>
      <vt:lpstr>arial</vt:lpstr>
      <vt:lpstr>Calibri</vt:lpstr>
      <vt:lpstr>Helvetica</vt:lpstr>
      <vt:lpstr>Helvetica Neue Medium</vt:lpstr>
      <vt:lpstr>Trebuchet MS</vt:lpstr>
      <vt:lpstr>Office Theme</vt:lpstr>
      <vt:lpstr>PowerPoint Presentation</vt:lpstr>
      <vt:lpstr>Splicing</vt:lpstr>
      <vt:lpstr>Splice site patterns</vt:lpstr>
      <vt:lpstr>What goes wrong in transcription and translation</vt:lpstr>
      <vt:lpstr>Transcription levels</vt:lpstr>
      <vt:lpstr>Transcript</vt:lpstr>
      <vt:lpstr>Gene</vt:lpstr>
      <vt:lpstr>PowerPoint Presentation</vt:lpstr>
      <vt:lpstr>Gene representation</vt:lpstr>
      <vt:lpstr>GTF vs GFF</vt:lpstr>
      <vt:lpstr>Similarities and differences between GTF and GFF files</vt:lpstr>
      <vt:lpstr>Example GTF file</vt:lpstr>
      <vt:lpstr>Example GFF file</vt:lpstr>
      <vt:lpstr>Parsing GTF/GFF files</vt:lpstr>
      <vt:lpstr>GTF/GFF frame</vt:lpstr>
      <vt:lpstr>How transcripts are obtained</vt:lpstr>
      <vt:lpstr>Short read Illumina RNA-seq</vt:lpstr>
      <vt:lpstr>Long read RNA sequencing</vt:lpstr>
      <vt:lpstr>Uses of transcriptome sequencing</vt:lpstr>
      <vt:lpstr>Transcriptome assembly</vt:lpstr>
      <vt:lpstr>De novo transcript assembly</vt:lpstr>
      <vt:lpstr>De novo transcript assemblers</vt:lpstr>
      <vt:lpstr>De novo transcript assemblers</vt:lpstr>
      <vt:lpstr>Spliced alignment</vt:lpstr>
      <vt:lpstr>Spliced alignment</vt:lpstr>
      <vt:lpstr>Spliced alignment programs</vt:lpstr>
      <vt:lpstr>SAM format for spliced alignment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Julian</dc:creator>
  <cp:lastModifiedBy>Aleksey Zimin</cp:lastModifiedBy>
  <cp:revision>71</cp:revision>
  <dcterms:created xsi:type="dcterms:W3CDTF">2013-08-21T19:17:07Z</dcterms:created>
  <dcterms:modified xsi:type="dcterms:W3CDTF">2025-10-24T18:18:00Z</dcterms:modified>
</cp:coreProperties>
</file>