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2" r:id="rId2"/>
    <p:sldId id="467" r:id="rId3"/>
    <p:sldId id="468" r:id="rId4"/>
    <p:sldId id="490" r:id="rId5"/>
    <p:sldId id="491" r:id="rId6"/>
    <p:sldId id="469" r:id="rId7"/>
    <p:sldId id="470" r:id="rId8"/>
    <p:sldId id="471" r:id="rId9"/>
    <p:sldId id="472" r:id="rId10"/>
    <p:sldId id="493" r:id="rId11"/>
    <p:sldId id="473" r:id="rId12"/>
    <p:sldId id="488" r:id="rId13"/>
    <p:sldId id="489" r:id="rId14"/>
    <p:sldId id="492" r:id="rId15"/>
    <p:sldId id="399" r:id="rId16"/>
    <p:sldId id="400" r:id="rId17"/>
    <p:sldId id="259" r:id="rId18"/>
    <p:sldId id="477" r:id="rId19"/>
    <p:sldId id="478" r:id="rId20"/>
    <p:sldId id="481" r:id="rId21"/>
    <p:sldId id="482" r:id="rId22"/>
    <p:sldId id="484" r:id="rId23"/>
    <p:sldId id="483" r:id="rId24"/>
    <p:sldId id="485" r:id="rId25"/>
    <p:sldId id="486" r:id="rId26"/>
    <p:sldId id="487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596A1141-B022-4551-9F5C-F95C90EB2547}"/>
    <pc:docChg chg="undo redo custSel addSld delSld modSld sldOrd">
      <pc:chgData name="Aleksey Zimin" userId="7f2637d0bc515791" providerId="LiveId" clId="{596A1141-B022-4551-9F5C-F95C90EB2547}" dt="2025-06-23T18:27:15.246" v="8243" actId="20577"/>
      <pc:docMkLst>
        <pc:docMk/>
      </pc:docMkLst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314267360" sldId="257"/>
        </pc:sldMkLst>
      </pc:sldChg>
      <pc:sldChg chg="add">
        <pc:chgData name="Aleksey Zimin" userId="7f2637d0bc515791" providerId="LiveId" clId="{596A1141-B022-4551-9F5C-F95C90EB2547}" dt="2025-06-13T15:35:41.249" v="0"/>
        <pc:sldMkLst>
          <pc:docMk/>
          <pc:sldMk cId="3286708732" sldId="259"/>
        </pc:sldMkLst>
      </pc:sldChg>
      <pc:sldChg chg="add del">
        <pc:chgData name="Aleksey Zimin" userId="7f2637d0bc515791" providerId="LiveId" clId="{596A1141-B022-4551-9F5C-F95C90EB2547}" dt="2025-06-23T18:04:01.919" v="8239" actId="2696"/>
        <pc:sldMkLst>
          <pc:docMk/>
          <pc:sldMk cId="1898564496" sldId="261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496989918" sldId="268"/>
        </pc:sldMkLst>
      </pc:sldChg>
      <pc:sldChg chg="add del">
        <pc:chgData name="Aleksey Zimin" userId="7f2637d0bc515791" providerId="LiveId" clId="{596A1141-B022-4551-9F5C-F95C90EB2547}" dt="2025-06-23T18:04:01.919" v="8239" actId="2696"/>
        <pc:sldMkLst>
          <pc:docMk/>
          <pc:sldMk cId="2711955719" sldId="270"/>
        </pc:sldMkLst>
      </pc:sldChg>
      <pc:sldChg chg="modSp mod">
        <pc:chgData name="Aleksey Zimin" userId="7f2637d0bc515791" providerId="LiveId" clId="{596A1141-B022-4551-9F5C-F95C90EB2547}" dt="2025-06-23T18:27:15.246" v="8243" actId="20577"/>
        <pc:sldMkLst>
          <pc:docMk/>
          <pc:sldMk cId="1052403946" sldId="272"/>
        </pc:sldMkLst>
      </pc:sldChg>
      <pc:sldChg chg="add del">
        <pc:chgData name="Aleksey Zimin" userId="7f2637d0bc515791" providerId="LiveId" clId="{596A1141-B022-4551-9F5C-F95C90EB2547}" dt="2025-06-23T18:04:01.919" v="8239" actId="2696"/>
        <pc:sldMkLst>
          <pc:docMk/>
          <pc:sldMk cId="2111751869" sldId="273"/>
        </pc:sldMkLst>
      </pc:sldChg>
      <pc:sldChg chg="add del">
        <pc:chgData name="Aleksey Zimin" userId="7f2637d0bc515791" providerId="LiveId" clId="{596A1141-B022-4551-9F5C-F95C90EB2547}" dt="2025-06-23T18:04:01.919" v="8239" actId="2696"/>
        <pc:sldMkLst>
          <pc:docMk/>
          <pc:sldMk cId="1175591611" sldId="276"/>
        </pc:sldMkLst>
      </pc:sldChg>
      <pc:sldChg chg="add del">
        <pc:chgData name="Aleksey Zimin" userId="7f2637d0bc515791" providerId="LiveId" clId="{596A1141-B022-4551-9F5C-F95C90EB2547}" dt="2025-06-23T18:04:01.919" v="8239" actId="2696"/>
        <pc:sldMkLst>
          <pc:docMk/>
          <pc:sldMk cId="660034770" sldId="280"/>
        </pc:sldMkLst>
      </pc:sldChg>
      <pc:sldChg chg="add del">
        <pc:chgData name="Aleksey Zimin" userId="7f2637d0bc515791" providerId="LiveId" clId="{596A1141-B022-4551-9F5C-F95C90EB2547}" dt="2025-06-23T18:04:01.919" v="8239" actId="2696"/>
        <pc:sldMkLst>
          <pc:docMk/>
          <pc:sldMk cId="3372661809" sldId="281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580217187" sldId="397"/>
        </pc:sldMkLst>
      </pc:sldChg>
      <pc:sldChg chg="add">
        <pc:chgData name="Aleksey Zimin" userId="7f2637d0bc515791" providerId="LiveId" clId="{596A1141-B022-4551-9F5C-F95C90EB2547}" dt="2025-06-13T15:35:41.249" v="0"/>
        <pc:sldMkLst>
          <pc:docMk/>
          <pc:sldMk cId="3499796880" sldId="399"/>
        </pc:sldMkLst>
      </pc:sldChg>
      <pc:sldChg chg="add">
        <pc:chgData name="Aleksey Zimin" userId="7f2637d0bc515791" providerId="LiveId" clId="{596A1141-B022-4551-9F5C-F95C90EB2547}" dt="2025-06-13T15:35:41.249" v="0"/>
        <pc:sldMkLst>
          <pc:docMk/>
          <pc:sldMk cId="3319328884" sldId="400"/>
        </pc:sldMkLst>
      </pc:sldChg>
      <pc:sldChg chg="modSp add del mod modAnim">
        <pc:chgData name="Aleksey Zimin" userId="7f2637d0bc515791" providerId="LiveId" clId="{596A1141-B022-4551-9F5C-F95C90EB2547}" dt="2025-06-23T18:04:01.919" v="8239" actId="2696"/>
        <pc:sldMkLst>
          <pc:docMk/>
          <pc:sldMk cId="2798972315" sldId="401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893523474" sldId="402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2875146467" sldId="40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592540094" sldId="406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807348765" sldId="407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4233309679" sldId="409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009805394" sldId="410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540739500" sldId="411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995109930" sldId="412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345575573" sldId="41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634069567" sldId="414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118070247" sldId="420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902230169" sldId="421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130437174" sldId="42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381858232" sldId="424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194738520" sldId="425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809032690" sldId="426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762822495" sldId="427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968288127" sldId="428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708600537" sldId="429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229156974" sldId="430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201566736" sldId="431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24006590" sldId="432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261212866" sldId="43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841383390" sldId="434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387758340" sldId="435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737597283" sldId="436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812887506" sldId="437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402074185" sldId="440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4268804242" sldId="441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290336111" sldId="442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196692292" sldId="44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158056362" sldId="444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006090250" sldId="445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978762931" sldId="446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290344996" sldId="447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210766213" sldId="448"/>
        </pc:sldMkLst>
      </pc:sldChg>
      <pc:sldChg chg="addSp delSp modSp mod ord">
        <pc:chgData name="Aleksey Zimin" userId="7f2637d0bc515791" providerId="LiveId" clId="{596A1141-B022-4551-9F5C-F95C90EB2547}" dt="2025-06-16T13:39:13.581" v="3358" actId="20577"/>
        <pc:sldMkLst>
          <pc:docMk/>
          <pc:sldMk cId="861205484" sldId="474"/>
        </pc:sldMkLst>
      </pc:sldChg>
      <pc:sldChg chg="modSp new del mod">
        <pc:chgData name="Aleksey Zimin" userId="7f2637d0bc515791" providerId="LiveId" clId="{596A1141-B022-4551-9F5C-F95C90EB2547}" dt="2025-06-23T18:04:01.919" v="8239" actId="2696"/>
        <pc:sldMkLst>
          <pc:docMk/>
          <pc:sldMk cId="2302941891" sldId="475"/>
        </pc:sldMkLst>
      </pc:sldChg>
      <pc:sldChg chg="addSp delSp modSp new del mod">
        <pc:chgData name="Aleksey Zimin" userId="7f2637d0bc515791" providerId="LiveId" clId="{596A1141-B022-4551-9F5C-F95C90EB2547}" dt="2025-06-16T12:35:16.580" v="1900" actId="47"/>
        <pc:sldMkLst>
          <pc:docMk/>
          <pc:sldMk cId="1659430256" sldId="476"/>
        </pc:sldMkLst>
      </pc:sldChg>
      <pc:sldChg chg="delSp modSp add mod">
        <pc:chgData name="Aleksey Zimin" userId="7f2637d0bc515791" providerId="LiveId" clId="{596A1141-B022-4551-9F5C-F95C90EB2547}" dt="2025-06-16T12:26:59.725" v="1507" actId="21"/>
        <pc:sldMkLst>
          <pc:docMk/>
          <pc:sldMk cId="1141752944" sldId="477"/>
        </pc:sldMkLst>
      </pc:sldChg>
      <pc:sldChg chg="addSp delSp modSp add mod">
        <pc:chgData name="Aleksey Zimin" userId="7f2637d0bc515791" providerId="LiveId" clId="{596A1141-B022-4551-9F5C-F95C90EB2547}" dt="2025-06-16T12:27:08.982" v="1508"/>
        <pc:sldMkLst>
          <pc:docMk/>
          <pc:sldMk cId="871696977" sldId="478"/>
        </pc:sldMkLst>
      </pc:sldChg>
      <pc:sldChg chg="addSp modSp new del mod ord">
        <pc:chgData name="Aleksey Zimin" userId="7f2637d0bc515791" providerId="LiveId" clId="{596A1141-B022-4551-9F5C-F95C90EB2547}" dt="2025-06-23T18:04:01.919" v="8239" actId="2696"/>
        <pc:sldMkLst>
          <pc:docMk/>
          <pc:sldMk cId="1032525999" sldId="479"/>
        </pc:sldMkLst>
      </pc:sldChg>
      <pc:sldChg chg="add del">
        <pc:chgData name="Aleksey Zimin" userId="7f2637d0bc515791" providerId="LiveId" clId="{596A1141-B022-4551-9F5C-F95C90EB2547}" dt="2025-06-13T20:42:05.557" v="1149" actId="47"/>
        <pc:sldMkLst>
          <pc:docMk/>
          <pc:sldMk cId="968302052" sldId="480"/>
        </pc:sldMkLst>
      </pc:sldChg>
      <pc:sldChg chg="addSp delSp modSp add mod">
        <pc:chgData name="Aleksey Zimin" userId="7f2637d0bc515791" providerId="LiveId" clId="{596A1141-B022-4551-9F5C-F95C90EB2547}" dt="2025-06-13T19:46:01.440" v="801" actId="22"/>
        <pc:sldMkLst>
          <pc:docMk/>
          <pc:sldMk cId="3972704763" sldId="481"/>
        </pc:sldMkLst>
      </pc:sldChg>
      <pc:sldChg chg="addSp delSp modSp add mod">
        <pc:chgData name="Aleksey Zimin" userId="7f2637d0bc515791" providerId="LiveId" clId="{596A1141-B022-4551-9F5C-F95C90EB2547}" dt="2025-06-13T19:57:09.258" v="866" actId="1076"/>
        <pc:sldMkLst>
          <pc:docMk/>
          <pc:sldMk cId="1513182245" sldId="482"/>
        </pc:sldMkLst>
      </pc:sldChg>
      <pc:sldChg chg="addSp delSp modSp add mod">
        <pc:chgData name="Aleksey Zimin" userId="7f2637d0bc515791" providerId="LiveId" clId="{596A1141-B022-4551-9F5C-F95C90EB2547}" dt="2025-06-13T20:16:59.563" v="1017" actId="478"/>
        <pc:sldMkLst>
          <pc:docMk/>
          <pc:sldMk cId="1367961419" sldId="483"/>
        </pc:sldMkLst>
      </pc:sldChg>
      <pc:sldChg chg="addSp delSp modSp add del mod">
        <pc:chgData name="Aleksey Zimin" userId="7f2637d0bc515791" providerId="LiveId" clId="{596A1141-B022-4551-9F5C-F95C90EB2547}" dt="2025-06-13T20:01:26.348" v="867" actId="2696"/>
        <pc:sldMkLst>
          <pc:docMk/>
          <pc:sldMk cId="2609293227" sldId="483"/>
        </pc:sldMkLst>
      </pc:sldChg>
      <pc:sldChg chg="addSp delSp modSp add mod">
        <pc:chgData name="Aleksey Zimin" userId="7f2637d0bc515791" providerId="LiveId" clId="{596A1141-B022-4551-9F5C-F95C90EB2547}" dt="2025-06-13T20:16:35.701" v="1014" actId="20577"/>
        <pc:sldMkLst>
          <pc:docMk/>
          <pc:sldMk cId="2536332421" sldId="484"/>
        </pc:sldMkLst>
      </pc:sldChg>
      <pc:sldChg chg="addSp delSp modSp add mod">
        <pc:chgData name="Aleksey Zimin" userId="7f2637d0bc515791" providerId="LiveId" clId="{596A1141-B022-4551-9F5C-F95C90EB2547}" dt="2025-06-13T20:41:52.919" v="1148" actId="1076"/>
        <pc:sldMkLst>
          <pc:docMk/>
          <pc:sldMk cId="4223736541" sldId="485"/>
        </pc:sldMkLst>
      </pc:sldChg>
      <pc:sldChg chg="delSp modSp add mod">
        <pc:chgData name="Aleksey Zimin" userId="7f2637d0bc515791" providerId="LiveId" clId="{596A1141-B022-4551-9F5C-F95C90EB2547}" dt="2025-06-13T20:51:24.499" v="1415" actId="20577"/>
        <pc:sldMkLst>
          <pc:docMk/>
          <pc:sldMk cId="2678614219" sldId="486"/>
        </pc:sldMkLst>
      </pc:sldChg>
      <pc:sldChg chg="modSp add mod">
        <pc:chgData name="Aleksey Zimin" userId="7f2637d0bc515791" providerId="LiveId" clId="{596A1141-B022-4551-9F5C-F95C90EB2547}" dt="2025-06-13T20:49:50.953" v="1406" actId="207"/>
        <pc:sldMkLst>
          <pc:docMk/>
          <pc:sldMk cId="743307036" sldId="487"/>
        </pc:sldMkLst>
      </pc:sldChg>
      <pc:sldChg chg="addSp modSp new del mod">
        <pc:chgData name="Aleksey Zimin" userId="7f2637d0bc515791" providerId="LiveId" clId="{596A1141-B022-4551-9F5C-F95C90EB2547}" dt="2025-06-23T18:04:01.919" v="8239" actId="2696"/>
        <pc:sldMkLst>
          <pc:docMk/>
          <pc:sldMk cId="2199591091" sldId="488"/>
        </pc:sldMkLst>
      </pc:sldChg>
      <pc:sldChg chg="modSp new del mod">
        <pc:chgData name="Aleksey Zimin" userId="7f2637d0bc515791" providerId="LiveId" clId="{596A1141-B022-4551-9F5C-F95C90EB2547}" dt="2025-06-23T18:04:01.919" v="8239" actId="2696"/>
        <pc:sldMkLst>
          <pc:docMk/>
          <pc:sldMk cId="2369129492" sldId="489"/>
        </pc:sldMkLst>
      </pc:sldChg>
      <pc:sldChg chg="addSp delSp modSp new del mod">
        <pc:chgData name="Aleksey Zimin" userId="7f2637d0bc515791" providerId="LiveId" clId="{596A1141-B022-4551-9F5C-F95C90EB2547}" dt="2025-06-23T18:04:01.919" v="8239" actId="2696"/>
        <pc:sldMkLst>
          <pc:docMk/>
          <pc:sldMk cId="1579698907" sldId="490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3858422880" sldId="491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3783351519" sldId="492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202182864" sldId="493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3969974295" sldId="494"/>
        </pc:sldMkLst>
      </pc:sldChg>
      <pc:sldChg chg="modSp add del mod">
        <pc:chgData name="Aleksey Zimin" userId="7f2637d0bc515791" providerId="LiveId" clId="{596A1141-B022-4551-9F5C-F95C90EB2547}" dt="2025-06-16T13:35:42.590" v="3225" actId="47"/>
        <pc:sldMkLst>
          <pc:docMk/>
          <pc:sldMk cId="1012283255" sldId="495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1518123038" sldId="496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4016439942" sldId="497"/>
        </pc:sldMkLst>
      </pc:sldChg>
      <pc:sldChg chg="modSp add del mod">
        <pc:chgData name="Aleksey Zimin" userId="7f2637d0bc515791" providerId="LiveId" clId="{596A1141-B022-4551-9F5C-F95C90EB2547}" dt="2025-06-16T13:39:03.032" v="3356" actId="47"/>
        <pc:sldMkLst>
          <pc:docMk/>
          <pc:sldMk cId="2485272358" sldId="498"/>
        </pc:sldMkLst>
      </pc:sldChg>
      <pc:sldChg chg="add del ord">
        <pc:chgData name="Aleksey Zimin" userId="7f2637d0bc515791" providerId="LiveId" clId="{596A1141-B022-4551-9F5C-F95C90EB2547}" dt="2025-06-23T18:04:01.919" v="8239" actId="2696"/>
        <pc:sldMkLst>
          <pc:docMk/>
          <pc:sldMk cId="3383957545" sldId="498"/>
        </pc:sldMkLst>
      </pc:sldChg>
      <pc:sldChg chg="addSp delSp modSp add del mod">
        <pc:chgData name="Aleksey Zimin" userId="7f2637d0bc515791" providerId="LiveId" clId="{596A1141-B022-4551-9F5C-F95C90EB2547}" dt="2025-06-23T18:04:01.919" v="8239" actId="2696"/>
        <pc:sldMkLst>
          <pc:docMk/>
          <pc:sldMk cId="3763623878" sldId="499"/>
        </pc:sldMkLst>
      </pc:sldChg>
      <pc:sldChg chg="add del">
        <pc:chgData name="Aleksey Zimin" userId="7f2637d0bc515791" providerId="LiveId" clId="{596A1141-B022-4551-9F5C-F95C90EB2547}" dt="2025-06-16T14:06:07.343" v="3969" actId="47"/>
        <pc:sldMkLst>
          <pc:docMk/>
          <pc:sldMk cId="3445370381" sldId="500"/>
        </pc:sldMkLst>
      </pc:sldChg>
      <pc:sldChg chg="addSp modSp add del mod">
        <pc:chgData name="Aleksey Zimin" userId="7f2637d0bc515791" providerId="LiveId" clId="{596A1141-B022-4551-9F5C-F95C90EB2547}" dt="2025-06-16T14:06:01.222" v="3968" actId="47"/>
        <pc:sldMkLst>
          <pc:docMk/>
          <pc:sldMk cId="1193338117" sldId="501"/>
        </pc:sldMkLst>
      </pc:sldChg>
      <pc:sldChg chg="delSp modSp add del mod ord">
        <pc:chgData name="Aleksey Zimin" userId="7f2637d0bc515791" providerId="LiveId" clId="{596A1141-B022-4551-9F5C-F95C90EB2547}" dt="2025-06-23T18:04:01.919" v="8239" actId="2696"/>
        <pc:sldMkLst>
          <pc:docMk/>
          <pc:sldMk cId="2973844664" sldId="502"/>
        </pc:sldMkLst>
      </pc:sldChg>
      <pc:sldChg chg="delSp modSp add del mod">
        <pc:chgData name="Aleksey Zimin" userId="7f2637d0bc515791" providerId="LiveId" clId="{596A1141-B022-4551-9F5C-F95C90EB2547}" dt="2025-06-23T18:04:01.919" v="8239" actId="2696"/>
        <pc:sldMkLst>
          <pc:docMk/>
          <pc:sldMk cId="138742791" sldId="503"/>
        </pc:sldMkLst>
      </pc:sldChg>
      <pc:sldChg chg="delSp modSp add del mod">
        <pc:chgData name="Aleksey Zimin" userId="7f2637d0bc515791" providerId="LiveId" clId="{596A1141-B022-4551-9F5C-F95C90EB2547}" dt="2025-06-16T14:22:37.512" v="4408" actId="2696"/>
        <pc:sldMkLst>
          <pc:docMk/>
          <pc:sldMk cId="4026388890" sldId="504"/>
        </pc:sldMkLst>
      </pc:sldChg>
      <pc:sldChg chg="delSp modSp add del mod">
        <pc:chgData name="Aleksey Zimin" userId="7f2637d0bc515791" providerId="LiveId" clId="{596A1141-B022-4551-9F5C-F95C90EB2547}" dt="2025-06-23T18:04:01.919" v="8239" actId="2696"/>
        <pc:sldMkLst>
          <pc:docMk/>
          <pc:sldMk cId="3484920069" sldId="505"/>
        </pc:sldMkLst>
      </pc:sldChg>
      <pc:sldChg chg="delSp modSp add del mod">
        <pc:chgData name="Aleksey Zimin" userId="7f2637d0bc515791" providerId="LiveId" clId="{596A1141-B022-4551-9F5C-F95C90EB2547}" dt="2025-06-16T14:24:55.953" v="4429" actId="47"/>
        <pc:sldMkLst>
          <pc:docMk/>
          <pc:sldMk cId="2012264917" sldId="506"/>
        </pc:sldMkLst>
      </pc:sldChg>
      <pc:sldChg chg="modSp new mod">
        <pc:chgData name="Aleksey Zimin" userId="7f2637d0bc515791" providerId="LiveId" clId="{596A1141-B022-4551-9F5C-F95C90EB2547}" dt="2025-06-16T17:16:32.102" v="5459" actId="20577"/>
        <pc:sldMkLst>
          <pc:docMk/>
          <pc:sldMk cId="1419074877" sldId="507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792863760" sldId="507"/>
        </pc:sldMkLst>
      </pc:sldChg>
      <pc:sldChg chg="modSp add del mod">
        <pc:chgData name="Aleksey Zimin" userId="7f2637d0bc515791" providerId="LiveId" clId="{596A1141-B022-4551-9F5C-F95C90EB2547}" dt="2025-06-23T18:04:01.919" v="8239" actId="2696"/>
        <pc:sldMkLst>
          <pc:docMk/>
          <pc:sldMk cId="3712953067" sldId="508"/>
        </pc:sldMkLst>
      </pc:sldChg>
      <pc:sldChg chg="add del">
        <pc:chgData name="Aleksey Zimin" userId="7f2637d0bc515791" providerId="LiveId" clId="{596A1141-B022-4551-9F5C-F95C90EB2547}" dt="2025-06-16T14:24:21.184" v="4428" actId="2696"/>
        <pc:sldMkLst>
          <pc:docMk/>
          <pc:sldMk cId="3162554940" sldId="509"/>
        </pc:sldMkLst>
      </pc:sldChg>
      <pc:sldChg chg="delSp modSp add del mod">
        <pc:chgData name="Aleksey Zimin" userId="7f2637d0bc515791" providerId="LiveId" clId="{596A1141-B022-4551-9F5C-F95C90EB2547}" dt="2025-06-23T18:04:01.919" v="8239" actId="2696"/>
        <pc:sldMkLst>
          <pc:docMk/>
          <pc:sldMk cId="398886585" sldId="510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553610431" sldId="511"/>
        </pc:sldMkLst>
      </pc:sldChg>
      <pc:sldChg chg="modSp new mod">
        <pc:chgData name="Aleksey Zimin" userId="7f2637d0bc515791" providerId="LiveId" clId="{596A1141-B022-4551-9F5C-F95C90EB2547}" dt="2025-06-16T18:17:38.030" v="6331" actId="114"/>
        <pc:sldMkLst>
          <pc:docMk/>
          <pc:sldMk cId="3529994326" sldId="511"/>
        </pc:sldMkLst>
      </pc:sldChg>
      <pc:sldChg chg="modSp new del mod ord">
        <pc:chgData name="Aleksey Zimin" userId="7f2637d0bc515791" providerId="LiveId" clId="{596A1141-B022-4551-9F5C-F95C90EB2547}" dt="2025-06-16T14:41:44.008" v="5082" actId="47"/>
        <pc:sldMkLst>
          <pc:docMk/>
          <pc:sldMk cId="3573852492" sldId="511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031262088" sldId="512"/>
        </pc:sldMkLst>
      </pc:sldChg>
      <pc:sldChg chg="modSp new mod">
        <pc:chgData name="Aleksey Zimin" userId="7f2637d0bc515791" providerId="LiveId" clId="{596A1141-B022-4551-9F5C-F95C90EB2547}" dt="2025-06-16T18:16:32.317" v="6328" actId="20577"/>
        <pc:sldMkLst>
          <pc:docMk/>
          <pc:sldMk cId="3530138223" sldId="512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269627095" sldId="513"/>
        </pc:sldMkLst>
      </pc:sldChg>
      <pc:sldChg chg="addSp modSp new mod">
        <pc:chgData name="Aleksey Zimin" userId="7f2637d0bc515791" providerId="LiveId" clId="{596A1141-B022-4551-9F5C-F95C90EB2547}" dt="2025-06-16T19:03:09.070" v="6847" actId="20577"/>
        <pc:sldMkLst>
          <pc:docMk/>
          <pc:sldMk cId="3656437219" sldId="51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872650003" sldId="514"/>
        </pc:sldMkLst>
      </pc:sldChg>
      <pc:sldChg chg="modSp new mod">
        <pc:chgData name="Aleksey Zimin" userId="7f2637d0bc515791" providerId="LiveId" clId="{596A1141-B022-4551-9F5C-F95C90EB2547}" dt="2025-06-16T18:42:17.871" v="6638" actId="20577"/>
        <pc:sldMkLst>
          <pc:docMk/>
          <pc:sldMk cId="2628876117" sldId="514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44634782" sldId="515"/>
        </pc:sldMkLst>
      </pc:sldChg>
      <pc:sldChg chg="add del">
        <pc:chgData name="Aleksey Zimin" userId="7f2637d0bc515791" providerId="LiveId" clId="{596A1141-B022-4551-9F5C-F95C90EB2547}" dt="2025-06-16T18:42:23.036" v="6639" actId="47"/>
        <pc:sldMkLst>
          <pc:docMk/>
          <pc:sldMk cId="1700647291" sldId="515"/>
        </pc:sldMkLst>
      </pc:sldChg>
      <pc:sldChg chg="addSp modSp add mod">
        <pc:chgData name="Aleksey Zimin" userId="7f2637d0bc515791" providerId="LiveId" clId="{596A1141-B022-4551-9F5C-F95C90EB2547}" dt="2025-06-16T18:57:05.532" v="6726" actId="1076"/>
        <pc:sldMkLst>
          <pc:docMk/>
          <pc:sldMk cId="2627329005" sldId="515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30760420" sldId="516"/>
        </pc:sldMkLst>
      </pc:sldChg>
      <pc:sldChg chg="addSp delSp modSp add mod">
        <pc:chgData name="Aleksey Zimin" userId="7f2637d0bc515791" providerId="LiveId" clId="{596A1141-B022-4551-9F5C-F95C90EB2547}" dt="2025-06-16T18:57:12.716" v="6727" actId="1076"/>
        <pc:sldMkLst>
          <pc:docMk/>
          <pc:sldMk cId="1347367516" sldId="516"/>
        </pc:sldMkLst>
      </pc:sldChg>
      <pc:sldChg chg="modSp add mod">
        <pc:chgData name="Aleksey Zimin" userId="7f2637d0bc515791" providerId="LiveId" clId="{596A1141-B022-4551-9F5C-F95C90EB2547}" dt="2025-06-16T18:57:37.956" v="6731" actId="1076"/>
        <pc:sldMkLst>
          <pc:docMk/>
          <pc:sldMk cId="236057407" sldId="517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680813266" sldId="517"/>
        </pc:sldMkLst>
      </pc:sldChg>
      <pc:sldChg chg="modSp add mod">
        <pc:chgData name="Aleksey Zimin" userId="7f2637d0bc515791" providerId="LiveId" clId="{596A1141-B022-4551-9F5C-F95C90EB2547}" dt="2025-06-16T18:57:30.795" v="6730" actId="1076"/>
        <pc:sldMkLst>
          <pc:docMk/>
          <pc:sldMk cId="182778226" sldId="518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4118618855" sldId="518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149708861" sldId="519"/>
        </pc:sldMkLst>
      </pc:sldChg>
      <pc:sldChg chg="modSp add mod">
        <pc:chgData name="Aleksey Zimin" userId="7f2637d0bc515791" providerId="LiveId" clId="{596A1141-B022-4551-9F5C-F95C90EB2547}" dt="2025-06-16T18:58:07.147" v="6739" actId="1035"/>
        <pc:sldMkLst>
          <pc:docMk/>
          <pc:sldMk cId="606393194" sldId="519"/>
        </pc:sldMkLst>
      </pc:sldChg>
      <pc:sldChg chg="addSp modSp add mod">
        <pc:chgData name="Aleksey Zimin" userId="7f2637d0bc515791" providerId="LiveId" clId="{596A1141-B022-4551-9F5C-F95C90EB2547}" dt="2025-06-16T18:58:27.732" v="6742" actId="1076"/>
        <pc:sldMkLst>
          <pc:docMk/>
          <pc:sldMk cId="953116997" sldId="520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415830912" sldId="520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87707962" sldId="521"/>
        </pc:sldMkLst>
      </pc:sldChg>
      <pc:sldChg chg="addSp modSp add mod">
        <pc:chgData name="Aleksey Zimin" userId="7f2637d0bc515791" providerId="LiveId" clId="{596A1141-B022-4551-9F5C-F95C90EB2547}" dt="2025-06-16T18:59:45.044" v="6755" actId="1076"/>
        <pc:sldMkLst>
          <pc:docMk/>
          <pc:sldMk cId="939281600" sldId="521"/>
        </pc:sldMkLst>
      </pc:sldChg>
      <pc:sldChg chg="modSp add del mod">
        <pc:chgData name="Aleksey Zimin" userId="7f2637d0bc515791" providerId="LiveId" clId="{596A1141-B022-4551-9F5C-F95C90EB2547}" dt="2025-06-16T18:59:02.601" v="6746" actId="47"/>
        <pc:sldMkLst>
          <pc:docMk/>
          <pc:sldMk cId="1376531216" sldId="522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105563305" sldId="522"/>
        </pc:sldMkLst>
      </pc:sldChg>
      <pc:sldChg chg="addSp modSp add mod">
        <pc:chgData name="Aleksey Zimin" userId="7f2637d0bc515791" providerId="LiveId" clId="{596A1141-B022-4551-9F5C-F95C90EB2547}" dt="2025-06-16T19:01:08.876" v="6767" actId="1076"/>
        <pc:sldMkLst>
          <pc:docMk/>
          <pc:sldMk cId="2375740357" sldId="522"/>
        </pc:sldMkLst>
      </pc:sldChg>
      <pc:sldChg chg="modSp add del mod">
        <pc:chgData name="Aleksey Zimin" userId="7f2637d0bc515791" providerId="LiveId" clId="{596A1141-B022-4551-9F5C-F95C90EB2547}" dt="2025-06-16T18:59:51.245" v="6756" actId="47"/>
        <pc:sldMkLst>
          <pc:docMk/>
          <pc:sldMk cId="3914763433" sldId="522"/>
        </pc:sldMkLst>
      </pc:sldChg>
      <pc:sldChg chg="addSp delSp modSp new mod">
        <pc:chgData name="Aleksey Zimin" userId="7f2637d0bc515791" providerId="LiveId" clId="{596A1141-B022-4551-9F5C-F95C90EB2547}" dt="2025-06-16T19:22:12.614" v="7023" actId="478"/>
        <pc:sldMkLst>
          <pc:docMk/>
          <pc:sldMk cId="512198791" sldId="523"/>
        </pc:sldMkLst>
      </pc:sldChg>
      <pc:sldChg chg="modSp add del mod">
        <pc:chgData name="Aleksey Zimin" userId="7f2637d0bc515791" providerId="LiveId" clId="{596A1141-B022-4551-9F5C-F95C90EB2547}" dt="2025-06-16T18:59:06.146" v="6748" actId="47"/>
        <pc:sldMkLst>
          <pc:docMk/>
          <pc:sldMk cId="3142244800" sldId="52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390149621" sldId="523"/>
        </pc:sldMkLst>
      </pc:sldChg>
      <pc:sldChg chg="delSp add mod ord">
        <pc:chgData name="Aleksey Zimin" userId="7f2637d0bc515791" providerId="LiveId" clId="{596A1141-B022-4551-9F5C-F95C90EB2547}" dt="2025-06-16T19:21:56.768" v="7018"/>
        <pc:sldMkLst>
          <pc:docMk/>
          <pc:sldMk cId="233383920" sldId="524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710988395" sldId="524"/>
        </pc:sldMkLst>
      </pc:sldChg>
      <pc:sldChg chg="modSp add del mod">
        <pc:chgData name="Aleksey Zimin" userId="7f2637d0bc515791" providerId="LiveId" clId="{596A1141-B022-4551-9F5C-F95C90EB2547}" dt="2025-06-16T18:59:04.332" v="6747" actId="47"/>
        <pc:sldMkLst>
          <pc:docMk/>
          <pc:sldMk cId="1804851484" sldId="524"/>
        </pc:sldMkLst>
      </pc:sldChg>
      <pc:sldChg chg="add">
        <pc:chgData name="Aleksey Zimin" userId="7f2637d0bc515791" providerId="LiveId" clId="{596A1141-B022-4551-9F5C-F95C90EB2547}" dt="2025-06-16T19:21:59.660" v="7019" actId="2890"/>
        <pc:sldMkLst>
          <pc:docMk/>
          <pc:sldMk cId="1622493043" sldId="525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487594945" sldId="525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76986234" sldId="526"/>
        </pc:sldMkLst>
      </pc:sldChg>
      <pc:sldChg chg="modSp add mod ord">
        <pc:chgData name="Aleksey Zimin" userId="7f2637d0bc515791" providerId="LiveId" clId="{596A1141-B022-4551-9F5C-F95C90EB2547}" dt="2025-06-16T19:23:55.846" v="7083" actId="20577"/>
        <pc:sldMkLst>
          <pc:docMk/>
          <pc:sldMk cId="1834152675" sldId="526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665784781" sldId="527"/>
        </pc:sldMkLst>
      </pc:sldChg>
      <pc:sldChg chg="modSp new mod">
        <pc:chgData name="Aleksey Zimin" userId="7f2637d0bc515791" providerId="LiveId" clId="{596A1141-B022-4551-9F5C-F95C90EB2547}" dt="2025-06-16T19:34:47.227" v="7932" actId="20577"/>
        <pc:sldMkLst>
          <pc:docMk/>
          <pc:sldMk cId="4132028896" sldId="527"/>
        </pc:sldMkLst>
      </pc:sldChg>
      <pc:sldChg chg="modSp new del mod">
        <pc:chgData name="Aleksey Zimin" userId="7f2637d0bc515791" providerId="LiveId" clId="{596A1141-B022-4551-9F5C-F95C90EB2547}" dt="2025-06-23T18:04:01.919" v="8239" actId="2696"/>
        <pc:sldMkLst>
          <pc:docMk/>
          <pc:sldMk cId="100066802" sldId="528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605973232" sldId="529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511612140" sldId="530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4108398649" sldId="531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621727378" sldId="53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99412874" sldId="534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197997632" sldId="535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444221610" sldId="536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2010938326" sldId="538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429468489" sldId="542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539245323" sldId="543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358943725" sldId="544"/>
        </pc:sldMkLst>
      </pc:sldChg>
      <pc:sldChg chg="del">
        <pc:chgData name="Aleksey Zimin" userId="7f2637d0bc515791" providerId="LiveId" clId="{596A1141-B022-4551-9F5C-F95C90EB2547}" dt="2025-06-23T18:04:01.919" v="8239" actId="2696"/>
        <pc:sldMkLst>
          <pc:docMk/>
          <pc:sldMk cId="3463192798" sldId="545"/>
        </pc:sldMkLst>
      </pc:sldChg>
    </pc:docChg>
  </pc:docChgLst>
  <pc:docChgLst>
    <pc:chgData name="Aleksey Zimin" userId="7f2637d0bc515791" providerId="LiveId" clId="{39CBE1CE-FC1C-482E-BB3D-07521CD59F0B}"/>
    <pc:docChg chg="custSel addSld delSld modSld">
      <pc:chgData name="Aleksey Zimin" userId="7f2637d0bc515791" providerId="LiveId" clId="{39CBE1CE-FC1C-482E-BB3D-07521CD59F0B}" dt="2025-07-23T16:06:58.494" v="820" actId="14100"/>
      <pc:docMkLst>
        <pc:docMk/>
      </pc:docMkLst>
      <pc:sldChg chg="modSp mod">
        <pc:chgData name="Aleksey Zimin" userId="7f2637d0bc515791" providerId="LiveId" clId="{39CBE1CE-FC1C-482E-BB3D-07521CD59F0B}" dt="2025-07-23T16:06:58.494" v="820" actId="14100"/>
        <pc:sldMkLst>
          <pc:docMk/>
          <pc:sldMk cId="3499796880" sldId="399"/>
        </pc:sldMkLst>
      </pc:sldChg>
      <pc:sldChg chg="del">
        <pc:chgData name="Aleksey Zimin" userId="7f2637d0bc515791" providerId="LiveId" clId="{39CBE1CE-FC1C-482E-BB3D-07521CD59F0B}" dt="2025-07-23T15:43:07.142" v="314" actId="2696"/>
        <pc:sldMkLst>
          <pc:docMk/>
          <pc:sldMk cId="861205484" sldId="474"/>
        </pc:sldMkLst>
      </pc:sldChg>
      <pc:sldChg chg="modSp new mod">
        <pc:chgData name="Aleksey Zimin" userId="7f2637d0bc515791" providerId="LiveId" clId="{39CBE1CE-FC1C-482E-BB3D-07521CD59F0B}" dt="2025-07-23T15:15:57.740" v="302" actId="207"/>
        <pc:sldMkLst>
          <pc:docMk/>
          <pc:sldMk cId="1954223303" sldId="488"/>
        </pc:sldMkLst>
      </pc:sldChg>
      <pc:sldChg chg="modSp new mod">
        <pc:chgData name="Aleksey Zimin" userId="7f2637d0bc515791" providerId="LiveId" clId="{39CBE1CE-FC1C-482E-BB3D-07521CD59F0B}" dt="2025-07-23T16:05:35.336" v="771"/>
        <pc:sldMkLst>
          <pc:docMk/>
          <pc:sldMk cId="3749391535" sldId="489"/>
        </pc:sldMkLst>
      </pc:sldChg>
    </pc:docChg>
  </pc:docChgLst>
  <pc:docChgLst>
    <pc:chgData name="Aleksey Zimin" userId="7f2637d0bc515791" providerId="LiveId" clId="{0AC6C0C5-F304-454A-9190-0915BA3697F0}"/>
    <pc:docChg chg="undo redo custSel addSld delSld modSld">
      <pc:chgData name="Aleksey Zimin" userId="7f2637d0bc515791" providerId="LiveId" clId="{0AC6C0C5-F304-454A-9190-0915BA3697F0}" dt="2025-06-12T20:46:50.737" v="2665" actId="680"/>
      <pc:docMkLst>
        <pc:docMk/>
      </pc:docMkLst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876805076" sldId="258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148085636" sldId="260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45695007" sldId="261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43307858" sldId="262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057141448" sldId="263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76118783" sldId="264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108549546" sldId="265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257199430" sldId="269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15885664" sldId="270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426494331" sldId="271"/>
        </pc:sldMkLst>
      </pc:sldChg>
      <pc:sldChg chg="modSp mod">
        <pc:chgData name="Aleksey Zimin" userId="7f2637d0bc515791" providerId="LiveId" clId="{0AC6C0C5-F304-454A-9190-0915BA3697F0}" dt="2025-06-12T17:12:39.841" v="57" actId="6549"/>
        <pc:sldMkLst>
          <pc:docMk/>
          <pc:sldMk cId="1052403946" sldId="272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633498102" sldId="273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701609669" sldId="279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020580056" sldId="280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429206207" sldId="281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617288173" sldId="282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083469563" sldId="285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138910123" sldId="286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000547247" sldId="287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695512047" sldId="288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4155494531" sldId="289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4098880242" sldId="290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4284398908" sldId="415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439868913" sldId="416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999224894" sldId="449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655342026" sldId="450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431220297" sldId="451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790567690" sldId="452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756968431" sldId="453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344649677" sldId="454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862415392" sldId="455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301376120" sldId="456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996286991" sldId="457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881716971" sldId="458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319613254" sldId="459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661020550" sldId="460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4043277246" sldId="461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295762445" sldId="462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766694308" sldId="463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3272487832" sldId="464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152687084" sldId="465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705712262" sldId="466"/>
        </pc:sldMkLst>
      </pc:sldChg>
      <pc:sldChg chg="modSp mod">
        <pc:chgData name="Aleksey Zimin" userId="7f2637d0bc515791" providerId="LiveId" clId="{0AC6C0C5-F304-454A-9190-0915BA3697F0}" dt="2025-06-12T17:30:03.967" v="347" actId="27636"/>
        <pc:sldMkLst>
          <pc:docMk/>
          <pc:sldMk cId="3275239011" sldId="468"/>
        </pc:sldMkLst>
      </pc:sldChg>
      <pc:sldChg chg="addSp modSp new mod">
        <pc:chgData name="Aleksey Zimin" userId="7f2637d0bc515791" providerId="LiveId" clId="{0AC6C0C5-F304-454A-9190-0915BA3697F0}" dt="2025-06-12T17:31:11.753" v="376" actId="1076"/>
        <pc:sldMkLst>
          <pc:docMk/>
          <pc:sldMk cId="839253812" sldId="469"/>
        </pc:sldMkLst>
      </pc:sldChg>
      <pc:sldChg chg="del">
        <pc:chgData name="Aleksey Zimin" userId="7f2637d0bc515791" providerId="LiveId" clId="{0AC6C0C5-F304-454A-9190-0915BA3697F0}" dt="2025-06-12T17:12:25.946" v="0" actId="47"/>
        <pc:sldMkLst>
          <pc:docMk/>
          <pc:sldMk cId="2924610669" sldId="469"/>
        </pc:sldMkLst>
      </pc:sldChg>
      <pc:sldChg chg="addSp delSp modSp new mod">
        <pc:chgData name="Aleksey Zimin" userId="7f2637d0bc515791" providerId="LiveId" clId="{0AC6C0C5-F304-454A-9190-0915BA3697F0}" dt="2025-06-12T18:11:24.794" v="1569" actId="20577"/>
        <pc:sldMkLst>
          <pc:docMk/>
          <pc:sldMk cId="3139525371" sldId="470"/>
        </pc:sldMkLst>
      </pc:sldChg>
      <pc:sldChg chg="addSp modSp new mod">
        <pc:chgData name="Aleksey Zimin" userId="7f2637d0bc515791" providerId="LiveId" clId="{0AC6C0C5-F304-454A-9190-0915BA3697F0}" dt="2025-06-12T19:50:24.875" v="2443" actId="20577"/>
        <pc:sldMkLst>
          <pc:docMk/>
          <pc:sldMk cId="1413603901" sldId="471"/>
        </pc:sldMkLst>
      </pc:sldChg>
      <pc:sldChg chg="addSp delSp modSp new mod">
        <pc:chgData name="Aleksey Zimin" userId="7f2637d0bc515791" providerId="LiveId" clId="{0AC6C0C5-F304-454A-9190-0915BA3697F0}" dt="2025-06-12T19:22:51.374" v="2197" actId="6549"/>
        <pc:sldMkLst>
          <pc:docMk/>
          <pc:sldMk cId="721180325" sldId="472"/>
        </pc:sldMkLst>
      </pc:sldChg>
      <pc:sldChg chg="delSp modSp add mod">
        <pc:chgData name="Aleksey Zimin" userId="7f2637d0bc515791" providerId="LiveId" clId="{0AC6C0C5-F304-454A-9190-0915BA3697F0}" dt="2025-06-12T20:41:52.014" v="2663" actId="20577"/>
        <pc:sldMkLst>
          <pc:docMk/>
          <pc:sldMk cId="860761429" sldId="473"/>
        </pc:sldMkLst>
      </pc:sldChg>
      <pc:sldChg chg="new">
        <pc:chgData name="Aleksey Zimin" userId="7f2637d0bc515791" providerId="LiveId" clId="{0AC6C0C5-F304-454A-9190-0915BA3697F0}" dt="2025-06-12T20:46:50.737" v="2665" actId="680"/>
        <pc:sldMkLst>
          <pc:docMk/>
          <pc:sldMk cId="861205484" sldId="474"/>
        </pc:sldMkLst>
      </pc:sldChg>
      <pc:sldChg chg="add del">
        <pc:chgData name="Aleksey Zimin" userId="7f2637d0bc515791" providerId="LiveId" clId="{0AC6C0C5-F304-454A-9190-0915BA3697F0}" dt="2025-06-12T20:44:24.690" v="2664" actId="47"/>
        <pc:sldMkLst>
          <pc:docMk/>
          <pc:sldMk cId="1580468149" sldId="474"/>
        </pc:sldMkLst>
      </pc:sldChg>
      <pc:sldChg chg="add del">
        <pc:chgData name="Aleksey Zimin" userId="7f2637d0bc515791" providerId="LiveId" clId="{0AC6C0C5-F304-454A-9190-0915BA3697F0}" dt="2025-06-12T19:55:19.033" v="2525"/>
        <pc:sldMkLst>
          <pc:docMk/>
          <pc:sldMk cId="1483577176" sldId="475"/>
        </pc:sldMkLst>
      </pc:sldChg>
    </pc:docChg>
  </pc:docChgLst>
  <pc:docChgLst>
    <pc:chgData name="Aleksey Zimin" userId="7f2637d0bc515791" providerId="LiveId" clId="{ED0012A9-FAB0-4668-B599-0F74466C606E}"/>
    <pc:docChg chg="undo redo custSel addSld delSld modSld sldOrd">
      <pc:chgData name="Aleksey Zimin" userId="7f2637d0bc515791" providerId="LiveId" clId="{ED0012A9-FAB0-4668-B599-0F74466C606E}" dt="2025-06-18T17:17:51.677" v="2372" actId="20577"/>
      <pc:docMkLst>
        <pc:docMk/>
      </pc:docMkLst>
      <pc:sldChg chg="modSp mod">
        <pc:chgData name="Aleksey Zimin" userId="7f2637d0bc515791" providerId="LiveId" clId="{ED0012A9-FAB0-4668-B599-0F74466C606E}" dt="2025-06-18T17:17:51.677" v="2372" actId="20577"/>
        <pc:sldMkLst>
          <pc:docMk/>
          <pc:sldMk cId="1579698907" sldId="490"/>
        </pc:sldMkLst>
      </pc:sldChg>
      <pc:sldChg chg="modSp del mod">
        <pc:chgData name="Aleksey Zimin" userId="7f2637d0bc515791" providerId="LiveId" clId="{ED0012A9-FAB0-4668-B599-0F74466C606E}" dt="2025-06-18T17:08:53.114" v="2344" actId="2696"/>
        <pc:sldMkLst>
          <pc:docMk/>
          <pc:sldMk cId="1419074877" sldId="507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3792863760" sldId="507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2553610431" sldId="511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3529994326" sldId="511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1031262088" sldId="512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3530138223" sldId="512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1269627095" sldId="513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3656437219" sldId="513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1872650003" sldId="514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2628876117" sldId="514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244634782" sldId="515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2627329005" sldId="515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330760420" sldId="516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1347367516" sldId="516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236057407" sldId="517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3680813266" sldId="517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182778226" sldId="518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4118618855" sldId="518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149708861" sldId="519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606393194" sldId="519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953116997" sldId="520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2415830912" sldId="520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387707962" sldId="521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939281600" sldId="521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2105563305" sldId="522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2375740357" sldId="522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512198791" sldId="523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3390149621" sldId="523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233383920" sldId="524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710988395" sldId="524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1622493043" sldId="525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3487594945" sldId="525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276986234" sldId="526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1834152675" sldId="526"/>
        </pc:sldMkLst>
      </pc:sldChg>
      <pc:sldChg chg="add">
        <pc:chgData name="Aleksey Zimin" userId="7f2637d0bc515791" providerId="LiveId" clId="{ED0012A9-FAB0-4668-B599-0F74466C606E}" dt="2025-06-18T17:09:15.953" v="2345"/>
        <pc:sldMkLst>
          <pc:docMk/>
          <pc:sldMk cId="665784781" sldId="527"/>
        </pc:sldMkLst>
      </pc:sldChg>
      <pc:sldChg chg="del">
        <pc:chgData name="Aleksey Zimin" userId="7f2637d0bc515791" providerId="LiveId" clId="{ED0012A9-FAB0-4668-B599-0F74466C606E}" dt="2025-06-18T17:08:53.114" v="2344" actId="2696"/>
        <pc:sldMkLst>
          <pc:docMk/>
          <pc:sldMk cId="4132028896" sldId="527"/>
        </pc:sldMkLst>
      </pc:sldChg>
      <pc:sldChg chg="modSp mod ord">
        <pc:chgData name="Aleksey Zimin" userId="7f2637d0bc515791" providerId="LiveId" clId="{ED0012A9-FAB0-4668-B599-0F74466C606E}" dt="2025-06-18T17:17:10.795" v="2368" actId="20577"/>
        <pc:sldMkLst>
          <pc:docMk/>
          <pc:sldMk cId="100066802" sldId="528"/>
        </pc:sldMkLst>
      </pc:sldChg>
      <pc:sldChg chg="addSp delSp modSp add mod ord">
        <pc:chgData name="Aleksey Zimin" userId="7f2637d0bc515791" providerId="LiveId" clId="{ED0012A9-FAB0-4668-B599-0F74466C606E}" dt="2025-06-18T14:18:28.870" v="908" actId="6549"/>
        <pc:sldMkLst>
          <pc:docMk/>
          <pc:sldMk cId="2605973232" sldId="529"/>
        </pc:sldMkLst>
      </pc:sldChg>
      <pc:sldChg chg="addSp modSp new mod ord">
        <pc:chgData name="Aleksey Zimin" userId="7f2637d0bc515791" providerId="LiveId" clId="{ED0012A9-FAB0-4668-B599-0F74466C606E}" dt="2025-06-18T14:21:32.208" v="973" actId="20577"/>
        <pc:sldMkLst>
          <pc:docMk/>
          <pc:sldMk cId="3511612140" sldId="530"/>
        </pc:sldMkLst>
      </pc:sldChg>
      <pc:sldChg chg="addSp delSp modSp new mod ord">
        <pc:chgData name="Aleksey Zimin" userId="7f2637d0bc515791" providerId="LiveId" clId="{ED0012A9-FAB0-4668-B599-0F74466C606E}" dt="2025-06-18T14:52:17.277" v="1547" actId="113"/>
        <pc:sldMkLst>
          <pc:docMk/>
          <pc:sldMk cId="4108398649" sldId="531"/>
        </pc:sldMkLst>
      </pc:sldChg>
      <pc:sldChg chg="addSp delSp modSp add del mod">
        <pc:chgData name="Aleksey Zimin" userId="7f2637d0bc515791" providerId="LiveId" clId="{ED0012A9-FAB0-4668-B599-0F74466C606E}" dt="2025-06-18T14:21:17.747" v="960" actId="47"/>
        <pc:sldMkLst>
          <pc:docMk/>
          <pc:sldMk cId="1689273606" sldId="532"/>
        </pc:sldMkLst>
      </pc:sldChg>
      <pc:sldChg chg="addSp delSp modSp add mod">
        <pc:chgData name="Aleksey Zimin" userId="7f2637d0bc515791" providerId="LiveId" clId="{ED0012A9-FAB0-4668-B599-0F74466C606E}" dt="2025-06-18T14:20:37.724" v="959" actId="1076"/>
        <pc:sldMkLst>
          <pc:docMk/>
          <pc:sldMk cId="2621727378" sldId="533"/>
        </pc:sldMkLst>
      </pc:sldChg>
      <pc:sldChg chg="addSp delSp modSp add mod">
        <pc:chgData name="Aleksey Zimin" userId="7f2637d0bc515791" providerId="LiveId" clId="{ED0012A9-FAB0-4668-B599-0F74466C606E}" dt="2025-06-18T14:52:40.806" v="1550" actId="113"/>
        <pc:sldMkLst>
          <pc:docMk/>
          <pc:sldMk cId="399412874" sldId="534"/>
        </pc:sldMkLst>
      </pc:sldChg>
      <pc:sldChg chg="addSp delSp modSp add mod">
        <pc:chgData name="Aleksey Zimin" userId="7f2637d0bc515791" providerId="LiveId" clId="{ED0012A9-FAB0-4668-B599-0F74466C606E}" dt="2025-06-18T14:51:48.597" v="1544" actId="113"/>
        <pc:sldMkLst>
          <pc:docMk/>
          <pc:sldMk cId="3197997632" sldId="535"/>
        </pc:sldMkLst>
      </pc:sldChg>
      <pc:sldChg chg="addSp modSp new mod">
        <pc:chgData name="Aleksey Zimin" userId="7f2637d0bc515791" providerId="LiveId" clId="{ED0012A9-FAB0-4668-B599-0F74466C606E}" dt="2025-06-18T16:12:00.097" v="1634" actId="1076"/>
        <pc:sldMkLst>
          <pc:docMk/>
          <pc:sldMk cId="2444221610" sldId="536"/>
        </pc:sldMkLst>
      </pc:sldChg>
      <pc:sldChg chg="addSp delSp modSp add del mod">
        <pc:chgData name="Aleksey Zimin" userId="7f2637d0bc515791" providerId="LiveId" clId="{ED0012A9-FAB0-4668-B599-0F74466C606E}" dt="2025-06-18T16:39:47.086" v="2068" actId="47"/>
        <pc:sldMkLst>
          <pc:docMk/>
          <pc:sldMk cId="3856021221" sldId="537"/>
        </pc:sldMkLst>
      </pc:sldChg>
      <pc:sldChg chg="addSp modSp add mod">
        <pc:chgData name="Aleksey Zimin" userId="7f2637d0bc515791" providerId="LiveId" clId="{ED0012A9-FAB0-4668-B599-0F74466C606E}" dt="2025-06-18T16:44:02.847" v="2162" actId="20577"/>
        <pc:sldMkLst>
          <pc:docMk/>
          <pc:sldMk cId="2010938326" sldId="538"/>
        </pc:sldMkLst>
      </pc:sldChg>
      <pc:sldChg chg="modSp add del mod">
        <pc:chgData name="Aleksey Zimin" userId="7f2637d0bc515791" providerId="LiveId" clId="{ED0012A9-FAB0-4668-B599-0F74466C606E}" dt="2025-06-18T16:48:13.629" v="2255" actId="47"/>
        <pc:sldMkLst>
          <pc:docMk/>
          <pc:sldMk cId="487917274" sldId="539"/>
        </pc:sldMkLst>
      </pc:sldChg>
      <pc:sldChg chg="modSp add del mod">
        <pc:chgData name="Aleksey Zimin" userId="7f2637d0bc515791" providerId="LiveId" clId="{ED0012A9-FAB0-4668-B599-0F74466C606E}" dt="2025-06-18T16:48:14.937" v="2256" actId="47"/>
        <pc:sldMkLst>
          <pc:docMk/>
          <pc:sldMk cId="2781649727" sldId="540"/>
        </pc:sldMkLst>
      </pc:sldChg>
      <pc:sldChg chg="add del">
        <pc:chgData name="Aleksey Zimin" userId="7f2637d0bc515791" providerId="LiveId" clId="{ED0012A9-FAB0-4668-B599-0F74466C606E}" dt="2025-06-18T16:48:12.754" v="2254" actId="47"/>
        <pc:sldMkLst>
          <pc:docMk/>
          <pc:sldMk cId="3188867258" sldId="541"/>
        </pc:sldMkLst>
      </pc:sldChg>
      <pc:sldChg chg="add del ord">
        <pc:chgData name="Aleksey Zimin" userId="7f2637d0bc515791" providerId="LiveId" clId="{ED0012A9-FAB0-4668-B599-0F74466C606E}" dt="2025-06-18T16:47:31.427" v="2235"/>
        <pc:sldMkLst>
          <pc:docMk/>
          <pc:sldMk cId="429468489" sldId="542"/>
        </pc:sldMkLst>
      </pc:sldChg>
      <pc:sldChg chg="modSp add mod">
        <pc:chgData name="Aleksey Zimin" userId="7f2637d0bc515791" providerId="LiveId" clId="{ED0012A9-FAB0-4668-B599-0F74466C606E}" dt="2025-06-18T16:47:58.896" v="2253" actId="20577"/>
        <pc:sldMkLst>
          <pc:docMk/>
          <pc:sldMk cId="3539245323" sldId="543"/>
        </pc:sldMkLst>
      </pc:sldChg>
      <pc:sldChg chg="add del">
        <pc:chgData name="Aleksey Zimin" userId="7f2637d0bc515791" providerId="LiveId" clId="{ED0012A9-FAB0-4668-B599-0F74466C606E}" dt="2025-06-18T16:47:12.805" v="2231" actId="2890"/>
        <pc:sldMkLst>
          <pc:docMk/>
          <pc:sldMk cId="1798828783" sldId="544"/>
        </pc:sldMkLst>
      </pc:sldChg>
      <pc:sldChg chg="modSp add mod">
        <pc:chgData name="Aleksey Zimin" userId="7f2637d0bc515791" providerId="LiveId" clId="{ED0012A9-FAB0-4668-B599-0F74466C606E}" dt="2025-06-18T16:49:35.793" v="2262" actId="14100"/>
        <pc:sldMkLst>
          <pc:docMk/>
          <pc:sldMk cId="3358943725" sldId="544"/>
        </pc:sldMkLst>
      </pc:sldChg>
      <pc:sldChg chg="modSp add mod">
        <pc:chgData name="Aleksey Zimin" userId="7f2637d0bc515791" providerId="LiveId" clId="{ED0012A9-FAB0-4668-B599-0F74466C606E}" dt="2025-06-18T17:04:04.446" v="2298" actId="27636"/>
        <pc:sldMkLst>
          <pc:docMk/>
          <pc:sldMk cId="3463192798" sldId="545"/>
        </pc:sldMkLst>
      </pc:sldChg>
    </pc:docChg>
  </pc:docChgLst>
  <pc:docChgLst>
    <pc:chgData name="Aleksey Zimin" userId="7f2637d0bc515791" providerId="LiveId" clId="{927E7608-5667-4AE0-8F77-A117404924A2}"/>
    <pc:docChg chg="undo redo custSel addSld modSld sldOrd">
      <pc:chgData name="Aleksey Zimin" userId="7f2637d0bc515791" providerId="LiveId" clId="{927E7608-5667-4AE0-8F77-A117404924A2}" dt="2025-08-28T21:03:34.520" v="794" actId="20577"/>
      <pc:docMkLst>
        <pc:docMk/>
      </pc:docMkLst>
      <pc:sldChg chg="modSp mod">
        <pc:chgData name="Aleksey Zimin" userId="7f2637d0bc515791" providerId="LiveId" clId="{927E7608-5667-4AE0-8F77-A117404924A2}" dt="2025-08-28T18:21:17.773" v="382" actId="114"/>
        <pc:sldMkLst>
          <pc:docMk/>
          <pc:sldMk cId="839253812" sldId="469"/>
        </pc:sldMkLst>
        <pc:spChg chg="mod">
          <ac:chgData name="Aleksey Zimin" userId="7f2637d0bc515791" providerId="LiveId" clId="{927E7608-5667-4AE0-8F77-A117404924A2}" dt="2025-08-28T18:21:17.773" v="382" actId="114"/>
          <ac:spMkLst>
            <pc:docMk/>
            <pc:sldMk cId="839253812" sldId="469"/>
            <ac:spMk id="3" creationId="{50212E8C-C4AC-857C-A008-5457C95B60EC}"/>
          </ac:spMkLst>
        </pc:spChg>
        <pc:picChg chg="mod">
          <ac:chgData name="Aleksey Zimin" userId="7f2637d0bc515791" providerId="LiveId" clId="{927E7608-5667-4AE0-8F77-A117404924A2}" dt="2025-08-28T18:07:09.508" v="60" actId="1076"/>
          <ac:picMkLst>
            <pc:docMk/>
            <pc:sldMk cId="839253812" sldId="469"/>
            <ac:picMk id="6" creationId="{D13DB2E8-C207-68E8-8D45-81F44FFDB25C}"/>
          </ac:picMkLst>
        </pc:picChg>
      </pc:sldChg>
      <pc:sldChg chg="addSp modSp mod modAnim">
        <pc:chgData name="Aleksey Zimin" userId="7f2637d0bc515791" providerId="LiveId" clId="{927E7608-5667-4AE0-8F77-A117404924A2}" dt="2025-08-28T18:30:39.956" v="445"/>
        <pc:sldMkLst>
          <pc:docMk/>
          <pc:sldMk cId="3139525371" sldId="470"/>
        </pc:sldMkLst>
        <pc:spChg chg="mod">
          <ac:chgData name="Aleksey Zimin" userId="7f2637d0bc515791" providerId="LiveId" clId="{927E7608-5667-4AE0-8F77-A117404924A2}" dt="2025-08-28T18:12:08.348" v="74" actId="20577"/>
          <ac:spMkLst>
            <pc:docMk/>
            <pc:sldMk cId="3139525371" sldId="470"/>
            <ac:spMk id="3" creationId="{DCCAA216-92B3-942D-5052-57C60C862699}"/>
          </ac:spMkLst>
        </pc:spChg>
        <pc:picChg chg="add mod">
          <ac:chgData name="Aleksey Zimin" userId="7f2637d0bc515791" providerId="LiveId" clId="{927E7608-5667-4AE0-8F77-A117404924A2}" dt="2025-08-28T18:13:23.150" v="76" actId="1076"/>
          <ac:picMkLst>
            <pc:docMk/>
            <pc:sldMk cId="3139525371" sldId="470"/>
            <ac:picMk id="5" creationId="{F5276DCA-DDFB-D8C6-81BE-65AFDA0EBA7E}"/>
          </ac:picMkLst>
        </pc:picChg>
      </pc:sldChg>
      <pc:sldChg chg="modSp mod modAnim">
        <pc:chgData name="Aleksey Zimin" userId="7f2637d0bc515791" providerId="LiveId" clId="{927E7608-5667-4AE0-8F77-A117404924A2}" dt="2025-08-28T21:02:50.458" v="759"/>
        <pc:sldMkLst>
          <pc:docMk/>
          <pc:sldMk cId="1413603901" sldId="471"/>
        </pc:sldMkLst>
        <pc:spChg chg="mod">
          <ac:chgData name="Aleksey Zimin" userId="7f2637d0bc515791" providerId="LiveId" clId="{927E7608-5667-4AE0-8F77-A117404924A2}" dt="2025-08-28T18:31:37.715" v="457" actId="20577"/>
          <ac:spMkLst>
            <pc:docMk/>
            <pc:sldMk cId="1413603901" sldId="471"/>
            <ac:spMk id="3" creationId="{BC0384F2-9789-CBBD-01D4-DDCF083991F5}"/>
          </ac:spMkLst>
        </pc:spChg>
        <pc:picChg chg="mod">
          <ac:chgData name="Aleksey Zimin" userId="7f2637d0bc515791" providerId="LiveId" clId="{927E7608-5667-4AE0-8F77-A117404924A2}" dt="2025-08-28T18:15:43.298" v="315" actId="1076"/>
          <ac:picMkLst>
            <pc:docMk/>
            <pc:sldMk cId="1413603901" sldId="471"/>
            <ac:picMk id="5" creationId="{CCFDB7FE-3B6C-978E-F57D-4A8E86567B1F}"/>
          </ac:picMkLst>
        </pc:picChg>
      </pc:sldChg>
      <pc:sldChg chg="addSp delSp modSp mod modAnim">
        <pc:chgData name="Aleksey Zimin" userId="7f2637d0bc515791" providerId="LiveId" clId="{927E7608-5667-4AE0-8F77-A117404924A2}" dt="2025-08-28T18:33:13.882" v="501" actId="20577"/>
        <pc:sldMkLst>
          <pc:docMk/>
          <pc:sldMk cId="721180325" sldId="472"/>
        </pc:sldMkLst>
        <pc:spChg chg="mod">
          <ac:chgData name="Aleksey Zimin" userId="7f2637d0bc515791" providerId="LiveId" clId="{927E7608-5667-4AE0-8F77-A117404924A2}" dt="2025-08-28T18:33:13.882" v="501" actId="20577"/>
          <ac:spMkLst>
            <pc:docMk/>
            <pc:sldMk cId="721180325" sldId="472"/>
            <ac:spMk id="3" creationId="{93E394BD-B129-877C-C744-20B897AE4FDE}"/>
          </ac:spMkLst>
        </pc:spChg>
        <pc:picChg chg="add del">
          <ac:chgData name="Aleksey Zimin" userId="7f2637d0bc515791" providerId="LiveId" clId="{927E7608-5667-4AE0-8F77-A117404924A2}" dt="2025-08-28T18:27:57.295" v="431" actId="478"/>
          <ac:picMkLst>
            <pc:docMk/>
            <pc:sldMk cId="721180325" sldId="472"/>
            <ac:picMk id="5" creationId="{3F50F2FE-88FB-12C8-AEE6-550820950659}"/>
          </ac:picMkLst>
        </pc:picChg>
      </pc:sldChg>
      <pc:sldChg chg="modSp mod modAnim">
        <pc:chgData name="Aleksey Zimin" userId="7f2637d0bc515791" providerId="LiveId" clId="{927E7608-5667-4AE0-8F77-A117404924A2}" dt="2025-08-28T18:35:25.583" v="574" actId="114"/>
        <pc:sldMkLst>
          <pc:docMk/>
          <pc:sldMk cId="860761429" sldId="473"/>
        </pc:sldMkLst>
        <pc:spChg chg="mod">
          <ac:chgData name="Aleksey Zimin" userId="7f2637d0bc515791" providerId="LiveId" clId="{927E7608-5667-4AE0-8F77-A117404924A2}" dt="2025-08-28T18:35:25.583" v="574" actId="114"/>
          <ac:spMkLst>
            <pc:docMk/>
            <pc:sldMk cId="860761429" sldId="473"/>
            <ac:spMk id="3" creationId="{7A6C0A1E-F940-8A8B-DDFA-02DF5FFD5D21}"/>
          </ac:spMkLst>
        </pc:spChg>
      </pc:sldChg>
      <pc:sldChg chg="modSp">
        <pc:chgData name="Aleksey Zimin" userId="7f2637d0bc515791" providerId="LiveId" clId="{927E7608-5667-4AE0-8F77-A117404924A2}" dt="2025-08-28T18:58:17.823" v="665" actId="20577"/>
        <pc:sldMkLst>
          <pc:docMk/>
          <pc:sldMk cId="3972704763" sldId="481"/>
        </pc:sldMkLst>
        <pc:spChg chg="mod">
          <ac:chgData name="Aleksey Zimin" userId="7f2637d0bc515791" providerId="LiveId" clId="{927E7608-5667-4AE0-8F77-A117404924A2}" dt="2025-08-28T18:58:17.823" v="665" actId="20577"/>
          <ac:spMkLst>
            <pc:docMk/>
            <pc:sldMk cId="3972704763" sldId="481"/>
            <ac:spMk id="10" creationId="{99A67FAA-D2C5-BD9B-BBCC-D2914161E65D}"/>
          </ac:spMkLst>
        </pc:spChg>
      </pc:sldChg>
      <pc:sldChg chg="modSp mod">
        <pc:chgData name="Aleksey Zimin" userId="7f2637d0bc515791" providerId="LiveId" clId="{927E7608-5667-4AE0-8F77-A117404924A2}" dt="2025-08-28T18:36:07.279" v="584" actId="20577"/>
        <pc:sldMkLst>
          <pc:docMk/>
          <pc:sldMk cId="1954223303" sldId="488"/>
        </pc:sldMkLst>
        <pc:spChg chg="mod">
          <ac:chgData name="Aleksey Zimin" userId="7f2637d0bc515791" providerId="LiveId" clId="{927E7608-5667-4AE0-8F77-A117404924A2}" dt="2025-08-28T18:36:07.279" v="584" actId="20577"/>
          <ac:spMkLst>
            <pc:docMk/>
            <pc:sldMk cId="1954223303" sldId="488"/>
            <ac:spMk id="2" creationId="{310A2FBA-E741-ED67-9D08-E1695661FF86}"/>
          </ac:spMkLst>
        </pc:spChg>
      </pc:sldChg>
      <pc:sldChg chg="modSp mod">
        <pc:chgData name="Aleksey Zimin" userId="7f2637d0bc515791" providerId="LiveId" clId="{927E7608-5667-4AE0-8F77-A117404924A2}" dt="2025-08-28T18:40:47.714" v="622" actId="27636"/>
        <pc:sldMkLst>
          <pc:docMk/>
          <pc:sldMk cId="3749391535" sldId="489"/>
        </pc:sldMkLst>
        <pc:spChg chg="mod">
          <ac:chgData name="Aleksey Zimin" userId="7f2637d0bc515791" providerId="LiveId" clId="{927E7608-5667-4AE0-8F77-A117404924A2}" dt="2025-08-28T18:40:47.714" v="622" actId="27636"/>
          <ac:spMkLst>
            <pc:docMk/>
            <pc:sldMk cId="3749391535" sldId="489"/>
            <ac:spMk id="3" creationId="{D58CFCA6-7FE6-D9E1-0037-96B914591403}"/>
          </ac:spMkLst>
        </pc:spChg>
      </pc:sldChg>
      <pc:sldChg chg="addSp delSp modSp add mod ord">
        <pc:chgData name="Aleksey Zimin" userId="7f2637d0bc515791" providerId="LiveId" clId="{927E7608-5667-4AE0-8F77-A117404924A2}" dt="2025-08-28T18:16:31.243" v="322" actId="115"/>
        <pc:sldMkLst>
          <pc:docMk/>
          <pc:sldMk cId="1198420332" sldId="490"/>
        </pc:sldMkLst>
        <pc:spChg chg="mod">
          <ac:chgData name="Aleksey Zimin" userId="7f2637d0bc515791" providerId="LiveId" clId="{927E7608-5667-4AE0-8F77-A117404924A2}" dt="2025-08-28T18:16:31.243" v="322" actId="115"/>
          <ac:spMkLst>
            <pc:docMk/>
            <pc:sldMk cId="1198420332" sldId="490"/>
            <ac:spMk id="3" creationId="{9FA69900-22B7-0D7F-C616-EBC1977C99C2}"/>
          </ac:spMkLst>
        </pc:spChg>
        <pc:picChg chg="add mod">
          <ac:chgData name="Aleksey Zimin" userId="7f2637d0bc515791" providerId="LiveId" clId="{927E7608-5667-4AE0-8F77-A117404924A2}" dt="2025-08-28T18:05:36.778" v="26" actId="1076"/>
          <ac:picMkLst>
            <pc:docMk/>
            <pc:sldMk cId="1198420332" sldId="490"/>
            <ac:picMk id="7" creationId="{487D2E0D-CEDD-5567-BD44-DA0D0EC5FA94}"/>
          </ac:picMkLst>
        </pc:picChg>
      </pc:sldChg>
      <pc:sldChg chg="modSp new mod">
        <pc:chgData name="Aleksey Zimin" userId="7f2637d0bc515791" providerId="LiveId" clId="{927E7608-5667-4AE0-8F77-A117404924A2}" dt="2025-08-28T21:03:34.520" v="794" actId="20577"/>
        <pc:sldMkLst>
          <pc:docMk/>
          <pc:sldMk cId="2188530791" sldId="491"/>
        </pc:sldMkLst>
        <pc:spChg chg="mod">
          <ac:chgData name="Aleksey Zimin" userId="7f2637d0bc515791" providerId="LiveId" clId="{927E7608-5667-4AE0-8F77-A117404924A2}" dt="2025-08-28T18:17:43.176" v="358" actId="20577"/>
          <ac:spMkLst>
            <pc:docMk/>
            <pc:sldMk cId="2188530791" sldId="491"/>
            <ac:spMk id="2" creationId="{0590F2AB-54BB-621B-65D8-BD0BA66500C5}"/>
          </ac:spMkLst>
        </pc:spChg>
        <pc:spChg chg="mod">
          <ac:chgData name="Aleksey Zimin" userId="7f2637d0bc515791" providerId="LiveId" clId="{927E7608-5667-4AE0-8F77-A117404924A2}" dt="2025-08-28T21:03:34.520" v="794" actId="20577"/>
          <ac:spMkLst>
            <pc:docMk/>
            <pc:sldMk cId="2188530791" sldId="491"/>
            <ac:spMk id="3" creationId="{CC2B5123-4384-2287-DCAD-BCF274FCFC02}"/>
          </ac:spMkLst>
        </pc:spChg>
      </pc:sldChg>
      <pc:sldChg chg="modSp add mod">
        <pc:chgData name="Aleksey Zimin" userId="7f2637d0bc515791" providerId="LiveId" clId="{927E7608-5667-4AE0-8F77-A117404924A2}" dt="2025-08-28T18:45:32.652" v="654" actId="20577"/>
        <pc:sldMkLst>
          <pc:docMk/>
          <pc:sldMk cId="853230022" sldId="492"/>
        </pc:sldMkLst>
        <pc:spChg chg="mod">
          <ac:chgData name="Aleksey Zimin" userId="7f2637d0bc515791" providerId="LiveId" clId="{927E7608-5667-4AE0-8F77-A117404924A2}" dt="2025-08-28T18:45:32.652" v="654" actId="20577"/>
          <ac:spMkLst>
            <pc:docMk/>
            <pc:sldMk cId="853230022" sldId="492"/>
            <ac:spMk id="3" creationId="{88113FF4-9569-29CC-FB50-A2B123445741}"/>
          </ac:spMkLst>
        </pc:spChg>
      </pc:sldChg>
      <pc:sldChg chg="addSp delSp modSp new mod ord modAnim">
        <pc:chgData name="Aleksey Zimin" userId="7f2637d0bc515791" providerId="LiveId" clId="{927E7608-5667-4AE0-8F77-A117404924A2}" dt="2025-08-28T21:02:30.966" v="755"/>
        <pc:sldMkLst>
          <pc:docMk/>
          <pc:sldMk cId="3085531123" sldId="493"/>
        </pc:sldMkLst>
        <pc:spChg chg="mod">
          <ac:chgData name="Aleksey Zimin" userId="7f2637d0bc515791" providerId="LiveId" clId="{927E7608-5667-4AE0-8F77-A117404924A2}" dt="2025-08-28T20:58:41.255" v="716" actId="14100"/>
          <ac:spMkLst>
            <pc:docMk/>
            <pc:sldMk cId="3085531123" sldId="493"/>
            <ac:spMk id="2" creationId="{2D4BBEE5-4EC8-F8CC-ACA8-069BCBC4B989}"/>
          </ac:spMkLst>
        </pc:spChg>
        <pc:spChg chg="add mod">
          <ac:chgData name="Aleksey Zimin" userId="7f2637d0bc515791" providerId="LiveId" clId="{927E7608-5667-4AE0-8F77-A117404924A2}" dt="2025-08-28T21:00:15.841" v="741" actId="1076"/>
          <ac:spMkLst>
            <pc:docMk/>
            <pc:sldMk cId="3085531123" sldId="493"/>
            <ac:spMk id="11" creationId="{3C03DBCA-0F54-E271-479E-30EF0F102969}"/>
          </ac:spMkLst>
        </pc:spChg>
        <pc:spChg chg="add mod">
          <ac:chgData name="Aleksey Zimin" userId="7f2637d0bc515791" providerId="LiveId" clId="{927E7608-5667-4AE0-8F77-A117404924A2}" dt="2025-08-28T21:01:28.856" v="747" actId="14100"/>
          <ac:spMkLst>
            <pc:docMk/>
            <pc:sldMk cId="3085531123" sldId="493"/>
            <ac:spMk id="12" creationId="{750A5AA0-1129-3611-1DAB-813E89FEE716}"/>
          </ac:spMkLst>
        </pc:spChg>
        <pc:spChg chg="add mod">
          <ac:chgData name="Aleksey Zimin" userId="7f2637d0bc515791" providerId="LiveId" clId="{927E7608-5667-4AE0-8F77-A117404924A2}" dt="2025-08-28T21:00:24.300" v="745" actId="1076"/>
          <ac:spMkLst>
            <pc:docMk/>
            <pc:sldMk cId="3085531123" sldId="493"/>
            <ac:spMk id="13" creationId="{9F1CE572-961A-AACD-849C-38F8CC5FDAF8}"/>
          </ac:spMkLst>
        </pc:spChg>
        <pc:cxnChg chg="add mod">
          <ac:chgData name="Aleksey Zimin" userId="7f2637d0bc515791" providerId="LiveId" clId="{927E7608-5667-4AE0-8F77-A117404924A2}" dt="2025-08-28T20:58:57.325" v="718" actId="1076"/>
          <ac:cxnSpMkLst>
            <pc:docMk/>
            <pc:sldMk cId="3085531123" sldId="493"/>
            <ac:cxnSpMk id="5" creationId="{B8152564-1CE0-5DED-2127-FBF73609E8E1}"/>
          </ac:cxnSpMkLst>
        </pc:cxnChg>
        <pc:cxnChg chg="add mod">
          <ac:chgData name="Aleksey Zimin" userId="7f2637d0bc515791" providerId="LiveId" clId="{927E7608-5667-4AE0-8F77-A117404924A2}" dt="2025-08-28T20:59:20.053" v="721" actId="14100"/>
          <ac:cxnSpMkLst>
            <pc:docMk/>
            <pc:sldMk cId="3085531123" sldId="493"/>
            <ac:cxnSpMk id="6" creationId="{F0DC067B-52F0-28D0-DC17-AD3F7C3443AE}"/>
          </ac:cxnSpMkLst>
        </pc:cxnChg>
        <pc:cxnChg chg="add mod">
          <ac:chgData name="Aleksey Zimin" userId="7f2637d0bc515791" providerId="LiveId" clId="{927E7608-5667-4AE0-8F77-A117404924A2}" dt="2025-08-28T20:59:25.039" v="723" actId="1076"/>
          <ac:cxnSpMkLst>
            <pc:docMk/>
            <pc:sldMk cId="3085531123" sldId="493"/>
            <ac:cxnSpMk id="8" creationId="{22CBE26E-8424-5747-E9B7-29316A791327}"/>
          </ac:cxnSpMkLst>
        </pc:cxnChg>
        <pc:cxnChg chg="add mod">
          <ac:chgData name="Aleksey Zimin" userId="7f2637d0bc515791" providerId="LiveId" clId="{927E7608-5667-4AE0-8F77-A117404924A2}" dt="2025-08-28T21:01:37.606" v="748" actId="14100"/>
          <ac:cxnSpMkLst>
            <pc:docMk/>
            <pc:sldMk cId="3085531123" sldId="493"/>
            <ac:cxnSpMk id="9" creationId="{58FA18A0-A1C5-BCED-FD95-480CC02B9442}"/>
          </ac:cxnSpMkLst>
        </pc:cxnChg>
        <pc:cxnChg chg="add mod">
          <ac:chgData name="Aleksey Zimin" userId="7f2637d0bc515791" providerId="LiveId" clId="{927E7608-5667-4AE0-8F77-A117404924A2}" dt="2025-08-28T20:59:36.240" v="727" actId="1076"/>
          <ac:cxnSpMkLst>
            <pc:docMk/>
            <pc:sldMk cId="3085531123" sldId="493"/>
            <ac:cxnSpMk id="10" creationId="{0101D341-E3C8-339A-7DFB-50D0871C82B0}"/>
          </ac:cxnSpMkLst>
        </pc:cxnChg>
      </pc:sldChg>
    </pc:docChg>
  </pc:docChgLst>
  <pc:docChgLst>
    <pc:chgData name="Aleksey Zimin" userId="7f2637d0bc515791" providerId="LiveId" clId="{6EFB1357-1565-4155-83AC-121479D1509D}"/>
    <pc:docChg chg="modSld">
      <pc:chgData name="Aleksey Zimin" userId="7f2637d0bc515791" providerId="LiveId" clId="{6EFB1357-1565-4155-83AC-121479D1509D}" dt="2025-09-02T19:43:23.034" v="38" actId="20577"/>
      <pc:docMkLst>
        <pc:docMk/>
      </pc:docMkLst>
      <pc:sldChg chg="modSp mod">
        <pc:chgData name="Aleksey Zimin" userId="7f2637d0bc515791" providerId="LiveId" clId="{6EFB1357-1565-4155-83AC-121479D1509D}" dt="2025-09-02T19:43:23.034" v="38" actId="20577"/>
        <pc:sldMkLst>
          <pc:docMk/>
          <pc:sldMk cId="871696977" sldId="478"/>
        </pc:sldMkLst>
        <pc:spChg chg="mod">
          <ac:chgData name="Aleksey Zimin" userId="7f2637d0bc515791" providerId="LiveId" clId="{6EFB1357-1565-4155-83AC-121479D1509D}" dt="2025-09-02T19:43:23.034" v="38" actId="20577"/>
          <ac:spMkLst>
            <pc:docMk/>
            <pc:sldMk cId="871696977" sldId="478"/>
            <ac:spMk id="10" creationId="{11409361-393C-723D-1449-DA50768B27A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</a:t>
            </a:r>
          </a:p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>
                <a:solidFill>
                  <a:srgbClr val="BE0260"/>
                </a:solidFill>
              </a:rPr>
              <a:t>Week 2</a:t>
            </a:r>
            <a:endParaRPr lang="en-US" sz="3200" b="1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Alexey V. Zimin</a:t>
            </a:r>
            <a:br>
              <a:rPr lang="en-US" sz="2400"/>
            </a:br>
            <a:r>
              <a:rPr lang="en-US" sz="2400"/>
              <a:t> </a:t>
            </a:r>
          </a:p>
          <a:p>
            <a:pPr algn="just"/>
            <a:r>
              <a:rPr lang="en-US" sz="2400"/>
              <a:t>JHU BME 580.417/707</a:t>
            </a:r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E8048-853D-750E-31B1-9792C522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227AD-2A84-2B14-5AEE-2D5A9B63A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D79CF-5916-9E01-4001-3B0D9D86E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581150"/>
          </a:xfrm>
        </p:spPr>
        <p:txBody>
          <a:bodyPr/>
          <a:lstStyle/>
          <a:p>
            <a:r>
              <a:rPr lang="en-US"/>
              <a:t>Coverage refers to redundancy in sequencing data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Commonly expressed as &lt;number&gt;x, such as 20x, 30x, etc.</a:t>
            </a:r>
          </a:p>
          <a:p>
            <a:r>
              <a:rPr lang="en-US"/>
              <a:t>For paired reads one can compute coverage by reads and coverage by fragments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94EA5-3C41-BDF0-1BAC-61FF965F0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6C3B42-F3B3-057A-4515-B6C4F28F87A2}"/>
                  </a:ext>
                </a:extLst>
              </p:cNvPr>
              <p:cNvSpPr txBox="1"/>
              <p:nvPr/>
            </p:nvSpPr>
            <p:spPr>
              <a:xfrm>
                <a:off x="1820260" y="2360065"/>
                <a:ext cx="6603526" cy="8935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𝐶𝑜𝑣𝑒𝑟𝑎𝑔𝑒</m:t>
                      </m:r>
                      <m:r>
                        <a:rPr lang="pt-BR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𝑠𝑒𝑞𝑢𝑒𝑛𝑐𝑒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𝑟𝑒𝑎𝑑𝑠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𝐸𝑠𝑡𝑖𝑚𝑎𝑡𝑒𝑑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𝑔𝑒𝑛𝑜𝑚𝑒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</m:den>
                      </m:f>
                    </m:oMath>
                  </m:oMathPara>
                </a14:m>
                <a:endParaRPr lang="en-US" sz="28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6C3B42-F3B3-057A-4515-B6C4F28F8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260" y="2360065"/>
                <a:ext cx="6603526" cy="8935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7769C53-BB5D-04DE-ECE6-CE28B6B650F7}"/>
              </a:ext>
            </a:extLst>
          </p:cNvPr>
          <p:cNvSpPr txBox="1"/>
          <p:nvPr/>
        </p:nvSpPr>
        <p:spPr>
          <a:xfrm>
            <a:off x="2657881" y="56206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AGATAGACATA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GACATAGACAGATACACTCGATCG</a:t>
            </a:r>
            <a:b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TCTATCTGTATCTGTATCTGTCTA</a:t>
            </a:r>
            <a:r>
              <a:rPr lang="en-US" b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TGTGAGCTAGC</a:t>
            </a:r>
            <a:endParaRPr lang="en-US"/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1AEFE09-0CE7-6350-1F6B-4EA50667C292}"/>
              </a:ext>
            </a:extLst>
          </p:cNvPr>
          <p:cNvSpPr/>
          <p:nvPr/>
        </p:nvSpPr>
        <p:spPr>
          <a:xfrm rot="5400000">
            <a:off x="3389292" y="4854483"/>
            <a:ext cx="226801" cy="153241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96AEB04B-813C-B78A-DACF-D61D2A6B021E}"/>
              </a:ext>
            </a:extLst>
          </p:cNvPr>
          <p:cNvSpPr/>
          <p:nvPr/>
        </p:nvSpPr>
        <p:spPr>
          <a:xfrm rot="5400000" flipH="1">
            <a:off x="6663394" y="5586252"/>
            <a:ext cx="239557" cy="1374346"/>
          </a:xfrm>
          <a:prstGeom prst="leftBrace">
            <a:avLst>
              <a:gd name="adj1" fmla="val 8333"/>
              <a:gd name="adj2" fmla="val 5052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916AB4AA-D522-DD8C-B59F-DE246C01678A}"/>
              </a:ext>
            </a:extLst>
          </p:cNvPr>
          <p:cNvSpPr/>
          <p:nvPr/>
        </p:nvSpPr>
        <p:spPr>
          <a:xfrm rot="5400000">
            <a:off x="4990015" y="2886585"/>
            <a:ext cx="226801" cy="47338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86CB9-174D-AE6A-2287-4B440CDE326D}"/>
              </a:ext>
            </a:extLst>
          </p:cNvPr>
          <p:cNvSpPr txBox="1"/>
          <p:nvPr/>
        </p:nvSpPr>
        <p:spPr>
          <a:xfrm>
            <a:off x="3197865" y="5226913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328291-4CAF-3A97-F263-6E4FF2D93458}"/>
              </a:ext>
            </a:extLst>
          </p:cNvPr>
          <p:cNvSpPr txBox="1"/>
          <p:nvPr/>
        </p:nvSpPr>
        <p:spPr>
          <a:xfrm>
            <a:off x="6478345" y="6273425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AE8E9-56B8-E3E4-4BD8-99BD31DEFAE2}"/>
              </a:ext>
            </a:extLst>
          </p:cNvPr>
          <p:cNvSpPr txBox="1"/>
          <p:nvPr/>
        </p:nvSpPr>
        <p:spPr>
          <a:xfrm>
            <a:off x="4208401" y="4803406"/>
            <a:ext cx="1891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fragment or insert</a:t>
            </a:r>
          </a:p>
        </p:txBody>
      </p:sp>
    </p:spTree>
    <p:extLst>
      <p:ext uri="{BB962C8B-B14F-4D97-AF65-F5344CB8AC3E}">
        <p14:creationId xmlns:p14="http://schemas.microsoft.com/office/powerpoint/2010/main" val="4212240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FA5FC-A239-FC42-FEF6-DF87F37D1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How much coverage is sufficient?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8C7C9-35D8-9497-54E1-AE99EF7F0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86560"/>
          </a:xfrm>
        </p:spPr>
        <p:txBody>
          <a:bodyPr>
            <a:normAutofit/>
          </a:bodyPr>
          <a:lstStyle/>
          <a:p>
            <a:r>
              <a:rPr lang="en-US"/>
              <a:t>It depends… on read lengths</a:t>
            </a:r>
          </a:p>
          <a:p>
            <a:r>
              <a:rPr lang="en-US"/>
              <a:t>1x is enough if read length == chromosome length</a:t>
            </a:r>
          </a:p>
          <a:p>
            <a:r>
              <a:rPr lang="en-US"/>
              <a:t>In general read length &lt;&lt; chromosome length</a:t>
            </a:r>
          </a:p>
          <a:p>
            <a:r>
              <a:rPr lang="en-US"/>
              <a:t>Problem: assume fixed read length &lt;&lt; chromosome length</a:t>
            </a:r>
          </a:p>
          <a:p>
            <a:pPr lvl="1"/>
            <a:r>
              <a:rPr lang="en-US"/>
              <a:t>What is the probability of a gap?</a:t>
            </a:r>
          </a:p>
          <a:p>
            <a:pPr lvl="1"/>
            <a:r>
              <a:rPr lang="en-US"/>
              <a:t>Use Poisson distribution!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62F30-F67A-B51B-EE34-C24F7D625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39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BBAF0-F3EC-C1E4-F684-35A05E656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90CF-E22D-3AC9-0329-8C658B8D9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69900-22B7-0D7F-C616-EBC1977C9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7570690" cy="5124936"/>
          </a:xfrm>
        </p:spPr>
        <p:txBody>
          <a:bodyPr/>
          <a:lstStyle/>
          <a:p>
            <a:r>
              <a:rPr lang="en-US"/>
              <a:t>The Poisson distribution is a discrete probability distribution that expresses the </a:t>
            </a:r>
            <a:r>
              <a:rPr lang="en-US" u="sng"/>
              <a:t>probability</a:t>
            </a:r>
            <a:r>
              <a:rPr lang="en-US"/>
              <a:t> of a </a:t>
            </a:r>
            <a:r>
              <a:rPr lang="en-US" u="sng"/>
              <a:t>given number of events </a:t>
            </a:r>
            <a:r>
              <a:rPr lang="en-US"/>
              <a:t>occurring in a </a:t>
            </a:r>
            <a:r>
              <a:rPr lang="en-US" u="sng"/>
              <a:t>fixed interval of time</a:t>
            </a:r>
            <a:r>
              <a:rPr lang="en-US"/>
              <a:t> if these events occur with a known </a:t>
            </a:r>
            <a:r>
              <a:rPr lang="en-US" u="sng"/>
              <a:t>constant mean rate </a:t>
            </a:r>
            <a:r>
              <a:rPr lang="en-US"/>
              <a:t>and </a:t>
            </a:r>
            <a:r>
              <a:rPr lang="en-US" u="sng"/>
              <a:t>independently</a:t>
            </a:r>
            <a:r>
              <a:rPr lang="en-US"/>
              <a:t> of the time since the last event. </a:t>
            </a:r>
          </a:p>
          <a:p>
            <a:r>
              <a:rPr lang="en-US"/>
              <a:t>Named after French mathematician </a:t>
            </a:r>
            <a:r>
              <a:rPr lang="en-US" err="1"/>
              <a:t>Siméon</a:t>
            </a:r>
            <a:r>
              <a:rPr lang="en-US"/>
              <a:t> Denis Poisson (1781–1840). Image </a:t>
            </a:r>
            <a:r>
              <a:rPr lang="en-US" err="1"/>
              <a:t>credit:Wikipedia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66228-5C74-CD1C-C100-363023711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7D2E0D-CEDD-5567-BD44-DA0D0EC5F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018" y="1497972"/>
            <a:ext cx="2761362" cy="362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20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0F2AB-54BB-621B-65D8-BD0BA6650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 of a Poisson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B5123-4384-2287-DCAD-BCF274FCF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 instance, consider a call center which receives an average of </a:t>
            </a:r>
            <a:r>
              <a:rPr lang="en-US" i="1"/>
              <a:t>λ = 3 </a:t>
            </a:r>
            <a:r>
              <a:rPr lang="en-US"/>
              <a:t>calls per minute at all times of day. </a:t>
            </a:r>
          </a:p>
          <a:p>
            <a:r>
              <a:rPr lang="en-US"/>
              <a:t>If the number of calls received in any two given disjoint time intervals is independent, then the number </a:t>
            </a:r>
            <a:r>
              <a:rPr lang="en-US" i="1"/>
              <a:t>k</a:t>
            </a:r>
            <a:r>
              <a:rPr lang="en-US"/>
              <a:t> of calls received during any minute has a Poisson probability distribution. </a:t>
            </a:r>
          </a:p>
          <a:p>
            <a:endParaRPr lang="en-US"/>
          </a:p>
          <a:p>
            <a:r>
              <a:rPr lang="en-US"/>
              <a:t>Can you come up with an example?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ED25BA-7001-3F78-56D2-129F3E7E1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53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EF9DE-D844-088B-EFB7-D7DE8020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Poisson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12E8C-C4AC-857C-A008-5457C95B6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/>
          <a:lstStyle/>
          <a:p>
            <a:r>
              <a:rPr lang="en-US"/>
              <a:t>The Poisson distribution is also the limit of a binomial distribution, for which the probability of success for each trial </a:t>
            </a:r>
            <a:r>
              <a:rPr lang="en-US" i="1"/>
              <a:t>p </a:t>
            </a:r>
            <a:r>
              <a:rPr lang="en-US"/>
              <a:t>equals</a:t>
            </a:r>
            <a:r>
              <a:rPr lang="en-US" i="1"/>
              <a:t> λ/n</a:t>
            </a:r>
            <a:r>
              <a:rPr lang="en-US"/>
              <a:t>, as the number of trials </a:t>
            </a:r>
            <a:r>
              <a:rPr lang="en-US" i="1"/>
              <a:t>n</a:t>
            </a:r>
            <a:r>
              <a:rPr lang="en-US"/>
              <a:t> approaches infinity</a:t>
            </a:r>
          </a:p>
          <a:p>
            <a:r>
              <a:rPr lang="en-US"/>
              <a:t>Under a Poisson distribution with the expectation of </a:t>
            </a:r>
            <a:r>
              <a:rPr lang="en-US" i="1"/>
              <a:t>λ</a:t>
            </a:r>
            <a:r>
              <a:rPr lang="en-US"/>
              <a:t> events in a given interval, the probability of </a:t>
            </a:r>
            <a:r>
              <a:rPr lang="en-US" i="1"/>
              <a:t>x</a:t>
            </a:r>
            <a:r>
              <a:rPr lang="en-US"/>
              <a:t> events in the same interval is: 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CF8B3-F765-E6BE-76BA-714892B32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3DB2E8-C207-68E8-8D45-81F44FFDB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29" y="4159008"/>
            <a:ext cx="399153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53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CF05B-22D4-255A-5907-D8318D86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Poisson distribution and coverage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AA216-92B3-942D-5052-57C60C862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972800" cy="4580540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Let:</a:t>
            </a:r>
          </a:p>
          <a:p>
            <a:pPr lvl="1"/>
            <a:r>
              <a:rPr lang="en-US" i="1"/>
              <a:t>G</a:t>
            </a:r>
            <a:r>
              <a:rPr lang="en-US"/>
              <a:t> genome length (in bp) </a:t>
            </a:r>
          </a:p>
          <a:p>
            <a:pPr lvl="1"/>
            <a:r>
              <a:rPr lang="en-US" i="1"/>
              <a:t>L</a:t>
            </a:r>
            <a:r>
              <a:rPr lang="en-US"/>
              <a:t>  read average length (</a:t>
            </a:r>
            <a:r>
              <a:rPr lang="en-US" i="1"/>
              <a:t>L&lt;&lt;G</a:t>
            </a:r>
            <a:r>
              <a:rPr lang="en-US"/>
              <a:t>)</a:t>
            </a:r>
          </a:p>
          <a:p>
            <a:pPr lvl="1"/>
            <a:r>
              <a:rPr lang="en-US" i="1"/>
              <a:t>N</a:t>
            </a:r>
            <a:r>
              <a:rPr lang="en-US"/>
              <a:t> number of reads</a:t>
            </a:r>
          </a:p>
          <a:p>
            <a:r>
              <a:rPr lang="en-US"/>
              <a:t>Then:</a:t>
            </a:r>
          </a:p>
          <a:p>
            <a:pPr lvl="1"/>
            <a:r>
              <a:rPr lang="en-US" i="1"/>
              <a:t>λ</a:t>
            </a:r>
            <a:r>
              <a:rPr lang="en-US"/>
              <a:t>, sequencing redundancy = </a:t>
            </a:r>
            <a:r>
              <a:rPr lang="en-US" i="1"/>
              <a:t>N*L/G</a:t>
            </a:r>
          </a:p>
          <a:p>
            <a:pPr lvl="1"/>
            <a:r>
              <a:rPr lang="en-US" i="1"/>
              <a:t>x  </a:t>
            </a:r>
            <a:r>
              <a:rPr lang="en-US"/>
              <a:t>is the number of reads covering a given site on the genome </a:t>
            </a:r>
          </a:p>
          <a:p>
            <a:r>
              <a:rPr lang="en-US"/>
              <a:t>For a given base on the genome for each read </a:t>
            </a:r>
            <a:r>
              <a:rPr lang="en-US" i="1"/>
              <a:t>Prob(base covered)=L/G</a:t>
            </a:r>
            <a:r>
              <a:rPr lang="en-US"/>
              <a:t> </a:t>
            </a:r>
            <a:r>
              <a:rPr lang="en-US" i="1"/>
              <a:t>&lt;&lt; 1</a:t>
            </a:r>
            <a:r>
              <a:rPr lang="en-US"/>
              <a:t>; number of attempts (reads): </a:t>
            </a:r>
            <a:r>
              <a:rPr lang="en-US" i="1"/>
              <a:t>N</a:t>
            </a:r>
            <a:r>
              <a:rPr lang="en-US"/>
              <a:t> &gt;&gt; </a:t>
            </a:r>
            <a:r>
              <a:rPr lang="en-US" i="1"/>
              <a:t>1</a:t>
            </a:r>
            <a:r>
              <a:rPr lang="en-US"/>
              <a:t>. </a:t>
            </a:r>
          </a:p>
          <a:p>
            <a:r>
              <a:rPr lang="en-US" b="1"/>
              <a:t>Genome coverage</a:t>
            </a:r>
            <a:r>
              <a:rPr lang="en-US" i="1"/>
              <a:t> λ = NL/G </a:t>
            </a:r>
            <a:r>
              <a:rPr lang="en-US"/>
              <a:t>is </a:t>
            </a:r>
            <a:r>
              <a:rPr lang="en-US" i="1"/>
              <a:t>O(1)</a:t>
            </a:r>
            <a:r>
              <a:rPr lang="en-US"/>
              <a:t>.</a:t>
            </a:r>
            <a:br>
              <a:rPr lang="en-US"/>
            </a:br>
            <a:br>
              <a:rPr lang="en-US"/>
            </a:br>
            <a:r>
              <a:rPr lang="en-US"/>
              <a:t>      </a:t>
            </a:r>
            <a:r>
              <a:rPr lang="en-US" i="1"/>
              <a:t>x=2                x=4                            x=0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9AFAC-0560-7A57-5772-70C755D38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DAE5EFB-4EDB-5824-E205-FA9B70D8C74E}"/>
              </a:ext>
            </a:extLst>
          </p:cNvPr>
          <p:cNvCxnSpPr/>
          <p:nvPr/>
        </p:nvCxnSpPr>
        <p:spPr>
          <a:xfrm>
            <a:off x="1362145" y="6483100"/>
            <a:ext cx="83987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DFEC4B-4C05-6A85-AE84-81F3099F9DCB}"/>
              </a:ext>
            </a:extLst>
          </p:cNvPr>
          <p:cNvCxnSpPr>
            <a:cxnSpLocks/>
          </p:cNvCxnSpPr>
          <p:nvPr/>
        </p:nvCxnSpPr>
        <p:spPr>
          <a:xfrm>
            <a:off x="1362145" y="61776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1B9835-6433-51DC-1161-D1623CB29893}"/>
              </a:ext>
            </a:extLst>
          </p:cNvPr>
          <p:cNvCxnSpPr>
            <a:cxnSpLocks/>
          </p:cNvCxnSpPr>
          <p:nvPr/>
        </p:nvCxnSpPr>
        <p:spPr>
          <a:xfrm>
            <a:off x="1514545" y="63300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3C02FD-AB58-7FD4-2AE6-42EB9ED0FCAB}"/>
              </a:ext>
            </a:extLst>
          </p:cNvPr>
          <p:cNvCxnSpPr>
            <a:cxnSpLocks/>
          </p:cNvCxnSpPr>
          <p:nvPr/>
        </p:nvCxnSpPr>
        <p:spPr>
          <a:xfrm>
            <a:off x="2737100" y="58728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408ED2-D266-657E-9ED7-E1AC5166CE09}"/>
              </a:ext>
            </a:extLst>
          </p:cNvPr>
          <p:cNvCxnSpPr>
            <a:cxnSpLocks/>
          </p:cNvCxnSpPr>
          <p:nvPr/>
        </p:nvCxnSpPr>
        <p:spPr>
          <a:xfrm>
            <a:off x="2889500" y="60252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5959B0-B57C-B2DA-8334-D6FE343366C2}"/>
              </a:ext>
            </a:extLst>
          </p:cNvPr>
          <p:cNvCxnSpPr>
            <a:cxnSpLocks/>
          </p:cNvCxnSpPr>
          <p:nvPr/>
        </p:nvCxnSpPr>
        <p:spPr>
          <a:xfrm>
            <a:off x="3041900" y="61776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3607628-10BF-14A9-DA8F-092623546B51}"/>
              </a:ext>
            </a:extLst>
          </p:cNvPr>
          <p:cNvCxnSpPr>
            <a:cxnSpLocks/>
          </p:cNvCxnSpPr>
          <p:nvPr/>
        </p:nvCxnSpPr>
        <p:spPr>
          <a:xfrm>
            <a:off x="3041900" y="6330090"/>
            <a:ext cx="7629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87B495D-1F97-7CC3-F13D-E762C4C82C8A}"/>
              </a:ext>
            </a:extLst>
          </p:cNvPr>
          <p:cNvCxnSpPr>
            <a:cxnSpLocks/>
          </p:cNvCxnSpPr>
          <p:nvPr/>
        </p:nvCxnSpPr>
        <p:spPr>
          <a:xfrm>
            <a:off x="4263540" y="63300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D648214-214B-CBB4-8EA7-732003DA5689}"/>
              </a:ext>
            </a:extLst>
          </p:cNvPr>
          <p:cNvCxnSpPr>
            <a:cxnSpLocks/>
          </p:cNvCxnSpPr>
          <p:nvPr/>
        </p:nvCxnSpPr>
        <p:spPr>
          <a:xfrm>
            <a:off x="4568797" y="61776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A902D25-14C6-DCEC-FA8A-136917B1D098}"/>
              </a:ext>
            </a:extLst>
          </p:cNvPr>
          <p:cNvCxnSpPr>
            <a:cxnSpLocks/>
          </p:cNvCxnSpPr>
          <p:nvPr/>
        </p:nvCxnSpPr>
        <p:spPr>
          <a:xfrm>
            <a:off x="5705768" y="60252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E8FCE4-7026-1F5B-D75F-164C16D12E3A}"/>
              </a:ext>
            </a:extLst>
          </p:cNvPr>
          <p:cNvCxnSpPr>
            <a:cxnSpLocks/>
          </p:cNvCxnSpPr>
          <p:nvPr/>
        </p:nvCxnSpPr>
        <p:spPr>
          <a:xfrm>
            <a:off x="5858168" y="61776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201E40C-D100-C2B2-43A1-C2D59AF77A66}"/>
              </a:ext>
            </a:extLst>
          </p:cNvPr>
          <p:cNvCxnSpPr>
            <a:cxnSpLocks/>
          </p:cNvCxnSpPr>
          <p:nvPr/>
        </p:nvCxnSpPr>
        <p:spPr>
          <a:xfrm>
            <a:off x="6010568" y="6330090"/>
            <a:ext cx="610515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85D9CE8-F4E3-AAED-AE4A-3C41743307AA}"/>
              </a:ext>
            </a:extLst>
          </p:cNvPr>
          <p:cNvCxnSpPr/>
          <p:nvPr/>
        </p:nvCxnSpPr>
        <p:spPr>
          <a:xfrm>
            <a:off x="5485180" y="5872890"/>
            <a:ext cx="0" cy="848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A8390FE-05BE-7AF3-982E-71B032DA8997}"/>
              </a:ext>
            </a:extLst>
          </p:cNvPr>
          <p:cNvCxnSpPr>
            <a:cxnSpLocks/>
          </p:cNvCxnSpPr>
          <p:nvPr/>
        </p:nvCxnSpPr>
        <p:spPr>
          <a:xfrm>
            <a:off x="3194605" y="5734704"/>
            <a:ext cx="0" cy="900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03E9742-EBA9-D5E2-A3CA-564C1A321E76}"/>
              </a:ext>
            </a:extLst>
          </p:cNvPr>
          <p:cNvCxnSpPr>
            <a:cxnSpLocks/>
          </p:cNvCxnSpPr>
          <p:nvPr/>
        </p:nvCxnSpPr>
        <p:spPr>
          <a:xfrm>
            <a:off x="1667555" y="5734704"/>
            <a:ext cx="0" cy="9004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5276DCA-DDFB-D8C6-81BE-65AFDA0EB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848" y="1704734"/>
            <a:ext cx="399153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25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FC554-A8C6-0277-1A84-D1F722AC7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Fraction of the genome covered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0384F2-9789-CBBD-01D4-DDCF083991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843589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/>
                  <a:t>To assemble a genome we need to make sure it is completely covered by reads</a:t>
                </a:r>
              </a:p>
              <a:p>
                <a:endParaRPr lang="en-US"/>
              </a:p>
              <a:p>
                <a:r>
                  <a:rPr lang="en-US"/>
                  <a:t>We can use Poisson distribution to compute required coverage to make sure there are no gaps </a:t>
                </a:r>
              </a:p>
              <a:p>
                <a:endParaRPr lang="en-US"/>
              </a:p>
              <a:p>
                <a:r>
                  <a:rPr lang="en-US"/>
                  <a:t>It is frequently easier in probability computations to compute the probability of something NOT happening!</a:t>
                </a:r>
                <a:br>
                  <a:rPr lang="en-US"/>
                </a:br>
                <a:endParaRPr lang="en-US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sup>
                    </m:sSup>
                  </m:oMath>
                </a14:m>
                <a:br>
                  <a:rPr lang="en-US" i="1"/>
                </a:br>
                <a:endParaRPr lang="en-US" i="1"/>
              </a:p>
              <a:p>
                <a:r>
                  <a:rPr lang="en-US"/>
                  <a:t>Total genome length covered: </a:t>
                </a:r>
                <a:br>
                  <a:rPr lang="en-US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&gt;0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0384F2-9789-CBBD-01D4-DDCF083991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843589"/>
              </a:xfrm>
              <a:blipFill>
                <a:blip r:embed="rId2"/>
                <a:stretch>
                  <a:fillRect l="-722" t="-17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4324D-9F5A-7E7B-0C60-C2D62C5B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FDB7FE-3B6C-978E-F57D-4A8E86567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7982" y="3994404"/>
            <a:ext cx="399153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0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715A2-54A9-599A-BDBF-6D55AA14E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Number of contigs and average length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394BD-B129-877C-C744-20B897AE4F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886559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/>
                  <a:t>Probability that a given read is the right end of a contig = coverage of the base right after the read is zero: </a:t>
                </a:r>
                <a:br>
                  <a:rPr lang="en-US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sup>
                    </m:sSup>
                  </m:oMath>
                </a14:m>
                <a:endParaRPr lang="en-US" i="1"/>
              </a:p>
              <a:p>
                <a:r>
                  <a:rPr lang="en-US"/>
                  <a:t>If </a:t>
                </a:r>
                <a:r>
                  <a:rPr lang="en-US" i="1"/>
                  <a:t>N</a:t>
                </a:r>
                <a:r>
                  <a:rPr lang="en-US"/>
                  <a:t> is number of reads, then number of contigs is:</a:t>
                </a:r>
                <a:br>
                  <a:rPr lang="en-US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sup>
                    </m:sSup>
                  </m:oMath>
                </a14:m>
                <a:endParaRPr lang="en-US"/>
              </a:p>
              <a:p>
                <a:r>
                  <a:rPr lang="en-US"/>
                  <a:t>Average contig length is proportion of genome covered/number of contigs:</a:t>
                </a:r>
                <a:br>
                  <a:rPr lang="en-US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N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/>
              </a:p>
              <a:p>
                <a:r>
                  <a:rPr lang="en-US"/>
                  <a:t>For sufficiently large </a:t>
                </a:r>
                <a:r>
                  <a:rPr lang="en-US" i="1"/>
                  <a:t>λ,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US" i="1" dirty="0"/>
                          <m:t>λ</m:t>
                        </m:r>
                      </m:den>
                    </m:f>
                  </m:oMath>
                </a14:m>
                <a:r>
                  <a:rPr lang="en-US"/>
                  <a:t>, only depends on read length and coverage!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E394BD-B129-877C-C744-20B897AE4F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886559"/>
              </a:xfrm>
              <a:blipFill>
                <a:blip r:embed="rId2"/>
                <a:stretch>
                  <a:fillRect l="-833" t="-998" r="-1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BF5F6-B203-71DC-96D2-AF338A94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0F2FE-88FB-12C8-AEE6-550820950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468" y="2207360"/>
            <a:ext cx="3991532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80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BEE5-4EC8-F8CC-ACA8-069BCBC4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4" y="680310"/>
            <a:ext cx="10942155" cy="365125"/>
          </a:xfrm>
        </p:spPr>
        <p:txBody>
          <a:bodyPr>
            <a:normAutofit fontScale="90000"/>
          </a:bodyPr>
          <a:lstStyle/>
          <a:p>
            <a:r>
              <a:rPr lang="en-US"/>
              <a:t>Genome is fully covered.</a:t>
            </a:r>
            <a:br>
              <a:rPr lang="en-US"/>
            </a:br>
            <a:r>
              <a:rPr lang="en-US"/>
              <a:t>Can this be assembled?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A77BB-A657-B3C5-CC8F-B1CB19052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8152564-1CE0-5DED-2127-FBF73609E8E1}"/>
              </a:ext>
            </a:extLst>
          </p:cNvPr>
          <p:cNvCxnSpPr/>
          <p:nvPr/>
        </p:nvCxnSpPr>
        <p:spPr>
          <a:xfrm>
            <a:off x="1578455" y="4418326"/>
            <a:ext cx="839877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DC067B-52F0-28D0-DC17-AD3F7C3443AE}"/>
              </a:ext>
            </a:extLst>
          </p:cNvPr>
          <p:cNvCxnSpPr>
            <a:cxnSpLocks/>
          </p:cNvCxnSpPr>
          <p:nvPr/>
        </p:nvCxnSpPr>
        <p:spPr>
          <a:xfrm>
            <a:off x="1578455" y="4004760"/>
            <a:ext cx="226595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CBE26E-8424-5747-E9B7-29316A791327}"/>
              </a:ext>
            </a:extLst>
          </p:cNvPr>
          <p:cNvCxnSpPr>
            <a:cxnSpLocks/>
          </p:cNvCxnSpPr>
          <p:nvPr/>
        </p:nvCxnSpPr>
        <p:spPr>
          <a:xfrm>
            <a:off x="3736636" y="4127663"/>
            <a:ext cx="226595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FA18A0-A1C5-BCED-FD95-480CC02B9442}"/>
              </a:ext>
            </a:extLst>
          </p:cNvPr>
          <p:cNvCxnSpPr>
            <a:cxnSpLocks/>
          </p:cNvCxnSpPr>
          <p:nvPr/>
        </p:nvCxnSpPr>
        <p:spPr>
          <a:xfrm>
            <a:off x="6002594" y="3978294"/>
            <a:ext cx="1971367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101D341-E3C8-339A-7DFB-50D0871C82B0}"/>
              </a:ext>
            </a:extLst>
          </p:cNvPr>
          <p:cNvCxnSpPr>
            <a:cxnSpLocks/>
          </p:cNvCxnSpPr>
          <p:nvPr/>
        </p:nvCxnSpPr>
        <p:spPr>
          <a:xfrm>
            <a:off x="7885849" y="4127663"/>
            <a:ext cx="2265958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03DBCA-0F54-E271-479E-30EF0F102969}"/>
              </a:ext>
            </a:extLst>
          </p:cNvPr>
          <p:cNvSpPr txBox="1"/>
          <p:nvPr/>
        </p:nvSpPr>
        <p:spPr>
          <a:xfrm>
            <a:off x="3244646" y="3490097"/>
            <a:ext cx="135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 bp overlap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0A5AA0-1129-3611-1DAB-813E89FEE716}"/>
              </a:ext>
            </a:extLst>
          </p:cNvPr>
          <p:cNvSpPr txBox="1"/>
          <p:nvPr/>
        </p:nvSpPr>
        <p:spPr>
          <a:xfrm>
            <a:off x="5099432" y="3498981"/>
            <a:ext cx="13547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 bp overlap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1CE572-961A-AACD-849C-38F8CC5FDAF8}"/>
              </a:ext>
            </a:extLst>
          </p:cNvPr>
          <p:cNvSpPr txBox="1"/>
          <p:nvPr/>
        </p:nvSpPr>
        <p:spPr>
          <a:xfrm>
            <a:off x="7208452" y="3498981"/>
            <a:ext cx="1354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 bp overlap</a:t>
            </a:r>
          </a:p>
        </p:txBody>
      </p:sp>
    </p:spTree>
    <p:extLst>
      <p:ext uri="{BB962C8B-B14F-4D97-AF65-F5344CB8AC3E}">
        <p14:creationId xmlns:p14="http://schemas.microsoft.com/office/powerpoint/2010/main" val="3085531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E492C-2BBB-1798-1FFE-2A8A226B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E828-2859-2593-2B3F-6CF9B2ACC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Real life correction to contig length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C0A1E-F940-8A8B-DDFA-02DF5FFD5D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620" y="1596540"/>
                <a:ext cx="10972800" cy="4886559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/>
                  <a:t>In reality a minimum overlap </a:t>
                </a:r>
                <a:r>
                  <a:rPr lang="en-US" i="1"/>
                  <a:t>O</a:t>
                </a:r>
                <a:r>
                  <a:rPr lang="en-US"/>
                  <a:t> is required to continue a contig.  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. Our coverage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/>
                      <m:t>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gets replaced by “effective” coverage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m:rPr>
                        <m:nor/>
                      </m:rPr>
                      <a:rPr lang="en-US" i="1" dirty="0"/>
                      <m:t>λ</m:t>
                    </m:r>
                  </m:oMath>
                </a14:m>
                <a:r>
                  <a:rPr lang="en-US"/>
                  <a:t>. Then expected number of contigs becomes:</a:t>
                </a:r>
                <a:br>
                  <a:rPr lang="en-US"/>
                </a:b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𝑁𝑒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e>
                        </m:d>
                        <m:r>
                          <m:rPr>
                            <m:nor/>
                          </m:rPr>
                          <a:rPr lang="en-US" i="1" dirty="0" smtClean="0"/>
                          <m:t>λ</m:t>
                        </m:r>
                      </m:sup>
                    </m:sSup>
                  </m:oMath>
                </a14:m>
                <a:endParaRPr lang="en-US"/>
              </a:p>
              <a:p>
                <a:r>
                  <a:rPr lang="en-US"/>
                  <a:t>Corrected formula for average contig size (remember </a:t>
                </a:r>
                <a:r>
                  <a:rPr lang="en-US" i="1"/>
                  <a:t>λ = NL/G )</a:t>
                </a:r>
                <a:r>
                  <a:rPr lang="en-US"/>
                  <a:t>:</a:t>
                </a:r>
              </a:p>
              <a:p>
                <a:pPr marL="0" indent="0">
                  <a:buNone/>
                </a:pPr>
                <a:br>
                  <a:rPr lang="en-US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𝑁𝑒</m:t>
                            </m:r>
                          </m:e>
                          <m:sup>
                            <m:r>
                              <m:rPr>
                                <m:nor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d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b="0"/>
                  <a:t>=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𝜌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i="1" dirty="0"/>
                                  <m:t>λ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i="1" dirty="0"/>
                              <m:t>λ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What happens when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/>
                  <a:t>(very short reads) or when</a:t>
                </a:r>
                <a:r>
                  <a:rPr lang="en-US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i="1"/>
                  <a:t> </a:t>
                </a:r>
                <a:r>
                  <a:rPr lang="en-US"/>
                  <a:t>(very long reads)  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6C0A1E-F940-8A8B-DDFA-02DF5FFD5D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620" y="1596540"/>
                <a:ext cx="10972800" cy="4886559"/>
              </a:xfrm>
              <a:blipFill>
                <a:blip r:embed="rId2"/>
                <a:stretch>
                  <a:fillRect l="-833" t="-125" r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0638E-C7F1-E1B1-7CB6-792B40B9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761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2FBA-E741-ED67-9D08-E1695661F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Reads are Strings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B08CF-B618-980B-A065-CC5C458CA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759811"/>
          </a:xfrm>
        </p:spPr>
        <p:txBody>
          <a:bodyPr>
            <a:normAutofit/>
          </a:bodyPr>
          <a:lstStyle/>
          <a:p>
            <a:r>
              <a:rPr lang="en-US" i="1"/>
              <a:t>String S</a:t>
            </a:r>
            <a:r>
              <a:rPr lang="en-US"/>
              <a:t> is a finite sequence of characters from an alphabet </a:t>
            </a:r>
          </a:p>
          <a:p>
            <a:r>
              <a:rPr lang="en-US"/>
              <a:t>DNA alphabet is {A,C,G,T}</a:t>
            </a:r>
          </a:p>
          <a:p>
            <a:r>
              <a:rPr lang="en-US" i="1"/>
              <a:t>Substring</a:t>
            </a:r>
            <a:r>
              <a:rPr lang="en-US"/>
              <a:t> of </a:t>
            </a:r>
            <a:r>
              <a:rPr lang="en-US" i="1"/>
              <a:t>S </a:t>
            </a:r>
            <a:r>
              <a:rPr lang="en-US"/>
              <a:t>is a string occurring inside </a:t>
            </a:r>
            <a:r>
              <a:rPr lang="en-US" i="1"/>
              <a:t>S: </a:t>
            </a:r>
            <a:br>
              <a:rPr lang="en-US" i="1"/>
            </a:br>
            <a:r>
              <a:rPr lang="en-US"/>
              <a:t>AGTG</a:t>
            </a:r>
            <a:r>
              <a:rPr lang="en-US">
                <a:solidFill>
                  <a:srgbClr val="FF0000"/>
                </a:solidFill>
              </a:rPr>
              <a:t>ACATAA</a:t>
            </a:r>
            <a:r>
              <a:rPr lang="en-US"/>
              <a:t>GACT</a:t>
            </a:r>
          </a:p>
          <a:p>
            <a:r>
              <a:rPr lang="en-US" i="1"/>
              <a:t>Prefix </a:t>
            </a:r>
            <a:r>
              <a:rPr lang="en-US"/>
              <a:t>of </a:t>
            </a:r>
            <a:r>
              <a:rPr lang="en-US" i="1"/>
              <a:t>S </a:t>
            </a:r>
            <a:r>
              <a:rPr lang="en-US"/>
              <a:t>is a string starting at the beginning of </a:t>
            </a:r>
            <a:r>
              <a:rPr lang="en-US" i="1"/>
              <a:t>S:</a:t>
            </a:r>
            <a:br>
              <a:rPr lang="en-US" i="1"/>
            </a:br>
            <a:r>
              <a:rPr lang="en-US">
                <a:solidFill>
                  <a:srgbClr val="FF0000"/>
                </a:solidFill>
              </a:rPr>
              <a:t>AGTGAC</a:t>
            </a:r>
            <a:r>
              <a:rPr lang="en-US">
                <a:solidFill>
                  <a:schemeClr val="tx1"/>
                </a:solidFill>
              </a:rPr>
              <a:t>ATAAGACT</a:t>
            </a:r>
          </a:p>
          <a:p>
            <a:r>
              <a:rPr lang="en-US" i="1">
                <a:solidFill>
                  <a:schemeClr val="tx1"/>
                </a:solidFill>
              </a:rPr>
              <a:t>Suffix </a:t>
            </a:r>
            <a:r>
              <a:rPr lang="en-US">
                <a:solidFill>
                  <a:schemeClr val="tx1"/>
                </a:solidFill>
              </a:rPr>
              <a:t>of a string is a </a:t>
            </a:r>
            <a:r>
              <a:rPr lang="en-US"/>
              <a:t>string ending at the end of </a:t>
            </a:r>
            <a:r>
              <a:rPr lang="en-US" i="1"/>
              <a:t>S:</a:t>
            </a:r>
            <a:br>
              <a:rPr lang="en-US" i="1"/>
            </a:br>
            <a:r>
              <a:rPr lang="en-US">
                <a:solidFill>
                  <a:schemeClr val="tx1"/>
                </a:solidFill>
              </a:rPr>
              <a:t>AGTGACAT</a:t>
            </a:r>
            <a:r>
              <a:rPr lang="en-US">
                <a:solidFill>
                  <a:srgbClr val="FF0000"/>
                </a:solidFill>
              </a:rPr>
              <a:t>AAGACT</a:t>
            </a:r>
            <a:br>
              <a:rPr lang="en-US" i="1"/>
            </a:br>
            <a:endParaRPr lang="en-US" i="1">
              <a:solidFill>
                <a:schemeClr val="tx1"/>
              </a:solidFill>
            </a:endParaRPr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BF18F-CEE1-643A-E14F-907665854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23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5F9D-A606-96D7-96F2-00128EF77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Exact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CFCA6-7FE6-D9E1-0037-96B9145914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fontScale="92500" lnSpcReduction="20000"/>
          </a:bodyPr>
          <a:lstStyle/>
          <a:p>
            <a:r>
              <a:rPr lang="en-US"/>
              <a:t>Find exact matches of two strings: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T: ATGATATGACATAGAC </a:t>
            </a:r>
            <a:r>
              <a:rPr lang="en-US"/>
              <a:t>and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 ATGAC</a:t>
            </a:r>
          </a:p>
          <a:p>
            <a:r>
              <a:rPr lang="en-US">
                <a:cs typeface="Courier New" panose="02070309020205020404" pitchFamily="49" charset="0"/>
              </a:rPr>
              <a:t>Naïve: check every position:</a:t>
            </a:r>
            <a:br>
              <a:rPr lang="en-US"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T:ATGAT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ATAGAC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  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</a:p>
          <a:p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Boyer-Moore bad character rule, skip pointless alignments: </a:t>
            </a:r>
          </a:p>
          <a:p>
            <a:pPr lvl="1"/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consider the character in T at which the comparison process failed (assuming such a failure occurred). </a:t>
            </a:r>
          </a:p>
          <a:p>
            <a:pPr lvl="1"/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Find the next occurrence of that character to the left in P </a:t>
            </a:r>
          </a:p>
          <a:p>
            <a:pPr lvl="1"/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Propose a shift which brings that occurrence in line with the mismatched occurrence in T. </a:t>
            </a:r>
          </a:p>
          <a:p>
            <a:pPr lvl="1"/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If the mismatched character does not occur to the left in P, a shift is proposed that moves the entirety of P past the point of mismatch.</a:t>
            </a:r>
            <a:endParaRPr lang="en-U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DE77F-7C0F-F48C-3D01-1DFDBFD61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91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21A98-641C-1F1A-55DD-85075A50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2FF7C-A755-5908-A39A-3BE02A26D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Exact 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3FF4-9569-29CC-FB50-A2B123445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 lnSpcReduction="10000"/>
          </a:bodyPr>
          <a:lstStyle/>
          <a:p>
            <a: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  <a:t>Boyer-Moore bad character rule, skip pointless alignments:</a:t>
            </a:r>
            <a:br>
              <a:rPr lang="en-US">
                <a:solidFill>
                  <a:schemeClr val="tx1"/>
                </a:solidFill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T: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ATGAT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ATAGAC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  <a:t>check last character – if no match skip to the first occurrence, aligning the T</a:t>
            </a:r>
            <a:br>
              <a:rPr lang="en-US">
                <a:solidFill>
                  <a:schemeClr val="tx1"/>
                </a:solidFill>
                <a:latin typeface="+mj-lt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T: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ATGAT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ATAGAC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 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  <a:b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P:</a:t>
            </a:r>
            <a:r>
              <a:rPr lang="en-US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ATGAC</a:t>
            </a:r>
          </a:p>
          <a:p>
            <a:pPr marL="0" indent="0">
              <a:buNone/>
            </a:pPr>
            <a:endParaRPr lang="en-US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918AD-0877-1A9F-799F-8C0DA046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230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3B2F2-B95F-941E-0F2E-11BB4078F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What is an alignment (overlap)?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A7DB0-B730-9261-57CC-67327D01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325" y="1811548"/>
            <a:ext cx="10972800" cy="4314616"/>
          </a:xfrm>
        </p:spPr>
        <p:txBody>
          <a:bodyPr>
            <a:normAutofit/>
          </a:bodyPr>
          <a:lstStyle/>
          <a:p>
            <a:r>
              <a:rPr lang="en-US"/>
              <a:t>An alignment does not need to be an exact match </a:t>
            </a:r>
          </a:p>
          <a:p>
            <a:r>
              <a:rPr lang="en-US"/>
              <a:t>Given: </a:t>
            </a:r>
          </a:p>
          <a:p>
            <a:pPr marL="457200" lvl="1" indent="0">
              <a:buNone/>
            </a:pPr>
            <a:r>
              <a:rPr lang="en-US" sz="2800"/>
              <a:t>– a pair of strings</a:t>
            </a:r>
          </a:p>
          <a:p>
            <a:pPr marL="457200" lvl="1" indent="0">
              <a:buNone/>
            </a:pPr>
            <a:r>
              <a:rPr lang="en-US" sz="2800"/>
              <a:t>– a method for scoring a candidate alignment </a:t>
            </a:r>
          </a:p>
          <a:p>
            <a:r>
              <a:rPr lang="en-US"/>
              <a:t>Do: </a:t>
            </a:r>
          </a:p>
          <a:p>
            <a:pPr marL="457200" lvl="1" indent="0">
              <a:buNone/>
            </a:pPr>
            <a:r>
              <a:rPr lang="en-US" sz="2800"/>
              <a:t>– determine the correspondences between substrings in </a:t>
            </a:r>
            <a:br>
              <a:rPr lang="en-US" sz="2800"/>
            </a:br>
            <a:r>
              <a:rPr lang="en-US" sz="2800"/>
              <a:t>the sequences such that the similarity score is maximized </a:t>
            </a:r>
          </a:p>
        </p:txBody>
      </p:sp>
    </p:spTree>
    <p:extLst>
      <p:ext uri="{BB962C8B-B14F-4D97-AF65-F5344CB8AC3E}">
        <p14:creationId xmlns:p14="http://schemas.microsoft.com/office/powerpoint/2010/main" val="3499796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1731-64A5-F736-B3FD-39E5ADFE3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Example of an alignment (overlap)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EE85E-5231-A748-CFFB-3F931E59D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Alignment of two DNA sequences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AGCGAACGCTGAACGCTAGACCG</a:t>
            </a:r>
          </a:p>
          <a:p>
            <a:pPr marL="0" indent="0">
              <a:buNone/>
            </a:pPr>
            <a:r>
              <a:rPr lang="en-US">
                <a:cs typeface="Courier New" panose="02070309020205020404" pitchFamily="49" charset="0"/>
              </a:rPr>
              <a:t>                        and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GCGATCGATGAAGCTAGACTCGT</a:t>
            </a:r>
          </a:p>
          <a:p>
            <a:pPr marL="0" indent="0">
              <a:buNone/>
            </a:pPr>
            <a:r>
              <a:rPr lang="en-US"/>
              <a:t>                          is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AGCGAACGCTGAACGCTAGAC-CG</a:t>
            </a:r>
          </a:p>
          <a:p>
            <a:pPr marL="0" indent="0">
              <a:buNone/>
            </a:pP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|||| || ||||*|||||||*||</a:t>
            </a:r>
            <a:b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 GCGATCGATGAA-GCTAGACTCGT</a:t>
            </a:r>
          </a:p>
        </p:txBody>
      </p:sp>
    </p:spTree>
    <p:extLst>
      <p:ext uri="{BB962C8B-B14F-4D97-AF65-F5344CB8AC3E}">
        <p14:creationId xmlns:p14="http://schemas.microsoft.com/office/powerpoint/2010/main" val="3319328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9A3C9-8857-345D-C122-B58EEDD4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Types of mis-matches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0E665-C3AA-1B29-3651-00377FCD8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Substitutions:   A</a:t>
            </a:r>
            <a:r>
              <a:rPr lang="en-US">
                <a:solidFill>
                  <a:srgbClr val="FF0000"/>
                </a:solidFill>
              </a:rPr>
              <a:t>A</a:t>
            </a:r>
            <a:r>
              <a:rPr lang="en-US"/>
              <a:t>GT vs A</a:t>
            </a:r>
            <a:r>
              <a:rPr lang="en-US">
                <a:solidFill>
                  <a:srgbClr val="FF0000"/>
                </a:solidFill>
              </a:rPr>
              <a:t>T</a:t>
            </a:r>
            <a:r>
              <a:rPr lang="en-US"/>
              <a:t>GT</a:t>
            </a:r>
          </a:p>
          <a:p>
            <a:endParaRPr lang="en-US"/>
          </a:p>
          <a:p>
            <a:r>
              <a:rPr lang="en-US"/>
              <a:t>Deletions: AA</a:t>
            </a:r>
            <a:r>
              <a:rPr lang="en-US">
                <a:solidFill>
                  <a:srgbClr val="FF0000"/>
                </a:solidFill>
              </a:rPr>
              <a:t>G</a:t>
            </a:r>
            <a:r>
              <a:rPr lang="en-US"/>
              <a:t>T vs ATT</a:t>
            </a:r>
          </a:p>
          <a:p>
            <a:endParaRPr lang="en-US"/>
          </a:p>
          <a:p>
            <a:r>
              <a:rPr lang="en-US"/>
              <a:t>Insertions: AAGT vs AAG</a:t>
            </a:r>
            <a:r>
              <a:rPr lang="en-US">
                <a:solidFill>
                  <a:srgbClr val="FF0000"/>
                </a:solidFill>
              </a:rPr>
              <a:t>C</a:t>
            </a:r>
            <a:r>
              <a:rPr lang="en-US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32867087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EF1D3-8111-B083-8234-62C3C27B2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60C1D-9E2A-3033-9561-78FE21D4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D41B-B306-CD8B-FB9D-C94A43D6D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283" y="2035583"/>
            <a:ext cx="11088801" cy="4613040"/>
          </a:xfrm>
        </p:spPr>
        <p:txBody>
          <a:bodyPr/>
          <a:lstStyle/>
          <a:p>
            <a:r>
              <a:rPr lang="en-US"/>
              <a:t>Published by M.S Waterman; T.F Smith; W.A Beyer (1976)</a:t>
            </a:r>
          </a:p>
          <a:p>
            <a:r>
              <a:rPr lang="en-US"/>
              <a:t>Local sequence alignment</a:t>
            </a:r>
          </a:p>
          <a:p>
            <a:r>
              <a:rPr lang="en-US"/>
              <a:t>Fairly expensive: for sequences of lengths </a:t>
            </a:r>
            <a:r>
              <a:rPr lang="en-US" i="1"/>
              <a:t>m</a:t>
            </a:r>
            <a:r>
              <a:rPr lang="en-US"/>
              <a:t> and </a:t>
            </a:r>
            <a:r>
              <a:rPr lang="en-US" i="1"/>
              <a:t>n</a:t>
            </a:r>
            <a:r>
              <a:rPr lang="en-US"/>
              <a:t> is of order </a:t>
            </a:r>
            <a:r>
              <a:rPr lang="en-US" i="1"/>
              <a:t>O(</a:t>
            </a:r>
            <a:r>
              <a:rPr lang="en-US" i="1" err="1"/>
              <a:t>mn</a:t>
            </a:r>
            <a:r>
              <a:rPr lang="en-US" i="1"/>
              <a:t>)</a:t>
            </a:r>
          </a:p>
          <a:p>
            <a:r>
              <a:rPr lang="en-US"/>
              <a:t>Dynamic programming: </a:t>
            </a:r>
            <a:r>
              <a:rPr lang="en-US" i="1"/>
              <a:t>solve many local problems to then solve the big problem</a:t>
            </a:r>
          </a:p>
          <a:p>
            <a:pPr marL="0" indent="0">
              <a:buNone/>
            </a:pPr>
            <a:endParaRPr lang="en-US" i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4476A3-8720-99AA-0E0A-CE29BEC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752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43C94-D969-0C0E-ACDA-779395A2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E6BC3-36BC-C6D4-87EB-4466AA7E4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23FCE-7DB7-D9D1-F15C-1EA4F55DA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DD37A3C-C3A7-5C55-4547-0CB81FCF7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829739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1409361-393C-723D-1449-DA50768B2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705" y="1596540"/>
            <a:ext cx="5497379" cy="4759811"/>
          </a:xfrm>
        </p:spPr>
        <p:txBody>
          <a:bodyPr>
            <a:normAutofit/>
          </a:bodyPr>
          <a:lstStyle/>
          <a:p>
            <a:r>
              <a:rPr lang="en-US"/>
              <a:t>Align sequences: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TGTTACGG </a:t>
            </a:r>
            <a:r>
              <a:rPr lang="en-US"/>
              <a:t>and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GGTTGACTA</a:t>
            </a:r>
          </a:p>
          <a:p>
            <a:r>
              <a:rPr lang="en-US"/>
              <a:t>Choose match score </a:t>
            </a:r>
            <a:br>
              <a:rPr lang="en-US"/>
            </a:br>
            <a:r>
              <a:rPr lang="en-US" i="1"/>
              <a:t>s(</a:t>
            </a:r>
            <a:r>
              <a:rPr lang="en-US" i="1" err="1"/>
              <a:t>a,b</a:t>
            </a:r>
            <a:r>
              <a:rPr lang="en-US" i="1"/>
              <a:t>)=3 if a=b,</a:t>
            </a:r>
            <a:br>
              <a:rPr lang="en-US" i="1"/>
            </a:br>
            <a:r>
              <a:rPr lang="en-US" i="1"/>
              <a:t>s(</a:t>
            </a:r>
            <a:r>
              <a:rPr lang="en-US" i="1" err="1"/>
              <a:t>a,b</a:t>
            </a:r>
            <a:r>
              <a:rPr lang="en-US" i="1"/>
              <a:t>)=-3 if a!=b</a:t>
            </a:r>
          </a:p>
          <a:p>
            <a:r>
              <a:rPr lang="en-US"/>
              <a:t>Choose gap penalty </a:t>
            </a:r>
            <a:r>
              <a:rPr lang="en-US" i="1"/>
              <a:t>G=2</a:t>
            </a:r>
          </a:p>
          <a:p>
            <a:r>
              <a:rPr lang="en-US"/>
              <a:t>Initialize top row and the first column with zeros</a:t>
            </a:r>
          </a:p>
          <a:p>
            <a:pPr marL="0" indent="0">
              <a:buNone/>
            </a:pP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871696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94286-5EA5-E1F2-C417-DEDAA5439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91E3-1B95-DE31-1281-C859131BC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332B5A-A318-F8DD-ADBE-46443F10E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FBF715-80FD-B2E1-D584-9E1467DEFF40}"/>
              </a:ext>
            </a:extLst>
          </p:cNvPr>
          <p:cNvGraphicFramePr>
            <a:graphicFrameLocks noGrp="1"/>
          </p:cNvGraphicFramePr>
          <p:nvPr/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9A67FAA-D2C5-BD9B-BBCC-D2914161E6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 row by row: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99A67FAA-D2C5-BD9B-BBCC-D2914161E6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2704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0E7F-2402-251F-AB3A-30DDE9790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D9259-1DF5-1836-802E-0E5FAA56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031AE-F77B-96BF-BAAD-2B951164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4C7723-DFDB-2D45-BB4F-CBF3E9532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7291980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A8BECB-754D-3352-006E-1947A092D7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05A8BECB-754D-3352-006E-1947A092D7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62770A31-746E-DAC8-F72D-F8E9C4343DF2}"/>
              </a:ext>
            </a:extLst>
          </p:cNvPr>
          <p:cNvSpPr/>
          <p:nvPr/>
        </p:nvSpPr>
        <p:spPr>
          <a:xfrm>
            <a:off x="11353342" y="456852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09A1A77-1C22-2508-B64C-A53B7B9E5A04}"/>
              </a:ext>
            </a:extLst>
          </p:cNvPr>
          <p:cNvSpPr/>
          <p:nvPr/>
        </p:nvSpPr>
        <p:spPr>
          <a:xfrm rot="5400000">
            <a:off x="11353342" y="412248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78037FE-F22D-2351-D0D1-C7B72C6EBC39}"/>
              </a:ext>
            </a:extLst>
          </p:cNvPr>
          <p:cNvSpPr/>
          <p:nvPr/>
        </p:nvSpPr>
        <p:spPr>
          <a:xfrm rot="2873019">
            <a:off x="11333800" y="36216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5AD01126-C9C6-B6DD-4C28-82D663674BDE}"/>
              </a:ext>
            </a:extLst>
          </p:cNvPr>
          <p:cNvSpPr/>
          <p:nvPr/>
        </p:nvSpPr>
        <p:spPr>
          <a:xfrm>
            <a:off x="2208220" y="27610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5E5987B-7E32-6F1E-BC3E-0DC6C56B2568}"/>
              </a:ext>
            </a:extLst>
          </p:cNvPr>
          <p:cNvSpPr/>
          <p:nvPr/>
        </p:nvSpPr>
        <p:spPr>
          <a:xfrm rot="2873019">
            <a:off x="1715408" y="252019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BB521F8-FDC6-E2D1-72F3-618F875B9775}"/>
              </a:ext>
            </a:extLst>
          </p:cNvPr>
          <p:cNvSpPr/>
          <p:nvPr/>
        </p:nvSpPr>
        <p:spPr>
          <a:xfrm rot="2873019">
            <a:off x="4156303" y="256312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FB6FEC7-D99C-C86C-23E0-4FB82AA518A1}"/>
              </a:ext>
            </a:extLst>
          </p:cNvPr>
          <p:cNvSpPr/>
          <p:nvPr/>
        </p:nvSpPr>
        <p:spPr>
          <a:xfrm rot="2873019">
            <a:off x="4661458" y="255360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82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D49F8-5D84-9429-0C52-E748B5B4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69AA5-833F-28DA-B9C1-378D0F84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C81E7B-F8E9-D46D-232E-300163A29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A1FACD4-DE24-0676-0116-299D94AFB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79066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25559AA-472D-351A-E8B4-CAB3517956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725559AA-472D-351A-E8B4-CAB3517956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272DEBE3-C586-924F-6EE2-27574DF7DD6F}"/>
              </a:ext>
            </a:extLst>
          </p:cNvPr>
          <p:cNvSpPr/>
          <p:nvPr/>
        </p:nvSpPr>
        <p:spPr>
          <a:xfrm>
            <a:off x="11353342" y="456852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F18FEA9-5D17-3710-5772-B8A452A78D84}"/>
              </a:ext>
            </a:extLst>
          </p:cNvPr>
          <p:cNvSpPr/>
          <p:nvPr/>
        </p:nvSpPr>
        <p:spPr>
          <a:xfrm rot="5400000">
            <a:off x="11353342" y="412248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E39E72E-3F10-0E1F-C8CB-A7489FE4D475}"/>
              </a:ext>
            </a:extLst>
          </p:cNvPr>
          <p:cNvSpPr/>
          <p:nvPr/>
        </p:nvSpPr>
        <p:spPr>
          <a:xfrm rot="2873019">
            <a:off x="11333800" y="36216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4312EF1-5407-6E03-5338-46AA27C7420F}"/>
              </a:ext>
            </a:extLst>
          </p:cNvPr>
          <p:cNvSpPr/>
          <p:nvPr/>
        </p:nvSpPr>
        <p:spPr>
          <a:xfrm>
            <a:off x="2208220" y="27610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AD117CB-65CC-3C41-6B7B-168F1F2F19A8}"/>
              </a:ext>
            </a:extLst>
          </p:cNvPr>
          <p:cNvSpPr/>
          <p:nvPr/>
        </p:nvSpPr>
        <p:spPr>
          <a:xfrm rot="2873019">
            <a:off x="1715408" y="252019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65AD569-C861-E334-4401-AA9DCF6BD0D4}"/>
              </a:ext>
            </a:extLst>
          </p:cNvPr>
          <p:cNvSpPr/>
          <p:nvPr/>
        </p:nvSpPr>
        <p:spPr>
          <a:xfrm rot="2873019">
            <a:off x="4156303" y="256312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06957E44-A009-725F-D7D4-2FDBCCFF6CC3}"/>
              </a:ext>
            </a:extLst>
          </p:cNvPr>
          <p:cNvSpPr/>
          <p:nvPr/>
        </p:nvSpPr>
        <p:spPr>
          <a:xfrm rot="2873019">
            <a:off x="4661458" y="255360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CB8854B-18A2-D809-A386-2A98E9747AC2}"/>
              </a:ext>
            </a:extLst>
          </p:cNvPr>
          <p:cNvSpPr/>
          <p:nvPr/>
        </p:nvSpPr>
        <p:spPr>
          <a:xfrm rot="2873019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4BD5853-73FA-73B6-E8B1-DE89DFD92CB3}"/>
              </a:ext>
            </a:extLst>
          </p:cNvPr>
          <p:cNvSpPr/>
          <p:nvPr/>
        </p:nvSpPr>
        <p:spPr>
          <a:xfrm>
            <a:off x="2219449" y="31742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FFEEAB3-3F67-C18A-D9A0-D8B99CACE758}"/>
              </a:ext>
            </a:extLst>
          </p:cNvPr>
          <p:cNvSpPr/>
          <p:nvPr/>
        </p:nvSpPr>
        <p:spPr>
          <a:xfrm rot="2873019">
            <a:off x="4178761" y="30007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9AF54A6-DC0B-A510-71F7-4A9C87E30782}"/>
              </a:ext>
            </a:extLst>
          </p:cNvPr>
          <p:cNvSpPr/>
          <p:nvPr/>
        </p:nvSpPr>
        <p:spPr>
          <a:xfrm rot="2873019">
            <a:off x="4683916" y="299126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324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101F1-F94E-2C01-0EF9-A128FAD25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7BB4-6C7E-9217-C617-D9CE3796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2DCD3-E2B1-D3C8-2099-A0BDAA2B3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F3CB7C2-445E-794C-B1A3-D0CB234224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352961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FAD825C-EB57-E36B-FF1D-185EAD28B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AFAD825C-EB57-E36B-FF1D-185EAD28B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F382BA27-8E0D-62E7-EA15-F22CBE1B11B1}"/>
              </a:ext>
            </a:extLst>
          </p:cNvPr>
          <p:cNvSpPr/>
          <p:nvPr/>
        </p:nvSpPr>
        <p:spPr>
          <a:xfrm>
            <a:off x="11353342" y="456852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78A1E89-ADF6-0147-C0F1-BB9C68931244}"/>
              </a:ext>
            </a:extLst>
          </p:cNvPr>
          <p:cNvSpPr/>
          <p:nvPr/>
        </p:nvSpPr>
        <p:spPr>
          <a:xfrm rot="5400000">
            <a:off x="11385634" y="415478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9118331-254B-73E4-6AD6-23CC05CEB159}"/>
              </a:ext>
            </a:extLst>
          </p:cNvPr>
          <p:cNvSpPr/>
          <p:nvPr/>
        </p:nvSpPr>
        <p:spPr>
          <a:xfrm rot="2873019">
            <a:off x="11333800" y="36216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935FC2C-6F4F-4DFA-3C41-E712A1987AF6}"/>
              </a:ext>
            </a:extLst>
          </p:cNvPr>
          <p:cNvSpPr/>
          <p:nvPr/>
        </p:nvSpPr>
        <p:spPr>
          <a:xfrm>
            <a:off x="2208220" y="27610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A407A4B1-69A7-E541-53B9-2C0CC1381276}"/>
              </a:ext>
            </a:extLst>
          </p:cNvPr>
          <p:cNvSpPr/>
          <p:nvPr/>
        </p:nvSpPr>
        <p:spPr>
          <a:xfrm rot="2873019">
            <a:off x="1715408" y="252019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F7318C0-E957-D821-219D-C8A1E72388EC}"/>
              </a:ext>
            </a:extLst>
          </p:cNvPr>
          <p:cNvSpPr/>
          <p:nvPr/>
        </p:nvSpPr>
        <p:spPr>
          <a:xfrm rot="2873019">
            <a:off x="4156303" y="256312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CC051D02-7A8C-FCA9-60C0-928D72DE07D0}"/>
              </a:ext>
            </a:extLst>
          </p:cNvPr>
          <p:cNvSpPr/>
          <p:nvPr/>
        </p:nvSpPr>
        <p:spPr>
          <a:xfrm rot="2873019">
            <a:off x="4661458" y="255360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DBAC6F5-7C8F-96BE-0556-5D6286F31634}"/>
              </a:ext>
            </a:extLst>
          </p:cNvPr>
          <p:cNvSpPr/>
          <p:nvPr/>
        </p:nvSpPr>
        <p:spPr>
          <a:xfrm rot="2873019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707EE6A-B994-F6EE-3306-664AD41C5F0C}"/>
              </a:ext>
            </a:extLst>
          </p:cNvPr>
          <p:cNvSpPr/>
          <p:nvPr/>
        </p:nvSpPr>
        <p:spPr>
          <a:xfrm>
            <a:off x="2219449" y="31742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ACB968DE-AE8B-A96A-65C1-2C2E633B0DE1}"/>
              </a:ext>
            </a:extLst>
          </p:cNvPr>
          <p:cNvSpPr/>
          <p:nvPr/>
        </p:nvSpPr>
        <p:spPr>
          <a:xfrm rot="2873019">
            <a:off x="4178761" y="30007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C2331AD-6946-CEA2-9CC0-5A263CBCFD2C}"/>
              </a:ext>
            </a:extLst>
          </p:cNvPr>
          <p:cNvSpPr/>
          <p:nvPr/>
        </p:nvSpPr>
        <p:spPr>
          <a:xfrm rot="2873019">
            <a:off x="4683916" y="299126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2FA63632-7DCC-055B-2681-84644F234872}"/>
              </a:ext>
            </a:extLst>
          </p:cNvPr>
          <p:cNvSpPr/>
          <p:nvPr/>
        </p:nvSpPr>
        <p:spPr>
          <a:xfrm rot="2873019">
            <a:off x="1256753" y="34571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840F98F-581D-A118-E6BE-523E99F22C27}"/>
              </a:ext>
            </a:extLst>
          </p:cNvPr>
          <p:cNvSpPr/>
          <p:nvPr/>
        </p:nvSpPr>
        <p:spPr>
          <a:xfrm>
            <a:off x="1715408" y="362162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04D85D5-D3C7-7485-183F-78915777788B}"/>
              </a:ext>
            </a:extLst>
          </p:cNvPr>
          <p:cNvSpPr/>
          <p:nvPr/>
        </p:nvSpPr>
        <p:spPr>
          <a:xfrm rot="5400000">
            <a:off x="2011455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D8C7B1A9-D1A8-0EA6-9F65-7FE6CB68EF06}"/>
              </a:ext>
            </a:extLst>
          </p:cNvPr>
          <p:cNvSpPr/>
          <p:nvPr/>
        </p:nvSpPr>
        <p:spPr>
          <a:xfrm rot="2873019">
            <a:off x="2252724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1E2CF39-E332-C386-4A39-3D8163A2986B}"/>
              </a:ext>
            </a:extLst>
          </p:cNvPr>
          <p:cNvSpPr/>
          <p:nvPr/>
        </p:nvSpPr>
        <p:spPr>
          <a:xfrm rot="2873019">
            <a:off x="2718366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705156A5-008A-5411-6780-79356DB53FE8}"/>
              </a:ext>
            </a:extLst>
          </p:cNvPr>
          <p:cNvSpPr/>
          <p:nvPr/>
        </p:nvSpPr>
        <p:spPr>
          <a:xfrm>
            <a:off x="2704197" y="3676085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A32BF6DE-8095-4BFF-8CB1-F94E690E7000}"/>
              </a:ext>
            </a:extLst>
          </p:cNvPr>
          <p:cNvSpPr/>
          <p:nvPr/>
        </p:nvSpPr>
        <p:spPr>
          <a:xfrm>
            <a:off x="3195746" y="3650195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25ABDBE4-4EAA-A311-FBD6-737658F355AE}"/>
              </a:ext>
            </a:extLst>
          </p:cNvPr>
          <p:cNvSpPr/>
          <p:nvPr/>
        </p:nvSpPr>
        <p:spPr>
          <a:xfrm>
            <a:off x="3666784" y="36501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C8BB6D23-6833-1954-FEF3-7CCFEB447B75}"/>
              </a:ext>
            </a:extLst>
          </p:cNvPr>
          <p:cNvSpPr/>
          <p:nvPr/>
        </p:nvSpPr>
        <p:spPr>
          <a:xfrm rot="5400000">
            <a:off x="4928845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A5ECAAE0-04B8-2E86-369C-0E337DB434E7}"/>
              </a:ext>
            </a:extLst>
          </p:cNvPr>
          <p:cNvSpPr/>
          <p:nvPr/>
        </p:nvSpPr>
        <p:spPr>
          <a:xfrm rot="5400000">
            <a:off x="4433110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61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2D611-A72E-0473-374A-EB223F479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2E6B-1301-753B-4CDF-B87275204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48A0A-CF56-43F5-3448-8450237C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68D74DC-2248-9360-5901-728A124D5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559170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8585D25-FE6A-9D7F-B0B0-BADAD049DD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</p:spPr>
            <p:txBody>
              <a:bodyPr>
                <a:normAutofit/>
              </a:bodyPr>
              <a:lstStyle/>
              <a:p>
                <a:r>
                  <a:rPr lang="en-US"/>
                  <a:t>Align sequences: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TGTTACGG </a:t>
                </a:r>
                <a:r>
                  <a:rPr lang="en-US"/>
                  <a:t>and</a:t>
                </a:r>
                <a:br>
                  <a:rPr lang="en-US"/>
                </a:br>
                <a:r>
                  <a:rPr lang="en-US">
                    <a:latin typeface="Courier New" panose="02070309020205020404" pitchFamily="49" charset="0"/>
                    <a:cs typeface="Courier New" panose="02070309020205020404" pitchFamily="49" charset="0"/>
                  </a:rPr>
                  <a:t>GGTTGACTA</a:t>
                </a:r>
              </a:p>
              <a:p>
                <a:r>
                  <a:rPr lang="en-US"/>
                  <a:t>Start filling in the table:</a:t>
                </a:r>
                <a:br>
                  <a:rPr lang="en-US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</m:m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i="1"/>
              </a:p>
            </p:txBody>
          </p:sp>
        </mc:Choice>
        <mc:Fallback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C8585D25-FE6A-9D7F-B0B0-BADAD049DD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90591" y="1596540"/>
                <a:ext cx="5955494" cy="4759811"/>
              </a:xfrm>
              <a:blipFill>
                <a:blip r:embed="rId2"/>
                <a:stretch>
                  <a:fillRect l="-1842" t="-12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Right 4">
            <a:extLst>
              <a:ext uri="{FF2B5EF4-FFF2-40B4-BE49-F238E27FC236}">
                <a16:creationId xmlns:a16="http://schemas.microsoft.com/office/drawing/2014/main" id="{20D5F0CC-FC74-BE50-D3E6-8F262CAAD60D}"/>
              </a:ext>
            </a:extLst>
          </p:cNvPr>
          <p:cNvSpPr/>
          <p:nvPr/>
        </p:nvSpPr>
        <p:spPr>
          <a:xfrm>
            <a:off x="11353342" y="456852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854D918-9AD9-52E0-81A2-6316EA9E63D5}"/>
              </a:ext>
            </a:extLst>
          </p:cNvPr>
          <p:cNvSpPr/>
          <p:nvPr/>
        </p:nvSpPr>
        <p:spPr>
          <a:xfrm rot="5400000">
            <a:off x="11385634" y="415478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9600A27-796C-36BD-A717-06793DB5C172}"/>
              </a:ext>
            </a:extLst>
          </p:cNvPr>
          <p:cNvSpPr/>
          <p:nvPr/>
        </p:nvSpPr>
        <p:spPr>
          <a:xfrm rot="2873019">
            <a:off x="11333800" y="36216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D6DD2147-4A3B-DFED-02B4-A74AA6B3CB16}"/>
              </a:ext>
            </a:extLst>
          </p:cNvPr>
          <p:cNvSpPr/>
          <p:nvPr/>
        </p:nvSpPr>
        <p:spPr>
          <a:xfrm>
            <a:off x="2208220" y="27610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760041E-9874-27F7-7215-7BFF6AB69F33}"/>
              </a:ext>
            </a:extLst>
          </p:cNvPr>
          <p:cNvSpPr/>
          <p:nvPr/>
        </p:nvSpPr>
        <p:spPr>
          <a:xfrm rot="2873019">
            <a:off x="1715408" y="252019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4B75851-7D10-6061-2960-749C3AA2B027}"/>
              </a:ext>
            </a:extLst>
          </p:cNvPr>
          <p:cNvSpPr/>
          <p:nvPr/>
        </p:nvSpPr>
        <p:spPr>
          <a:xfrm rot="2873019">
            <a:off x="4156303" y="256312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4466B9F2-C3AC-00D9-39D1-163711E5D83B}"/>
              </a:ext>
            </a:extLst>
          </p:cNvPr>
          <p:cNvSpPr/>
          <p:nvPr/>
        </p:nvSpPr>
        <p:spPr>
          <a:xfrm rot="2873019">
            <a:off x="4661458" y="255360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7F0B769-17E5-CAE0-6CBE-46B95EAB59D1}"/>
              </a:ext>
            </a:extLst>
          </p:cNvPr>
          <p:cNvSpPr/>
          <p:nvPr/>
        </p:nvSpPr>
        <p:spPr>
          <a:xfrm rot="2873019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9D3CF6C-6F98-BC9A-49B6-3C0418518C10}"/>
              </a:ext>
            </a:extLst>
          </p:cNvPr>
          <p:cNvSpPr/>
          <p:nvPr/>
        </p:nvSpPr>
        <p:spPr>
          <a:xfrm>
            <a:off x="2219449" y="31742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ACD6124-AD67-6682-4CAE-B233F9B16644}"/>
              </a:ext>
            </a:extLst>
          </p:cNvPr>
          <p:cNvSpPr/>
          <p:nvPr/>
        </p:nvSpPr>
        <p:spPr>
          <a:xfrm rot="2873019">
            <a:off x="4178761" y="30007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08BE539-060D-EC8A-7633-79D639E1681A}"/>
              </a:ext>
            </a:extLst>
          </p:cNvPr>
          <p:cNvSpPr/>
          <p:nvPr/>
        </p:nvSpPr>
        <p:spPr>
          <a:xfrm rot="2873019">
            <a:off x="4683916" y="299126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C035327-8B44-3FA8-E953-8037802FAEF5}"/>
              </a:ext>
            </a:extLst>
          </p:cNvPr>
          <p:cNvSpPr/>
          <p:nvPr/>
        </p:nvSpPr>
        <p:spPr>
          <a:xfrm rot="2873019">
            <a:off x="1256753" y="345714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F745BF09-0498-3947-0A1A-3061CE14564E}"/>
              </a:ext>
            </a:extLst>
          </p:cNvPr>
          <p:cNvSpPr/>
          <p:nvPr/>
        </p:nvSpPr>
        <p:spPr>
          <a:xfrm>
            <a:off x="1715408" y="362162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C5ADD3B-865B-AC4E-FB19-9B407B7B9FAC}"/>
              </a:ext>
            </a:extLst>
          </p:cNvPr>
          <p:cNvSpPr/>
          <p:nvPr/>
        </p:nvSpPr>
        <p:spPr>
          <a:xfrm rot="5400000">
            <a:off x="2011455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23E63C5-C6C3-8D4E-7405-C797C859A3CF}"/>
              </a:ext>
            </a:extLst>
          </p:cNvPr>
          <p:cNvSpPr/>
          <p:nvPr/>
        </p:nvSpPr>
        <p:spPr>
          <a:xfrm rot="2873019">
            <a:off x="2252724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FC7A5AF0-40DF-FB53-3B92-8719C8D58173}"/>
              </a:ext>
            </a:extLst>
          </p:cNvPr>
          <p:cNvSpPr/>
          <p:nvPr/>
        </p:nvSpPr>
        <p:spPr>
          <a:xfrm rot="2873019">
            <a:off x="2718366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4AD0D286-3BDB-E33B-1B52-CC3487A64C0D}"/>
              </a:ext>
            </a:extLst>
          </p:cNvPr>
          <p:cNvSpPr/>
          <p:nvPr/>
        </p:nvSpPr>
        <p:spPr>
          <a:xfrm>
            <a:off x="2704197" y="3676085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329975A-03E1-8C21-6762-DFF838403CB3}"/>
              </a:ext>
            </a:extLst>
          </p:cNvPr>
          <p:cNvSpPr/>
          <p:nvPr/>
        </p:nvSpPr>
        <p:spPr>
          <a:xfrm>
            <a:off x="3195746" y="3650195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67C3688A-F489-F856-EC0B-B2F36921462C}"/>
              </a:ext>
            </a:extLst>
          </p:cNvPr>
          <p:cNvSpPr/>
          <p:nvPr/>
        </p:nvSpPr>
        <p:spPr>
          <a:xfrm>
            <a:off x="3666784" y="36501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F3F8E2CE-57D8-225C-5564-2C8077069C94}"/>
              </a:ext>
            </a:extLst>
          </p:cNvPr>
          <p:cNvSpPr/>
          <p:nvPr/>
        </p:nvSpPr>
        <p:spPr>
          <a:xfrm rot="5400000">
            <a:off x="4928845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82980448-6332-67DE-0019-D4CBA932A8D7}"/>
              </a:ext>
            </a:extLst>
          </p:cNvPr>
          <p:cNvSpPr/>
          <p:nvPr/>
        </p:nvSpPr>
        <p:spPr>
          <a:xfrm rot="5400000">
            <a:off x="4433110" y="3413379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19E1A295-2E53-B3E4-6F0D-A7F87B46FAF7}"/>
              </a:ext>
            </a:extLst>
          </p:cNvPr>
          <p:cNvSpPr/>
          <p:nvPr/>
        </p:nvSpPr>
        <p:spPr>
          <a:xfrm rot="2873019">
            <a:off x="1248926" y="391457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5128D43-ECD3-CE7F-A2A0-2748AF1F15A3}"/>
              </a:ext>
            </a:extLst>
          </p:cNvPr>
          <p:cNvSpPr/>
          <p:nvPr/>
        </p:nvSpPr>
        <p:spPr>
          <a:xfrm>
            <a:off x="1707581" y="407905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86A2215F-B2DF-178F-C01C-E4315214DC86}"/>
              </a:ext>
            </a:extLst>
          </p:cNvPr>
          <p:cNvSpPr/>
          <p:nvPr/>
        </p:nvSpPr>
        <p:spPr>
          <a:xfrm rot="2873019">
            <a:off x="2244897" y="391457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7762D4DB-DC3C-46A3-DF7A-1D9E434F17FA}"/>
              </a:ext>
            </a:extLst>
          </p:cNvPr>
          <p:cNvSpPr/>
          <p:nvPr/>
        </p:nvSpPr>
        <p:spPr>
          <a:xfrm rot="2873019">
            <a:off x="2710539" y="391457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C4E8E9D-B0D0-6AA6-D80A-A763084C521A}"/>
              </a:ext>
            </a:extLst>
          </p:cNvPr>
          <p:cNvSpPr/>
          <p:nvPr/>
        </p:nvSpPr>
        <p:spPr>
          <a:xfrm>
            <a:off x="3187919" y="410763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1958EEA9-C756-DC70-DE1D-7B50AAA35815}"/>
              </a:ext>
            </a:extLst>
          </p:cNvPr>
          <p:cNvSpPr/>
          <p:nvPr/>
        </p:nvSpPr>
        <p:spPr>
          <a:xfrm>
            <a:off x="3658957" y="410763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789E5C98-2ED5-128C-650A-E0CD420535AE}"/>
              </a:ext>
            </a:extLst>
          </p:cNvPr>
          <p:cNvSpPr/>
          <p:nvPr/>
        </p:nvSpPr>
        <p:spPr>
          <a:xfrm rot="5400000">
            <a:off x="4921018" y="387081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E047AADC-8145-4499-7290-8EDA208CF77F}"/>
              </a:ext>
            </a:extLst>
          </p:cNvPr>
          <p:cNvSpPr/>
          <p:nvPr/>
        </p:nvSpPr>
        <p:spPr>
          <a:xfrm>
            <a:off x="4172419" y="409672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E58C165-DC82-DA8A-AC63-BBE8C26B161E}"/>
              </a:ext>
            </a:extLst>
          </p:cNvPr>
          <p:cNvSpPr/>
          <p:nvPr/>
        </p:nvSpPr>
        <p:spPr>
          <a:xfrm>
            <a:off x="4677574" y="45353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EA352435-EDBD-DC68-85C2-544567E7D5AA}"/>
              </a:ext>
            </a:extLst>
          </p:cNvPr>
          <p:cNvSpPr/>
          <p:nvPr/>
        </p:nvSpPr>
        <p:spPr>
          <a:xfrm rot="2873019">
            <a:off x="4660527" y="430338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A78CEFFF-63A4-546B-139A-EB572623CB00}"/>
              </a:ext>
            </a:extLst>
          </p:cNvPr>
          <p:cNvSpPr/>
          <p:nvPr/>
        </p:nvSpPr>
        <p:spPr>
          <a:xfrm rot="2873019">
            <a:off x="4189489" y="436156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F745610C-33D8-DECB-1122-FAE35541F940}"/>
              </a:ext>
            </a:extLst>
          </p:cNvPr>
          <p:cNvSpPr/>
          <p:nvPr/>
        </p:nvSpPr>
        <p:spPr>
          <a:xfrm>
            <a:off x="3693518" y="451937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36BA4034-4D8D-E7FD-98A7-48D6FAB7B03B}"/>
              </a:ext>
            </a:extLst>
          </p:cNvPr>
          <p:cNvSpPr/>
          <p:nvPr/>
        </p:nvSpPr>
        <p:spPr>
          <a:xfrm rot="2873019">
            <a:off x="3632883" y="431367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CE8E23C9-DB50-0AA2-031D-BC233D300CD2}"/>
              </a:ext>
            </a:extLst>
          </p:cNvPr>
          <p:cNvSpPr/>
          <p:nvPr/>
        </p:nvSpPr>
        <p:spPr>
          <a:xfrm rot="2873019">
            <a:off x="3204966" y="435489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4B455D3D-9EC9-E601-9E75-B3917497A112}"/>
              </a:ext>
            </a:extLst>
          </p:cNvPr>
          <p:cNvSpPr/>
          <p:nvPr/>
        </p:nvSpPr>
        <p:spPr>
          <a:xfrm rot="5400000">
            <a:off x="2984540" y="4306820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9CF9646F-B12F-EB17-9D51-200132B8A8D6}"/>
              </a:ext>
            </a:extLst>
          </p:cNvPr>
          <p:cNvSpPr/>
          <p:nvPr/>
        </p:nvSpPr>
        <p:spPr>
          <a:xfrm>
            <a:off x="2219449" y="45353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E23D18A-5218-B510-5D98-9CFEEA18F1C0}"/>
              </a:ext>
            </a:extLst>
          </p:cNvPr>
          <p:cNvSpPr/>
          <p:nvPr/>
        </p:nvSpPr>
        <p:spPr>
          <a:xfrm rot="2873019">
            <a:off x="2691544" y="432769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2A2F3712-3F5A-835E-AF8A-264F418F0F67}"/>
              </a:ext>
            </a:extLst>
          </p:cNvPr>
          <p:cNvSpPr/>
          <p:nvPr/>
        </p:nvSpPr>
        <p:spPr>
          <a:xfrm rot="2873019">
            <a:off x="1752858" y="4354607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2D3772EC-1E3B-6223-AC82-BABC611E2FEE}"/>
              </a:ext>
            </a:extLst>
          </p:cNvPr>
          <p:cNvSpPr/>
          <p:nvPr/>
        </p:nvSpPr>
        <p:spPr>
          <a:xfrm rot="5400000">
            <a:off x="1516313" y="4310400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9580E8D1-B280-A284-5E6B-1FFE6017D797}"/>
              </a:ext>
            </a:extLst>
          </p:cNvPr>
          <p:cNvSpPr/>
          <p:nvPr/>
        </p:nvSpPr>
        <p:spPr>
          <a:xfrm rot="2873019">
            <a:off x="4671232" y="480305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8F76369-5DE0-6130-33E7-9F15361F7391}"/>
              </a:ext>
            </a:extLst>
          </p:cNvPr>
          <p:cNvSpPr/>
          <p:nvPr/>
        </p:nvSpPr>
        <p:spPr>
          <a:xfrm rot="5400000">
            <a:off x="4449874" y="4751892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5C05FDE-2FFB-4272-FDE1-70CE98377CB1}"/>
              </a:ext>
            </a:extLst>
          </p:cNvPr>
          <p:cNvSpPr/>
          <p:nvPr/>
        </p:nvSpPr>
        <p:spPr>
          <a:xfrm>
            <a:off x="4156303" y="497902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89E3876-4587-FD1C-52B3-DBB572D10355}"/>
              </a:ext>
            </a:extLst>
          </p:cNvPr>
          <p:cNvSpPr/>
          <p:nvPr/>
        </p:nvSpPr>
        <p:spPr>
          <a:xfrm>
            <a:off x="3716581" y="496753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57276C0C-409F-B588-BD62-F62BCB7DF0D7}"/>
              </a:ext>
            </a:extLst>
          </p:cNvPr>
          <p:cNvSpPr/>
          <p:nvPr/>
        </p:nvSpPr>
        <p:spPr>
          <a:xfrm rot="2873019">
            <a:off x="3178589" y="47568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9E409BED-FE58-4916-05E0-46B8FD8E0CD1}"/>
              </a:ext>
            </a:extLst>
          </p:cNvPr>
          <p:cNvSpPr/>
          <p:nvPr/>
        </p:nvSpPr>
        <p:spPr>
          <a:xfrm rot="5400000">
            <a:off x="2984540" y="474977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8B907DE0-816F-06E9-27E0-B5406F06151D}"/>
              </a:ext>
            </a:extLst>
          </p:cNvPr>
          <p:cNvSpPr/>
          <p:nvPr/>
        </p:nvSpPr>
        <p:spPr>
          <a:xfrm rot="5400000">
            <a:off x="1992591" y="474410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802DDC32-67B9-E405-3DA4-3FD2C4947C6C}"/>
              </a:ext>
            </a:extLst>
          </p:cNvPr>
          <p:cNvSpPr/>
          <p:nvPr/>
        </p:nvSpPr>
        <p:spPr>
          <a:xfrm rot="2873019">
            <a:off x="2234413" y="480305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B7FBD1D1-B91E-635E-3311-C424AFA35612}"/>
              </a:ext>
            </a:extLst>
          </p:cNvPr>
          <p:cNvSpPr/>
          <p:nvPr/>
        </p:nvSpPr>
        <p:spPr>
          <a:xfrm>
            <a:off x="4677574" y="54307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293EE0BC-B979-F0AC-9F10-45681517DDBF}"/>
              </a:ext>
            </a:extLst>
          </p:cNvPr>
          <p:cNvSpPr/>
          <p:nvPr/>
        </p:nvSpPr>
        <p:spPr>
          <a:xfrm>
            <a:off x="4185103" y="543058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A0E9413E-D75B-5A71-2118-E2679DD45CC7}"/>
              </a:ext>
            </a:extLst>
          </p:cNvPr>
          <p:cNvSpPr/>
          <p:nvPr/>
        </p:nvSpPr>
        <p:spPr>
          <a:xfrm rot="2873019">
            <a:off x="3693518" y="524096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4B51E9F1-D57D-CE03-8D9C-B380B9BBA94F}"/>
              </a:ext>
            </a:extLst>
          </p:cNvPr>
          <p:cNvSpPr/>
          <p:nvPr/>
        </p:nvSpPr>
        <p:spPr>
          <a:xfrm rot="5400000">
            <a:off x="3470019" y="521265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751C747A-A6B9-B236-7F4B-05226364E8BD}"/>
              </a:ext>
            </a:extLst>
          </p:cNvPr>
          <p:cNvSpPr/>
          <p:nvPr/>
        </p:nvSpPr>
        <p:spPr>
          <a:xfrm rot="5400000">
            <a:off x="2964625" y="5207267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Arrow: Right 60">
            <a:extLst>
              <a:ext uri="{FF2B5EF4-FFF2-40B4-BE49-F238E27FC236}">
                <a16:creationId xmlns:a16="http://schemas.microsoft.com/office/drawing/2014/main" id="{534516B8-2F69-14F6-D83A-2C0ADD251300}"/>
              </a:ext>
            </a:extLst>
          </p:cNvPr>
          <p:cNvSpPr/>
          <p:nvPr/>
        </p:nvSpPr>
        <p:spPr>
          <a:xfrm rot="5400000">
            <a:off x="2003075" y="519207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10B7B466-DD70-1886-09A9-7C4FD9DBD5A0}"/>
              </a:ext>
            </a:extLst>
          </p:cNvPr>
          <p:cNvSpPr/>
          <p:nvPr/>
        </p:nvSpPr>
        <p:spPr>
          <a:xfrm rot="2873019">
            <a:off x="2244897" y="525102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Arrow: Right 62">
            <a:extLst>
              <a:ext uri="{FF2B5EF4-FFF2-40B4-BE49-F238E27FC236}">
                <a16:creationId xmlns:a16="http://schemas.microsoft.com/office/drawing/2014/main" id="{65E8B98B-F928-75E5-B682-52F189B24BE6}"/>
              </a:ext>
            </a:extLst>
          </p:cNvPr>
          <p:cNvSpPr/>
          <p:nvPr/>
        </p:nvSpPr>
        <p:spPr>
          <a:xfrm rot="5400000">
            <a:off x="2480494" y="519207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Arrow: Right 63">
            <a:extLst>
              <a:ext uri="{FF2B5EF4-FFF2-40B4-BE49-F238E27FC236}">
                <a16:creationId xmlns:a16="http://schemas.microsoft.com/office/drawing/2014/main" id="{8FBFBDEE-09C5-F436-83E4-68FE201CD07B}"/>
              </a:ext>
            </a:extLst>
          </p:cNvPr>
          <p:cNvSpPr/>
          <p:nvPr/>
        </p:nvSpPr>
        <p:spPr>
          <a:xfrm rot="2873019">
            <a:off x="4199153" y="568633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Arrow: Right 64">
            <a:extLst>
              <a:ext uri="{FF2B5EF4-FFF2-40B4-BE49-F238E27FC236}">
                <a16:creationId xmlns:a16="http://schemas.microsoft.com/office/drawing/2014/main" id="{A62F03F8-01B2-B85D-8696-AC337C75BCD1}"/>
              </a:ext>
            </a:extLst>
          </p:cNvPr>
          <p:cNvSpPr/>
          <p:nvPr/>
        </p:nvSpPr>
        <p:spPr>
          <a:xfrm rot="5400000">
            <a:off x="3975654" y="565802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Arrow: Right 65">
            <a:extLst>
              <a:ext uri="{FF2B5EF4-FFF2-40B4-BE49-F238E27FC236}">
                <a16:creationId xmlns:a16="http://schemas.microsoft.com/office/drawing/2014/main" id="{01F51098-39F9-F211-C5C4-B3E26682E377}"/>
              </a:ext>
            </a:extLst>
          </p:cNvPr>
          <p:cNvSpPr/>
          <p:nvPr/>
        </p:nvSpPr>
        <p:spPr>
          <a:xfrm rot="2873019">
            <a:off x="4636218" y="568633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Arrow: Right 66">
            <a:extLst>
              <a:ext uri="{FF2B5EF4-FFF2-40B4-BE49-F238E27FC236}">
                <a16:creationId xmlns:a16="http://schemas.microsoft.com/office/drawing/2014/main" id="{3CFE15CE-D612-961B-42C4-CDCB578AFC7A}"/>
              </a:ext>
            </a:extLst>
          </p:cNvPr>
          <p:cNvSpPr/>
          <p:nvPr/>
        </p:nvSpPr>
        <p:spPr>
          <a:xfrm rot="5400000">
            <a:off x="3470019" y="5669671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E6FFD07E-7C62-AE57-CD8A-ADB482B8DE66}"/>
              </a:ext>
            </a:extLst>
          </p:cNvPr>
          <p:cNvSpPr/>
          <p:nvPr/>
        </p:nvSpPr>
        <p:spPr>
          <a:xfrm rot="2873019">
            <a:off x="2734993" y="5669518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Arrow: Right 71">
            <a:extLst>
              <a:ext uri="{FF2B5EF4-FFF2-40B4-BE49-F238E27FC236}">
                <a16:creationId xmlns:a16="http://schemas.microsoft.com/office/drawing/2014/main" id="{D7B08FF4-5879-BA14-D0ED-FAE3C7ED8BF3}"/>
              </a:ext>
            </a:extLst>
          </p:cNvPr>
          <p:cNvSpPr/>
          <p:nvPr/>
        </p:nvSpPr>
        <p:spPr>
          <a:xfrm rot="2873019">
            <a:off x="2225790" y="569327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D9C910C1-8640-57C6-4802-B9585210E0FC}"/>
              </a:ext>
            </a:extLst>
          </p:cNvPr>
          <p:cNvSpPr/>
          <p:nvPr/>
        </p:nvSpPr>
        <p:spPr>
          <a:xfrm rot="2873019">
            <a:off x="1256753" y="568633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Arrow: Right 84">
            <a:extLst>
              <a:ext uri="{FF2B5EF4-FFF2-40B4-BE49-F238E27FC236}">
                <a16:creationId xmlns:a16="http://schemas.microsoft.com/office/drawing/2014/main" id="{FE1A9EC1-1D2A-4468-1EEB-F9929D65DC53}"/>
              </a:ext>
            </a:extLst>
          </p:cNvPr>
          <p:cNvSpPr/>
          <p:nvPr/>
        </p:nvSpPr>
        <p:spPr>
          <a:xfrm rot="2873019">
            <a:off x="1721750" y="611781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31318C25-0957-C133-ED6F-DB2B07ECF836}"/>
              </a:ext>
            </a:extLst>
          </p:cNvPr>
          <p:cNvSpPr/>
          <p:nvPr/>
        </p:nvSpPr>
        <p:spPr>
          <a:xfrm>
            <a:off x="1731484" y="587698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C2881D71-57EE-865B-2E76-2B3703F4EE2A}"/>
              </a:ext>
            </a:extLst>
          </p:cNvPr>
          <p:cNvSpPr/>
          <p:nvPr/>
        </p:nvSpPr>
        <p:spPr>
          <a:xfrm rot="5400000">
            <a:off x="1503572" y="6095023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9DA9E98C-BE49-8262-00B7-D6CC5B51F51F}"/>
              </a:ext>
            </a:extLst>
          </p:cNvPr>
          <p:cNvSpPr/>
          <p:nvPr/>
        </p:nvSpPr>
        <p:spPr>
          <a:xfrm rot="5400000">
            <a:off x="2478766" y="6091754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Arrow: Right 88">
            <a:extLst>
              <a:ext uri="{FF2B5EF4-FFF2-40B4-BE49-F238E27FC236}">
                <a16:creationId xmlns:a16="http://schemas.microsoft.com/office/drawing/2014/main" id="{C515C65F-D4E2-19BA-1BCA-42217EE86C6C}"/>
              </a:ext>
            </a:extLst>
          </p:cNvPr>
          <p:cNvSpPr/>
          <p:nvPr/>
        </p:nvSpPr>
        <p:spPr>
          <a:xfrm rot="5400000">
            <a:off x="2975482" y="6109833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26DB36B1-B1E2-F54C-CAF8-4CC7B3809998}"/>
              </a:ext>
            </a:extLst>
          </p:cNvPr>
          <p:cNvSpPr/>
          <p:nvPr/>
        </p:nvSpPr>
        <p:spPr>
          <a:xfrm rot="5400000">
            <a:off x="4449874" y="610958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Arrow: Right 90">
            <a:extLst>
              <a:ext uri="{FF2B5EF4-FFF2-40B4-BE49-F238E27FC236}">
                <a16:creationId xmlns:a16="http://schemas.microsoft.com/office/drawing/2014/main" id="{967B3C90-57F8-2079-245F-947CACE6CE5F}"/>
              </a:ext>
            </a:extLst>
          </p:cNvPr>
          <p:cNvSpPr/>
          <p:nvPr/>
        </p:nvSpPr>
        <p:spPr>
          <a:xfrm rot="5400000">
            <a:off x="3949220" y="6109585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Arrow: Right 91">
            <a:extLst>
              <a:ext uri="{FF2B5EF4-FFF2-40B4-BE49-F238E27FC236}">
                <a16:creationId xmlns:a16="http://schemas.microsoft.com/office/drawing/2014/main" id="{3688098B-6C08-8378-6006-3D4DBB235901}"/>
              </a:ext>
            </a:extLst>
          </p:cNvPr>
          <p:cNvSpPr/>
          <p:nvPr/>
        </p:nvSpPr>
        <p:spPr>
          <a:xfrm rot="2873019">
            <a:off x="4661251" y="611472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ABDA2327-59C2-9965-96D6-4F92245A3C7C}"/>
              </a:ext>
            </a:extLst>
          </p:cNvPr>
          <p:cNvSpPr/>
          <p:nvPr/>
        </p:nvSpPr>
        <p:spPr>
          <a:xfrm rot="2873019">
            <a:off x="3179314" y="6126049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Arrow: Right 93">
            <a:extLst>
              <a:ext uri="{FF2B5EF4-FFF2-40B4-BE49-F238E27FC236}">
                <a16:creationId xmlns:a16="http://schemas.microsoft.com/office/drawing/2014/main" id="{61DE188F-1D73-D546-CF6A-ACECF3C73753}"/>
              </a:ext>
            </a:extLst>
          </p:cNvPr>
          <p:cNvSpPr/>
          <p:nvPr/>
        </p:nvSpPr>
        <p:spPr>
          <a:xfrm rot="2873019">
            <a:off x="2683601" y="6106394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365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C4099-9158-3538-040A-B65BCBA50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CEF88-028A-3E2C-DF00-C533DD40C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3AA8F-F094-D5D5-1600-25DEE9FA7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B45F618-752E-85E3-295D-7250BDB01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219775"/>
              </p:ext>
            </p:extLst>
          </p:nvPr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FEDD041-ED18-7AF9-BD5A-E4BBEE7B2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0591" y="1596540"/>
            <a:ext cx="5955494" cy="4759811"/>
          </a:xfrm>
        </p:spPr>
        <p:txBody>
          <a:bodyPr>
            <a:normAutofit/>
          </a:bodyPr>
          <a:lstStyle/>
          <a:p>
            <a:r>
              <a:rPr lang="en-US"/>
              <a:t>Align sequences: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TGTTACGG </a:t>
            </a:r>
            <a:r>
              <a:rPr lang="en-US"/>
              <a:t>and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GGTTGACTA</a:t>
            </a:r>
          </a:p>
          <a:p>
            <a:r>
              <a:rPr lang="en-US"/>
              <a:t>Pick the cell with the highest score</a:t>
            </a:r>
          </a:p>
          <a:p>
            <a:r>
              <a:rPr lang="en-US"/>
              <a:t>Traceback exploring all return paths of the same score</a:t>
            </a:r>
          </a:p>
          <a:p>
            <a:pPr lvl="1"/>
            <a:r>
              <a:rPr lang="en-US"/>
              <a:t>at every step choose the highest score</a:t>
            </a:r>
          </a:p>
          <a:p>
            <a:pPr lvl="1"/>
            <a:r>
              <a:rPr lang="en-US"/>
              <a:t>stop at 0</a:t>
            </a:r>
            <a:br>
              <a:rPr lang="en-US"/>
            </a:br>
            <a:endParaRPr lang="en-US" i="1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F814722-A202-F5FE-71F9-E712756759E7}"/>
              </a:ext>
            </a:extLst>
          </p:cNvPr>
          <p:cNvSpPr/>
          <p:nvPr/>
        </p:nvSpPr>
        <p:spPr>
          <a:xfrm rot="13851021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311840A-9B84-2D2D-C9EA-BB55BAB56235}"/>
              </a:ext>
            </a:extLst>
          </p:cNvPr>
          <p:cNvSpPr/>
          <p:nvPr/>
        </p:nvSpPr>
        <p:spPr>
          <a:xfrm rot="13651325">
            <a:off x="2252724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57DACBA3-0D6D-B3E5-0E2F-B75C658EBCF2}"/>
              </a:ext>
            </a:extLst>
          </p:cNvPr>
          <p:cNvSpPr/>
          <p:nvPr/>
        </p:nvSpPr>
        <p:spPr>
          <a:xfrm rot="13721196">
            <a:off x="2710539" y="391457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B019C353-6451-CFE4-D294-0B75177D4B48}"/>
              </a:ext>
            </a:extLst>
          </p:cNvPr>
          <p:cNvSpPr/>
          <p:nvPr/>
        </p:nvSpPr>
        <p:spPr>
          <a:xfrm rot="16200000">
            <a:off x="2984540" y="4306820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14D44DF3-3B2E-FBEC-CA89-01A0B8352CC6}"/>
              </a:ext>
            </a:extLst>
          </p:cNvPr>
          <p:cNvSpPr/>
          <p:nvPr/>
        </p:nvSpPr>
        <p:spPr>
          <a:xfrm rot="13361285">
            <a:off x="3178589" y="47568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A65AF508-20C9-F44E-5604-BB3D1F5AC92E}"/>
              </a:ext>
            </a:extLst>
          </p:cNvPr>
          <p:cNvSpPr/>
          <p:nvPr/>
        </p:nvSpPr>
        <p:spPr>
          <a:xfrm rot="13580438">
            <a:off x="3693518" y="524096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6142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EE5C8-9B77-E0FB-F0AA-8C0F398BE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1A68F-502A-5378-30ED-90383CDF7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Smith-Waterman alignment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C8ABE-9880-8315-3051-ED152DC84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B29717-4E47-0960-F7E8-A8EE9007CD41}"/>
              </a:ext>
            </a:extLst>
          </p:cNvPr>
          <p:cNvGraphicFramePr>
            <a:graphicFrameLocks noGrp="1"/>
          </p:cNvGraphicFramePr>
          <p:nvPr/>
        </p:nvGraphicFramePr>
        <p:xfrm>
          <a:off x="412842" y="1741270"/>
          <a:ext cx="4888120" cy="49151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8812">
                  <a:extLst>
                    <a:ext uri="{9D8B030D-6E8A-4147-A177-3AD203B41FA5}">
                      <a16:colId xmlns:a16="http://schemas.microsoft.com/office/drawing/2014/main" val="499789085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10553342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959186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620141554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662352121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41847427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269938636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1461158529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3455786437"/>
                    </a:ext>
                  </a:extLst>
                </a:gridCol>
                <a:gridCol w="488812">
                  <a:extLst>
                    <a:ext uri="{9D8B030D-6E8A-4147-A177-3AD203B41FA5}">
                      <a16:colId xmlns:a16="http://schemas.microsoft.com/office/drawing/2014/main" val="2314278537"/>
                    </a:ext>
                  </a:extLst>
                </a:gridCol>
              </a:tblGrid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503046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08628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236300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280586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6395574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835329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672769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003441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693103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683901"/>
                  </a:ext>
                </a:extLst>
              </a:tr>
              <a:tr h="446831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542823"/>
                  </a:ext>
                </a:extLst>
              </a:tr>
            </a:tbl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FEC417F-788A-8A9E-F188-2395F1260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0591" y="1596540"/>
            <a:ext cx="5955494" cy="4759811"/>
          </a:xfrm>
        </p:spPr>
        <p:txBody>
          <a:bodyPr>
            <a:normAutofit/>
          </a:bodyPr>
          <a:lstStyle/>
          <a:p>
            <a:r>
              <a:rPr lang="en-US"/>
              <a:t>Align sequences: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TGTTACGG </a:t>
            </a:r>
            <a:r>
              <a:rPr lang="en-US"/>
              <a:t>and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GGTTGACTA</a:t>
            </a:r>
          </a:p>
          <a:p>
            <a:r>
              <a:rPr lang="en-US"/>
              <a:t>Alignment result:</a:t>
            </a:r>
            <a:br>
              <a:rPr lang="en-US"/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GTT-AC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GG 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||| ||</a:t>
            </a:r>
            <a:b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GTTGAC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TA</a:t>
            </a:r>
            <a:endParaRPr lang="en-US" i="1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8EF223B-2791-461D-855B-4B79FD1AE2CB}"/>
              </a:ext>
            </a:extLst>
          </p:cNvPr>
          <p:cNvSpPr/>
          <p:nvPr/>
        </p:nvSpPr>
        <p:spPr>
          <a:xfrm rot="13851021">
            <a:off x="1723478" y="3009762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BDF3C95-A033-465F-8955-5DE1FABF00D4}"/>
              </a:ext>
            </a:extLst>
          </p:cNvPr>
          <p:cNvSpPr/>
          <p:nvPr/>
        </p:nvSpPr>
        <p:spPr>
          <a:xfrm rot="13651325">
            <a:off x="2252724" y="3457140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673EC962-155B-C255-0110-42A89D783040}"/>
              </a:ext>
            </a:extLst>
          </p:cNvPr>
          <p:cNvSpPr/>
          <p:nvPr/>
        </p:nvSpPr>
        <p:spPr>
          <a:xfrm rot="13721196">
            <a:off x="2710539" y="3914576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086E1883-9C7C-99AC-CDAB-5525B426602D}"/>
              </a:ext>
            </a:extLst>
          </p:cNvPr>
          <p:cNvSpPr/>
          <p:nvPr/>
        </p:nvSpPr>
        <p:spPr>
          <a:xfrm rot="16200000">
            <a:off x="2984540" y="4306820"/>
            <a:ext cx="241130" cy="1524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62EF1E2D-A56B-B44E-3240-EFDAAB45BC19}"/>
              </a:ext>
            </a:extLst>
          </p:cNvPr>
          <p:cNvSpPr/>
          <p:nvPr/>
        </p:nvSpPr>
        <p:spPr>
          <a:xfrm rot="13361285">
            <a:off x="3178589" y="4756891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E168D723-1D3C-2A8E-7F38-83AECB3239FB}"/>
              </a:ext>
            </a:extLst>
          </p:cNvPr>
          <p:cNvSpPr/>
          <p:nvPr/>
        </p:nvSpPr>
        <p:spPr>
          <a:xfrm rot="13580438">
            <a:off x="3693518" y="5240963"/>
            <a:ext cx="305410" cy="1527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07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1866</Words>
  <Application>Microsoft Office PowerPoint</Application>
  <PresentationFormat>Widescreen</PresentationFormat>
  <Paragraphs>704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Courier New</vt:lpstr>
      <vt:lpstr>Trebuchet MS</vt:lpstr>
      <vt:lpstr>Office Theme</vt:lpstr>
      <vt:lpstr>PowerPoint Presentation</vt:lpstr>
      <vt:lpstr>Coverage</vt:lpstr>
      <vt:lpstr>How much coverage is sufficient?</vt:lpstr>
      <vt:lpstr>Poisson distribution</vt:lpstr>
      <vt:lpstr>Example of a Poisson process</vt:lpstr>
      <vt:lpstr>Poisson distribution</vt:lpstr>
      <vt:lpstr>Poisson distribution and coverage</vt:lpstr>
      <vt:lpstr>Fraction of the genome covered</vt:lpstr>
      <vt:lpstr>Number of contigs and average length</vt:lpstr>
      <vt:lpstr>Genome is fully covered. Can this be assembled?</vt:lpstr>
      <vt:lpstr>Real life correction to contig length</vt:lpstr>
      <vt:lpstr>Reads are Strings </vt:lpstr>
      <vt:lpstr>Exact matching</vt:lpstr>
      <vt:lpstr>Exact matching</vt:lpstr>
      <vt:lpstr>What is an alignment (overlap)?</vt:lpstr>
      <vt:lpstr>Example of an alignment (overlap)</vt:lpstr>
      <vt:lpstr>Types of mis-matches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  <vt:lpstr>Smith-Waterman alignment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Aleksey Zimin</cp:lastModifiedBy>
  <cp:revision>1</cp:revision>
  <dcterms:created xsi:type="dcterms:W3CDTF">2013-08-21T19:17:07Z</dcterms:created>
  <dcterms:modified xsi:type="dcterms:W3CDTF">2025-09-03T00:07:04Z</dcterms:modified>
</cp:coreProperties>
</file>