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2" r:id="rId2"/>
    <p:sldId id="413" r:id="rId3"/>
    <p:sldId id="534" r:id="rId4"/>
    <p:sldId id="535" r:id="rId5"/>
    <p:sldId id="536" r:id="rId6"/>
    <p:sldId id="537" r:id="rId7"/>
    <p:sldId id="538" r:id="rId8"/>
    <p:sldId id="556" r:id="rId9"/>
    <p:sldId id="540" r:id="rId10"/>
    <p:sldId id="541" r:id="rId11"/>
    <p:sldId id="542" r:id="rId12"/>
    <p:sldId id="543" r:id="rId13"/>
    <p:sldId id="544" r:id="rId14"/>
    <p:sldId id="545" r:id="rId15"/>
    <p:sldId id="552" r:id="rId16"/>
    <p:sldId id="555" r:id="rId17"/>
    <p:sldId id="550" r:id="rId18"/>
    <p:sldId id="551" r:id="rId19"/>
    <p:sldId id="55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B60287-848E-4AA8-BCA3-A42FFE9D90DD}" v="405" dt="2025-10-02T15:11:56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1" autoAdjust="0"/>
    <p:restoredTop sz="93721" autoAdjust="0"/>
  </p:normalViewPr>
  <p:slideViewPr>
    <p:cSldViewPr snapToGrid="0">
      <p:cViewPr varScale="1">
        <p:scale>
          <a:sx n="132" d="100"/>
          <a:sy n="132" d="100"/>
        </p:scale>
        <p:origin x="22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1C363C82-C939-44FC-A8A5-AEBBD531DAF7}"/>
    <pc:docChg chg="undo redo custSel addSld delSld modSld sldOrd">
      <pc:chgData name="Aleksey Zimin" userId="7f2637d0bc515791" providerId="LiveId" clId="{1C363C82-C939-44FC-A8A5-AEBBD531DAF7}" dt="2025-10-08T00:02:48.651" v="4291" actId="20577"/>
      <pc:docMkLst>
        <pc:docMk/>
      </pc:docMkLst>
      <pc:sldChg chg="modSp mod">
        <pc:chgData name="Aleksey Zimin" userId="7f2637d0bc515791" providerId="LiveId" clId="{1C363C82-C939-44FC-A8A5-AEBBD531DAF7}" dt="2025-09-30T12:42:27.496" v="514" actId="20577"/>
        <pc:sldMkLst>
          <pc:docMk/>
          <pc:sldMk cId="3540739500" sldId="411"/>
        </pc:sldMkLst>
      </pc:sldChg>
      <pc:sldChg chg="modSp mod modAnim">
        <pc:chgData name="Aleksey Zimin" userId="7f2637d0bc515791" providerId="LiveId" clId="{1C363C82-C939-44FC-A8A5-AEBBD531DAF7}" dt="2025-10-02T12:27:45.804" v="948"/>
        <pc:sldMkLst>
          <pc:docMk/>
          <pc:sldMk cId="1902230169" sldId="421"/>
        </pc:sldMkLst>
      </pc:sldChg>
      <pc:sldChg chg="modSp mod">
        <pc:chgData name="Aleksey Zimin" userId="7f2637d0bc515791" providerId="LiveId" clId="{1C363C82-C939-44FC-A8A5-AEBBD531DAF7}" dt="2025-10-02T12:29:45.457" v="952" actId="20577"/>
        <pc:sldMkLst>
          <pc:docMk/>
          <pc:sldMk cId="3130437174" sldId="423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2194738520" sldId="425"/>
        </pc:sldMkLst>
      </pc:sldChg>
      <pc:sldChg chg="add">
        <pc:chgData name="Aleksey Zimin" userId="7f2637d0bc515791" providerId="LiveId" clId="{1C363C82-C939-44FC-A8A5-AEBBD531DAF7}" dt="2025-10-02T12:25:37.030" v="820"/>
        <pc:sldMkLst>
          <pc:docMk/>
          <pc:sldMk cId="3847069808" sldId="425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809032690" sldId="426"/>
        </pc:sldMkLst>
      </pc:sldChg>
      <pc:sldChg chg="add">
        <pc:chgData name="Aleksey Zimin" userId="7f2637d0bc515791" providerId="LiveId" clId="{1C363C82-C939-44FC-A8A5-AEBBD531DAF7}" dt="2025-10-02T12:25:37.030" v="820"/>
        <pc:sldMkLst>
          <pc:docMk/>
          <pc:sldMk cId="3393879525" sldId="426"/>
        </pc:sldMkLst>
      </pc:sldChg>
      <pc:sldChg chg="add">
        <pc:chgData name="Aleksey Zimin" userId="7f2637d0bc515791" providerId="LiveId" clId="{1C363C82-C939-44FC-A8A5-AEBBD531DAF7}" dt="2025-10-02T12:25:37.030" v="820"/>
        <pc:sldMkLst>
          <pc:docMk/>
          <pc:sldMk cId="1091641964" sldId="427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1762822495" sldId="427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2968288127" sldId="428"/>
        </pc:sldMkLst>
      </pc:sldChg>
      <pc:sldChg chg="add">
        <pc:chgData name="Aleksey Zimin" userId="7f2637d0bc515791" providerId="LiveId" clId="{1C363C82-C939-44FC-A8A5-AEBBD531DAF7}" dt="2025-10-02T12:25:37.030" v="820"/>
        <pc:sldMkLst>
          <pc:docMk/>
          <pc:sldMk cId="3229099649" sldId="428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708600537" sldId="429"/>
        </pc:sldMkLst>
      </pc:sldChg>
      <pc:sldChg chg="add">
        <pc:chgData name="Aleksey Zimin" userId="7f2637d0bc515791" providerId="LiveId" clId="{1C363C82-C939-44FC-A8A5-AEBBD531DAF7}" dt="2025-10-02T12:25:37.030" v="820"/>
        <pc:sldMkLst>
          <pc:docMk/>
          <pc:sldMk cId="2255719114" sldId="429"/>
        </pc:sldMkLst>
      </pc:sldChg>
      <pc:sldChg chg="add del">
        <pc:chgData name="Aleksey Zimin" userId="7f2637d0bc515791" providerId="LiveId" clId="{1C363C82-C939-44FC-A8A5-AEBBD531DAF7}" dt="2025-10-02T12:25:49.701" v="821" actId="47"/>
        <pc:sldMkLst>
          <pc:docMk/>
          <pc:sldMk cId="1265923051" sldId="430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3229156974" sldId="430"/>
        </pc:sldMkLst>
      </pc:sldChg>
      <pc:sldChg chg="modSp mod modAnim">
        <pc:chgData name="Aleksey Zimin" userId="7f2637d0bc515791" providerId="LiveId" clId="{1C363C82-C939-44FC-A8A5-AEBBD531DAF7}" dt="2025-09-30T12:42:56.587" v="515" actId="20577"/>
        <pc:sldMkLst>
          <pc:docMk/>
          <pc:sldMk cId="224006590" sldId="432"/>
        </pc:sldMkLst>
      </pc:sldChg>
      <pc:sldChg chg="add">
        <pc:chgData name="Aleksey Zimin" userId="7f2637d0bc515791" providerId="LiveId" clId="{1C363C82-C939-44FC-A8A5-AEBBD531DAF7}" dt="2025-10-02T12:25:37.030" v="820"/>
        <pc:sldMkLst>
          <pc:docMk/>
          <pc:sldMk cId="712329811" sldId="445"/>
        </pc:sldMkLst>
      </pc:sldChg>
      <pc:sldChg chg="del">
        <pc:chgData name="Aleksey Zimin" userId="7f2637d0bc515791" providerId="LiveId" clId="{1C363C82-C939-44FC-A8A5-AEBBD531DAF7}" dt="2025-10-02T12:25:29.314" v="819" actId="2696"/>
        <pc:sldMkLst>
          <pc:docMk/>
          <pc:sldMk cId="2006090250" sldId="445"/>
        </pc:sldMkLst>
      </pc:sldChg>
      <pc:sldChg chg="ord">
        <pc:chgData name="Aleksey Zimin" userId="7f2637d0bc515791" providerId="LiveId" clId="{1C363C82-C939-44FC-A8A5-AEBBD531DAF7}" dt="2025-10-02T12:29:03.642" v="950"/>
        <pc:sldMkLst>
          <pc:docMk/>
          <pc:sldMk cId="1978762931" sldId="446"/>
        </pc:sldMkLst>
      </pc:sldChg>
      <pc:sldChg chg="del ord">
        <pc:chgData name="Aleksey Zimin" userId="7f2637d0bc515791" providerId="LiveId" clId="{1C363C82-C939-44FC-A8A5-AEBBD531DAF7}" dt="2025-10-02T12:29:29.363" v="951" actId="2696"/>
        <pc:sldMkLst>
          <pc:docMk/>
          <pc:sldMk cId="1290344996" sldId="447"/>
        </pc:sldMkLst>
      </pc:sldChg>
      <pc:sldChg chg="ord">
        <pc:chgData name="Aleksey Zimin" userId="7f2637d0bc515791" providerId="LiveId" clId="{1C363C82-C939-44FC-A8A5-AEBBD531DAF7}" dt="2025-10-02T12:29:03.642" v="950"/>
        <pc:sldMkLst>
          <pc:docMk/>
          <pc:sldMk cId="1210766213" sldId="448"/>
        </pc:sldMkLst>
      </pc:sldChg>
      <pc:sldChg chg="modAnim">
        <pc:chgData name="Aleksey Zimin" userId="7f2637d0bc515791" providerId="LiveId" clId="{1C363C82-C939-44FC-A8A5-AEBBD531DAF7}" dt="2025-09-30T11:48:57.714" v="499"/>
        <pc:sldMkLst>
          <pc:docMk/>
          <pc:sldMk cId="3766667920" sldId="550"/>
        </pc:sldMkLst>
      </pc:sldChg>
      <pc:sldChg chg="addSp modSp new mod">
        <pc:chgData name="Aleksey Zimin" userId="7f2637d0bc515791" providerId="LiveId" clId="{1C363C82-C939-44FC-A8A5-AEBBD531DAF7}" dt="2025-09-30T11:42:12.672" v="222" actId="1076"/>
        <pc:sldMkLst>
          <pc:docMk/>
          <pc:sldMk cId="2406555763" sldId="552"/>
        </pc:sldMkLst>
        <pc:spChg chg="mod">
          <ac:chgData name="Aleksey Zimin" userId="7f2637d0bc515791" providerId="LiveId" clId="{1C363C82-C939-44FC-A8A5-AEBBD531DAF7}" dt="2025-09-30T11:40:12.716" v="143" actId="20577"/>
          <ac:spMkLst>
            <pc:docMk/>
            <pc:sldMk cId="2406555763" sldId="552"/>
            <ac:spMk id="2" creationId="{7CE47292-7961-84FF-5F29-F4DC6DAC2EBD}"/>
          </ac:spMkLst>
        </pc:spChg>
        <pc:spChg chg="mod">
          <ac:chgData name="Aleksey Zimin" userId="7f2637d0bc515791" providerId="LiveId" clId="{1C363C82-C939-44FC-A8A5-AEBBD531DAF7}" dt="2025-09-30T11:40:31.202" v="185" actId="20577"/>
          <ac:spMkLst>
            <pc:docMk/>
            <pc:sldMk cId="2406555763" sldId="552"/>
            <ac:spMk id="3" creationId="{A6EC75BA-BC7E-C7CC-D38D-CB4E54BFA06B}"/>
          </ac:spMkLst>
        </pc:spChg>
        <pc:spChg chg="add mod">
          <ac:chgData name="Aleksey Zimin" userId="7f2637d0bc515791" providerId="LiveId" clId="{1C363C82-C939-44FC-A8A5-AEBBD531DAF7}" dt="2025-09-30T11:42:10.362" v="221" actId="1076"/>
          <ac:spMkLst>
            <pc:docMk/>
            <pc:sldMk cId="2406555763" sldId="552"/>
            <ac:spMk id="7" creationId="{CA0105BD-8CB3-C9B9-81ED-4D4C131EB0C6}"/>
          </ac:spMkLst>
        </pc:spChg>
        <pc:picChg chg="add mod">
          <ac:chgData name="Aleksey Zimin" userId="7f2637d0bc515791" providerId="LiveId" clId="{1C363C82-C939-44FC-A8A5-AEBBD531DAF7}" dt="2025-09-30T11:40:38.509" v="187" actId="1076"/>
          <ac:picMkLst>
            <pc:docMk/>
            <pc:sldMk cId="2406555763" sldId="552"/>
            <ac:picMk id="6" creationId="{8304E5BC-E916-0789-82AC-8CC9A440C2F1}"/>
          </ac:picMkLst>
        </pc:picChg>
        <pc:picChg chg="add mod">
          <ac:chgData name="Aleksey Zimin" userId="7f2637d0bc515791" providerId="LiveId" clId="{1C363C82-C939-44FC-A8A5-AEBBD531DAF7}" dt="2025-09-30T11:42:12.672" v="222" actId="1076"/>
          <ac:picMkLst>
            <pc:docMk/>
            <pc:sldMk cId="2406555763" sldId="552"/>
            <ac:picMk id="9" creationId="{F4453887-DA4F-AD16-CFC6-4AB443A9387E}"/>
          </ac:picMkLst>
        </pc:picChg>
      </pc:sldChg>
      <pc:sldChg chg="modSp new mod modAnim">
        <pc:chgData name="Aleksey Zimin" userId="7f2637d0bc515791" providerId="LiveId" clId="{1C363C82-C939-44FC-A8A5-AEBBD531DAF7}" dt="2025-09-30T12:41:39.713" v="512"/>
        <pc:sldMkLst>
          <pc:docMk/>
          <pc:sldMk cId="797273798" sldId="553"/>
        </pc:sldMkLst>
        <pc:spChg chg="mod">
          <ac:chgData name="Aleksey Zimin" userId="7f2637d0bc515791" providerId="LiveId" clId="{1C363C82-C939-44FC-A8A5-AEBBD531DAF7}" dt="2025-09-30T11:47:21.646" v="495" actId="20577"/>
          <ac:spMkLst>
            <pc:docMk/>
            <pc:sldMk cId="797273798" sldId="553"/>
            <ac:spMk id="2" creationId="{27981647-DAC0-7080-60EA-CFCB97D4E9EC}"/>
          </ac:spMkLst>
        </pc:spChg>
        <pc:spChg chg="mod">
          <ac:chgData name="Aleksey Zimin" userId="7f2637d0bc515791" providerId="LiveId" clId="{1C363C82-C939-44FC-A8A5-AEBBD531DAF7}" dt="2025-09-30T12:41:21.218" v="508" actId="20577"/>
          <ac:spMkLst>
            <pc:docMk/>
            <pc:sldMk cId="797273798" sldId="553"/>
            <ac:spMk id="3" creationId="{A1EC81F7-D252-D876-23E2-E3E25526F6DB}"/>
          </ac:spMkLst>
        </pc:spChg>
      </pc:sldChg>
      <pc:sldChg chg="addSp modSp new mod modAnim">
        <pc:chgData name="Aleksey Zimin" userId="7f2637d0bc515791" providerId="LiveId" clId="{1C363C82-C939-44FC-A8A5-AEBBD531DAF7}" dt="2025-09-30T12:46:44.358" v="818"/>
        <pc:sldMkLst>
          <pc:docMk/>
          <pc:sldMk cId="3005206494" sldId="554"/>
        </pc:sldMkLst>
      </pc:sldChg>
      <pc:sldChg chg="addSp modSp new mod">
        <pc:chgData name="Aleksey Zimin" userId="7f2637d0bc515791" providerId="LiveId" clId="{1C363C82-C939-44FC-A8A5-AEBBD531DAF7}" dt="2025-10-02T12:34:32.241" v="1159" actId="1076"/>
        <pc:sldMkLst>
          <pc:docMk/>
          <pc:sldMk cId="1522385249" sldId="556"/>
        </pc:sldMkLst>
      </pc:sldChg>
      <pc:sldChg chg="modSp new mod">
        <pc:chgData name="Aleksey Zimin" userId="7f2637d0bc515791" providerId="LiveId" clId="{1C363C82-C939-44FC-A8A5-AEBBD531DAF7}" dt="2025-10-08T00:02:48.651" v="4291" actId="20577"/>
        <pc:sldMkLst>
          <pc:docMk/>
          <pc:sldMk cId="1732587043" sldId="556"/>
        </pc:sldMkLst>
        <pc:spChg chg="mod">
          <ac:chgData name="Aleksey Zimin" userId="7f2637d0bc515791" providerId="LiveId" clId="{1C363C82-C939-44FC-A8A5-AEBBD531DAF7}" dt="2025-10-07T23:58:00.647" v="3881" actId="20577"/>
          <ac:spMkLst>
            <pc:docMk/>
            <pc:sldMk cId="1732587043" sldId="556"/>
            <ac:spMk id="2" creationId="{A2B56500-20DD-5DBB-BD70-30BE33118D48}"/>
          </ac:spMkLst>
        </pc:spChg>
        <pc:spChg chg="mod">
          <ac:chgData name="Aleksey Zimin" userId="7f2637d0bc515791" providerId="LiveId" clId="{1C363C82-C939-44FC-A8A5-AEBBD531DAF7}" dt="2025-10-08T00:02:48.651" v="4291" actId="20577"/>
          <ac:spMkLst>
            <pc:docMk/>
            <pc:sldMk cId="1732587043" sldId="556"/>
            <ac:spMk id="3" creationId="{BFEFBCCA-663D-7473-6112-1D89D1146121}"/>
          </ac:spMkLst>
        </pc:spChg>
      </pc:sldChg>
      <pc:sldChg chg="modSp new add del mod">
        <pc:chgData name="Aleksey Zimin" userId="7f2637d0bc515791" providerId="LiveId" clId="{1C363C82-C939-44FC-A8A5-AEBBD531DAF7}" dt="2025-10-02T12:36:25.572" v="1185" actId="2696"/>
        <pc:sldMkLst>
          <pc:docMk/>
          <pc:sldMk cId="582660925" sldId="557"/>
        </pc:sldMkLst>
      </pc:sldChg>
      <pc:sldChg chg="add del">
        <pc:chgData name="Aleksey Zimin" userId="7f2637d0bc515791" providerId="LiveId" clId="{1C363C82-C939-44FC-A8A5-AEBBD531DAF7}" dt="2025-10-02T12:37:26.445" v="1215" actId="47"/>
        <pc:sldMkLst>
          <pc:docMk/>
          <pc:sldMk cId="2996283092" sldId="558"/>
        </pc:sldMkLst>
      </pc:sldChg>
      <pc:sldChg chg="modSp new mod">
        <pc:chgData name="Aleksey Zimin" userId="7f2637d0bc515791" providerId="LiveId" clId="{1C363C82-C939-44FC-A8A5-AEBBD531DAF7}" dt="2025-10-02T12:37:23.443" v="1214" actId="113"/>
        <pc:sldMkLst>
          <pc:docMk/>
          <pc:sldMk cId="897960614" sldId="559"/>
        </pc:sldMkLst>
      </pc:sldChg>
      <pc:sldChg chg="addSp delSp modSp new mod">
        <pc:chgData name="Aleksey Zimin" userId="7f2637d0bc515791" providerId="LiveId" clId="{1C363C82-C939-44FC-A8A5-AEBBD531DAF7}" dt="2025-10-02T12:38:19.648" v="1280" actId="113"/>
        <pc:sldMkLst>
          <pc:docMk/>
          <pc:sldMk cId="2016871750" sldId="560"/>
        </pc:sldMkLst>
      </pc:sldChg>
      <pc:sldChg chg="addSp modSp new mod">
        <pc:chgData name="Aleksey Zimin" userId="7f2637d0bc515791" providerId="LiveId" clId="{1C363C82-C939-44FC-A8A5-AEBBD531DAF7}" dt="2025-10-02T14:59:13.924" v="3590" actId="20577"/>
        <pc:sldMkLst>
          <pc:docMk/>
          <pc:sldMk cId="1580665851" sldId="561"/>
        </pc:sldMkLst>
      </pc:sldChg>
      <pc:sldChg chg="addSp modSp new mod">
        <pc:chgData name="Aleksey Zimin" userId="7f2637d0bc515791" providerId="LiveId" clId="{1C363C82-C939-44FC-A8A5-AEBBD531DAF7}" dt="2025-10-02T12:59:40.458" v="1741" actId="20577"/>
        <pc:sldMkLst>
          <pc:docMk/>
          <pc:sldMk cId="635747971" sldId="562"/>
        </pc:sldMkLst>
      </pc:sldChg>
      <pc:sldChg chg="addSp delSp modSp new mod modAnim">
        <pc:chgData name="Aleksey Zimin" userId="7f2637d0bc515791" providerId="LiveId" clId="{1C363C82-C939-44FC-A8A5-AEBBD531DAF7}" dt="2025-10-02T14:59:37.852" v="3592" actId="1076"/>
        <pc:sldMkLst>
          <pc:docMk/>
          <pc:sldMk cId="4043854525" sldId="563"/>
        </pc:sldMkLst>
      </pc:sldChg>
      <pc:sldChg chg="addSp delSp modSp new mod ord modAnim">
        <pc:chgData name="Aleksey Zimin" userId="7f2637d0bc515791" providerId="LiveId" clId="{1C363C82-C939-44FC-A8A5-AEBBD531DAF7}" dt="2025-10-02T15:16:08.708" v="3848"/>
        <pc:sldMkLst>
          <pc:docMk/>
          <pc:sldMk cId="1166678970" sldId="564"/>
        </pc:sldMkLst>
      </pc:sldChg>
      <pc:sldChg chg="addSp delSp modSp add mod modAnim">
        <pc:chgData name="Aleksey Zimin" userId="7f2637d0bc515791" providerId="LiveId" clId="{1C363C82-C939-44FC-A8A5-AEBBD531DAF7}" dt="2025-10-02T15:08:09.892" v="3632"/>
        <pc:sldMkLst>
          <pc:docMk/>
          <pc:sldMk cId="3808359174" sldId="565"/>
        </pc:sldMkLst>
      </pc:sldChg>
      <pc:sldChg chg="addSp delSp modSp new mod">
        <pc:chgData name="Aleksey Zimin" userId="7f2637d0bc515791" providerId="LiveId" clId="{1C363C82-C939-44FC-A8A5-AEBBD531DAF7}" dt="2025-10-02T15:15:03.399" v="3844" actId="20577"/>
        <pc:sldMkLst>
          <pc:docMk/>
          <pc:sldMk cId="311877033" sldId="566"/>
        </pc:sldMkLst>
      </pc:sldChg>
      <pc:sldChg chg="addSp modSp new mod modAnim">
        <pc:chgData name="Aleksey Zimin" userId="7f2637d0bc515791" providerId="LiveId" clId="{1C363C82-C939-44FC-A8A5-AEBBD531DAF7}" dt="2025-10-02T13:57:15.239" v="3164"/>
        <pc:sldMkLst>
          <pc:docMk/>
          <pc:sldMk cId="2675647168" sldId="567"/>
        </pc:sldMkLst>
      </pc:sldChg>
      <pc:sldChg chg="addSp delSp modSp new mod">
        <pc:chgData name="Aleksey Zimin" userId="7f2637d0bc515791" providerId="LiveId" clId="{1C363C82-C939-44FC-A8A5-AEBBD531DAF7}" dt="2025-10-02T14:04:36.235" v="3227" actId="1076"/>
        <pc:sldMkLst>
          <pc:docMk/>
          <pc:sldMk cId="893219159" sldId="568"/>
        </pc:sldMkLst>
      </pc:sldChg>
      <pc:sldChg chg="addSp delSp modSp add del mod ord">
        <pc:chgData name="Aleksey Zimin" userId="7f2637d0bc515791" providerId="LiveId" clId="{1C363C82-C939-44FC-A8A5-AEBBD531DAF7}" dt="2025-10-02T15:16:58.899" v="3854"/>
        <pc:sldMkLst>
          <pc:docMk/>
          <pc:sldMk cId="2458404001" sldId="569"/>
        </pc:sldMkLst>
      </pc:sldChg>
      <pc:sldChg chg="addSp delSp modSp add mod ord modAnim">
        <pc:chgData name="Aleksey Zimin" userId="7f2637d0bc515791" providerId="LiveId" clId="{1C363C82-C939-44FC-A8A5-AEBBD531DAF7}" dt="2025-10-02T15:00:18.896" v="3595" actId="20578"/>
        <pc:sldMkLst>
          <pc:docMk/>
          <pc:sldMk cId="2737787005" sldId="570"/>
        </pc:sldMkLst>
      </pc:sldChg>
      <pc:sldChg chg="addSp delSp modSp add del mod">
        <pc:chgData name="Aleksey Zimin" userId="7f2637d0bc515791" providerId="LiveId" clId="{1C363C82-C939-44FC-A8A5-AEBBD531DAF7}" dt="2025-10-02T14:07:42.291" v="3253" actId="47"/>
        <pc:sldMkLst>
          <pc:docMk/>
          <pc:sldMk cId="1740633900" sldId="571"/>
        </pc:sldMkLst>
      </pc:sldChg>
      <pc:sldChg chg="addSp delSp modSp add mod ord">
        <pc:chgData name="Aleksey Zimin" userId="7f2637d0bc515791" providerId="LiveId" clId="{1C363C82-C939-44FC-A8A5-AEBBD531DAF7}" dt="2025-10-02T15:01:17.173" v="3624" actId="20577"/>
        <pc:sldMkLst>
          <pc:docMk/>
          <pc:sldMk cId="3154056116" sldId="571"/>
        </pc:sldMkLst>
      </pc:sldChg>
      <pc:sldChg chg="addSp delSp modSp new mod ord">
        <pc:chgData name="Aleksey Zimin" userId="7f2637d0bc515791" providerId="LiveId" clId="{1C363C82-C939-44FC-A8A5-AEBBD531DAF7}" dt="2025-10-02T14:57:20.768" v="3578" actId="1076"/>
        <pc:sldMkLst>
          <pc:docMk/>
          <pc:sldMk cId="3644876859" sldId="572"/>
        </pc:sldMkLst>
      </pc:sldChg>
      <pc:sldChg chg="addSp delSp modSp add del mod ord modAnim">
        <pc:chgData name="Aleksey Zimin" userId="7f2637d0bc515791" providerId="LiveId" clId="{1C363C82-C939-44FC-A8A5-AEBBD531DAF7}" dt="2025-10-02T15:07:49.186" v="3627" actId="47"/>
        <pc:sldMkLst>
          <pc:docMk/>
          <pc:sldMk cId="47985770" sldId="573"/>
        </pc:sldMkLst>
      </pc:sldChg>
      <pc:sldChg chg="addSp delSp modSp add del mod addAnim delAnim">
        <pc:chgData name="Aleksey Zimin" userId="7f2637d0bc515791" providerId="LiveId" clId="{1C363C82-C939-44FC-A8A5-AEBBD531DAF7}" dt="2025-10-02T14:55:21.169" v="3563"/>
        <pc:sldMkLst>
          <pc:docMk/>
          <pc:sldMk cId="1822937605" sldId="573"/>
        </pc:sldMkLst>
      </pc:sldChg>
      <pc:sldChg chg="add del">
        <pc:chgData name="Aleksey Zimin" userId="7f2637d0bc515791" providerId="LiveId" clId="{1C363C82-C939-44FC-A8A5-AEBBD531DAF7}" dt="2025-10-02T14:55:17.798" v="3559"/>
        <pc:sldMkLst>
          <pc:docMk/>
          <pc:sldMk cId="3467883369" sldId="574"/>
        </pc:sldMkLst>
      </pc:sldChg>
    </pc:docChg>
  </pc:docChgLst>
  <pc:docChgLst>
    <pc:chgData name="Aleksey Zimin" userId="7f2637d0bc515791" providerId="LiveId" clId="{8553A319-8433-4677-8F80-E28D63617D4C}"/>
    <pc:docChg chg="undo custSel addSld delSld modSld sldOrd">
      <pc:chgData name="Aleksey Zimin" userId="7f2637d0bc515791" providerId="LiveId" clId="{8553A319-8433-4677-8F80-E28D63617D4C}" dt="2025-10-03T14:34:15.421" v="3629" actId="47"/>
      <pc:docMkLst>
        <pc:docMk/>
      </pc:docMkLst>
      <pc:sldChg chg="modSp mod">
        <pc:chgData name="Aleksey Zimin" userId="7f2637d0bc515791" providerId="LiveId" clId="{8553A319-8433-4677-8F80-E28D63617D4C}" dt="2025-09-26T18:48:16.951" v="0" actId="20577"/>
        <pc:sldMkLst>
          <pc:docMk/>
          <pc:sldMk cId="1052403946" sldId="272"/>
        </pc:sldMkLst>
        <pc:spChg chg="mod">
          <ac:chgData name="Aleksey Zimin" userId="7f2637d0bc515791" providerId="LiveId" clId="{8553A319-8433-4677-8F80-E28D63617D4C}" dt="2025-09-26T18:48:16.951" v="0" actId="20577"/>
          <ac:spMkLst>
            <pc:docMk/>
            <pc:sldMk cId="1052403946" sldId="272"/>
            <ac:spMk id="6" creationId="{3DF0520F-6299-4676-8176-653C51F4D7A4}"/>
          </ac:spMkLst>
        </pc:spChg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53548371" sldId="28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184623871" sldId="28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267207498" sldId="284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998872157" sldId="28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17046075" sldId="28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19142859" sldId="287"/>
        </pc:sldMkLst>
      </pc:sldChg>
      <pc:sldChg chg="modSp del mod">
        <pc:chgData name="Aleksey Zimin" userId="7f2637d0bc515791" providerId="LiveId" clId="{8553A319-8433-4677-8F80-E28D63617D4C}" dt="2025-10-03T14:34:15.421" v="3629" actId="47"/>
        <pc:sldMkLst>
          <pc:docMk/>
          <pc:sldMk cId="807348765" sldId="407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009805394" sldId="410"/>
        </pc:sldMkLst>
      </pc:sldChg>
      <pc:sldChg chg="modSp del mod">
        <pc:chgData name="Aleksey Zimin" userId="7f2637d0bc515791" providerId="LiveId" clId="{8553A319-8433-4677-8F80-E28D63617D4C}" dt="2025-10-03T14:34:15.421" v="3629" actId="47"/>
        <pc:sldMkLst>
          <pc:docMk/>
          <pc:sldMk cId="3540739500" sldId="41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995109930" sldId="412"/>
        </pc:sldMkLst>
      </pc:sldChg>
      <pc:sldChg chg="addSp modSp del mod ord">
        <pc:chgData name="Aleksey Zimin" userId="7f2637d0bc515791" providerId="LiveId" clId="{8553A319-8433-4677-8F80-E28D63617D4C}" dt="2025-10-03T14:34:15.421" v="3629" actId="47"/>
        <pc:sldMkLst>
          <pc:docMk/>
          <pc:sldMk cId="1902230169" sldId="421"/>
        </pc:sldMkLst>
      </pc:sldChg>
      <pc:sldChg chg="addSp modSp del mod">
        <pc:chgData name="Aleksey Zimin" userId="7f2637d0bc515791" providerId="LiveId" clId="{8553A319-8433-4677-8F80-E28D63617D4C}" dt="2025-10-03T14:34:15.421" v="3629" actId="47"/>
        <pc:sldMkLst>
          <pc:docMk/>
          <pc:sldMk cId="3130437174" sldId="423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847069808" sldId="425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393879525" sldId="426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1091641964" sldId="427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229099649" sldId="428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2255719114" sldId="429"/>
        </pc:sldMkLst>
      </pc:sldChg>
      <pc:sldChg chg="addSp modSp del mod ord">
        <pc:chgData name="Aleksey Zimin" userId="7f2637d0bc515791" providerId="LiveId" clId="{8553A319-8433-4677-8F80-E28D63617D4C}" dt="2025-10-03T14:34:15.421" v="3629" actId="47"/>
        <pc:sldMkLst>
          <pc:docMk/>
          <pc:sldMk cId="1201566736" sldId="431"/>
        </pc:sldMkLst>
      </pc:sldChg>
      <pc:sldChg chg="modSp del mod modAnim">
        <pc:chgData name="Aleksey Zimin" userId="7f2637d0bc515791" providerId="LiveId" clId="{8553A319-8433-4677-8F80-E28D63617D4C}" dt="2025-10-03T14:34:15.421" v="3629" actId="47"/>
        <pc:sldMkLst>
          <pc:docMk/>
          <pc:sldMk cId="224006590" sldId="432"/>
        </pc:sldMkLst>
      </pc:sldChg>
      <pc:sldChg chg="addSp delSp modSp del mod">
        <pc:chgData name="Aleksey Zimin" userId="7f2637d0bc515791" providerId="LiveId" clId="{8553A319-8433-4677-8F80-E28D63617D4C}" dt="2025-10-03T14:34:15.421" v="3629" actId="47"/>
        <pc:sldMkLst>
          <pc:docMk/>
          <pc:sldMk cId="2261212866" sldId="433"/>
        </pc:sldMkLst>
      </pc:sldChg>
      <pc:sldChg chg="addSp delSp modSp del mod">
        <pc:chgData name="Aleksey Zimin" userId="7f2637d0bc515791" providerId="LiveId" clId="{8553A319-8433-4677-8F80-E28D63617D4C}" dt="2025-10-03T14:34:15.421" v="3629" actId="47"/>
        <pc:sldMkLst>
          <pc:docMk/>
          <pc:sldMk cId="2841383390" sldId="434"/>
        </pc:sldMkLst>
      </pc:sldChg>
      <pc:sldChg chg="addSp modSp del mod">
        <pc:chgData name="Aleksey Zimin" userId="7f2637d0bc515791" providerId="LiveId" clId="{8553A319-8433-4677-8F80-E28D63617D4C}" dt="2025-10-03T14:34:15.421" v="3629" actId="47"/>
        <pc:sldMkLst>
          <pc:docMk/>
          <pc:sldMk cId="2387758340" sldId="435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737597283" sldId="43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402074185" sldId="440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268804242" sldId="44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290336111" sldId="44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196692292" sldId="443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712329811" sldId="445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1978762931" sldId="446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1210766213" sldId="44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925885175" sldId="45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331428061" sldId="45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06178580" sldId="45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997387992" sldId="467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128588245" sldId="46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458580164" sldId="469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342632659" sldId="470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222427046" sldId="47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737656846" sldId="47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186855173" sldId="47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412217603" sldId="474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687775889" sldId="47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154467816" sldId="47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808475080" sldId="477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266177015" sldId="47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42761125" sldId="479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805410592" sldId="49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999280030" sldId="494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813211708" sldId="49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779215969" sldId="49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691758041" sldId="497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107199609" sldId="500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357739975" sldId="50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445153675" sldId="50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253230012" sldId="50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787266202" sldId="504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080907437" sldId="50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340996165" sldId="50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13719381" sldId="50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062880992" sldId="509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893640457" sldId="51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703700114" sldId="51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684512943" sldId="51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116341114" sldId="514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3854425644" sldId="51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598604316" sldId="51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676083568" sldId="517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224338047" sldId="51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35573976" sldId="519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546969699" sldId="520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866325316" sldId="52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521407578" sldId="52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377660912" sldId="52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177435844" sldId="524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666222654" sldId="525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569726080" sldId="52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4283421162" sldId="52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810617600" sldId="529"/>
        </pc:sldMkLst>
      </pc:sldChg>
      <pc:sldChg chg="del">
        <pc:chgData name="Aleksey Zimin" userId="7f2637d0bc515791" providerId="LiveId" clId="{8553A319-8433-4677-8F80-E28D63617D4C}" dt="2025-09-26T18:48:37.238" v="2" actId="47"/>
        <pc:sldMkLst>
          <pc:docMk/>
          <pc:sldMk cId="3117472246" sldId="531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759323606" sldId="532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2679866" sldId="533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231749025" sldId="546"/>
        </pc:sldMkLst>
      </pc:sldChg>
      <pc:sldChg chg="modSp add del mod">
        <pc:chgData name="Aleksey Zimin" userId="7f2637d0bc515791" providerId="LiveId" clId="{8553A319-8433-4677-8F80-E28D63617D4C}" dt="2025-10-03T14:34:15.421" v="3629" actId="47"/>
        <pc:sldMkLst>
          <pc:docMk/>
          <pc:sldMk cId="2718222551" sldId="546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435696604" sldId="547"/>
        </pc:sldMkLst>
      </pc:sldChg>
      <pc:sldChg chg="modSp new del mod modAnim">
        <pc:chgData name="Aleksey Zimin" userId="7f2637d0bc515791" providerId="LiveId" clId="{8553A319-8433-4677-8F80-E28D63617D4C}" dt="2025-10-03T14:34:15.421" v="3629" actId="47"/>
        <pc:sldMkLst>
          <pc:docMk/>
          <pc:sldMk cId="2770593422" sldId="547"/>
        </pc:sldMkLst>
      </pc:sldChg>
      <pc:sldChg chg="addSp modSp new del mod ord modAnim">
        <pc:chgData name="Aleksey Zimin" userId="7f2637d0bc515791" providerId="LiveId" clId="{8553A319-8433-4677-8F80-E28D63617D4C}" dt="2025-10-03T14:34:15.421" v="3629" actId="47"/>
        <pc:sldMkLst>
          <pc:docMk/>
          <pc:sldMk cId="1667543185" sldId="54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807314734" sldId="548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612271559" sldId="549"/>
        </pc:sldMkLst>
      </pc:sldChg>
      <pc:sldChg chg="addSp modSp new del mod">
        <pc:chgData name="Aleksey Zimin" userId="7f2637d0bc515791" providerId="LiveId" clId="{8553A319-8433-4677-8F80-E28D63617D4C}" dt="2025-10-03T14:34:15.421" v="3629" actId="47"/>
        <pc:sldMkLst>
          <pc:docMk/>
          <pc:sldMk cId="3858549421" sldId="549"/>
        </pc:sldMkLst>
      </pc:sldChg>
      <pc:sldChg chg="del">
        <pc:chgData name="Aleksey Zimin" userId="7f2637d0bc515791" providerId="LiveId" clId="{8553A319-8433-4677-8F80-E28D63617D4C}" dt="2025-09-26T18:48:34.726" v="1" actId="47"/>
        <pc:sldMkLst>
          <pc:docMk/>
          <pc:sldMk cId="1998143328" sldId="550"/>
        </pc:sldMkLst>
      </pc:sldChg>
      <pc:sldChg chg="addSp modSp new mod">
        <pc:chgData name="Aleksey Zimin" userId="7f2637d0bc515791" providerId="LiveId" clId="{8553A319-8433-4677-8F80-E28D63617D4C}" dt="2025-10-01T14:27:19.688" v="3628" actId="20577"/>
        <pc:sldMkLst>
          <pc:docMk/>
          <pc:sldMk cId="3766667920" sldId="550"/>
        </pc:sldMkLst>
        <pc:spChg chg="mod">
          <ac:chgData name="Aleksey Zimin" userId="7f2637d0bc515791" providerId="LiveId" clId="{8553A319-8433-4677-8F80-E28D63617D4C}" dt="2025-09-29T20:12:25.728" v="3151" actId="20577"/>
          <ac:spMkLst>
            <pc:docMk/>
            <pc:sldMk cId="3766667920" sldId="550"/>
            <ac:spMk id="2" creationId="{905EB68A-9FF2-1FC1-D65D-F034D1423F2E}"/>
          </ac:spMkLst>
        </pc:spChg>
        <pc:spChg chg="mod">
          <ac:chgData name="Aleksey Zimin" userId="7f2637d0bc515791" providerId="LiveId" clId="{8553A319-8433-4677-8F80-E28D63617D4C}" dt="2025-10-01T14:27:19.688" v="3628" actId="20577"/>
          <ac:spMkLst>
            <pc:docMk/>
            <pc:sldMk cId="3766667920" sldId="550"/>
            <ac:spMk id="3" creationId="{2C361E1B-A810-5104-1A7F-71C8FFA2EACE}"/>
          </ac:spMkLst>
        </pc:spChg>
        <pc:picChg chg="add mod">
          <ac:chgData name="Aleksey Zimin" userId="7f2637d0bc515791" providerId="LiveId" clId="{8553A319-8433-4677-8F80-E28D63617D4C}" dt="2025-09-29T20:14:52.773" v="3347" actId="1076"/>
          <ac:picMkLst>
            <pc:docMk/>
            <pc:sldMk cId="3766667920" sldId="550"/>
            <ac:picMk id="6" creationId="{704152DD-1DC0-ADDF-938C-5E247E5F0797}"/>
          </ac:picMkLst>
        </pc:picChg>
      </pc:sldChg>
      <pc:sldChg chg="addSp modSp new mod modAnim">
        <pc:chgData name="Aleksey Zimin" userId="7f2637d0bc515791" providerId="LiveId" clId="{8553A319-8433-4677-8F80-E28D63617D4C}" dt="2025-09-29T20:22:20.208" v="3497"/>
        <pc:sldMkLst>
          <pc:docMk/>
          <pc:sldMk cId="3839963943" sldId="551"/>
        </pc:sldMkLst>
        <pc:spChg chg="mod">
          <ac:chgData name="Aleksey Zimin" userId="7f2637d0bc515791" providerId="LiveId" clId="{8553A319-8433-4677-8F80-E28D63617D4C}" dt="2025-09-29T20:15:21.089" v="3363" actId="20577"/>
          <ac:spMkLst>
            <pc:docMk/>
            <pc:sldMk cId="3839963943" sldId="551"/>
            <ac:spMk id="2" creationId="{0951E3D6-EED4-5F80-6017-37D45F7AEA9A}"/>
          </ac:spMkLst>
        </pc:spChg>
        <pc:spChg chg="mod">
          <ac:chgData name="Aleksey Zimin" userId="7f2637d0bc515791" providerId="LiveId" clId="{8553A319-8433-4677-8F80-E28D63617D4C}" dt="2025-09-29T20:19:46.265" v="3491" actId="20577"/>
          <ac:spMkLst>
            <pc:docMk/>
            <pc:sldMk cId="3839963943" sldId="551"/>
            <ac:spMk id="3" creationId="{D792ACCF-AE67-D458-AE48-F02528C693C4}"/>
          </ac:spMkLst>
        </pc:spChg>
        <pc:picChg chg="add mod">
          <ac:chgData name="Aleksey Zimin" userId="7f2637d0bc515791" providerId="LiveId" clId="{8553A319-8433-4677-8F80-E28D63617D4C}" dt="2025-09-29T20:19:07.813" v="3416" actId="1076"/>
          <ac:picMkLst>
            <pc:docMk/>
            <pc:sldMk cId="3839963943" sldId="551"/>
            <ac:picMk id="6" creationId="{FFD268F0-2E86-E132-F559-2A14603C27CB}"/>
          </ac:picMkLst>
        </pc:picChg>
        <pc:picChg chg="add mod">
          <ac:chgData name="Aleksey Zimin" userId="7f2637d0bc515791" providerId="LiveId" clId="{8553A319-8433-4677-8F80-E28D63617D4C}" dt="2025-09-29T20:19:13.525" v="3418" actId="1076"/>
          <ac:picMkLst>
            <pc:docMk/>
            <pc:sldMk cId="3839963943" sldId="551"/>
            <ac:picMk id="8" creationId="{C0C0AE5F-852E-6EF8-1FCE-3A8D6DAF37B9}"/>
          </ac:picMkLst>
        </pc:picChg>
        <pc:picChg chg="add mod">
          <ac:chgData name="Aleksey Zimin" userId="7f2637d0bc515791" providerId="LiveId" clId="{8553A319-8433-4677-8F80-E28D63617D4C}" dt="2025-09-29T20:19:29.517" v="3450" actId="1076"/>
          <ac:picMkLst>
            <pc:docMk/>
            <pc:sldMk cId="3839963943" sldId="551"/>
            <ac:picMk id="10" creationId="{0090A75F-1500-C598-E11B-E98BDE987484}"/>
          </ac:picMkLst>
        </pc:picChg>
        <pc:picChg chg="add mod">
          <ac:chgData name="Aleksey Zimin" userId="7f2637d0bc515791" providerId="LiveId" clId="{8553A319-8433-4677-8F80-E28D63617D4C}" dt="2025-09-29T20:21:48.318" v="3493" actId="1076"/>
          <ac:picMkLst>
            <pc:docMk/>
            <pc:sldMk cId="3839963943" sldId="551"/>
            <ac:picMk id="12" creationId="{5B203C23-CD81-60D2-498D-664EE42A925E}"/>
          </ac:picMkLst>
        </pc:picChg>
      </pc:sldChg>
      <pc:sldChg chg="addSp delSp modSp mod modAnim">
        <pc:chgData name="Aleksey Zimin" userId="7f2637d0bc515791" providerId="LiveId" clId="{8553A319-8433-4677-8F80-E28D63617D4C}" dt="2025-10-01T14:22:40.458" v="3587"/>
        <pc:sldMkLst>
          <pc:docMk/>
          <pc:sldMk cId="2406555763" sldId="552"/>
        </pc:sldMkLst>
        <pc:spChg chg="mod">
          <ac:chgData name="Aleksey Zimin" userId="7f2637d0bc515791" providerId="LiveId" clId="{8553A319-8433-4677-8F80-E28D63617D4C}" dt="2025-10-01T14:22:33.911" v="3585" actId="1076"/>
          <ac:spMkLst>
            <pc:docMk/>
            <pc:sldMk cId="2406555763" sldId="552"/>
            <ac:spMk id="7" creationId="{CA0105BD-8CB3-C9B9-81ED-4D4C131EB0C6}"/>
          </ac:spMkLst>
        </pc:spChg>
        <pc:spChg chg="add mod">
          <ac:chgData name="Aleksey Zimin" userId="7f2637d0bc515791" providerId="LiveId" clId="{8553A319-8433-4677-8F80-E28D63617D4C}" dt="2025-10-01T14:21:59.552" v="3582" actId="1076"/>
          <ac:spMkLst>
            <pc:docMk/>
            <pc:sldMk cId="2406555763" sldId="552"/>
            <ac:spMk id="22" creationId="{C4AFB7B7-895A-E5F6-F7B8-11CBF13B8A86}"/>
          </ac:spMkLst>
        </pc:spChg>
        <pc:spChg chg="add mod">
          <ac:chgData name="Aleksey Zimin" userId="7f2637d0bc515791" providerId="LiveId" clId="{8553A319-8433-4677-8F80-E28D63617D4C}" dt="2025-10-01T14:21:59.552" v="3582" actId="1076"/>
          <ac:spMkLst>
            <pc:docMk/>
            <pc:sldMk cId="2406555763" sldId="552"/>
            <ac:spMk id="23" creationId="{9208079F-06EB-F40E-57EB-3E0C52295F3A}"/>
          </ac:spMkLst>
        </pc:spChg>
        <pc:spChg chg="add mod">
          <ac:chgData name="Aleksey Zimin" userId="7f2637d0bc515791" providerId="LiveId" clId="{8553A319-8433-4677-8F80-E28D63617D4C}" dt="2025-10-01T14:21:59.552" v="3582" actId="1076"/>
          <ac:spMkLst>
            <pc:docMk/>
            <pc:sldMk cId="2406555763" sldId="552"/>
            <ac:spMk id="24" creationId="{CB45FFD2-0736-D4DA-AC13-62D3B8E4E480}"/>
          </ac:spMkLst>
        </pc:spChg>
        <pc:spChg chg="add mod">
          <ac:chgData name="Aleksey Zimin" userId="7f2637d0bc515791" providerId="LiveId" clId="{8553A319-8433-4677-8F80-E28D63617D4C}" dt="2025-10-01T14:21:59.552" v="3582" actId="1076"/>
          <ac:spMkLst>
            <pc:docMk/>
            <pc:sldMk cId="2406555763" sldId="552"/>
            <ac:spMk id="25" creationId="{A7B07285-745C-80E1-2407-214E2761B557}"/>
          </ac:spMkLst>
        </pc:spChg>
        <pc:picChg chg="mod">
          <ac:chgData name="Aleksey Zimin" userId="7f2637d0bc515791" providerId="LiveId" clId="{8553A319-8433-4677-8F80-E28D63617D4C}" dt="2025-10-01T14:17:07.727" v="3501" actId="1076"/>
          <ac:picMkLst>
            <pc:docMk/>
            <pc:sldMk cId="2406555763" sldId="552"/>
            <ac:picMk id="9" creationId="{F4453887-DA4F-AD16-CFC6-4AB443A9387E}"/>
          </ac:picMkLst>
        </pc:picChg>
        <pc:inkChg chg="add mod">
          <ac:chgData name="Aleksey Zimin" userId="7f2637d0bc515791" providerId="LiveId" clId="{8553A319-8433-4677-8F80-E28D63617D4C}" dt="2025-10-01T14:21:59.552" v="3582" actId="1076"/>
          <ac:inkMkLst>
            <pc:docMk/>
            <pc:sldMk cId="2406555763" sldId="552"/>
            <ac:inkMk id="10" creationId="{A37FFF8A-54EB-315D-D918-782E8FDCB671}"/>
          </ac:inkMkLst>
        </pc:inkChg>
        <pc:inkChg chg="add mod">
          <ac:chgData name="Aleksey Zimin" userId="7f2637d0bc515791" providerId="LiveId" clId="{8553A319-8433-4677-8F80-E28D63617D4C}" dt="2025-10-01T14:21:59.552" v="3582" actId="1076"/>
          <ac:inkMkLst>
            <pc:docMk/>
            <pc:sldMk cId="2406555763" sldId="552"/>
            <ac:inkMk id="11" creationId="{48EDD60C-19D4-D5A5-EF9E-B0636B8D2C98}"/>
          </ac:inkMkLst>
        </pc:inkChg>
        <pc:inkChg chg="add mod">
          <ac:chgData name="Aleksey Zimin" userId="7f2637d0bc515791" providerId="LiveId" clId="{8553A319-8433-4677-8F80-E28D63617D4C}" dt="2025-10-01T14:21:59.552" v="3582" actId="1076"/>
          <ac:inkMkLst>
            <pc:docMk/>
            <pc:sldMk cId="2406555763" sldId="552"/>
            <ac:inkMk id="12" creationId="{EB953DA8-5D60-D328-78CF-F7DCE9A8876B}"/>
          </ac:inkMkLst>
        </pc:inkChg>
        <pc:inkChg chg="add del">
          <ac:chgData name="Aleksey Zimin" userId="7f2637d0bc515791" providerId="LiveId" clId="{8553A319-8433-4677-8F80-E28D63617D4C}" dt="2025-10-01T14:18:49.799" v="3512"/>
          <ac:inkMkLst>
            <pc:docMk/>
            <pc:sldMk cId="2406555763" sldId="552"/>
            <ac:inkMk id="13" creationId="{88CFCB7B-FB70-5410-263A-F64B610C23A1}"/>
          </ac:inkMkLst>
        </pc:inkChg>
        <pc:inkChg chg="add mod">
          <ac:chgData name="Aleksey Zimin" userId="7f2637d0bc515791" providerId="LiveId" clId="{8553A319-8433-4677-8F80-E28D63617D4C}" dt="2025-10-01T14:21:59.552" v="3582" actId="1076"/>
          <ac:inkMkLst>
            <pc:docMk/>
            <pc:sldMk cId="2406555763" sldId="552"/>
            <ac:inkMk id="15" creationId="{3CCE49A5-0532-B8A9-38A1-4A6DCCD99D0B}"/>
          </ac:inkMkLst>
        </pc:inkChg>
        <pc:inkChg chg="add mod">
          <ac:chgData name="Aleksey Zimin" userId="7f2637d0bc515791" providerId="LiveId" clId="{8553A319-8433-4677-8F80-E28D63617D4C}" dt="2025-10-01T14:21:59.552" v="3582" actId="1076"/>
          <ac:inkMkLst>
            <pc:docMk/>
            <pc:sldMk cId="2406555763" sldId="552"/>
            <ac:inkMk id="16" creationId="{295F2526-3D6B-3F8B-516A-A90C87E810A7}"/>
          </ac:inkMkLst>
        </pc:inkChg>
        <pc:inkChg chg="add mod">
          <ac:chgData name="Aleksey Zimin" userId="7f2637d0bc515791" providerId="LiveId" clId="{8553A319-8433-4677-8F80-E28D63617D4C}" dt="2025-10-01T14:21:59.552" v="3582" actId="1076"/>
          <ac:inkMkLst>
            <pc:docMk/>
            <pc:sldMk cId="2406555763" sldId="552"/>
            <ac:inkMk id="18" creationId="{F4C0666E-AC76-C3BC-7454-36474BEFDA40}"/>
          </ac:inkMkLst>
        </pc:inkChg>
        <pc:inkChg chg="add del">
          <ac:chgData name="Aleksey Zimin" userId="7f2637d0bc515791" providerId="LiveId" clId="{8553A319-8433-4677-8F80-E28D63617D4C}" dt="2025-10-01T14:19:23.648" v="3518"/>
          <ac:inkMkLst>
            <pc:docMk/>
            <pc:sldMk cId="2406555763" sldId="552"/>
            <ac:inkMk id="19" creationId="{5720BD44-F26F-A658-7975-377553813569}"/>
          </ac:inkMkLst>
        </pc:inkChg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005206494" sldId="554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1522385249" sldId="556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1580665851" sldId="561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635747971" sldId="562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4043854525" sldId="563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1166678970" sldId="564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808359174" sldId="565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11877033" sldId="566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2675647168" sldId="567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893219159" sldId="568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2458404001" sldId="569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2737787005" sldId="570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154056116" sldId="571"/>
        </pc:sldMkLst>
      </pc:sldChg>
      <pc:sldChg chg="del">
        <pc:chgData name="Aleksey Zimin" userId="7f2637d0bc515791" providerId="LiveId" clId="{8553A319-8433-4677-8F80-E28D63617D4C}" dt="2025-10-03T14:34:15.421" v="3629" actId="47"/>
        <pc:sldMkLst>
          <pc:docMk/>
          <pc:sldMk cId="3644876859" sldId="57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2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0 538 24575,'45'-47'0,"2"3"0,2 1 0,2 3 0,99-60 0,64 6 0,-45 23 0,-148 60 0,0 0 0,1 2 0,0 0 0,0 2 0,1 0 0,0 2 0,0 0 0,43-2 0,-33 5 0,50-9 0,-50 5 0,56-2 0,21 7 0,259 4 0,-314 2 0,-1 2 0,0 3 0,0 2 0,67 25 0,199 99 0,-247-95 0,-1 3 0,100 81 0,-107-76 0,48 52 0,-85-73 0,2-1 0,56 40 0,-79-62 0,0 1 0,-1-1 0,0 1 0,-1 1 0,1-1 0,-1 1 0,0 0 0,-1 0 0,0 1 0,0 0 0,3 9 0,-1-5 0,0-1 0,0 1 0,15 19 0,1-2 0,-2 1 0,-1 0 0,-1 2 0,23 58 0,-12-27 0,42 76 0,-59-111 0,-1 0 0,-1 0 0,-2 1 0,-1 1 0,-1-1 0,-2 1 0,2 35 0,-7-55 0,1 0 0,0 0 0,1-1 0,0 1 0,1 0 0,0-1 0,0 1 0,1-1 0,0 0 0,1 1 0,8 14 0,-6-11 0,0 1 0,-2-1 0,0 1 0,0-1 0,-1 1 0,2 25 0,3 16 0,19 79 0,-6-12-1365,-15-99-5461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5509 1103 24575,'0'-6'0,"0"-1"0,-1 0 0,0 0 0,-1 1 0,1-1 0,-1 1 0,0-1 0,-1 1 0,0 0 0,0 0 0,0 0 0,-1 0 0,1 0 0,-2 1 0,1 0 0,0 0 0,-1 0 0,0 0 0,0 1 0,-1-1 0,-7-4 0,-12-5 0,-1 0 0,0 1 0,-51-16 0,0-1 0,-45-41 0,-85-17 0,120 53 0,-144-78 0,198 96 0,-51-21 0,31 16 0,3 3 0,0 2 0,-62-12 0,30 9 0,-130-35 0,47 20 0,110 25 0,-90-27 0,105 25 0,0 2 0,0 2 0,-1 2 0,-79-3 0,77 6 0,1-2 0,-64-15 0,3 0 0,-21 11 0,85 8 0,-65-10 0,-114-16 0,8 0 0,-31 0 0,163 16 0,-89-20 0,106 20 0,0 3 0,0 2 0,-1 3 0,-89 7 0,18-1 0,12-5 0,-134 5 0,203 4 0,-99 27 0,88-17 0,2-4 0,40-10 0,1 2 0,-1 0 0,1 1 0,0 1 0,1 1 0,-23 12 0,24-11 0,-1 0 0,1-2 0,-1 0 0,0-1 0,-22 3 0,20-4 0,-1 0 0,1 2 0,-38 17 0,-30 19-1365,72-37-5461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2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2195 24575,'2'-4'0,"-1"0"0,1 0 0,0 0 0,1 0 0,-1 0 0,1 1 0,-1-1 0,1 1 0,0 0 0,0 0 0,1 0 0,5-5 0,4-4 0,50-61 0,-3-3 0,62-103 0,-63 88 0,101-119 0,69-60 0,-175 204 0,187-180 0,-184 193 0,41-32 0,126-84 0,-109 85 0,12-5 0,4 5 0,164-79 0,-206 131 0,-7 2 0,-40 15 0,2 1 0,-1 2 0,2 2 0,70-7 0,-90 13 0,85-5 0,-67 7 0,50-9 0,-80 9 0,50-11 0,1 3 0,89-2 0,-27 11 0,185 5 0,-37 21 0,-172-10 0,-1 4 0,153 49 0,-183-48 0,247 72 0,-269-78 0,-1 1 0,-1 2 0,-1 3 0,-1 2 0,82 52 0,-65-29 0,-2 3 0,-2 3 0,96 108 0,-130-127 0,-2 0 0,0 2 0,16 38 0,44 113 0,-68-152 0,52 156-1365,-60-164-5461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6558 1100 24575,'-1'-5'0,"1"0"0,-1 1 0,0-1 0,0 0 0,-1 1 0,0-1 0,0 1 0,0 0 0,0-1 0,-5-5 0,-32-42 0,23 32 0,-7-8 0,-1 1 0,-1 1 0,-1 1 0,-35-27 0,-13 2 0,-1 3 0,-2 3 0,-3 3 0,-103-37 0,126 52 0,-56-35 0,-29-15 0,-10 10 0,-2 6 0,-173-41 0,219 66 0,83 25 0,0 1 0,-1 2 0,0 0 0,0 2 0,-50-4 0,53 9 0,-252-14 0,180 6 0,-115 7 0,-27-2 0,117-9 0,-65-2 0,-220-2 0,-197 3 0,372 15 0,-730-2 0,939 2 0,-1 0 0,1 2 0,0 0 0,-34 12 0,32-9 0,0-1 0,-1-1 0,-33 4 0,15-4 0,1 1 0,-1 3 0,1 1 0,1 2 0,0 2 0,0 2 0,2 1 0,-70 43 0,87-48 0,-1-1 0,-30 10 0,29-12 0,0 0 0,-25 16 0,34-18 0,0-1 0,-1 0 0,1-1 0,-1-1 0,-1 0 0,-18 2 0,14-2 0,0 0 0,1 1 0,-26 10 0,37-11 9,1 1 0,0-1 0,0 1 0,0 1 0,0-1 0,1 1 0,0 1 0,0-1 0,-6 10 0,-24 24-1464,24-29-5371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1633 24575,'6'-1'0,"-1"0"0,1 0 0,-1 0 0,1-1 0,-1 0 0,0 0 0,0 0 0,0-1 0,0 0 0,0 0 0,5-4 0,49-42 0,-57 47 0,144-148 0,-37 35 0,158-136 0,-199 193 0,3 4 0,84-50 0,-17 26 0,3 6 0,215-76 0,-239 105 0,404-133 0,-59 57 0,-440 113 0,400-83 0,-280 61 0,-31 12 0,218-6 0,-326 22 0,196-12 0,60 0 0,1578 13 0,-1763 2 0,109 20 0,39 3 0,-7-26 0,42 2 0,94 47 0,-259-33 0,265 70 0,-337-80 0,299 69 0,-173-43 0,132 29 0,-52-6 0,-212-51 0,-1 0 0,1 1 0,-1 1 0,0 0 0,0 1 0,-1 1 0,14 10 0,77 72 0,-46-38 0,29 31 0,-58-54 0,0-1 0,50 36 0,-55-47 0,0 1 0,-2 0 0,0 2 0,-1 1 0,32 42 0,-23-19 0,-2 0 0,28 63 0,33 117 0,7 15 0,-71-191 0,54 124 0,-66-132 0,12 67 0,-18-71 0,2 0 0,19 55 0,-22-75-195,-1 0 0,0 0 0,-1 0 0,-1 1 0,0-1 0,-2 30 0,0-23-6631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0.40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24575,'28'3'0,"0"1"0,-1 1 0,1 2 0,-1 0 0,-1 2 0,48 23 0,8 1 0,-30-14 0,0-2 0,1-2 0,1-2 0,0-3 0,110 7 0,-119-14 0,0 2 0,-1 2 0,75 22 0,-76-17 0,-18-4 34,0 1-1,35 18 1,0 1-1500,-32-17-5360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1.55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312 0 24575,'0'30'0,"-1"-1"0,-2 0 0,0 0 0,-2 0 0,-1 0 0,-2-1 0,-1 0 0,0-1 0,-20 38 0,7-13 0,3 1 0,2 1 0,2 1 0,-13 95 0,-21 78 0,31-162-77,5-18-567,-36 90 0,40-120-6182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3.23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24575,'3'5'0,"0"-1"0,-1 1 0,1-1 0,-1 1 0,0 0 0,0 0 0,0 0 0,-1 0 0,0 0 0,1 6 0,2 6 0,30 111 0,6-1 0,94 203 0,-115-297 0,2 0 0,1-2 0,38 42 0,-41-52 0,0 1 0,-1 1 0,-2 1 0,0 0 0,-1 1 0,-2 1 0,13 33 0,-20-40-105,-2-9-147,-1 0 0,0 1 0,-1-1 0,2 19 0,-4-9-6574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4.22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27 24575,'9'0'0,"17"0"0,12 0 0,15 0 0,15 0 0,15 0 0,11 0 0,18 0 0,2 0 0,-4 0 0,2 0 0,-8-4 0,-14-2 0,-17 0 0,-17 1 0,-13 2 0,-9 1 0,-11 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5509 1103 24575,'0'-6'0,"0"-1"0,-1 0 0,0 0 0,-1 1 0,1-1 0,-1 1 0,0-1 0,-1 1 0,0 0 0,0 0 0,0 0 0,-1 0 0,1 0 0,-2 1 0,1 0 0,0 0 0,-1 0 0,0 0 0,0 1 0,-1-1 0,-7-4 0,-12-5 0,-1 0 0,0 1 0,-51-16 0,0-1 0,-45-41 0,-85-17 0,120 53 0,-144-78 0,198 96 0,-51-21 0,31 16 0,3 3 0,0 2 0,-62-12 0,30 9 0,-130-35 0,47 20 0,110 25 0,-90-27 0,105 25 0,0 2 0,0 2 0,-1 2 0,-79-3 0,77 6 0,1-2 0,-64-15 0,3 0 0,-21 11 0,85 8 0,-65-10 0,-114-16 0,8 0 0,-31 0 0,163 16 0,-89-20 0,106 20 0,0 3 0,0 2 0,-1 3 0,-89 7 0,18-1 0,12-5 0,-134 5 0,203 4 0,-99 27 0,88-17 0,2-4 0,40-10 0,1 2 0,-1 0 0,1 1 0,0 1 0,1 1 0,-23 12 0,24-11 0,-1 0 0,1-2 0,-1 0 0,0-1 0,-22 3 0,20-4 0,-1 0 0,1 2 0,-38 17 0,-30 19-1365,72-37-5461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6558 1100 24575,'-1'-5'0,"1"0"0,-1 1 0,0-1 0,0 0 0,-1 1 0,0-1 0,0 1 0,0 0 0,0-1 0,-5-5 0,-32-42 0,23 32 0,-7-8 0,-1 1 0,-1 1 0,-1 1 0,-35-27 0,-13 2 0,-1 3 0,-2 3 0,-3 3 0,-103-37 0,126 52 0,-56-35 0,-29-15 0,-10 10 0,-2 6 0,-173-41 0,219 66 0,83 25 0,0 1 0,-1 2 0,0 0 0,0 2 0,-50-4 0,53 9 0,-252-14 0,180 6 0,-115 7 0,-27-2 0,117-9 0,-65-2 0,-220-2 0,-197 3 0,372 15 0,-730-2 0,939 2 0,-1 0 0,1 2 0,0 0 0,-34 12 0,32-9 0,0-1 0,-1-1 0,-33 4 0,15-4 0,1 1 0,-1 3 0,1 1 0,1 2 0,0 2 0,0 2 0,2 1 0,-70 43 0,87-48 0,-1-1 0,-30 10 0,29-12 0,0 0 0,-25 16 0,34-18 0,0-1 0,-1 0 0,1-1 0,-1-1 0,-1 0 0,-18 2 0,14-2 0,0 0 0,1 1 0,-26 10 0,37-11 9,1 1 0,0-1 0,0 1 0,0 1 0,0-1 0,1 1 0,0 1 0,0-1 0,-6 10 0,-24 24-1464,24-29-5371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1633 24575,'6'-1'0,"-1"0"0,1 0 0,-1 0 0,1-1 0,-1 0 0,0 0 0,0 0 0,0-1 0,0 0 0,0 0 0,5-4 0,49-42 0,-57 47 0,144-148 0,-37 35 0,158-136 0,-199 193 0,3 4 0,84-50 0,-17 26 0,3 6 0,215-76 0,-239 105 0,404-133 0,-59 57 0,-440 113 0,400-83 0,-280 61 0,-31 12 0,218-6 0,-326 22 0,196-12 0,60 0 0,1578 13 0,-1763 2 0,109 20 0,39 3 0,-7-26 0,42 2 0,94 47 0,-259-33 0,265 70 0,-337-80 0,299 69 0,-173-43 0,132 29 0,-52-6 0,-212-51 0,-1 0 0,1 1 0,-1 1 0,0 0 0,0 1 0,-1 1 0,14 10 0,77 72 0,-46-38 0,29 31 0,-58-54 0,0-1 0,50 36 0,-55-47 0,0 1 0,-2 0 0,0 2 0,-1 1 0,32 42 0,-23-19 0,-2 0 0,28 63 0,33 117 0,7 15 0,-71-191 0,54 124 0,-66-132 0,12 67 0,-18-71 0,2 0 0,19 55 0,-22-75-195,-1 0 0,0 0 0,-1 0 0,-1 1 0,0-1 0,-2 30 0,0-23-6631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5509 1103 24575,'0'-6'0,"0"-1"0,-1 0 0,0 0 0,-1 1 0,1-1 0,-1 1 0,0-1 0,-1 1 0,0 0 0,0 0 0,0 0 0,-1 0 0,1 0 0,-2 1 0,1 0 0,0 0 0,-1 0 0,0 0 0,0 1 0,-1-1 0,-7-4 0,-12-5 0,-1 0 0,0 1 0,-51-16 0,0-1 0,-45-41 0,-85-17 0,120 53 0,-144-78 0,198 96 0,-51-21 0,31 16 0,3 3 0,0 2 0,-62-12 0,30 9 0,-130-35 0,47 20 0,110 25 0,-90-27 0,105 25 0,0 2 0,0 2 0,-1 2 0,-79-3 0,77 6 0,1-2 0,-64-15 0,3 0 0,-21 11 0,85 8 0,-65-10 0,-114-16 0,8 0 0,-31 0 0,163 16 0,-89-20 0,106 20 0,0 3 0,0 2 0,-1 3 0,-89 7 0,18-1 0,12-5 0,-134 5 0,203 4 0,-99 27 0,88-17 0,2-4 0,40-10 0,1 2 0,-1 0 0,1 1 0,0 1 0,1 1 0,-23 12 0,24-11 0,-1 0 0,1-2 0,-1 0 0,0-1 0,-22 3 0,20-4 0,-1 0 0,1 2 0,-38 17 0,-30 19-1365,72-37-5461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6558 1100 24575,'-1'-5'0,"1"0"0,-1 1 0,0-1 0,0 0 0,-1 1 0,0-1 0,0 1 0,0 0 0,0-1 0,-5-5 0,-32-42 0,23 32 0,-7-8 0,-1 1 0,-1 1 0,-1 1 0,-35-27 0,-13 2 0,-1 3 0,-2 3 0,-3 3 0,-103-37 0,126 52 0,-56-35 0,-29-15 0,-10 10 0,-2 6 0,-173-41 0,219 66 0,83 25 0,0 1 0,-1 2 0,0 0 0,0 2 0,-50-4 0,53 9 0,-252-14 0,180 6 0,-115 7 0,-27-2 0,117-9 0,-65-2 0,-220-2 0,-197 3 0,372 15 0,-730-2 0,939 2 0,-1 0 0,1 2 0,0 0 0,-34 12 0,32-9 0,0-1 0,-1-1 0,-33 4 0,15-4 0,1 1 0,-1 3 0,1 1 0,1 2 0,0 2 0,0 2 0,2 1 0,-70 43 0,87-48 0,-1-1 0,-30 10 0,29-12 0,0 0 0,-25 16 0,34-18 0,0-1 0,-1 0 0,1-1 0,-1-1 0,-1 0 0,-18 2 0,14-2 0,0 0 0,1 1 0,-26 10 0,37-11 9,1 1 0,0-1 0,0 1 0,0 1 0,0-1 0,1 1 0,0 1 0,0-1 0,-6 10 0,-24 24-1464,24-29-5371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1633 24575,'6'-1'0,"-1"0"0,1 0 0,-1 0 0,1-1 0,-1 0 0,0 0 0,0 0 0,0-1 0,0 0 0,0 0 0,5-4 0,49-42 0,-57 47 0,144-148 0,-37 35 0,158-136 0,-199 193 0,3 4 0,84-50 0,-17 26 0,3 6 0,215-76 0,-239 105 0,404-133 0,-59 57 0,-440 113 0,400-83 0,-280 61 0,-31 12 0,218-6 0,-326 22 0,196-12 0,60 0 0,1578 13 0,-1763 2 0,109 20 0,39 3 0,-7-26 0,42 2 0,94 47 0,-259-33 0,265 70 0,-337-80 0,299 69 0,-173-43 0,132 29 0,-52-6 0,-212-51 0,-1 0 0,1 1 0,-1 1 0,0 0 0,0 1 0,-1 1 0,14 10 0,77 72 0,-46-38 0,29 31 0,-58-54 0,0-1 0,50 36 0,-55-47 0,0 1 0,-2 0 0,0 2 0,-1 1 0,32 42 0,-23-19 0,-2 0 0,28 63 0,33 117 0,7 15 0,-71-191 0,54 124 0,-66-132 0,12 67 0,-18-71 0,2 0 0,19 55 0,-22-75-195,-1 0 0,0 0 0,-1 0 0,-1 1 0,0-1 0,-2 30 0,0-23-6631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20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24575,'24'-2'0,"0"0"0,-1-1 0,0-1 0,35-12 0,-30 9 0,5 0 0,0 2 0,53-2 0,4 0 0,-14-4 0,-14 1 0,93-2 0,-23 11 0,175 4 0,-261 3 0,1 1 0,58 18 0,31 5 0,-68-20 0,135 3 0,-70-11 0,106-5 0,-81-20 0,-39 2 0,-76 13 0,0 1 0,73-3 0,46 9 0,139 4 0,-201 8 0,36 1 0,-124-12-170,-1 1-1,1 1 0,-1 0 1,0 0-1,0 1 0,0 0 1,14 7-1,-6-2-6655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25.51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26 24575,'40'3'0,"0"1"0,1 3 0,-2 1 0,1 2 0,-1 1 0,47 22 0,82 22 0,-139-50 0,0-2 0,0 0 0,0-2 0,46-4 0,-3 1 0,-46 1 0,0-2 0,0 0 0,-1-1 0,34-11 0,99-40 0,-117 38 0,1 2 0,0 1 0,1 3 0,74-11 0,240 19 0,-184 6 0,135 8 0,11 0 0,-269-9 0,79 13 0,-125-14 0,72 5 0,0-2 0,77-7 0,-23 1 0,-101 0 0,-1 0 0,35-8 0,-41 6 0,19-1-1365,-23 4-5461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38.0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50 24575,'32'0'0,"2"1"0,-1-2 0,0-1 0,51-10 0,-32 1 0,1 1 0,0 3 0,0 2 0,1 3 0,-1 2 0,1 2 0,-1 2 0,0 3 0,83 22 0,71 48 0,-196-74 0,38 13 0,0-2 0,1-3 0,0-1 0,1-3 0,55 2 0,330-30 0,-121 15 0,-192 7 0,-108 0 0,0 1 0,0 0 0,0 1 0,0 1 0,20 8 0,-20-7 0,0 0 0,0-1 0,1-1 0,-1 0 0,17 0 0,-2-2 0,114-2 0,-125-1 0,1 0 0,-1-1 0,0-1 0,0-1 0,23-9 0,-19 7 0,0 2 0,0 0 0,1 2 0,-1 0 0,1 2 0,-1 1 0,43 4 0,12-1 0,148-3-1365,-205 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47.29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0 115 24575,'41'0'0,"-1"-1"0,1-3 0,-1 0 0,52-14 0,-39 8 0,2 2 0,-1 3 0,1 2 0,94 8 0,-88-3 0,11 4 0,0 2 0,108 29 0,-168-34 0,58 13 0,-19-3 0,1-2 0,1-2 0,84 3 0,560-13 0,-643-2 0,-1-2 0,57-13 0,24-3 0,-70 13 0,-4 1 0,67 0 0,-119 7 0,3 1 0,-1 0 0,0-1 0,1 0 0,-1-1 0,0 0 0,0-1 0,0 0 0,1 0 0,-2-1 0,1 0 0,0-1 0,-1 0 0,1-1 0,12-8 0,-7 3 0,0 1 0,0 0 0,0 1 0,1 1 0,1 1 0,-1 0 0,1 1 0,0 1 0,19-3 0,-11 4 0,1 2 0,0 1 0,0 1 0,-1 0 0,39 9 0,-16-3 41,-1-3-1,77-3 1,-75-2-537,-1 2 0,71 10 1,-97-6-6331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58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24575,'24'-2'0,"0"0"0,-1-1 0,0-1 0,35-12 0,-30 9 0,5 0 0,0 2 0,53-2 0,4 0 0,-14-4 0,-14 1 0,93-2 0,-23 11 0,175 4 0,-261 3 0,1 1 0,58 18 0,31 5 0,-68-20 0,135 3 0,-70-11 0,106-5 0,-81-20 0,-39 2 0,-76 13 0,0 1 0,73-3 0,46 9 0,139 4 0,-201 8 0,36 1 0,-124-12-170,-1 1-1,1 1 0,-1 0 1,0 0-1,0 1 0,0 0 1,14 7-1,-6-2-6655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58.2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26 24575,'40'3'0,"0"1"0,1 3 0,-2 1 0,1 2 0,-1 1 0,47 22 0,82 22 0,-139-50 0,0-2 0,0 0 0,0-2 0,46-4 0,-3 1 0,-46 1 0,0-2 0,0 0 0,-1-1 0,34-11 0,99-40 0,-117 38 0,1 2 0,0 1 0,1 3 0,74-11 0,240 19 0,-184 6 0,135 8 0,11 0 0,-269-9 0,79 13 0,-125-14 0,72 5 0,0-2 0,77-7 0,-23 1 0,-101 0 0,-1 0 0,35-8 0,-41 6 0,19-1-1365,-23 4-5461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58.2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0 115 24575,'41'0'0,"-1"-1"0,1-3 0,-1 0 0,52-14 0,-39 8 0,2 2 0,-1 3 0,1 2 0,94 8 0,-88-3 0,11 4 0,0 2 0,108 29 0,-168-34 0,58 13 0,-19-3 0,1-2 0,1-2 0,84 3 0,560-13 0,-643-2 0,-1-2 0,57-13 0,24-3 0,-70 13 0,-4 1 0,67 0 0,-119 7 0,3 1 0,-1 0 0,0-1 0,1 0 0,-1-1 0,0 0 0,0-1 0,0 0 0,1 0 0,-2-1 0,1 0 0,0-1 0,-1 0 0,1-1 0,12-8 0,-7 3 0,0 1 0,0 0 0,0 1 0,1 1 0,1 1 0,-1 0 0,1 1 0,0 1 0,19-3 0,-11 4 0,1 2 0,0 1 0,0 1 0,-1 0 0,39 9 0,-16-3 41,-1-3-1,77-3 1,-75-2-537,-1 2 0,71 10 1,-97-6-6331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9:21.3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 24575,'131'1'0,"352"-16"0,-135 6 0,-253 9 0,-70 3 0,-1 1 0,1 1 0,-1 1 0,0 0 0,0 2 0,-1 1 0,24 14 0,4-2 0,-20-7 0,-15-7 0,0 0 0,0-1 0,0-1 0,0 0 0,1-1 0,0-1 0,20 1 0,271-4 0,-130-2 0,-147 0 0,48-8 0,16-1 0,-56 9 0,65 0 0,-93 2 0,-1 1 0,1 0 0,-1 1 0,1 1 0,-1-1 0,0 2 0,13 5 0,11 6 0,1-2 0,-1-1 0,2-2 0,0-2 0,0-1 0,0-1 0,1-2 0,0-2 0,-1-1 0,55-6 0,-72 2 0,0-1 0,-1 0 0,21-8 0,-23 6 0,1 1 0,-1 1 0,1 1 0,28-3 0,-33 6 0,228 2 0,-194 7-1365,-23-4-5461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6.png"/><Relationship Id="rId18" Type="http://schemas.openxmlformats.org/officeDocument/2006/relationships/customXml" Target="../ink/ink9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6.xml"/><Relationship Id="rId17" Type="http://schemas.openxmlformats.org/officeDocument/2006/relationships/image" Target="../media/image1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5.xml"/><Relationship Id="rId19" Type="http://schemas.openxmlformats.org/officeDocument/2006/relationships/image" Target="../media/image19.png"/><Relationship Id="rId4" Type="http://schemas.openxmlformats.org/officeDocument/2006/relationships/customXml" Target="../ink/ink2.xml"/><Relationship Id="rId9" Type="http://schemas.openxmlformats.org/officeDocument/2006/relationships/image" Target="../media/image14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21.png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customXml" Target="../ink/ink21.xml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customXml" Target="../ink/ink20.xml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customXml" Target="../ink/ink23.xml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26.png"/><Relationship Id="rId14" Type="http://schemas.openxmlformats.org/officeDocument/2006/relationships/customXml" Target="../ink/ink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scope.org/genomescope2.0/" TargetMode="External"/><Relationship Id="rId2" Type="http://schemas.openxmlformats.org/officeDocument/2006/relationships/hyperlink" Target="http://genomescope.org/genomescope2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Week 6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</a:t>
            </a:r>
            <a:r>
              <a:rPr lang="en-US" sz="2400"/>
              <a:t>BME 580.417/707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EA24-C3A4-A878-2C73-E2364247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9DBC-38FF-8DC1-B604-5200FCA0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E7E09-2870-EB94-CAD7-37A4FE62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FBDE18-75DD-F1AA-611E-243DEDB7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40920"/>
            <a:ext cx="10239426" cy="247749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you are done with contigs, you can </a:t>
            </a:r>
            <a:r>
              <a:rPr lang="en-US" i="1" dirty="0"/>
              <a:t>scaffold</a:t>
            </a:r>
          </a:p>
          <a:p>
            <a:r>
              <a:rPr lang="en-US" i="1" dirty="0"/>
              <a:t>Scaffolding</a:t>
            </a:r>
            <a:r>
              <a:rPr lang="en-US" dirty="0"/>
              <a:t> refers to a process of building </a:t>
            </a:r>
            <a:r>
              <a:rPr lang="en-US" i="1" dirty="0"/>
              <a:t>scaffolds</a:t>
            </a:r>
            <a:r>
              <a:rPr lang="en-US" dirty="0"/>
              <a:t> – ordered and oriented sets of contigs</a:t>
            </a:r>
          </a:p>
          <a:p>
            <a:r>
              <a:rPr lang="en-US" dirty="0"/>
              <a:t>We can use:</a:t>
            </a:r>
          </a:p>
          <a:p>
            <a:pPr lvl="1"/>
            <a:r>
              <a:rPr lang="en-US" dirty="0"/>
              <a:t>Additional long reads</a:t>
            </a:r>
          </a:p>
          <a:p>
            <a:pPr lvl="1"/>
            <a:r>
              <a:rPr lang="en-US" dirty="0"/>
              <a:t>Paired end reads</a:t>
            </a:r>
          </a:p>
          <a:p>
            <a:pPr lvl="1"/>
            <a:r>
              <a:rPr lang="en-US" dirty="0" err="1"/>
              <a:t>HiC</a:t>
            </a:r>
            <a:r>
              <a:rPr lang="en-US" dirty="0"/>
              <a:t> reads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970EB-D1B0-5286-F130-D0CFBC03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3" y="4218418"/>
            <a:ext cx="9602540" cy="447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65CB1-CB69-A5AB-3BF3-FCBDC598F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0" y="5210776"/>
            <a:ext cx="8869013" cy="85737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4F3277-8859-7E2D-298F-1CA94BEFBA68}"/>
              </a:ext>
            </a:extLst>
          </p:cNvPr>
          <p:cNvCxnSpPr/>
          <p:nvPr/>
        </p:nvCxnSpPr>
        <p:spPr>
          <a:xfrm>
            <a:off x="2564535" y="5297717"/>
            <a:ext cx="91623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9B3BA0-7E3B-EAE8-36C6-1C5FACEFE21A}"/>
              </a:ext>
            </a:extLst>
          </p:cNvPr>
          <p:cNvCxnSpPr/>
          <p:nvPr/>
        </p:nvCxnSpPr>
        <p:spPr>
          <a:xfrm>
            <a:off x="7451095" y="5603127"/>
            <a:ext cx="916230" cy="0"/>
          </a:xfrm>
          <a:prstGeom prst="line">
            <a:avLst/>
          </a:prstGeom>
          <a:ln w="349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9BB2F38-EF51-2026-273D-73EAA0D6419E}"/>
              </a:ext>
            </a:extLst>
          </p:cNvPr>
          <p:cNvSpPr/>
          <p:nvPr/>
        </p:nvSpPr>
        <p:spPr>
          <a:xfrm>
            <a:off x="3002771" y="4747434"/>
            <a:ext cx="5044141" cy="843037"/>
          </a:xfrm>
          <a:custGeom>
            <a:avLst/>
            <a:gdLst>
              <a:gd name="connsiteX0" fmla="*/ 0 w 5044141"/>
              <a:gd name="connsiteY0" fmla="*/ 526284 h 843037"/>
              <a:gd name="connsiteX1" fmla="*/ 2904565 w 5044141"/>
              <a:gd name="connsiteY1" fmla="*/ 6332 h 843037"/>
              <a:gd name="connsiteX2" fmla="*/ 5044141 w 5044141"/>
              <a:gd name="connsiteY2" fmla="*/ 843037 h 84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4141" h="843037">
                <a:moveTo>
                  <a:pt x="0" y="526284"/>
                </a:moveTo>
                <a:cubicBezTo>
                  <a:pt x="1031937" y="239912"/>
                  <a:pt x="2063875" y="-46460"/>
                  <a:pt x="2904565" y="6332"/>
                </a:cubicBezTo>
                <a:cubicBezTo>
                  <a:pt x="3745255" y="59124"/>
                  <a:pt x="4677584" y="664739"/>
                  <a:pt x="5044141" y="843037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E7451B-6732-C20E-F347-E0F797BD6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750" y="6512740"/>
            <a:ext cx="3696216" cy="200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2FC39A-E83F-DF80-FE94-4371C7DC3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188" y="6519905"/>
            <a:ext cx="4067743" cy="2000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1BE8FD-2A5B-D07F-5D48-110B69B0C0D5}"/>
              </a:ext>
            </a:extLst>
          </p:cNvPr>
          <p:cNvSpPr txBox="1"/>
          <p:nvPr/>
        </p:nvSpPr>
        <p:spPr>
          <a:xfrm>
            <a:off x="5179809" y="6428100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NNNNNN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CB522-D028-6792-1FAD-C7C847B53A62}"/>
              </a:ext>
            </a:extLst>
          </p:cNvPr>
          <p:cNvSpPr txBox="1"/>
          <p:nvPr/>
        </p:nvSpPr>
        <p:spPr>
          <a:xfrm>
            <a:off x="5179730" y="6206727"/>
            <a:ext cx="926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Scaffold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4C040A-A88C-BD04-F132-DFC53818E4C2}"/>
              </a:ext>
            </a:extLst>
          </p:cNvPr>
          <p:cNvCxnSpPr/>
          <p:nvPr/>
        </p:nvCxnSpPr>
        <p:spPr>
          <a:xfrm>
            <a:off x="2884948" y="5557239"/>
            <a:ext cx="91623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F43D08-C9D2-30BA-23F6-4793224DD5D2}"/>
              </a:ext>
            </a:extLst>
          </p:cNvPr>
          <p:cNvCxnSpPr/>
          <p:nvPr/>
        </p:nvCxnSpPr>
        <p:spPr>
          <a:xfrm>
            <a:off x="7639726" y="5297717"/>
            <a:ext cx="916230" cy="0"/>
          </a:xfrm>
          <a:prstGeom prst="line">
            <a:avLst/>
          </a:prstGeom>
          <a:ln w="349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F27FA3-F75B-605B-CABB-A6166E754AC2}"/>
              </a:ext>
            </a:extLst>
          </p:cNvPr>
          <p:cNvSpPr/>
          <p:nvPr/>
        </p:nvSpPr>
        <p:spPr>
          <a:xfrm rot="10800000" flipV="1">
            <a:off x="3397234" y="4694793"/>
            <a:ext cx="4506989" cy="857370"/>
          </a:xfrm>
          <a:custGeom>
            <a:avLst/>
            <a:gdLst>
              <a:gd name="connsiteX0" fmla="*/ 0 w 5044141"/>
              <a:gd name="connsiteY0" fmla="*/ 526284 h 843037"/>
              <a:gd name="connsiteX1" fmla="*/ 2904565 w 5044141"/>
              <a:gd name="connsiteY1" fmla="*/ 6332 h 843037"/>
              <a:gd name="connsiteX2" fmla="*/ 5044141 w 5044141"/>
              <a:gd name="connsiteY2" fmla="*/ 843037 h 84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4141" h="843037">
                <a:moveTo>
                  <a:pt x="0" y="526284"/>
                </a:moveTo>
                <a:cubicBezTo>
                  <a:pt x="1031937" y="239912"/>
                  <a:pt x="2063875" y="-46460"/>
                  <a:pt x="2904565" y="6332"/>
                </a:cubicBezTo>
                <a:cubicBezTo>
                  <a:pt x="3745255" y="59124"/>
                  <a:pt x="4677584" y="664739"/>
                  <a:pt x="5044141" y="843037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7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90EB-9966-BE1C-5975-585164554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F369-7CD2-2EC4-5171-6169D8CA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421C-9055-BF20-C31D-E501752B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7F488-B8D0-0670-16BE-54172E0BF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40920"/>
            <a:ext cx="9921793" cy="30043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you are done with contigs, you can </a:t>
            </a:r>
            <a:r>
              <a:rPr lang="en-US" i="1" dirty="0"/>
              <a:t>scaffold</a:t>
            </a:r>
          </a:p>
          <a:p>
            <a:r>
              <a:rPr lang="en-US" i="1" dirty="0"/>
              <a:t>Scaffolding</a:t>
            </a:r>
            <a:r>
              <a:rPr lang="en-US" dirty="0"/>
              <a:t> refers to a process of building </a:t>
            </a:r>
            <a:r>
              <a:rPr lang="en-US" i="1" dirty="0"/>
              <a:t>scaffolds</a:t>
            </a:r>
            <a:r>
              <a:rPr lang="en-US" dirty="0"/>
              <a:t> – ordered and oriented sets of contigs</a:t>
            </a:r>
          </a:p>
          <a:p>
            <a:r>
              <a:rPr lang="en-US" dirty="0"/>
              <a:t>We can use:</a:t>
            </a:r>
          </a:p>
          <a:p>
            <a:pPr lvl="1"/>
            <a:r>
              <a:rPr lang="en-US" dirty="0"/>
              <a:t>Additional long reads</a:t>
            </a:r>
          </a:p>
          <a:p>
            <a:pPr lvl="1"/>
            <a:r>
              <a:rPr lang="en-US" dirty="0"/>
              <a:t>Paired end reads</a:t>
            </a:r>
          </a:p>
          <a:p>
            <a:pPr lvl="1"/>
            <a:r>
              <a:rPr lang="en-US" dirty="0" err="1"/>
              <a:t>HiC</a:t>
            </a:r>
            <a:r>
              <a:rPr lang="en-US" dirty="0"/>
              <a:t> reads</a:t>
            </a:r>
          </a:p>
          <a:p>
            <a:pPr lvl="1"/>
            <a:endParaRPr lang="en-US" dirty="0"/>
          </a:p>
          <a:p>
            <a:r>
              <a:rPr lang="en-US" dirty="0"/>
              <a:t>Scaffolds are typically the </a:t>
            </a:r>
            <a:r>
              <a:rPr lang="en-US" u="sng" dirty="0"/>
              <a:t>final product</a:t>
            </a:r>
            <a:r>
              <a:rPr lang="en-US" dirty="0"/>
              <a:t> of an assembly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77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8516-68D3-967C-68D1-D0C2A10E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03D1-A327-51CD-08AD-A6888A85A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2" y="1769795"/>
            <a:ext cx="10972800" cy="48812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Building scaffolds typically involves building a </a:t>
            </a:r>
            <a:r>
              <a:rPr lang="en-US" i="1" dirty="0"/>
              <a:t>graph</a:t>
            </a:r>
            <a:r>
              <a:rPr lang="en-US" dirty="0"/>
              <a:t> of connected contigs</a:t>
            </a:r>
          </a:p>
          <a:p>
            <a:endParaRPr lang="en-US" dirty="0"/>
          </a:p>
          <a:p>
            <a:r>
              <a:rPr lang="en-US" dirty="0"/>
              <a:t>In a scaffold graph, each node usually denotes a contig, and each edge is a link between contigs</a:t>
            </a:r>
          </a:p>
          <a:p>
            <a:pPr lvl="1"/>
            <a:r>
              <a:rPr lang="en-US" dirty="0"/>
              <a:t>Edge could (or could not) contain mutual orientation between contigs</a:t>
            </a:r>
          </a:p>
          <a:p>
            <a:pPr lvl="1"/>
            <a:r>
              <a:rPr lang="en-US" dirty="0"/>
              <a:t>Edge could (or could not) contain distance between contigs</a:t>
            </a:r>
          </a:p>
          <a:p>
            <a:endParaRPr lang="en-US" dirty="0"/>
          </a:p>
          <a:p>
            <a:r>
              <a:rPr lang="en-US" dirty="0"/>
              <a:t>In constructing a scaffold graph, the most important issues are how to determine whether to add an edge between two contigs, and how to set the edge weights </a:t>
            </a:r>
          </a:p>
          <a:p>
            <a:endParaRPr lang="en-US" dirty="0"/>
          </a:p>
          <a:p>
            <a:r>
              <a:rPr lang="en-US" dirty="0"/>
              <a:t>The weight of an edge reflects the reliability of the edge. For example, one can use the number of linking read pairs as a weight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E386E-DB70-E7E9-1B27-79E9A10E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3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E278-0872-6D70-4F19-EF039D62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6DE64-94F1-288C-4AF9-F91B59994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must also remember that a scaffold is a linear structure: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062F8-15CC-0738-C476-74B3BBF6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9DE579-D9BE-A26B-D247-C36830A6301E}"/>
              </a:ext>
            </a:extLst>
          </p:cNvPr>
          <p:cNvCxnSpPr/>
          <p:nvPr/>
        </p:nvCxnSpPr>
        <p:spPr>
          <a:xfrm>
            <a:off x="1520792" y="3907857"/>
            <a:ext cx="12031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DC4860-CC8C-B981-1490-2674E0FB65F8}"/>
              </a:ext>
            </a:extLst>
          </p:cNvPr>
          <p:cNvCxnSpPr>
            <a:cxnSpLocks/>
          </p:cNvCxnSpPr>
          <p:nvPr/>
        </p:nvCxnSpPr>
        <p:spPr>
          <a:xfrm>
            <a:off x="3165107" y="4186990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DADF39-1D7F-DB3A-C5F5-F5E1C5618402}"/>
              </a:ext>
            </a:extLst>
          </p:cNvPr>
          <p:cNvCxnSpPr>
            <a:cxnSpLocks/>
          </p:cNvCxnSpPr>
          <p:nvPr/>
        </p:nvCxnSpPr>
        <p:spPr>
          <a:xfrm>
            <a:off x="5829700" y="440676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828800-22FE-98BF-C43A-8D541E77FD48}"/>
              </a:ext>
            </a:extLst>
          </p:cNvPr>
          <p:cNvCxnSpPr>
            <a:cxnSpLocks/>
          </p:cNvCxnSpPr>
          <p:nvPr/>
        </p:nvCxnSpPr>
        <p:spPr>
          <a:xfrm>
            <a:off x="6193856" y="3895023"/>
            <a:ext cx="11502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BEB320-7C09-70C7-9D9C-D978D6034BD8}"/>
              </a:ext>
            </a:extLst>
          </p:cNvPr>
          <p:cNvCxnSpPr>
            <a:cxnSpLocks/>
          </p:cNvCxnSpPr>
          <p:nvPr/>
        </p:nvCxnSpPr>
        <p:spPr>
          <a:xfrm>
            <a:off x="2056598" y="363674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F017064-8DE6-EA4C-022C-E318A2C1D56F}"/>
                  </a:ext>
                </a:extLst>
              </p14:cNvPr>
              <p14:cNvContentPartPr/>
              <p14:nvPr/>
            </p14:nvContentPartPr>
            <p14:xfrm>
              <a:off x="3445579" y="3435006"/>
              <a:ext cx="1257840" cy="76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F017064-8DE6-EA4C-022C-E318A2C1D5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9459" y="3428886"/>
                <a:ext cx="1270080" cy="7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EF884A0-C835-8F18-1A7A-5A0294B97207}"/>
                  </a:ext>
                </a:extLst>
              </p14:cNvPr>
              <p14:cNvContentPartPr/>
              <p14:nvPr/>
            </p14:nvContentPartPr>
            <p14:xfrm>
              <a:off x="2165059" y="3799326"/>
              <a:ext cx="1983600" cy="39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EF884A0-C835-8F18-1A7A-5A0294B972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8939" y="3793206"/>
                <a:ext cx="19958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A410DCD-AAC3-4E51-5FBD-64D4030923A0}"/>
                  </a:ext>
                </a:extLst>
              </p14:cNvPr>
              <p14:cNvContentPartPr/>
              <p14:nvPr/>
            </p14:nvContentPartPr>
            <p14:xfrm>
              <a:off x="4898899" y="3415926"/>
              <a:ext cx="2030040" cy="790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A410DCD-AAC3-4E51-5FBD-64D4030923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92779" y="3409806"/>
                <a:ext cx="2042280" cy="80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53CE28-9848-193F-25AA-DE0BDDCAC912}"/>
                  </a:ext>
                </a:extLst>
              </p14:cNvPr>
              <p14:cNvContentPartPr/>
              <p14:nvPr/>
            </p14:nvContentPartPr>
            <p14:xfrm>
              <a:off x="4530619" y="4021806"/>
              <a:ext cx="2361240" cy="3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53CE28-9848-193F-25AA-DE0BDDCAC9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24499" y="4015686"/>
                <a:ext cx="2373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8C07575-A0F7-2477-1F9C-E3E8F6B96131}"/>
                  </a:ext>
                </a:extLst>
              </p14:cNvPr>
              <p14:cNvContentPartPr/>
              <p14:nvPr/>
            </p14:nvContentPartPr>
            <p14:xfrm>
              <a:off x="3070099" y="3031086"/>
              <a:ext cx="3562560" cy="84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8C07575-A0F7-2477-1F9C-E3E8F6B961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63979" y="3024966"/>
                <a:ext cx="3574800" cy="85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C0D0C79-A318-8752-F8E9-90E2023339DE}"/>
              </a:ext>
            </a:extLst>
          </p:cNvPr>
          <p:cNvGrpSpPr/>
          <p:nvPr/>
        </p:nvGrpSpPr>
        <p:grpSpPr>
          <a:xfrm>
            <a:off x="4157659" y="3329886"/>
            <a:ext cx="1458720" cy="494280"/>
            <a:chOff x="4157659" y="3329886"/>
            <a:chExt cx="145872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B0C7F6F-BC9F-5235-3F4C-3E90CA08FD88}"/>
                    </a:ext>
                  </a:extLst>
                </p14:cNvPr>
                <p14:cNvContentPartPr/>
                <p14:nvPr/>
              </p14:nvContentPartPr>
              <p14:xfrm>
                <a:off x="5168539" y="3561006"/>
                <a:ext cx="447840" cy="11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B0C7F6F-BC9F-5235-3F4C-3E90CA08FD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2419" y="3554886"/>
                  <a:ext cx="460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C08306-6897-B09B-5790-CB98BE82CBA0}"/>
                    </a:ext>
                  </a:extLst>
                </p14:cNvPr>
                <p14:cNvContentPartPr/>
                <p14:nvPr/>
              </p14:nvContentPartPr>
              <p14:xfrm>
                <a:off x="5393179" y="3397566"/>
                <a:ext cx="112320" cy="426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C08306-6897-B09B-5790-CB98BE82CB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87059" y="3391446"/>
                  <a:ext cx="1245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AA58A2-E576-BE74-5E8F-D1F3861D6E6F}"/>
                    </a:ext>
                  </a:extLst>
                </p14:cNvPr>
                <p14:cNvContentPartPr/>
                <p14:nvPr/>
              </p14:nvContentPartPr>
              <p14:xfrm>
                <a:off x="4254139" y="3329886"/>
                <a:ext cx="188280" cy="419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AA58A2-E576-BE74-5E8F-D1F3861D6E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48019" y="3323766"/>
                  <a:ext cx="2005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7E2F7C-0234-4412-192E-38EDC0F16D39}"/>
                    </a:ext>
                  </a:extLst>
                </p14:cNvPr>
                <p14:cNvContentPartPr/>
                <p14:nvPr/>
              </p14:nvContentPartPr>
              <p14:xfrm>
                <a:off x="4157659" y="3551286"/>
                <a:ext cx="447480" cy="1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7E2F7C-0234-4412-192E-38EDC0F16D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1539" y="3545166"/>
                  <a:ext cx="459720" cy="2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29BEFB56-428D-458E-B3C9-3A99DA9D3632}"/>
              </a:ext>
            </a:extLst>
          </p:cNvPr>
          <p:cNvSpPr/>
          <p:nvPr/>
        </p:nvSpPr>
        <p:spPr>
          <a:xfrm>
            <a:off x="4363770" y="3907857"/>
            <a:ext cx="869929" cy="50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3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EC97-BD2B-33DB-8C66-971A7D2C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2900-3D04-B625-D9DE-F4A27624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3513-E6AE-6A3B-0D97-D4FDFE3C2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One must also remember that a scaffold is a linear structure: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use greedy approach: </a:t>
            </a:r>
          </a:p>
          <a:p>
            <a:pPr lvl="1"/>
            <a:r>
              <a:rPr lang="en-US" dirty="0"/>
              <a:t>choose the highest weight edge</a:t>
            </a:r>
          </a:p>
          <a:p>
            <a:pPr lvl="1"/>
            <a:r>
              <a:rPr lang="en-US" dirty="0"/>
              <a:t>keep adding edges unless there is a conflict (e.g. two non-overlapping contigs on top of each other)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690BF-510A-1304-F08F-00750A9D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9454D8-C5D9-C645-C22E-79492A0EE231}"/>
              </a:ext>
            </a:extLst>
          </p:cNvPr>
          <p:cNvCxnSpPr/>
          <p:nvPr/>
        </p:nvCxnSpPr>
        <p:spPr>
          <a:xfrm>
            <a:off x="1520792" y="3907857"/>
            <a:ext cx="12031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8FD0FA-E445-E33C-9A83-41969C976CC3}"/>
              </a:ext>
            </a:extLst>
          </p:cNvPr>
          <p:cNvCxnSpPr>
            <a:cxnSpLocks/>
          </p:cNvCxnSpPr>
          <p:nvPr/>
        </p:nvCxnSpPr>
        <p:spPr>
          <a:xfrm>
            <a:off x="3165107" y="4186990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DF8708-623F-6EF2-F304-3922AB726555}"/>
              </a:ext>
            </a:extLst>
          </p:cNvPr>
          <p:cNvCxnSpPr>
            <a:cxnSpLocks/>
          </p:cNvCxnSpPr>
          <p:nvPr/>
        </p:nvCxnSpPr>
        <p:spPr>
          <a:xfrm>
            <a:off x="5829700" y="440676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7C7860-5130-0D2E-81C9-2FF60824F916}"/>
              </a:ext>
            </a:extLst>
          </p:cNvPr>
          <p:cNvCxnSpPr>
            <a:cxnSpLocks/>
          </p:cNvCxnSpPr>
          <p:nvPr/>
        </p:nvCxnSpPr>
        <p:spPr>
          <a:xfrm>
            <a:off x="6193856" y="3895023"/>
            <a:ext cx="11502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B415D-02D4-54EF-DEAE-0491CA934CD3}"/>
              </a:ext>
            </a:extLst>
          </p:cNvPr>
          <p:cNvCxnSpPr>
            <a:cxnSpLocks/>
          </p:cNvCxnSpPr>
          <p:nvPr/>
        </p:nvCxnSpPr>
        <p:spPr>
          <a:xfrm>
            <a:off x="2056598" y="363674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ABEF306-A78B-9FFD-476E-C479A59476F0}"/>
                  </a:ext>
                </a:extLst>
              </p14:cNvPr>
              <p14:cNvContentPartPr/>
              <p14:nvPr/>
            </p14:nvContentPartPr>
            <p14:xfrm>
              <a:off x="2165059" y="3799326"/>
              <a:ext cx="1983600" cy="39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ABEF306-A78B-9FFD-476E-C479A59476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8938" y="3793206"/>
                <a:ext cx="1995842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7CD5A8-0BF3-AE82-C012-4FEDB9759570}"/>
                  </a:ext>
                </a:extLst>
              </p14:cNvPr>
              <p14:cNvContentPartPr/>
              <p14:nvPr/>
            </p14:nvContentPartPr>
            <p14:xfrm>
              <a:off x="4530619" y="4021806"/>
              <a:ext cx="2361240" cy="3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7CD5A8-0BF3-AE82-C012-4FEDB97595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4499" y="4015686"/>
                <a:ext cx="2373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1B33AF-92DD-333C-9EA0-E5AC41C4C1ED}"/>
                  </a:ext>
                </a:extLst>
              </p14:cNvPr>
              <p14:cNvContentPartPr/>
              <p14:nvPr/>
            </p14:nvContentPartPr>
            <p14:xfrm>
              <a:off x="3070099" y="3031086"/>
              <a:ext cx="3562560" cy="84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1B33AF-92DD-333C-9EA0-E5AC41C4C1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3979" y="3024966"/>
                <a:ext cx="3574800" cy="85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290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6335-17CA-09AE-E823-67E89053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55B2-69C6-CB18-38D9-EB76E401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9BA9-AC5E-1FBC-9F52-B7440E7C4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must also remember that a scaffold is a linear structure: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6F85B-A58B-E130-7394-EC7D48A7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3F931-E661-4F7C-3535-A57F73BB51B0}"/>
              </a:ext>
            </a:extLst>
          </p:cNvPr>
          <p:cNvCxnSpPr/>
          <p:nvPr/>
        </p:nvCxnSpPr>
        <p:spPr>
          <a:xfrm>
            <a:off x="130045" y="3741174"/>
            <a:ext cx="12031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7AD007-0DED-EFCE-D278-6CCAF906A996}"/>
              </a:ext>
            </a:extLst>
          </p:cNvPr>
          <p:cNvCxnSpPr>
            <a:cxnSpLocks/>
          </p:cNvCxnSpPr>
          <p:nvPr/>
        </p:nvCxnSpPr>
        <p:spPr>
          <a:xfrm>
            <a:off x="1774360" y="4020307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B201F3-0851-015A-27C5-D01AE75FA8EA}"/>
              </a:ext>
            </a:extLst>
          </p:cNvPr>
          <p:cNvCxnSpPr>
            <a:cxnSpLocks/>
          </p:cNvCxnSpPr>
          <p:nvPr/>
        </p:nvCxnSpPr>
        <p:spPr>
          <a:xfrm>
            <a:off x="4438953" y="4240083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2280B4-98CE-F630-103C-7B45D714529A}"/>
              </a:ext>
            </a:extLst>
          </p:cNvPr>
          <p:cNvCxnSpPr>
            <a:cxnSpLocks/>
          </p:cNvCxnSpPr>
          <p:nvPr/>
        </p:nvCxnSpPr>
        <p:spPr>
          <a:xfrm>
            <a:off x="10746605" y="4240083"/>
            <a:ext cx="11502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74FCEE-3E38-89E2-CAE4-CC5899A8FD85}"/>
              </a:ext>
            </a:extLst>
          </p:cNvPr>
          <p:cNvCxnSpPr>
            <a:cxnSpLocks/>
          </p:cNvCxnSpPr>
          <p:nvPr/>
        </p:nvCxnSpPr>
        <p:spPr>
          <a:xfrm>
            <a:off x="6609347" y="398180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2477A4A-6961-6D6E-819A-6A2CE60DD5E2}"/>
                  </a:ext>
                </a:extLst>
              </p14:cNvPr>
              <p14:cNvContentPartPr/>
              <p14:nvPr/>
            </p14:nvContentPartPr>
            <p14:xfrm>
              <a:off x="774312" y="3632643"/>
              <a:ext cx="1983600" cy="39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2477A4A-6961-6D6E-819A-6A2CE60DD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191" y="3626523"/>
                <a:ext cx="1995842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85408A-5B8B-54F1-DF7B-6BCD63BB524A}"/>
                  </a:ext>
                </a:extLst>
              </p14:cNvPr>
              <p14:cNvContentPartPr/>
              <p14:nvPr/>
            </p14:nvContentPartPr>
            <p14:xfrm>
              <a:off x="3139872" y="3855123"/>
              <a:ext cx="2361240" cy="3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85408A-5B8B-54F1-DF7B-6BCD63BB52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3752" y="3849003"/>
                <a:ext cx="2373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6278CC-7FBA-31C5-FB01-0A2A3681A495}"/>
                  </a:ext>
                </a:extLst>
              </p14:cNvPr>
              <p14:cNvContentPartPr/>
              <p14:nvPr/>
            </p14:nvContentPartPr>
            <p14:xfrm>
              <a:off x="7622848" y="3376146"/>
              <a:ext cx="3562560" cy="84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6278CC-7FBA-31C5-FB01-0A2A3681A4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6728" y="3370026"/>
                <a:ext cx="3574800" cy="85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26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6500-20DD-5DBB-BD70-30BE3311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FBCCA-663D-7473-6112-1D89D1146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76831"/>
          </a:xfrm>
        </p:spPr>
        <p:txBody>
          <a:bodyPr/>
          <a:lstStyle/>
          <a:p>
            <a:r>
              <a:rPr lang="en-US" dirty="0"/>
              <a:t>Produce file containing five columns:</a:t>
            </a:r>
            <a:br>
              <a:rPr lang="en-US" dirty="0"/>
            </a:br>
            <a:r>
              <a:rPr lang="en-US" dirty="0"/>
              <a:t>scaffold1 scaffold2 weight distance orientation</a:t>
            </a:r>
            <a:br>
              <a:rPr lang="en-US" dirty="0"/>
            </a:br>
            <a:r>
              <a:rPr lang="en-US" dirty="0"/>
              <a:t>…</a:t>
            </a:r>
          </a:p>
          <a:p>
            <a:r>
              <a:rPr lang="en-US" dirty="0"/>
              <a:t>Make sure the “distance” does not place scaffolds on top of each other in any line</a:t>
            </a:r>
          </a:p>
          <a:p>
            <a:r>
              <a:rPr lang="en-US" dirty="0"/>
              <a:t>Sort by weight</a:t>
            </a:r>
          </a:p>
          <a:p>
            <a:r>
              <a:rPr lang="en-US" dirty="0"/>
              <a:t>Use greedy algorithm: choose the line with the highest weight, record the merge</a:t>
            </a:r>
          </a:p>
          <a:p>
            <a:r>
              <a:rPr lang="en-US" dirty="0"/>
              <a:t>Choose the line with the next highest weight and merge</a:t>
            </a:r>
            <a:r>
              <a:rPr lang="en-US"/>
              <a:t>…etc.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B3750-C657-19AA-2676-7B55D9E5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8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423D-4484-3F65-D8B5-8EE04CFF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Errors in genome assemblies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D349-F89E-FD69-9964-FBA923DD6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Repeats in the genome and errors in the reads cause errors</a:t>
            </a:r>
          </a:p>
          <a:p>
            <a:endParaRPr lang="en-US" dirty="0"/>
          </a:p>
          <a:p>
            <a:r>
              <a:rPr lang="en-US" dirty="0"/>
              <a:t>Large scale structural errors:</a:t>
            </a:r>
          </a:p>
          <a:p>
            <a:pPr lvl="1"/>
            <a:r>
              <a:rPr lang="en-US" dirty="0"/>
              <a:t>Chimeric contigs, contain two sequences erroneously merged</a:t>
            </a:r>
          </a:p>
          <a:p>
            <a:pPr lvl="1"/>
            <a:r>
              <a:rPr lang="en-US" dirty="0"/>
              <a:t>Insertions or deletions (e.g. wrong number of repeat copies)</a:t>
            </a:r>
          </a:p>
          <a:p>
            <a:endParaRPr lang="en-US" dirty="0"/>
          </a:p>
          <a:p>
            <a:r>
              <a:rPr lang="en-US" dirty="0"/>
              <a:t>Small scale errors</a:t>
            </a:r>
          </a:p>
          <a:p>
            <a:pPr lvl="1"/>
            <a:r>
              <a:rPr lang="en-US" dirty="0"/>
              <a:t>Insertions or deletions of up to 5-10 bases</a:t>
            </a:r>
          </a:p>
          <a:p>
            <a:pPr lvl="1"/>
            <a:r>
              <a:rPr lang="en-US" dirty="0"/>
              <a:t>Substitutions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51E34-9EF2-88F9-3254-27793F61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8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A8F5-D98F-C7A6-AC9A-2363FFDD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A23E-562C-1A80-26F5-5CB462C0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post-processing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02D2-295D-C5AB-5CD7-E6EEA2978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136"/>
          </a:xfrm>
        </p:spPr>
        <p:txBody>
          <a:bodyPr>
            <a:normAutofit/>
          </a:bodyPr>
          <a:lstStyle/>
          <a:p>
            <a:r>
              <a:rPr lang="en-US" dirty="0"/>
              <a:t>Detection and correction of structural errors</a:t>
            </a:r>
          </a:p>
          <a:p>
            <a:r>
              <a:rPr lang="en-US" dirty="0"/>
              <a:t>Premise: assembly must be </a:t>
            </a:r>
            <a:r>
              <a:rPr lang="en-US" u="sng" dirty="0"/>
              <a:t>consistent</a:t>
            </a:r>
            <a:r>
              <a:rPr lang="en-US" dirty="0"/>
              <a:t> with the reads</a:t>
            </a:r>
            <a:br>
              <a:rPr lang="en-US" dirty="0"/>
            </a:br>
            <a:endParaRPr lang="en-US" dirty="0"/>
          </a:p>
          <a:p>
            <a:r>
              <a:rPr lang="en-US" dirty="0"/>
              <a:t>Assemblers typically just output contigs, they do not report how these contigs were built from the reads</a:t>
            </a:r>
          </a:p>
          <a:p>
            <a:r>
              <a:rPr lang="en-US" dirty="0"/>
              <a:t>Once way to evaluate for structural errors is to align the </a:t>
            </a:r>
            <a:r>
              <a:rPr lang="en-US" u="sng" dirty="0"/>
              <a:t>original</a:t>
            </a:r>
            <a:r>
              <a:rPr lang="en-US" dirty="0"/>
              <a:t> reads to the assembled contigs and compute the coverage</a:t>
            </a:r>
          </a:p>
          <a:p>
            <a:pPr lvl="1"/>
            <a:r>
              <a:rPr lang="en-US" dirty="0"/>
              <a:t>Use a single alignment for each read (--secondary=no for </a:t>
            </a:r>
            <a:r>
              <a:rPr lang="en-US" dirty="0" err="1"/>
              <a:t>minimap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10202-F486-7116-F106-D3434251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7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80F83-0DAE-688E-A1C1-D0C59696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62AB-6E7D-43D8-5370-C8DECB02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post-processing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B0B7-8248-AB83-7796-B4E3F967F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Detection and correction of structural errors</a:t>
            </a:r>
          </a:p>
          <a:p>
            <a:r>
              <a:rPr lang="en-US" dirty="0"/>
              <a:t>1-2x coverage in the middle of a contig is always suspicious</a:t>
            </a:r>
          </a:p>
          <a:p>
            <a:pPr lvl="1"/>
            <a:r>
              <a:rPr lang="en-US" dirty="0"/>
              <a:t>Must confirm with other evidence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4BC04-11A0-4298-B8C9-E2509647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4075CF-09E6-E15C-CF35-10381AF1AD4E}"/>
              </a:ext>
            </a:extLst>
          </p:cNvPr>
          <p:cNvCxnSpPr>
            <a:cxnSpLocks/>
          </p:cNvCxnSpPr>
          <p:nvPr/>
        </p:nvCxnSpPr>
        <p:spPr>
          <a:xfrm>
            <a:off x="2080660" y="5131938"/>
            <a:ext cx="6567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CC3792-AEAD-94EF-AE87-2A061EF06F3C}"/>
              </a:ext>
            </a:extLst>
          </p:cNvPr>
          <p:cNvCxnSpPr/>
          <p:nvPr/>
        </p:nvCxnSpPr>
        <p:spPr>
          <a:xfrm>
            <a:off x="2080660" y="4584901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B54556-8388-38C6-CD6E-D831E1E3779C}"/>
              </a:ext>
            </a:extLst>
          </p:cNvPr>
          <p:cNvCxnSpPr/>
          <p:nvPr/>
        </p:nvCxnSpPr>
        <p:spPr>
          <a:xfrm>
            <a:off x="2491338" y="476617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2BDD61-7EEA-712F-7971-0AD12D4E5A5A}"/>
              </a:ext>
            </a:extLst>
          </p:cNvPr>
          <p:cNvCxnSpPr/>
          <p:nvPr/>
        </p:nvCxnSpPr>
        <p:spPr>
          <a:xfrm>
            <a:off x="3128209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0CA3D-D0B3-1BDC-D448-0247A78613A9}"/>
              </a:ext>
            </a:extLst>
          </p:cNvPr>
          <p:cNvCxnSpPr/>
          <p:nvPr/>
        </p:nvCxnSpPr>
        <p:spPr>
          <a:xfrm>
            <a:off x="3607868" y="4772593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B801C0-8F5B-7C22-54E7-A834B444302A}"/>
              </a:ext>
            </a:extLst>
          </p:cNvPr>
          <p:cNvCxnSpPr/>
          <p:nvPr/>
        </p:nvCxnSpPr>
        <p:spPr>
          <a:xfrm>
            <a:off x="4126028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A121D1-A48B-E254-5145-CE137B21C612}"/>
              </a:ext>
            </a:extLst>
          </p:cNvPr>
          <p:cNvCxnSpPr/>
          <p:nvPr/>
        </p:nvCxnSpPr>
        <p:spPr>
          <a:xfrm>
            <a:off x="4018546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BF3DDE-7315-D079-C659-807EC7FC219C}"/>
              </a:ext>
            </a:extLst>
          </p:cNvPr>
          <p:cNvCxnSpPr/>
          <p:nvPr/>
        </p:nvCxnSpPr>
        <p:spPr>
          <a:xfrm>
            <a:off x="4570394" y="4777405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095166-AE0E-3818-7CA8-42896052F71F}"/>
              </a:ext>
            </a:extLst>
          </p:cNvPr>
          <p:cNvCxnSpPr/>
          <p:nvPr/>
        </p:nvCxnSpPr>
        <p:spPr>
          <a:xfrm>
            <a:off x="2902016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9B7285-8380-169B-11A8-A660A5D26B1E}"/>
              </a:ext>
            </a:extLst>
          </p:cNvPr>
          <p:cNvCxnSpPr/>
          <p:nvPr/>
        </p:nvCxnSpPr>
        <p:spPr>
          <a:xfrm>
            <a:off x="5274644" y="4584901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7B58D3-66D5-5D93-3061-E72DC83C02DC}"/>
              </a:ext>
            </a:extLst>
          </p:cNvPr>
          <p:cNvCxnSpPr/>
          <p:nvPr/>
        </p:nvCxnSpPr>
        <p:spPr>
          <a:xfrm>
            <a:off x="5685322" y="476617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FF3334-ED8A-5A0A-C8D2-426296933E87}"/>
              </a:ext>
            </a:extLst>
          </p:cNvPr>
          <p:cNvCxnSpPr/>
          <p:nvPr/>
        </p:nvCxnSpPr>
        <p:spPr>
          <a:xfrm>
            <a:off x="6322193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2AF5831-4962-B877-ED0B-3175F9B81F78}"/>
              </a:ext>
            </a:extLst>
          </p:cNvPr>
          <p:cNvCxnSpPr/>
          <p:nvPr/>
        </p:nvCxnSpPr>
        <p:spPr>
          <a:xfrm>
            <a:off x="6801852" y="4772593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4AFC78-B9FA-7FE8-0524-D36AA64FD55B}"/>
              </a:ext>
            </a:extLst>
          </p:cNvPr>
          <p:cNvCxnSpPr/>
          <p:nvPr/>
        </p:nvCxnSpPr>
        <p:spPr>
          <a:xfrm>
            <a:off x="7320012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E6AD9C-3811-6D57-C8AD-94ABD73A9293}"/>
              </a:ext>
            </a:extLst>
          </p:cNvPr>
          <p:cNvCxnSpPr/>
          <p:nvPr/>
        </p:nvCxnSpPr>
        <p:spPr>
          <a:xfrm>
            <a:off x="7212530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0AAA77-2812-2C24-B9BE-BE2C43E4CF0D}"/>
              </a:ext>
            </a:extLst>
          </p:cNvPr>
          <p:cNvCxnSpPr/>
          <p:nvPr/>
        </p:nvCxnSpPr>
        <p:spPr>
          <a:xfrm>
            <a:off x="7764378" y="4777405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9E2C7C-8FD5-C173-989F-C49F01CB0191}"/>
              </a:ext>
            </a:extLst>
          </p:cNvPr>
          <p:cNvCxnSpPr/>
          <p:nvPr/>
        </p:nvCxnSpPr>
        <p:spPr>
          <a:xfrm>
            <a:off x="6096000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954E41-3AAE-EF4A-3E81-14001685D6FC}"/>
              </a:ext>
            </a:extLst>
          </p:cNvPr>
          <p:cNvCxnSpPr/>
          <p:nvPr/>
        </p:nvCxnSpPr>
        <p:spPr>
          <a:xfrm>
            <a:off x="5340130" y="4254433"/>
            <a:ext cx="0" cy="13667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8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45EC-A04D-BA63-6D05-F3E19902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find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848FB-0028-0C0B-869D-8FCE8A55F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390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K-</a:t>
            </a:r>
            <a:r>
              <a:rPr lang="en-US" dirty="0" err="1"/>
              <a:t>mers</a:t>
            </a:r>
            <a:r>
              <a:rPr lang="en-US" dirty="0"/>
              <a:t> in the assembly should the present in the reads</a:t>
            </a:r>
          </a:p>
          <a:p>
            <a:pPr lvl="1"/>
            <a:r>
              <a:rPr lang="en-US" dirty="0"/>
              <a:t>It is possible in low-coverage regions for a K-</a:t>
            </a:r>
            <a:r>
              <a:rPr lang="en-US" dirty="0" err="1"/>
              <a:t>mers</a:t>
            </a:r>
            <a:r>
              <a:rPr lang="en-US" dirty="0"/>
              <a:t> in assembly to not be found in any of the reads: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CATAGACATAGACA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AGCAG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AGA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lvl="1"/>
            <a:r>
              <a:rPr lang="en-US" dirty="0"/>
              <a:t>However, such cases are rare and thus they should be examined</a:t>
            </a:r>
          </a:p>
          <a:p>
            <a:endParaRPr lang="en-US" dirty="0"/>
          </a:p>
          <a:p>
            <a:r>
              <a:rPr lang="en-US" dirty="0"/>
              <a:t>K-</a:t>
            </a:r>
            <a:r>
              <a:rPr lang="en-US" dirty="0" err="1"/>
              <a:t>mers</a:t>
            </a:r>
            <a:r>
              <a:rPr lang="en-US" dirty="0"/>
              <a:t> in the reads that are around the mean coverage must be present in the 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DAD7A-8031-AEAA-7BA1-693B6BD1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5D93B-B22F-A25C-BF3F-E5EC32246F8A}"/>
              </a:ext>
            </a:extLst>
          </p:cNvPr>
          <p:cNvSpPr/>
          <p:nvPr/>
        </p:nvSpPr>
        <p:spPr>
          <a:xfrm>
            <a:off x="2512194" y="3080085"/>
            <a:ext cx="1809549" cy="12609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31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ABA8-0E19-BAF5-1D8E-578D7241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count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1CFC-A06B-C130-2B19-786084C06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150827" cy="4854364"/>
          </a:xfrm>
        </p:spPr>
        <p:txBody>
          <a:bodyPr>
            <a:noAutofit/>
          </a:bodyPr>
          <a:lstStyle/>
          <a:p>
            <a:r>
              <a:rPr lang="en-US" sz="2000" dirty="0"/>
              <a:t>Count occurrences of all K-</a:t>
            </a:r>
            <a:r>
              <a:rPr lang="en-US" sz="2000" dirty="0" err="1"/>
              <a:t>mers</a:t>
            </a:r>
            <a:r>
              <a:rPr lang="en-US" sz="2000" dirty="0"/>
              <a:t> in the reads (jellyfish count)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Bin the counts and plot histogram of how many K-</a:t>
            </a:r>
            <a:r>
              <a:rPr lang="en-US" sz="2000" dirty="0" err="1"/>
              <a:t>mers</a:t>
            </a:r>
            <a:r>
              <a:rPr lang="en-US" sz="2000" dirty="0"/>
              <a:t> have counts that fall into each bin (jellyfish </a:t>
            </a:r>
            <a:r>
              <a:rPr lang="en-US" sz="2000" dirty="0" err="1"/>
              <a:t>histo</a:t>
            </a:r>
            <a:r>
              <a:rPr lang="en-US" sz="2000" dirty="0"/>
              <a:t>)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Choose threshold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K-</a:t>
            </a:r>
            <a:r>
              <a:rPr lang="en-US" sz="2000" dirty="0" err="1"/>
              <a:t>mers</a:t>
            </a:r>
            <a:r>
              <a:rPr lang="en-US" sz="2000" dirty="0"/>
              <a:t> that occur in the reads with counts &gt; threshold must be in the assembly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Can use this technique to estimate genome size as </a:t>
            </a:r>
            <a:br>
              <a:rPr lang="en-US" sz="2000" dirty="0"/>
            </a:br>
            <a:r>
              <a:rPr lang="en-US" sz="2000" dirty="0"/>
              <a:t>(# of correct K-</a:t>
            </a:r>
            <a:r>
              <a:rPr lang="en-US" sz="2000" dirty="0" err="1"/>
              <a:t>mers</a:t>
            </a:r>
            <a:r>
              <a:rPr lang="en-US" sz="2000" dirty="0"/>
              <a:t>)/(K-mer coverage)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05741-2D6D-1F4A-47EE-892302F7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330C4-885F-A4B9-AD0D-F34F17038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67" y="1451774"/>
            <a:ext cx="6569233" cy="46954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9BC8DB-34F6-777E-9DE1-3A553C894F5D}"/>
              </a:ext>
            </a:extLst>
          </p:cNvPr>
          <p:cNvCxnSpPr/>
          <p:nvPr/>
        </p:nvCxnSpPr>
        <p:spPr>
          <a:xfrm>
            <a:off x="7825339" y="3118585"/>
            <a:ext cx="0" cy="259882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4EAEDF-2C92-7006-5E26-016440AE4800}"/>
              </a:ext>
            </a:extLst>
          </p:cNvPr>
          <p:cNvSpPr txBox="1"/>
          <p:nvPr/>
        </p:nvSpPr>
        <p:spPr>
          <a:xfrm>
            <a:off x="7319950" y="2805236"/>
            <a:ext cx="1650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K-mer coverage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6F9F69-7793-FD31-9557-5C1CA2174D36}"/>
              </a:ext>
            </a:extLst>
          </p:cNvPr>
          <p:cNvCxnSpPr>
            <a:cxnSpLocks/>
          </p:cNvCxnSpPr>
          <p:nvPr/>
        </p:nvCxnSpPr>
        <p:spPr>
          <a:xfrm flipH="1">
            <a:off x="8516219" y="3955983"/>
            <a:ext cx="541154" cy="25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D24950-3E47-5FC4-4F66-0670A1499C1E}"/>
              </a:ext>
            </a:extLst>
          </p:cNvPr>
          <p:cNvSpPr txBox="1"/>
          <p:nvPr/>
        </p:nvSpPr>
        <p:spPr>
          <a:xfrm>
            <a:off x="8672587" y="3360267"/>
            <a:ext cx="3023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Poisson or </a:t>
            </a:r>
          </a:p>
          <a:p>
            <a:r>
              <a:rPr lang="en-US" dirty="0"/>
              <a:t>Negative binomial distribution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C95AD-59F6-BA27-B088-68FF2515E1DB}"/>
              </a:ext>
            </a:extLst>
          </p:cNvPr>
          <p:cNvSpPr txBox="1"/>
          <p:nvPr/>
        </p:nvSpPr>
        <p:spPr>
          <a:xfrm>
            <a:off x="7456485" y="2132270"/>
            <a:ext cx="2547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~Exponential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79203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7037-071A-0087-C414-D112FFB2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2B82-0191-B4BD-A73E-3D2AE541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count histogram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395C6-33FF-7825-DBCB-C701F53A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4F512-96B3-7F17-8428-DC100265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67" y="1451774"/>
            <a:ext cx="6569233" cy="46954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C8D3C5-F494-93AD-4B3D-5A8E882BB596}"/>
              </a:ext>
            </a:extLst>
          </p:cNvPr>
          <p:cNvCxnSpPr/>
          <p:nvPr/>
        </p:nvCxnSpPr>
        <p:spPr>
          <a:xfrm>
            <a:off x="7825339" y="3118585"/>
            <a:ext cx="0" cy="259882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8B4A44-3DFA-81A8-AB02-D49C6C53D8A7}"/>
              </a:ext>
            </a:extLst>
          </p:cNvPr>
          <p:cNvSpPr txBox="1"/>
          <p:nvPr/>
        </p:nvSpPr>
        <p:spPr>
          <a:xfrm>
            <a:off x="7319950" y="2805236"/>
            <a:ext cx="1650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K-mer coverage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EDFAB8-9A89-D65D-1B42-9D006DF9F9E5}"/>
              </a:ext>
            </a:extLst>
          </p:cNvPr>
          <p:cNvCxnSpPr>
            <a:cxnSpLocks/>
          </p:cNvCxnSpPr>
          <p:nvPr/>
        </p:nvCxnSpPr>
        <p:spPr>
          <a:xfrm flipH="1">
            <a:off x="8516219" y="3955983"/>
            <a:ext cx="541154" cy="25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8AF6F04-8FC9-B2CD-57B7-AD824FDD4B69}"/>
              </a:ext>
            </a:extLst>
          </p:cNvPr>
          <p:cNvSpPr txBox="1"/>
          <p:nvPr/>
        </p:nvSpPr>
        <p:spPr>
          <a:xfrm>
            <a:off x="8648207" y="3614856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binomial distribution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03EE-7C90-14B4-92F9-44CA16A5D19F}"/>
              </a:ext>
            </a:extLst>
          </p:cNvPr>
          <p:cNvSpPr txBox="1"/>
          <p:nvPr/>
        </p:nvSpPr>
        <p:spPr>
          <a:xfrm>
            <a:off x="7456485" y="2132270"/>
            <a:ext cx="2547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~Exponential distribution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DA0394-DC9C-9847-5280-EF1D98028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84" y="2276524"/>
            <a:ext cx="5172797" cy="1057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36DE06-1106-8B4B-9317-A497E80E4E9B}"/>
              </a:ext>
            </a:extLst>
          </p:cNvPr>
          <p:cNvSpPr txBox="1"/>
          <p:nvPr/>
        </p:nvSpPr>
        <p:spPr>
          <a:xfrm>
            <a:off x="356357" y="1697036"/>
            <a:ext cx="50137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Negative binomial distribution,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000" dirty="0"/>
              <a:t>Binomial coefficient: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Mean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3E93AA-D5BC-C1AB-2C9F-4709C145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566" y="4864010"/>
            <a:ext cx="1086002" cy="79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43CE28-8BD1-42FB-9019-89CD8B23B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762" y="3333947"/>
            <a:ext cx="215295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6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7292-7961-84FF-5F29-F4DC6DAC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C75BA-BC7E-C7CC-D38D-CB4E54BFA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this histogram tell us: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595EC-C757-794C-DE87-1989F720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4E5BC-E916-0789-82AC-8CC9A440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98" y="1723859"/>
            <a:ext cx="5887272" cy="4734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105BD-8CB3-C9B9-81ED-4D4C131EB0C6}"/>
              </a:ext>
            </a:extLst>
          </p:cNvPr>
          <p:cNvSpPr txBox="1"/>
          <p:nvPr/>
        </p:nvSpPr>
        <p:spPr>
          <a:xfrm>
            <a:off x="533583" y="4818945"/>
            <a:ext cx="14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453887-DA4F-AD16-CFC6-4AB443A93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230397"/>
            <a:ext cx="2420073" cy="12280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7FFF8A-54EB-315D-D918-782E8FDCB671}"/>
                  </a:ext>
                </a:extLst>
              </p14:cNvPr>
              <p14:cNvContentPartPr/>
              <p14:nvPr/>
            </p14:nvContentPartPr>
            <p14:xfrm>
              <a:off x="585372" y="3391328"/>
              <a:ext cx="1235880" cy="34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7FFF8A-54EB-315D-D918-782E8FDCB6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9252" y="3385208"/>
                <a:ext cx="12481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8EDD60C-19D4-D5A5-EF9E-B0636B8D2C98}"/>
                  </a:ext>
                </a:extLst>
              </p14:cNvPr>
              <p14:cNvContentPartPr/>
              <p14:nvPr/>
            </p14:nvContentPartPr>
            <p14:xfrm>
              <a:off x="1812612" y="3407528"/>
              <a:ext cx="1202040" cy="60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8EDD60C-19D4-D5A5-EF9E-B0636B8D2C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6492" y="3401408"/>
                <a:ext cx="1214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B953DA8-5D60-D328-78CF-F7DCE9A8876B}"/>
                  </a:ext>
                </a:extLst>
              </p14:cNvPr>
              <p14:cNvContentPartPr/>
              <p14:nvPr/>
            </p14:nvContentPartPr>
            <p14:xfrm>
              <a:off x="3023292" y="3398888"/>
              <a:ext cx="1210320" cy="76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B953DA8-5D60-D328-78CF-F7DCE9A887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17172" y="3392768"/>
                <a:ext cx="1222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8CFCB7B-FB70-5410-263A-F64B610C23A1}"/>
                  </a:ext>
                </a:extLst>
              </p14:cNvPr>
              <p14:cNvContentPartPr/>
              <p14:nvPr/>
            </p14:nvContentPartPr>
            <p14:xfrm>
              <a:off x="4234692" y="3425168"/>
              <a:ext cx="1324440" cy="66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8CFCB7B-FB70-5410-263A-F64B610C23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8572" y="3419048"/>
                <a:ext cx="1336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CCE49A5-0532-B8A9-38A1-4A6DCCD99D0B}"/>
                  </a:ext>
                </a:extLst>
              </p14:cNvPr>
              <p14:cNvContentPartPr/>
              <p14:nvPr/>
            </p14:nvContentPartPr>
            <p14:xfrm>
              <a:off x="576208" y="3796532"/>
              <a:ext cx="1235880" cy="34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CCE49A5-0532-B8A9-38A1-4A6DCCD99D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088" y="3790412"/>
                <a:ext cx="12481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95F2526-3D6B-3F8B-516A-A90C87E810A7}"/>
                  </a:ext>
                </a:extLst>
              </p14:cNvPr>
              <p14:cNvContentPartPr/>
              <p14:nvPr/>
            </p14:nvContentPartPr>
            <p14:xfrm>
              <a:off x="1803448" y="3812732"/>
              <a:ext cx="1202040" cy="60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95F2526-3D6B-3F8B-516A-A90C87E810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7328" y="3806612"/>
                <a:ext cx="1214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4C0666E-AC76-C3BC-7454-36474BEFDA40}"/>
                  </a:ext>
                </a:extLst>
              </p14:cNvPr>
              <p14:cNvContentPartPr/>
              <p14:nvPr/>
            </p14:nvContentPartPr>
            <p14:xfrm>
              <a:off x="4225528" y="3830372"/>
              <a:ext cx="1324440" cy="66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4C0666E-AC76-C3BC-7454-36474BEFDA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19408" y="3824252"/>
                <a:ext cx="1336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720BD44-F26F-A658-7975-377553813569}"/>
                  </a:ext>
                </a:extLst>
              </p14:cNvPr>
              <p14:cNvContentPartPr/>
              <p14:nvPr/>
            </p14:nvContentPartPr>
            <p14:xfrm>
              <a:off x="2990892" y="3811808"/>
              <a:ext cx="1227960" cy="76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720BD44-F26F-A658-7975-37755381356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84772" y="3805688"/>
                <a:ext cx="1240200" cy="885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4AFB7B7-895A-E5F6-F7B8-11CBF13B8A86}"/>
              </a:ext>
            </a:extLst>
          </p:cNvPr>
          <p:cNvSpPr txBox="1"/>
          <p:nvPr/>
        </p:nvSpPr>
        <p:spPr>
          <a:xfrm>
            <a:off x="3369406" y="347520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08079F-06EB-F40E-57EB-3E0C52295F3A}"/>
              </a:ext>
            </a:extLst>
          </p:cNvPr>
          <p:cNvSpPr txBox="1"/>
          <p:nvPr/>
        </p:nvSpPr>
        <p:spPr>
          <a:xfrm>
            <a:off x="1485638" y="344863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44x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45FFD2-0736-D4DA-AC13-62D3B8E4E480}"/>
              </a:ext>
            </a:extLst>
          </p:cNvPr>
          <p:cNvSpPr txBox="1"/>
          <p:nvPr/>
        </p:nvSpPr>
        <p:spPr>
          <a:xfrm>
            <a:off x="4637866" y="347520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44x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B07285-745C-80E1-2407-214E2761B557}"/>
              </a:ext>
            </a:extLst>
          </p:cNvPr>
          <p:cNvSpPr txBox="1"/>
          <p:nvPr/>
        </p:nvSpPr>
        <p:spPr>
          <a:xfrm>
            <a:off x="402970" y="2869630"/>
            <a:ext cx="447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 of chromosomes, one from each parent:</a:t>
            </a:r>
          </a:p>
        </p:txBody>
      </p:sp>
    </p:spTree>
    <p:extLst>
      <p:ext uri="{BB962C8B-B14F-4D97-AF65-F5344CB8AC3E}">
        <p14:creationId xmlns:p14="http://schemas.microsoft.com/office/powerpoint/2010/main" val="240655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0B9F-7B30-2248-7BDB-AF1E4EB1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coverage vs Read coverage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FB9C27-2637-0191-96F3-033AD3148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K-mer coverage refers to how many K-</a:t>
                </a:r>
                <a:r>
                  <a:rPr lang="en-US" dirty="0" err="1"/>
                  <a:t>mers</a:t>
                </a:r>
                <a:r>
                  <a:rPr lang="en-US" dirty="0"/>
                  <a:t> in the genome are covered</a:t>
                </a:r>
              </a:p>
              <a:p>
                <a:r>
                  <a:rPr lang="en-US" dirty="0"/>
                  <a:t>K=1, K-mer coverage == Read coverage</a:t>
                </a:r>
              </a:p>
              <a:p>
                <a:r>
                  <a:rPr lang="en-US" dirty="0"/>
                  <a:t>In general, for reads of length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dirty="0">
                    <a:cs typeface="Times New Roman" panose="02020603050405020304" pitchFamily="18" charset="0"/>
                  </a:rPr>
                  <a:t>and k-mer size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FB9C27-2637-0191-96F3-033AD3148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1C05E-857E-1162-222E-0CF985E9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B68A-9FF2-1FC1-D65D-F034D142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count K-</a:t>
            </a:r>
            <a:r>
              <a:rPr lang="en-US" dirty="0" err="1"/>
              <a:t>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1E1B-A810-5104-1A7F-71C8FFA2E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6187191" cy="5124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Jellyfish is a versatile tool</a:t>
            </a:r>
          </a:p>
          <a:p>
            <a:pPr lvl="1"/>
            <a:r>
              <a:rPr lang="en-US" dirty="0"/>
              <a:t>Fast (multi-threaded)</a:t>
            </a:r>
          </a:p>
          <a:p>
            <a:pPr lvl="1"/>
            <a:r>
              <a:rPr lang="en-US" dirty="0"/>
              <a:t>Space-efficient</a:t>
            </a:r>
          </a:p>
          <a:p>
            <a:pPr lvl="1"/>
            <a:r>
              <a:rPr lang="en-US"/>
              <a:t>Based on CAS </a:t>
            </a:r>
            <a:r>
              <a:rPr lang="en-US" dirty="0"/>
              <a:t>(compare and swap) compares the contents of a memory location with the previous value and, only if they are the same, modifies the contents of that memory location to a new given value</a:t>
            </a:r>
          </a:p>
          <a:p>
            <a:r>
              <a:rPr lang="en-US" dirty="0"/>
              <a:t>C++ library</a:t>
            </a:r>
          </a:p>
          <a:p>
            <a:r>
              <a:rPr lang="en-US" dirty="0"/>
              <a:t>Perl, Ruby and Python bindings</a:t>
            </a:r>
          </a:p>
          <a:p>
            <a:pPr lvl="1"/>
            <a:r>
              <a:rPr lang="en-US" dirty="0"/>
              <a:t>Can load and query k-mer counts database from these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41EC5-8D34-F11E-C297-F92B5F2C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152DD-1DC0-ADDF-938C-5E247E5F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810" y="1359806"/>
            <a:ext cx="535379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E3D6-EED4-5F80-6017-37D45F7A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ACCF-AE67-D458-AE48-F02528C6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788066" cy="1935932"/>
          </a:xfrm>
        </p:spPr>
        <p:txBody>
          <a:bodyPr/>
          <a:lstStyle/>
          <a:p>
            <a:r>
              <a:rPr lang="en-US" dirty="0"/>
              <a:t>Allows to load, query database</a:t>
            </a:r>
          </a:p>
          <a:p>
            <a:pPr marL="0" indent="0">
              <a:buNone/>
            </a:pPr>
            <a:r>
              <a:rPr lang="en-US" dirty="0"/>
              <a:t>Jellyfish dump                  Jellyfish query                 Jellyfish 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34404-FB0F-AC2E-7299-233F1739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268F0-2E86-E132-F559-2A14603C2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0" y="2675103"/>
            <a:ext cx="3181794" cy="1714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C0AE5F-852E-6EF8-1FCE-3A8D6DAF3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414" y="2675103"/>
            <a:ext cx="3324689" cy="1914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90A75F-1500-C598-E11B-E98BDE987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440" y="2675103"/>
            <a:ext cx="2648320" cy="1952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203C23-CD81-60D2-498D-664EE42A9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065" y="4851191"/>
            <a:ext cx="580153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6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1647-DAC0-7080-60EA-CFCB97D4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GenomeScope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81F7-D252-D876-23E2-E3E25526F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1249166" cy="4977681"/>
          </a:xfrm>
        </p:spPr>
        <p:txBody>
          <a:bodyPr>
            <a:normAutofit/>
          </a:bodyPr>
          <a:lstStyle/>
          <a:p>
            <a:r>
              <a:rPr lang="en-US" dirty="0" err="1"/>
              <a:t>Genomescope</a:t>
            </a:r>
            <a:r>
              <a:rPr lang="en-US" dirty="0"/>
              <a:t> is a program developed at JHU by T. Rhyker Ranallo-Benavidez, Kamil S. Jaron, and Michael C. Schatz</a:t>
            </a:r>
          </a:p>
          <a:p>
            <a:r>
              <a:rPr lang="en-US" dirty="0"/>
              <a:t>Web-based interface: </a:t>
            </a:r>
            <a:r>
              <a:rPr lang="en-US" dirty="0">
                <a:hlinkClick r:id="rId2"/>
              </a:rPr>
              <a:t>http://genomescope.org/genomescope2.0/</a:t>
            </a:r>
            <a:r>
              <a:rPr lang="en-US" dirty="0"/>
              <a:t> (note: </a:t>
            </a:r>
            <a:r>
              <a:rPr lang="en-US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</a:t>
            </a:r>
            <a:r>
              <a:rPr lang="en-US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://genomescope.org/genomescope2.0/</a:t>
            </a:r>
            <a:r>
              <a:rPr lang="en-US" dirty="0"/>
              <a:t>  does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work)</a:t>
            </a:r>
          </a:p>
          <a:p>
            <a:r>
              <a:rPr lang="en-US" dirty="0"/>
              <a:t>Compute k-mer count database with jellyfish</a:t>
            </a:r>
          </a:p>
          <a:p>
            <a:r>
              <a:rPr lang="en-US" dirty="0"/>
              <a:t>Output histogram of counts with “jellyfish </a:t>
            </a:r>
            <a:r>
              <a:rPr lang="en-US" dirty="0" err="1"/>
              <a:t>histo</a:t>
            </a:r>
            <a:r>
              <a:rPr lang="en-US" dirty="0"/>
              <a:t>”, save in a file</a:t>
            </a:r>
          </a:p>
          <a:p>
            <a:r>
              <a:rPr lang="en-US" dirty="0"/>
              <a:t>Upload the histogram to </a:t>
            </a:r>
            <a:r>
              <a:rPr lang="en-US" dirty="0" err="1"/>
              <a:t>GenomeScope</a:t>
            </a:r>
            <a:endParaRPr lang="en-US" dirty="0"/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440E4-4EC7-34D6-0C21-C59FF9D3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7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13426</TotalTime>
  <Words>922</Words>
  <Application>Microsoft Office PowerPoint</Application>
  <PresentationFormat>Widescreen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 Math</vt:lpstr>
      <vt:lpstr>Courier New</vt:lpstr>
      <vt:lpstr>Times New Roman</vt:lpstr>
      <vt:lpstr>Trebuchet MS</vt:lpstr>
      <vt:lpstr>Office Theme</vt:lpstr>
      <vt:lpstr>PowerPoint Presentation</vt:lpstr>
      <vt:lpstr>Scaffolding</vt:lpstr>
      <vt:lpstr>Scaffolding</vt:lpstr>
      <vt:lpstr>Scaffolding</vt:lpstr>
      <vt:lpstr>Scaffolding</vt:lpstr>
      <vt:lpstr>Scaffolding</vt:lpstr>
      <vt:lpstr>Scaffolding</vt:lpstr>
      <vt:lpstr>Scaffolding algorithm</vt:lpstr>
      <vt:lpstr>Errors in genome assemblies</vt:lpstr>
      <vt:lpstr>Assembly post-processing</vt:lpstr>
      <vt:lpstr>Assembly post-processing</vt:lpstr>
      <vt:lpstr>Using K-mers to find errors</vt:lpstr>
      <vt:lpstr>K-mer count histogram</vt:lpstr>
      <vt:lpstr>K-mer count histogram</vt:lpstr>
      <vt:lpstr>Challenge</vt:lpstr>
      <vt:lpstr>K-mer coverage vs Read coverage</vt:lpstr>
      <vt:lpstr>How to count K-mers</vt:lpstr>
      <vt:lpstr>Python binding</vt:lpstr>
      <vt:lpstr>GenomeScope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55</cp:revision>
  <dcterms:created xsi:type="dcterms:W3CDTF">2013-08-21T19:17:07Z</dcterms:created>
  <dcterms:modified xsi:type="dcterms:W3CDTF">2025-10-08T00:02:50Z</dcterms:modified>
</cp:coreProperties>
</file>