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3"/>
  </p:notesMasterIdLst>
  <p:sldIdLst>
    <p:sldId id="272" r:id="rId2"/>
    <p:sldId id="569" r:id="rId3"/>
    <p:sldId id="511" r:id="rId4"/>
    <p:sldId id="546" r:id="rId5"/>
    <p:sldId id="547" r:id="rId6"/>
    <p:sldId id="553" r:id="rId7"/>
    <p:sldId id="556" r:id="rId8"/>
    <p:sldId id="557" r:id="rId9"/>
    <p:sldId id="507" r:id="rId10"/>
    <p:sldId id="513" r:id="rId11"/>
    <p:sldId id="512" r:id="rId12"/>
    <p:sldId id="514" r:id="rId13"/>
    <p:sldId id="591" r:id="rId14"/>
    <p:sldId id="592" r:id="rId15"/>
    <p:sldId id="593" r:id="rId16"/>
    <p:sldId id="594" r:id="rId17"/>
    <p:sldId id="595" r:id="rId18"/>
    <p:sldId id="596" r:id="rId19"/>
    <p:sldId id="597" r:id="rId20"/>
    <p:sldId id="598" r:id="rId21"/>
    <p:sldId id="599" r:id="rId22"/>
    <p:sldId id="600" r:id="rId23"/>
    <p:sldId id="601" r:id="rId24"/>
    <p:sldId id="523" r:id="rId25"/>
    <p:sldId id="568" r:id="rId26"/>
    <p:sldId id="526" r:id="rId27"/>
    <p:sldId id="558" r:id="rId28"/>
    <p:sldId id="570" r:id="rId29"/>
    <p:sldId id="527" r:id="rId30"/>
    <p:sldId id="488" r:id="rId31"/>
    <p:sldId id="489" r:id="rId32"/>
    <p:sldId id="490" r:id="rId33"/>
    <p:sldId id="491" r:id="rId34"/>
    <p:sldId id="492" r:id="rId35"/>
    <p:sldId id="493" r:id="rId36"/>
    <p:sldId id="498" r:id="rId37"/>
    <p:sldId id="494" r:id="rId38"/>
    <p:sldId id="497" r:id="rId39"/>
    <p:sldId id="496" r:id="rId40"/>
    <p:sldId id="502" r:id="rId41"/>
    <p:sldId id="499" r:id="rId42"/>
    <p:sldId id="503" r:id="rId43"/>
    <p:sldId id="505" r:id="rId44"/>
    <p:sldId id="510" r:id="rId45"/>
    <p:sldId id="508" r:id="rId46"/>
    <p:sldId id="528" r:id="rId47"/>
    <p:sldId id="529" r:id="rId48"/>
    <p:sldId id="533" r:id="rId49"/>
    <p:sldId id="530" r:id="rId50"/>
    <p:sldId id="531" r:id="rId51"/>
    <p:sldId id="534" r:id="rId52"/>
    <p:sldId id="535" r:id="rId53"/>
    <p:sldId id="536" r:id="rId54"/>
    <p:sldId id="542" r:id="rId55"/>
    <p:sldId id="538" r:id="rId56"/>
    <p:sldId id="543" r:id="rId57"/>
    <p:sldId id="544" r:id="rId58"/>
    <p:sldId id="545" r:id="rId59"/>
    <p:sldId id="571" r:id="rId60"/>
    <p:sldId id="572" r:id="rId61"/>
    <p:sldId id="573" r:id="rId62"/>
    <p:sldId id="574" r:id="rId63"/>
    <p:sldId id="575" r:id="rId64"/>
    <p:sldId id="577" r:id="rId65"/>
    <p:sldId id="576" r:id="rId66"/>
    <p:sldId id="578" r:id="rId67"/>
    <p:sldId id="579" r:id="rId68"/>
    <p:sldId id="580" r:id="rId69"/>
    <p:sldId id="270" r:id="rId70"/>
    <p:sldId id="581" r:id="rId71"/>
    <p:sldId id="583" r:id="rId72"/>
    <p:sldId id="582" r:id="rId73"/>
    <p:sldId id="584" r:id="rId74"/>
    <p:sldId id="401" r:id="rId75"/>
    <p:sldId id="402" r:id="rId76"/>
    <p:sldId id="403" r:id="rId77"/>
    <p:sldId id="273" r:id="rId78"/>
    <p:sldId id="602" r:id="rId79"/>
    <p:sldId id="280" r:id="rId80"/>
    <p:sldId id="588" r:id="rId81"/>
    <p:sldId id="589" r:id="rId82"/>
    <p:sldId id="590" r:id="rId83"/>
    <p:sldId id="586" r:id="rId84"/>
    <p:sldId id="276" r:id="rId85"/>
    <p:sldId id="281" r:id="rId86"/>
    <p:sldId id="587" r:id="rId87"/>
    <p:sldId id="261" r:id="rId88"/>
    <p:sldId id="585" r:id="rId89"/>
    <p:sldId id="263" r:id="rId90"/>
    <p:sldId id="603" r:id="rId91"/>
    <p:sldId id="264" r:id="rId92"/>
    <p:sldId id="604" r:id="rId93"/>
    <p:sldId id="265" r:id="rId94"/>
    <p:sldId id="266" r:id="rId95"/>
    <p:sldId id="262" r:id="rId96"/>
    <p:sldId id="605" r:id="rId97"/>
    <p:sldId id="606" r:id="rId98"/>
    <p:sldId id="610" r:id="rId99"/>
    <p:sldId id="607" r:id="rId100"/>
    <p:sldId id="608" r:id="rId101"/>
    <p:sldId id="609" r:id="rId1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8B1C"/>
    <a:srgbClr val="BE0260"/>
    <a:srgbClr val="D0005E"/>
    <a:srgbClr val="018ACF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9023B-67C4-45FB-B133-1466E55C9178}" v="1" dt="2025-09-15T14:03:48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69" autoAdjust="0"/>
    <p:restoredTop sz="93721" autoAdjust="0"/>
  </p:normalViewPr>
  <p:slideViewPr>
    <p:cSldViewPr snapToGrid="0">
      <p:cViewPr varScale="1">
        <p:scale>
          <a:sx n="99" d="100"/>
          <a:sy n="99" d="100"/>
        </p:scale>
        <p:origin x="26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microsoft.com/office/2016/11/relationships/changesInfo" Target="changesInfos/changesInfo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microsoft.com/office/2015/10/relationships/revisionInfo" Target="revisionInfo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1C363C82-C939-44FC-A8A5-AEBBD531DAF7}"/>
    <pc:docChg chg="undo custSel addSld delSld modSld">
      <pc:chgData name="Aleksey Zimin" userId="7f2637d0bc515791" providerId="LiveId" clId="{1C363C82-C939-44FC-A8A5-AEBBD531DAF7}" dt="2025-09-11T12:38:29.868" v="193" actId="47"/>
      <pc:docMkLst>
        <pc:docMk/>
      </pc:docMkLst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1314267360" sldId="257"/>
        </pc:sldMkLst>
      </pc:sldChg>
      <pc:sldChg chg="addSp delSp modSp mod">
        <pc:chgData name="Aleksey Zimin" userId="7f2637d0bc515791" providerId="LiveId" clId="{1C363C82-C939-44FC-A8A5-AEBBD531DAF7}" dt="2025-09-11T12:18:01.592" v="129" actId="21"/>
        <pc:sldMkLst>
          <pc:docMk/>
          <pc:sldMk cId="1057141448" sldId="263"/>
        </pc:sldMkLst>
      </pc:sldChg>
      <pc:sldChg chg="addSp delSp modSp mod">
        <pc:chgData name="Aleksey Zimin" userId="7f2637d0bc515791" providerId="LiveId" clId="{1C363C82-C939-44FC-A8A5-AEBBD531DAF7}" dt="2025-09-11T12:20:35.307" v="144" actId="478"/>
        <pc:sldMkLst>
          <pc:docMk/>
          <pc:sldMk cId="376118783" sldId="264"/>
        </pc:sldMkLst>
        <pc:spChg chg="add mod">
          <ac:chgData name="Aleksey Zimin" userId="7f2637d0bc515791" providerId="LiveId" clId="{1C363C82-C939-44FC-A8A5-AEBBD531DAF7}" dt="2025-09-11T12:18:15.742" v="132" actId="14100"/>
          <ac:spMkLst>
            <pc:docMk/>
            <pc:sldMk cId="376118783" sldId="264"/>
            <ac:spMk id="3" creationId="{CB615660-0B35-7F34-AD93-F0706232E0D2}"/>
          </ac:spMkLst>
        </pc:spChg>
        <pc:spChg chg="add mod">
          <ac:chgData name="Aleksey Zimin" userId="7f2637d0bc515791" providerId="LiveId" clId="{1C363C82-C939-44FC-A8A5-AEBBD531DAF7}" dt="2025-09-11T12:18:35.136" v="134" actId="1076"/>
          <ac:spMkLst>
            <pc:docMk/>
            <pc:sldMk cId="376118783" sldId="264"/>
            <ac:spMk id="5" creationId="{A649B81F-11AE-0520-E574-129F217B3BE9}"/>
          </ac:spMkLst>
        </pc:spChg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496989918" sldId="268"/>
        </pc:sldMkLst>
      </pc:sldChg>
      <pc:sldChg chg="modSp mod">
        <pc:chgData name="Aleksey Zimin" userId="7f2637d0bc515791" providerId="LiveId" clId="{1C363C82-C939-44FC-A8A5-AEBBD531DAF7}" dt="2025-09-11T12:14:14.826" v="116" actId="20577"/>
        <pc:sldMkLst>
          <pc:docMk/>
          <pc:sldMk cId="1175591611" sldId="276"/>
        </pc:sldMkLst>
        <pc:spChg chg="mod">
          <ac:chgData name="Aleksey Zimin" userId="7f2637d0bc515791" providerId="LiveId" clId="{1C363C82-C939-44FC-A8A5-AEBBD531DAF7}" dt="2025-09-11T12:14:14.826" v="116" actId="20577"/>
          <ac:spMkLst>
            <pc:docMk/>
            <pc:sldMk cId="1175591611" sldId="276"/>
            <ac:spMk id="3" creationId="{9E0D3980-5C92-D17F-7F8C-5965F2B1BA06}"/>
          </ac:spMkLst>
        </pc:spChg>
      </pc:sldChg>
      <pc:sldChg chg="modSp mod">
        <pc:chgData name="Aleksey Zimin" userId="7f2637d0bc515791" providerId="LiveId" clId="{1C363C82-C939-44FC-A8A5-AEBBD531DAF7}" dt="2025-09-11T12:12:24.315" v="83" actId="14100"/>
        <pc:sldMkLst>
          <pc:docMk/>
          <pc:sldMk cId="660034770" sldId="280"/>
        </pc:sldMkLst>
        <pc:spChg chg="mod">
          <ac:chgData name="Aleksey Zimin" userId="7f2637d0bc515791" providerId="LiveId" clId="{1C363C82-C939-44FC-A8A5-AEBBD531DAF7}" dt="2025-09-11T12:12:24.315" v="83" actId="14100"/>
          <ac:spMkLst>
            <pc:docMk/>
            <pc:sldMk cId="660034770" sldId="280"/>
            <ac:spMk id="3" creationId="{7EEFFDFD-D775-80C7-C6E8-9CA46A4F26F1}"/>
          </ac:spMkLst>
        </pc:spChg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580217187" sldId="397"/>
        </pc:sldMkLst>
      </pc:sldChg>
      <pc:sldChg chg="modSp mod">
        <pc:chgData name="Aleksey Zimin" userId="7f2637d0bc515791" providerId="LiveId" clId="{1C363C82-C939-44FC-A8A5-AEBBD531DAF7}" dt="2025-09-11T11:56:32.921" v="42" actId="20577"/>
        <pc:sldMkLst>
          <pc:docMk/>
          <pc:sldMk cId="2875146467" sldId="403"/>
        </pc:sldMkLst>
        <pc:spChg chg="mod">
          <ac:chgData name="Aleksey Zimin" userId="7f2637d0bc515791" providerId="LiveId" clId="{1C363C82-C939-44FC-A8A5-AEBBD531DAF7}" dt="2025-09-11T11:56:32.921" v="42" actId="20577"/>
          <ac:spMkLst>
            <pc:docMk/>
            <pc:sldMk cId="2875146467" sldId="403"/>
            <ac:spMk id="3" creationId="{791788F4-FF21-B46E-6352-C2620D8ED97A}"/>
          </ac:spMkLst>
        </pc:spChg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592540094" sldId="406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807348765" sldId="407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4233309679" sldId="409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3009805394" sldId="410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3540739500" sldId="411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3995109930" sldId="412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1345575573" sldId="413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1634069567" sldId="414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2118070247" sldId="420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1902230169" sldId="421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3130437174" sldId="423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1381858232" sldId="424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2194738520" sldId="425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809032690" sldId="426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1762822495" sldId="427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2968288127" sldId="428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708600537" sldId="429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3229156974" sldId="430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1201566736" sldId="431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224006590" sldId="432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2261212866" sldId="433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2841383390" sldId="434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2387758340" sldId="435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737597283" sldId="436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3812887506" sldId="437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1402074185" sldId="440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4268804242" sldId="441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3290336111" sldId="442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1196692292" sldId="443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2158056362" sldId="444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2006090250" sldId="445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1978762931" sldId="446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1290344996" sldId="447"/>
        </pc:sldMkLst>
      </pc:sldChg>
      <pc:sldChg chg="del">
        <pc:chgData name="Aleksey Zimin" userId="7f2637d0bc515791" providerId="LiveId" clId="{1C363C82-C939-44FC-A8A5-AEBBD531DAF7}" dt="2025-09-11T12:38:29.868" v="193" actId="47"/>
        <pc:sldMkLst>
          <pc:docMk/>
          <pc:sldMk cId="1210766213" sldId="448"/>
        </pc:sldMkLst>
      </pc:sldChg>
      <pc:sldChg chg="addSp modSp mod">
        <pc:chgData name="Aleksey Zimin" userId="7f2637d0bc515791" providerId="LiveId" clId="{1C363C82-C939-44FC-A8A5-AEBBD531DAF7}" dt="2025-09-11T12:16:14.181" v="124" actId="14100"/>
        <pc:sldMkLst>
          <pc:docMk/>
          <pc:sldMk cId="3480714259" sldId="585"/>
        </pc:sldMkLst>
        <pc:spChg chg="add mod">
          <ac:chgData name="Aleksey Zimin" userId="7f2637d0bc515791" providerId="LiveId" clId="{1C363C82-C939-44FC-A8A5-AEBBD531DAF7}" dt="2025-09-11T12:16:02.656" v="121" actId="14100"/>
          <ac:spMkLst>
            <pc:docMk/>
            <pc:sldMk cId="3480714259" sldId="585"/>
            <ac:spMk id="3" creationId="{2A20BD4A-F502-CE3C-2272-4653DE32812D}"/>
          </ac:spMkLst>
        </pc:spChg>
        <pc:spChg chg="add mod">
          <ac:chgData name="Aleksey Zimin" userId="7f2637d0bc515791" providerId="LiveId" clId="{1C363C82-C939-44FC-A8A5-AEBBD531DAF7}" dt="2025-09-11T12:16:14.181" v="124" actId="14100"/>
          <ac:spMkLst>
            <pc:docMk/>
            <pc:sldMk cId="3480714259" sldId="585"/>
            <ac:spMk id="5" creationId="{9CAF3214-905C-C9E5-3C20-409EE38B2840}"/>
          </ac:spMkLst>
        </pc:spChg>
      </pc:sldChg>
      <pc:sldChg chg="addSp delSp modSp new mod">
        <pc:chgData name="Aleksey Zimin" userId="7f2637d0bc515791" providerId="LiveId" clId="{1C363C82-C939-44FC-A8A5-AEBBD531DAF7}" dt="2025-09-11T12:11:48.674" v="78" actId="207"/>
        <pc:sldMkLst>
          <pc:docMk/>
          <pc:sldMk cId="1171604832" sldId="602"/>
        </pc:sldMkLst>
        <pc:spChg chg="mod">
          <ac:chgData name="Aleksey Zimin" userId="7f2637d0bc515791" providerId="LiveId" clId="{1C363C82-C939-44FC-A8A5-AEBBD531DAF7}" dt="2025-09-11T11:58:37.072" v="67" actId="20577"/>
          <ac:spMkLst>
            <pc:docMk/>
            <pc:sldMk cId="1171604832" sldId="602"/>
            <ac:spMk id="2" creationId="{46DEFBD4-462B-F64D-06E6-84889BE487BF}"/>
          </ac:spMkLst>
        </pc:spChg>
        <pc:spChg chg="add mod">
          <ac:chgData name="Aleksey Zimin" userId="7f2637d0bc515791" providerId="LiveId" clId="{1C363C82-C939-44FC-A8A5-AEBBD531DAF7}" dt="2025-09-11T12:11:27.415" v="76" actId="113"/>
          <ac:spMkLst>
            <pc:docMk/>
            <pc:sldMk cId="1171604832" sldId="602"/>
            <ac:spMk id="5" creationId="{ACFA0E36-8E50-BB0A-8442-0A705A5190DF}"/>
          </ac:spMkLst>
        </pc:spChg>
        <pc:spChg chg="add mod">
          <ac:chgData name="Aleksey Zimin" userId="7f2637d0bc515791" providerId="LiveId" clId="{1C363C82-C939-44FC-A8A5-AEBBD531DAF7}" dt="2025-09-11T12:11:48.674" v="78" actId="207"/>
          <ac:spMkLst>
            <pc:docMk/>
            <pc:sldMk cId="1171604832" sldId="602"/>
            <ac:spMk id="8" creationId="{25D85F88-4790-8B1B-BA48-5B5189C3DFAE}"/>
          </ac:spMkLst>
        </pc:spChg>
        <pc:picChg chg="add mod">
          <ac:chgData name="Aleksey Zimin" userId="7f2637d0bc515791" providerId="LiveId" clId="{1C363C82-C939-44FC-A8A5-AEBBD531DAF7}" dt="2025-09-11T12:10:17.182" v="74" actId="14100"/>
          <ac:picMkLst>
            <pc:docMk/>
            <pc:sldMk cId="1171604832" sldId="602"/>
            <ac:picMk id="7" creationId="{FE227994-092B-F59B-4FD4-290A5ADC61C4}"/>
          </ac:picMkLst>
        </pc:picChg>
      </pc:sldChg>
      <pc:sldChg chg="addSp modSp add mod">
        <pc:chgData name="Aleksey Zimin" userId="7f2637d0bc515791" providerId="LiveId" clId="{1C363C82-C939-44FC-A8A5-AEBBD531DAF7}" dt="2025-09-11T12:19:42.991" v="142" actId="14100"/>
        <pc:sldMkLst>
          <pc:docMk/>
          <pc:sldMk cId="3021921153" sldId="603"/>
        </pc:sldMkLst>
        <pc:spChg chg="add mod">
          <ac:chgData name="Aleksey Zimin" userId="7f2637d0bc515791" providerId="LiveId" clId="{1C363C82-C939-44FC-A8A5-AEBBD531DAF7}" dt="2025-09-11T12:19:42.991" v="142" actId="14100"/>
          <ac:spMkLst>
            <pc:docMk/>
            <pc:sldMk cId="3021921153" sldId="603"/>
            <ac:spMk id="3" creationId="{437E8C29-35CC-2486-D7CF-925FA20172F4}"/>
          </ac:spMkLst>
        </pc:spChg>
      </pc:sldChg>
      <pc:sldChg chg="modSp add mod">
        <pc:chgData name="Aleksey Zimin" userId="7f2637d0bc515791" providerId="LiveId" clId="{1C363C82-C939-44FC-A8A5-AEBBD531DAF7}" dt="2025-09-11T12:20:59.579" v="147" actId="1076"/>
        <pc:sldMkLst>
          <pc:docMk/>
          <pc:sldMk cId="348263972" sldId="604"/>
        </pc:sldMkLst>
        <pc:spChg chg="mod">
          <ac:chgData name="Aleksey Zimin" userId="7f2637d0bc515791" providerId="LiveId" clId="{1C363C82-C939-44FC-A8A5-AEBBD531DAF7}" dt="2025-09-11T12:20:59.579" v="147" actId="1076"/>
          <ac:spMkLst>
            <pc:docMk/>
            <pc:sldMk cId="348263972" sldId="604"/>
            <ac:spMk id="3" creationId="{66DEA921-1238-8FC1-BAEF-82CB8CDC588D}"/>
          </ac:spMkLst>
        </pc:spChg>
        <pc:picChg chg="mod">
          <ac:chgData name="Aleksey Zimin" userId="7f2637d0bc515791" providerId="LiveId" clId="{1C363C82-C939-44FC-A8A5-AEBBD531DAF7}" dt="2025-09-11T12:20:52.762" v="146" actId="1076"/>
          <ac:picMkLst>
            <pc:docMk/>
            <pc:sldMk cId="348263972" sldId="604"/>
            <ac:picMk id="8" creationId="{62157B61-C0CD-2100-BCDD-02188DF4D586}"/>
          </ac:picMkLst>
        </pc:picChg>
      </pc:sldChg>
      <pc:sldChg chg="add del">
        <pc:chgData name="Aleksey Zimin" userId="7f2637d0bc515791" providerId="LiveId" clId="{1C363C82-C939-44FC-A8A5-AEBBD531DAF7}" dt="2025-09-11T12:19:30.935" v="139"/>
        <pc:sldMkLst>
          <pc:docMk/>
          <pc:sldMk cId="2312699410" sldId="604"/>
        </pc:sldMkLst>
      </pc:sldChg>
      <pc:sldChg chg="addSp modSp add mod modAnim">
        <pc:chgData name="Aleksey Zimin" userId="7f2637d0bc515791" providerId="LiveId" clId="{1C363C82-C939-44FC-A8A5-AEBBD531DAF7}" dt="2025-09-11T12:23:19.764" v="159"/>
        <pc:sldMkLst>
          <pc:docMk/>
          <pc:sldMk cId="3058016975" sldId="605"/>
        </pc:sldMkLst>
        <pc:spChg chg="add mod">
          <ac:chgData name="Aleksey Zimin" userId="7f2637d0bc515791" providerId="LiveId" clId="{1C363C82-C939-44FC-A8A5-AEBBD531DAF7}" dt="2025-09-11T12:22:20.188" v="152" actId="14100"/>
          <ac:spMkLst>
            <pc:docMk/>
            <pc:sldMk cId="3058016975" sldId="605"/>
            <ac:spMk id="4" creationId="{EC6AD9AE-A5DE-AB87-CC97-A8DA6F3044AB}"/>
          </ac:spMkLst>
        </pc:spChg>
        <pc:spChg chg="add mod">
          <ac:chgData name="Aleksey Zimin" userId="7f2637d0bc515791" providerId="LiveId" clId="{1C363C82-C939-44FC-A8A5-AEBBD531DAF7}" dt="2025-09-11T12:22:29.400" v="155" actId="14100"/>
          <ac:spMkLst>
            <pc:docMk/>
            <pc:sldMk cId="3058016975" sldId="605"/>
            <ac:spMk id="6" creationId="{163EFB2F-1FB7-11A5-5424-CEF175D08B5D}"/>
          </ac:spMkLst>
        </pc:spChg>
      </pc:sldChg>
      <pc:sldChg chg="addSp modSp add mod">
        <pc:chgData name="Aleksey Zimin" userId="7f2637d0bc515791" providerId="LiveId" clId="{1C363C82-C939-44FC-A8A5-AEBBD531DAF7}" dt="2025-09-11T12:24:32.820" v="172" actId="14100"/>
        <pc:sldMkLst>
          <pc:docMk/>
          <pc:sldMk cId="955309852" sldId="606"/>
        </pc:sldMkLst>
        <pc:spChg chg="mod">
          <ac:chgData name="Aleksey Zimin" userId="7f2637d0bc515791" providerId="LiveId" clId="{1C363C82-C939-44FC-A8A5-AEBBD531DAF7}" dt="2025-09-11T12:24:22.556" v="169" actId="14100"/>
          <ac:spMkLst>
            <pc:docMk/>
            <pc:sldMk cId="955309852" sldId="606"/>
            <ac:spMk id="4" creationId="{7C51C47F-7B7F-D855-F204-183E1CF388BD}"/>
          </ac:spMkLst>
        </pc:spChg>
        <pc:spChg chg="mod">
          <ac:chgData name="Aleksey Zimin" userId="7f2637d0bc515791" providerId="LiveId" clId="{1C363C82-C939-44FC-A8A5-AEBBD531DAF7}" dt="2025-09-11T12:23:59.307" v="165" actId="14100"/>
          <ac:spMkLst>
            <pc:docMk/>
            <pc:sldMk cId="955309852" sldId="606"/>
            <ac:spMk id="6" creationId="{CDF6FF93-262B-28D0-EC3B-8119E23122CF}"/>
          </ac:spMkLst>
        </pc:spChg>
        <pc:spChg chg="add mod">
          <ac:chgData name="Aleksey Zimin" userId="7f2637d0bc515791" providerId="LiveId" clId="{1C363C82-C939-44FC-A8A5-AEBBD531DAF7}" dt="2025-09-11T12:24:08.226" v="168" actId="14100"/>
          <ac:spMkLst>
            <pc:docMk/>
            <pc:sldMk cId="955309852" sldId="606"/>
            <ac:spMk id="8" creationId="{1ABD4D63-82D1-F552-F73C-D9FEE099CD1B}"/>
          </ac:spMkLst>
        </pc:spChg>
        <pc:spChg chg="add mod">
          <ac:chgData name="Aleksey Zimin" userId="7f2637d0bc515791" providerId="LiveId" clId="{1C363C82-C939-44FC-A8A5-AEBBD531DAF7}" dt="2025-09-11T12:24:32.820" v="172" actId="14100"/>
          <ac:spMkLst>
            <pc:docMk/>
            <pc:sldMk cId="955309852" sldId="606"/>
            <ac:spMk id="9" creationId="{366F4118-C067-23BF-7178-062ABB82B622}"/>
          </ac:spMkLst>
        </pc:spChg>
      </pc:sldChg>
      <pc:sldChg chg="add del">
        <pc:chgData name="Aleksey Zimin" userId="7f2637d0bc515791" providerId="LiveId" clId="{1C363C82-C939-44FC-A8A5-AEBBD531DAF7}" dt="2025-09-11T12:23:33.982" v="160" actId="47"/>
        <pc:sldMkLst>
          <pc:docMk/>
          <pc:sldMk cId="1929723699" sldId="606"/>
        </pc:sldMkLst>
      </pc:sldChg>
      <pc:sldChg chg="modSp add mod">
        <pc:chgData name="Aleksey Zimin" userId="7f2637d0bc515791" providerId="LiveId" clId="{1C363C82-C939-44FC-A8A5-AEBBD531DAF7}" dt="2025-09-11T12:26:45.378" v="177" actId="14100"/>
        <pc:sldMkLst>
          <pc:docMk/>
          <pc:sldMk cId="1709608227" sldId="607"/>
        </pc:sldMkLst>
        <pc:spChg chg="mod">
          <ac:chgData name="Aleksey Zimin" userId="7f2637d0bc515791" providerId="LiveId" clId="{1C363C82-C939-44FC-A8A5-AEBBD531DAF7}" dt="2025-09-11T12:26:34.078" v="175" actId="14100"/>
          <ac:spMkLst>
            <pc:docMk/>
            <pc:sldMk cId="1709608227" sldId="607"/>
            <ac:spMk id="4" creationId="{9894A3B3-1F64-13F0-DD16-7CD8F424405B}"/>
          </ac:spMkLst>
        </pc:spChg>
        <pc:spChg chg="mod">
          <ac:chgData name="Aleksey Zimin" userId="7f2637d0bc515791" providerId="LiveId" clId="{1C363C82-C939-44FC-A8A5-AEBBD531DAF7}" dt="2025-09-11T12:26:45.378" v="177" actId="14100"/>
          <ac:spMkLst>
            <pc:docMk/>
            <pc:sldMk cId="1709608227" sldId="607"/>
            <ac:spMk id="6" creationId="{ACC35C17-3807-E794-2AFB-38E15225C46D}"/>
          </ac:spMkLst>
        </pc:spChg>
        <pc:spChg chg="mod">
          <ac:chgData name="Aleksey Zimin" userId="7f2637d0bc515791" providerId="LiveId" clId="{1C363C82-C939-44FC-A8A5-AEBBD531DAF7}" dt="2025-09-11T12:26:41.052" v="176" actId="14100"/>
          <ac:spMkLst>
            <pc:docMk/>
            <pc:sldMk cId="1709608227" sldId="607"/>
            <ac:spMk id="8" creationId="{0B8C959A-2D7C-F18D-CA3B-EFC302AAE68E}"/>
          </ac:spMkLst>
        </pc:spChg>
        <pc:spChg chg="mod">
          <ac:chgData name="Aleksey Zimin" userId="7f2637d0bc515791" providerId="LiveId" clId="{1C363C82-C939-44FC-A8A5-AEBBD531DAF7}" dt="2025-09-11T12:26:30.435" v="174" actId="14100"/>
          <ac:spMkLst>
            <pc:docMk/>
            <pc:sldMk cId="1709608227" sldId="607"/>
            <ac:spMk id="9" creationId="{6A72449C-F10B-7F99-8A5A-F95853A2209D}"/>
          </ac:spMkLst>
        </pc:spChg>
      </pc:sldChg>
      <pc:sldChg chg="modSp add mod">
        <pc:chgData name="Aleksey Zimin" userId="7f2637d0bc515791" providerId="LiveId" clId="{1C363C82-C939-44FC-A8A5-AEBBD531DAF7}" dt="2025-09-11T12:28:01.151" v="185" actId="14100"/>
        <pc:sldMkLst>
          <pc:docMk/>
          <pc:sldMk cId="1326580416" sldId="608"/>
        </pc:sldMkLst>
        <pc:spChg chg="mod">
          <ac:chgData name="Aleksey Zimin" userId="7f2637d0bc515791" providerId="LiveId" clId="{1C363C82-C939-44FC-A8A5-AEBBD531DAF7}" dt="2025-09-11T12:27:54.524" v="184" actId="14100"/>
          <ac:spMkLst>
            <pc:docMk/>
            <pc:sldMk cId="1326580416" sldId="608"/>
            <ac:spMk id="4" creationId="{085FFD0F-4A4D-EB3C-49BD-12919DE0BFD7}"/>
          </ac:spMkLst>
        </pc:spChg>
        <pc:spChg chg="mod">
          <ac:chgData name="Aleksey Zimin" userId="7f2637d0bc515791" providerId="LiveId" clId="{1C363C82-C939-44FC-A8A5-AEBBD531DAF7}" dt="2025-09-11T12:28:01.151" v="185" actId="14100"/>
          <ac:spMkLst>
            <pc:docMk/>
            <pc:sldMk cId="1326580416" sldId="608"/>
            <ac:spMk id="8" creationId="{BFFC148D-545F-D9FB-F881-B10E2AD4CFCD}"/>
          </ac:spMkLst>
        </pc:spChg>
        <pc:spChg chg="mod">
          <ac:chgData name="Aleksey Zimin" userId="7f2637d0bc515791" providerId="LiveId" clId="{1C363C82-C939-44FC-A8A5-AEBBD531DAF7}" dt="2025-09-11T12:27:49.805" v="183" actId="14100"/>
          <ac:spMkLst>
            <pc:docMk/>
            <pc:sldMk cId="1326580416" sldId="608"/>
            <ac:spMk id="9" creationId="{323CFB0F-3F44-A89A-4B69-550C193A9024}"/>
          </ac:spMkLst>
        </pc:spChg>
      </pc:sldChg>
      <pc:sldChg chg="delSp modSp add mod">
        <pc:chgData name="Aleksey Zimin" userId="7f2637d0bc515791" providerId="LiveId" clId="{1C363C82-C939-44FC-A8A5-AEBBD531DAF7}" dt="2025-09-11T12:29:11.039" v="192" actId="14100"/>
        <pc:sldMkLst>
          <pc:docMk/>
          <pc:sldMk cId="558133401" sldId="609"/>
        </pc:sldMkLst>
        <pc:spChg chg="mod">
          <ac:chgData name="Aleksey Zimin" userId="7f2637d0bc515791" providerId="LiveId" clId="{1C363C82-C939-44FC-A8A5-AEBBD531DAF7}" dt="2025-09-11T12:28:55.441" v="189" actId="14100"/>
          <ac:spMkLst>
            <pc:docMk/>
            <pc:sldMk cId="558133401" sldId="609"/>
            <ac:spMk id="4" creationId="{30CBDDF8-A475-DF91-D079-BB5C567A6F49}"/>
          </ac:spMkLst>
        </pc:spChg>
        <pc:spChg chg="mod">
          <ac:chgData name="Aleksey Zimin" userId="7f2637d0bc515791" providerId="LiveId" clId="{1C363C82-C939-44FC-A8A5-AEBBD531DAF7}" dt="2025-09-11T12:29:11.039" v="192" actId="14100"/>
          <ac:spMkLst>
            <pc:docMk/>
            <pc:sldMk cId="558133401" sldId="609"/>
            <ac:spMk id="6" creationId="{25B868B1-69FD-C857-6B58-E148D8E6D639}"/>
          </ac:spMkLst>
        </pc:spChg>
      </pc:sldChg>
    </pc:docChg>
  </pc:docChgLst>
  <pc:docChgLst>
    <pc:chgData name="Aleksey Zimin" userId="7f2637d0bc515791" providerId="LiveId" clId="{81BDCB7D-8C5E-49F4-97D1-F8AAB8227C4B}"/>
    <pc:docChg chg="undo custSel addSld delSld modSld sldOrd">
      <pc:chgData name="Aleksey Zimin" userId="7f2637d0bc515791" providerId="LiveId" clId="{81BDCB7D-8C5E-49F4-97D1-F8AAB8227C4B}" dt="2025-09-08T10:58:03.385" v="2383" actId="20577"/>
      <pc:docMkLst>
        <pc:docMk/>
      </pc:docMkLst>
      <pc:sldChg chg="addSp modSp mod">
        <pc:chgData name="Aleksey Zimin" userId="7f2637d0bc515791" providerId="LiveId" clId="{81BDCB7D-8C5E-49F4-97D1-F8AAB8227C4B}" dt="2025-09-05T00:47:57.420" v="93" actId="14100"/>
        <pc:sldMkLst>
          <pc:docMk/>
          <pc:sldMk cId="1032525999" sldId="479"/>
        </pc:sldMkLst>
      </pc:sldChg>
      <pc:sldChg chg="modSp mod modAnim">
        <pc:chgData name="Aleksey Zimin" userId="7f2637d0bc515791" providerId="LiveId" clId="{81BDCB7D-8C5E-49F4-97D1-F8AAB8227C4B}" dt="2025-09-05T01:27:28.125" v="995"/>
        <pc:sldMkLst>
          <pc:docMk/>
          <pc:sldMk cId="3792863760" sldId="507"/>
        </pc:sldMkLst>
        <pc:spChg chg="mod">
          <ac:chgData name="Aleksey Zimin" userId="7f2637d0bc515791" providerId="LiveId" clId="{81BDCB7D-8C5E-49F4-97D1-F8AAB8227C4B}" dt="2025-09-05T01:27:04.980" v="991" actId="20577"/>
          <ac:spMkLst>
            <pc:docMk/>
            <pc:sldMk cId="3792863760" sldId="507"/>
            <ac:spMk id="3" creationId="{8EFC8377-CEA9-6B41-CC7E-811083DFA542}"/>
          </ac:spMkLst>
        </pc:spChg>
      </pc:sldChg>
      <pc:sldChg chg="modSp mod ord">
        <pc:chgData name="Aleksey Zimin" userId="7f2637d0bc515791" providerId="LiveId" clId="{81BDCB7D-8C5E-49F4-97D1-F8AAB8227C4B}" dt="2025-09-05T00:46:01.205" v="48" actId="313"/>
        <pc:sldMkLst>
          <pc:docMk/>
          <pc:sldMk cId="2553610431" sldId="511"/>
        </pc:sldMkLst>
        <pc:spChg chg="mod">
          <ac:chgData name="Aleksey Zimin" userId="7f2637d0bc515791" providerId="LiveId" clId="{81BDCB7D-8C5E-49F4-97D1-F8AAB8227C4B}" dt="2025-09-05T00:46:01.205" v="48" actId="313"/>
          <ac:spMkLst>
            <pc:docMk/>
            <pc:sldMk cId="2553610431" sldId="511"/>
            <ac:spMk id="3" creationId="{6DA8EA48-CBB3-7385-C2F3-9314513B9812}"/>
          </ac:spMkLst>
        </pc:spChg>
      </pc:sldChg>
      <pc:sldChg chg="modSp mod modAnim">
        <pc:chgData name="Aleksey Zimin" userId="7f2637d0bc515791" providerId="LiveId" clId="{81BDCB7D-8C5E-49F4-97D1-F8AAB8227C4B}" dt="2025-09-05T01:28:45.195" v="1013"/>
        <pc:sldMkLst>
          <pc:docMk/>
          <pc:sldMk cId="1031262088" sldId="512"/>
        </pc:sldMkLst>
        <pc:spChg chg="mod">
          <ac:chgData name="Aleksey Zimin" userId="7f2637d0bc515791" providerId="LiveId" clId="{81BDCB7D-8C5E-49F4-97D1-F8AAB8227C4B}" dt="2025-09-05T01:28:30.245" v="1010" actId="20577"/>
          <ac:spMkLst>
            <pc:docMk/>
            <pc:sldMk cId="1031262088" sldId="512"/>
            <ac:spMk id="3" creationId="{35CB269E-0902-4C5B-58BC-AF7402D1EE34}"/>
          </ac:spMkLst>
        </pc:spChg>
      </pc:sldChg>
      <pc:sldChg chg="modSp mod">
        <pc:chgData name="Aleksey Zimin" userId="7f2637d0bc515791" providerId="LiveId" clId="{81BDCB7D-8C5E-49F4-97D1-F8AAB8227C4B}" dt="2025-09-05T01:28:58.343" v="1015" actId="113"/>
        <pc:sldMkLst>
          <pc:docMk/>
          <pc:sldMk cId="1872650003" sldId="514"/>
        </pc:sldMkLst>
        <pc:spChg chg="mod">
          <ac:chgData name="Aleksey Zimin" userId="7f2637d0bc515791" providerId="LiveId" clId="{81BDCB7D-8C5E-49F4-97D1-F8AAB8227C4B}" dt="2025-09-05T01:28:58.343" v="1015" actId="113"/>
          <ac:spMkLst>
            <pc:docMk/>
            <pc:sldMk cId="1872650003" sldId="514"/>
            <ac:spMk id="3" creationId="{C0DFBE18-01DB-F9CC-3786-D04A6C242299}"/>
          </ac:spMkLst>
        </pc:spChg>
      </pc:sldChg>
      <pc:sldChg chg="modSp mod">
        <pc:chgData name="Aleksey Zimin" userId="7f2637d0bc515791" providerId="LiveId" clId="{81BDCB7D-8C5E-49F4-97D1-F8AAB8227C4B}" dt="2025-09-05T01:29:10.199" v="1016" actId="113"/>
        <pc:sldMkLst>
          <pc:docMk/>
          <pc:sldMk cId="244634782" sldId="515"/>
        </pc:sldMkLst>
      </pc:sldChg>
      <pc:sldChg chg="modSp mod">
        <pc:chgData name="Aleksey Zimin" userId="7f2637d0bc515791" providerId="LiveId" clId="{81BDCB7D-8C5E-49F4-97D1-F8AAB8227C4B}" dt="2025-09-05T01:29:14.888" v="1017" actId="113"/>
        <pc:sldMkLst>
          <pc:docMk/>
          <pc:sldMk cId="330760420" sldId="516"/>
        </pc:sldMkLst>
      </pc:sldChg>
      <pc:sldChg chg="modSp mod">
        <pc:chgData name="Aleksey Zimin" userId="7f2637d0bc515791" providerId="LiveId" clId="{81BDCB7D-8C5E-49F4-97D1-F8AAB8227C4B}" dt="2025-09-05T01:29:18.041" v="1018" actId="113"/>
        <pc:sldMkLst>
          <pc:docMk/>
          <pc:sldMk cId="3680813266" sldId="517"/>
        </pc:sldMkLst>
      </pc:sldChg>
      <pc:sldChg chg="modSp mod">
        <pc:chgData name="Aleksey Zimin" userId="7f2637d0bc515791" providerId="LiveId" clId="{81BDCB7D-8C5E-49F4-97D1-F8AAB8227C4B}" dt="2025-09-05T01:29:21.191" v="1019" actId="113"/>
        <pc:sldMkLst>
          <pc:docMk/>
          <pc:sldMk cId="4118618855" sldId="518"/>
        </pc:sldMkLst>
      </pc:sldChg>
      <pc:sldChg chg="modSp mod">
        <pc:chgData name="Aleksey Zimin" userId="7f2637d0bc515791" providerId="LiveId" clId="{81BDCB7D-8C5E-49F4-97D1-F8AAB8227C4B}" dt="2025-09-05T01:29:25.075" v="1020" actId="113"/>
        <pc:sldMkLst>
          <pc:docMk/>
          <pc:sldMk cId="149708861" sldId="519"/>
        </pc:sldMkLst>
      </pc:sldChg>
      <pc:sldChg chg="modSp mod">
        <pc:chgData name="Aleksey Zimin" userId="7f2637d0bc515791" providerId="LiveId" clId="{81BDCB7D-8C5E-49F4-97D1-F8AAB8227C4B}" dt="2025-09-05T01:29:30.122" v="1021" actId="113"/>
        <pc:sldMkLst>
          <pc:docMk/>
          <pc:sldMk cId="2415830912" sldId="520"/>
        </pc:sldMkLst>
      </pc:sldChg>
      <pc:sldChg chg="modSp mod">
        <pc:chgData name="Aleksey Zimin" userId="7f2637d0bc515791" providerId="LiveId" clId="{81BDCB7D-8C5E-49F4-97D1-F8AAB8227C4B}" dt="2025-09-05T01:29:34.228" v="1022" actId="113"/>
        <pc:sldMkLst>
          <pc:docMk/>
          <pc:sldMk cId="387707962" sldId="521"/>
        </pc:sldMkLst>
      </pc:sldChg>
      <pc:sldChg chg="modSp mod">
        <pc:chgData name="Aleksey Zimin" userId="7f2637d0bc515791" providerId="LiveId" clId="{81BDCB7D-8C5E-49F4-97D1-F8AAB8227C4B}" dt="2025-09-05T01:29:38.151" v="1023" actId="113"/>
        <pc:sldMkLst>
          <pc:docMk/>
          <pc:sldMk cId="2105563305" sldId="522"/>
        </pc:sldMkLst>
      </pc:sldChg>
      <pc:sldChg chg="modSp">
        <pc:chgData name="Aleksey Zimin" userId="7f2637d0bc515791" providerId="LiveId" clId="{81BDCB7D-8C5E-49F4-97D1-F8AAB8227C4B}" dt="2025-09-05T01:52:49.728" v="1868"/>
        <pc:sldMkLst>
          <pc:docMk/>
          <pc:sldMk cId="276986234" sldId="526"/>
        </pc:sldMkLst>
        <pc:spChg chg="mod">
          <ac:chgData name="Aleksey Zimin" userId="7f2637d0bc515791" providerId="LiveId" clId="{81BDCB7D-8C5E-49F4-97D1-F8AAB8227C4B}" dt="2025-09-05T01:52:49.728" v="1868"/>
          <ac:spMkLst>
            <pc:docMk/>
            <pc:sldMk cId="276986234" sldId="526"/>
            <ac:spMk id="3" creationId="{6204A6D4-1E43-BA0D-9EDF-D8365EDB55AB}"/>
          </ac:spMkLst>
        </pc:spChg>
      </pc:sldChg>
      <pc:sldChg chg="modSp mod">
        <pc:chgData name="Aleksey Zimin" userId="7f2637d0bc515791" providerId="LiveId" clId="{81BDCB7D-8C5E-49F4-97D1-F8AAB8227C4B}" dt="2025-09-08T10:58:03.385" v="2383" actId="20577"/>
        <pc:sldMkLst>
          <pc:docMk/>
          <pc:sldMk cId="665784781" sldId="527"/>
        </pc:sldMkLst>
        <pc:spChg chg="mod">
          <ac:chgData name="Aleksey Zimin" userId="7f2637d0bc515791" providerId="LiveId" clId="{81BDCB7D-8C5E-49F4-97D1-F8AAB8227C4B}" dt="2025-09-08T10:58:03.385" v="2383" actId="20577"/>
          <ac:spMkLst>
            <pc:docMk/>
            <pc:sldMk cId="665784781" sldId="527"/>
            <ac:spMk id="3" creationId="{D99A5D06-87D4-1599-AC41-7C811E5AE247}"/>
          </ac:spMkLst>
        </pc:spChg>
      </pc:sldChg>
      <pc:sldChg chg="addSp delSp modSp add mod">
        <pc:chgData name="Aleksey Zimin" userId="7f2637d0bc515791" providerId="LiveId" clId="{81BDCB7D-8C5E-49F4-97D1-F8AAB8227C4B}" dt="2025-09-05T01:18:42.309" v="846" actId="1076"/>
        <pc:sldMkLst>
          <pc:docMk/>
          <pc:sldMk cId="888402848" sldId="546"/>
        </pc:sldMkLst>
        <pc:spChg chg="mod">
          <ac:chgData name="Aleksey Zimin" userId="7f2637d0bc515791" providerId="LiveId" clId="{81BDCB7D-8C5E-49F4-97D1-F8AAB8227C4B}" dt="2025-09-05T00:46:36.804" v="74" actId="20577"/>
          <ac:spMkLst>
            <pc:docMk/>
            <pc:sldMk cId="888402848" sldId="546"/>
            <ac:spMk id="2" creationId="{F64DB271-2E63-2B77-628C-C862E45AC111}"/>
          </ac:spMkLst>
        </pc:spChg>
        <pc:spChg chg="add mod">
          <ac:chgData name="Aleksey Zimin" userId="7f2637d0bc515791" providerId="LiveId" clId="{81BDCB7D-8C5E-49F4-97D1-F8AAB8227C4B}" dt="2025-09-05T01:17:42.536" v="831" actId="20577"/>
          <ac:spMkLst>
            <pc:docMk/>
            <pc:sldMk cId="888402848" sldId="546"/>
            <ac:spMk id="7" creationId="{F4CE4227-3FCB-F36B-90B0-190EEA43EA6B}"/>
          </ac:spMkLst>
        </pc:spChg>
        <pc:spChg chg="add mod">
          <ac:chgData name="Aleksey Zimin" userId="7f2637d0bc515791" providerId="LiveId" clId="{81BDCB7D-8C5E-49F4-97D1-F8AAB8227C4B}" dt="2025-09-05T01:17:40.257" v="829" actId="20577"/>
          <ac:spMkLst>
            <pc:docMk/>
            <pc:sldMk cId="888402848" sldId="546"/>
            <ac:spMk id="9" creationId="{1EE8C5C9-9A98-D81B-AD5B-F1C4A5CFFF08}"/>
          </ac:spMkLst>
        </pc:spChg>
        <pc:spChg chg="add mod">
          <ac:chgData name="Aleksey Zimin" userId="7f2637d0bc515791" providerId="LiveId" clId="{81BDCB7D-8C5E-49F4-97D1-F8AAB8227C4B}" dt="2025-09-05T01:18:42.309" v="846" actId="1076"/>
          <ac:spMkLst>
            <pc:docMk/>
            <pc:sldMk cId="888402848" sldId="546"/>
            <ac:spMk id="12" creationId="{FDCD169C-DFF6-7A29-FDA9-B9AB15A20F24}"/>
          </ac:spMkLst>
        </pc:spChg>
        <pc:spChg chg="add mod">
          <ac:chgData name="Aleksey Zimin" userId="7f2637d0bc515791" providerId="LiveId" clId="{81BDCB7D-8C5E-49F4-97D1-F8AAB8227C4B}" dt="2025-09-05T01:18:39.404" v="845" actId="1076"/>
          <ac:spMkLst>
            <pc:docMk/>
            <pc:sldMk cId="888402848" sldId="546"/>
            <ac:spMk id="14" creationId="{1738258E-BA84-CCFA-E7E3-B442833B10CC}"/>
          </ac:spMkLst>
        </pc:spChg>
      </pc:sldChg>
      <pc:sldChg chg="addSp delSp modSp add mod">
        <pc:chgData name="Aleksey Zimin" userId="7f2637d0bc515791" providerId="LiveId" clId="{81BDCB7D-8C5E-49F4-97D1-F8AAB8227C4B}" dt="2025-09-05T01:22:43.788" v="887" actId="20577"/>
        <pc:sldMkLst>
          <pc:docMk/>
          <pc:sldMk cId="3427682825" sldId="547"/>
        </pc:sldMkLst>
        <pc:spChg chg="add mod">
          <ac:chgData name="Aleksey Zimin" userId="7f2637d0bc515791" providerId="LiveId" clId="{81BDCB7D-8C5E-49F4-97D1-F8AAB8227C4B}" dt="2025-09-05T00:59:41.960" v="335" actId="1076"/>
          <ac:spMkLst>
            <pc:docMk/>
            <pc:sldMk cId="3427682825" sldId="547"/>
            <ac:spMk id="3" creationId="{95F1E610-59A7-B651-52AA-DE01EE9833FA}"/>
          </ac:spMkLst>
        </pc:spChg>
        <pc:spChg chg="add mod">
          <ac:chgData name="Aleksey Zimin" userId="7f2637d0bc515791" providerId="LiveId" clId="{81BDCB7D-8C5E-49F4-97D1-F8AAB8227C4B}" dt="2025-09-05T00:59:41.960" v="335" actId="1076"/>
          <ac:spMkLst>
            <pc:docMk/>
            <pc:sldMk cId="3427682825" sldId="547"/>
            <ac:spMk id="5" creationId="{D88777E9-7A87-8783-2435-F783CEAE0394}"/>
          </ac:spMkLst>
        </pc:spChg>
        <pc:spChg chg="add mod">
          <ac:chgData name="Aleksey Zimin" userId="7f2637d0bc515791" providerId="LiveId" clId="{81BDCB7D-8C5E-49F4-97D1-F8AAB8227C4B}" dt="2025-09-05T00:59:41.960" v="335" actId="1076"/>
          <ac:spMkLst>
            <pc:docMk/>
            <pc:sldMk cId="3427682825" sldId="547"/>
            <ac:spMk id="6" creationId="{6B265877-06BF-6B49-EDE7-AF0C04337667}"/>
          </ac:spMkLst>
        </pc:spChg>
        <pc:spChg chg="mod">
          <ac:chgData name="Aleksey Zimin" userId="7f2637d0bc515791" providerId="LiveId" clId="{81BDCB7D-8C5E-49F4-97D1-F8AAB8227C4B}" dt="2025-09-05T01:22:43.788" v="887" actId="20577"/>
          <ac:spMkLst>
            <pc:docMk/>
            <pc:sldMk cId="3427682825" sldId="547"/>
            <ac:spMk id="7" creationId="{E6B04B52-F418-F2BA-8889-666480AB888C}"/>
          </ac:spMkLst>
        </pc:spChg>
      </pc:sldChg>
      <pc:sldChg chg="modSp add del mod">
        <pc:chgData name="Aleksey Zimin" userId="7f2637d0bc515791" providerId="LiveId" clId="{81BDCB7D-8C5E-49F4-97D1-F8AAB8227C4B}" dt="2025-09-05T01:12:50.789" v="738" actId="47"/>
        <pc:sldMkLst>
          <pc:docMk/>
          <pc:sldMk cId="4171205806" sldId="548"/>
        </pc:sldMkLst>
      </pc:sldChg>
      <pc:sldChg chg="modSp add del mod">
        <pc:chgData name="Aleksey Zimin" userId="7f2637d0bc515791" providerId="LiveId" clId="{81BDCB7D-8C5E-49F4-97D1-F8AAB8227C4B}" dt="2025-09-05T01:12:52.186" v="739" actId="47"/>
        <pc:sldMkLst>
          <pc:docMk/>
          <pc:sldMk cId="2523374523" sldId="549"/>
        </pc:sldMkLst>
      </pc:sldChg>
      <pc:sldChg chg="modSp add del mod">
        <pc:chgData name="Aleksey Zimin" userId="7f2637d0bc515791" providerId="LiveId" clId="{81BDCB7D-8C5E-49F4-97D1-F8AAB8227C4B}" dt="2025-09-05T01:05:48.373" v="539" actId="47"/>
        <pc:sldMkLst>
          <pc:docMk/>
          <pc:sldMk cId="868032597" sldId="550"/>
        </pc:sldMkLst>
      </pc:sldChg>
      <pc:sldChg chg="add del">
        <pc:chgData name="Aleksey Zimin" userId="7f2637d0bc515791" providerId="LiveId" clId="{81BDCB7D-8C5E-49F4-97D1-F8AAB8227C4B}" dt="2025-09-05T01:05:57.427" v="541" actId="47"/>
        <pc:sldMkLst>
          <pc:docMk/>
          <pc:sldMk cId="2696641667" sldId="551"/>
        </pc:sldMkLst>
      </pc:sldChg>
      <pc:sldChg chg="modSp add del mod">
        <pc:chgData name="Aleksey Zimin" userId="7f2637d0bc515791" providerId="LiveId" clId="{81BDCB7D-8C5E-49F4-97D1-F8AAB8227C4B}" dt="2025-09-05T01:12:53.051" v="740" actId="47"/>
        <pc:sldMkLst>
          <pc:docMk/>
          <pc:sldMk cId="1257834538" sldId="552"/>
        </pc:sldMkLst>
      </pc:sldChg>
      <pc:sldChg chg="modSp add mod">
        <pc:chgData name="Aleksey Zimin" userId="7f2637d0bc515791" providerId="LiveId" clId="{81BDCB7D-8C5E-49F4-97D1-F8AAB8227C4B}" dt="2025-09-05T01:23:50.298" v="891" actId="20577"/>
        <pc:sldMkLst>
          <pc:docMk/>
          <pc:sldMk cId="1709966318" sldId="553"/>
        </pc:sldMkLst>
        <pc:spChg chg="mod">
          <ac:chgData name="Aleksey Zimin" userId="7f2637d0bc515791" providerId="LiveId" clId="{81BDCB7D-8C5E-49F4-97D1-F8AAB8227C4B}" dt="2025-09-05T01:23:50.298" v="891" actId="20577"/>
          <ac:spMkLst>
            <pc:docMk/>
            <pc:sldMk cId="1709966318" sldId="553"/>
            <ac:spMk id="7" creationId="{1D237F36-4596-6B10-9E97-61F7E38BDB21}"/>
          </ac:spMkLst>
        </pc:spChg>
      </pc:sldChg>
      <pc:sldChg chg="addSp delSp modSp add del mod">
        <pc:chgData name="Aleksey Zimin" userId="7f2637d0bc515791" providerId="LiveId" clId="{81BDCB7D-8C5E-49F4-97D1-F8AAB8227C4B}" dt="2025-09-05T01:24:35.231" v="897" actId="47"/>
        <pc:sldMkLst>
          <pc:docMk/>
          <pc:sldMk cId="64529078" sldId="554"/>
        </pc:sldMkLst>
      </pc:sldChg>
      <pc:sldChg chg="modSp add del mod">
        <pc:chgData name="Aleksey Zimin" userId="7f2637d0bc515791" providerId="LiveId" clId="{81BDCB7D-8C5E-49F4-97D1-F8AAB8227C4B}" dt="2025-09-05T01:24:28.996" v="896" actId="47"/>
        <pc:sldMkLst>
          <pc:docMk/>
          <pc:sldMk cId="1091047479" sldId="555"/>
        </pc:sldMkLst>
      </pc:sldChg>
      <pc:sldChg chg="modSp add mod">
        <pc:chgData name="Aleksey Zimin" userId="7f2637d0bc515791" providerId="LiveId" clId="{81BDCB7D-8C5E-49F4-97D1-F8AAB8227C4B}" dt="2025-09-05T01:25:18.540" v="905" actId="207"/>
        <pc:sldMkLst>
          <pc:docMk/>
          <pc:sldMk cId="3495650733" sldId="556"/>
        </pc:sldMkLst>
        <pc:spChg chg="mod">
          <ac:chgData name="Aleksey Zimin" userId="7f2637d0bc515791" providerId="LiveId" clId="{81BDCB7D-8C5E-49F4-97D1-F8AAB8227C4B}" dt="2025-09-05T01:25:18.540" v="905" actId="207"/>
          <ac:spMkLst>
            <pc:docMk/>
            <pc:sldMk cId="3495650733" sldId="556"/>
            <ac:spMk id="5" creationId="{7D9D080A-814F-AB25-8F6F-429A6DF38BDC}"/>
          </ac:spMkLst>
        </pc:spChg>
        <pc:spChg chg="mod">
          <ac:chgData name="Aleksey Zimin" userId="7f2637d0bc515791" providerId="LiveId" clId="{81BDCB7D-8C5E-49F4-97D1-F8AAB8227C4B}" dt="2025-09-05T01:25:06.789" v="902" actId="207"/>
          <ac:spMkLst>
            <pc:docMk/>
            <pc:sldMk cId="3495650733" sldId="556"/>
            <ac:spMk id="6" creationId="{37B9B05B-398F-EDC7-3FF8-D54A62FAA951}"/>
          </ac:spMkLst>
        </pc:spChg>
      </pc:sldChg>
      <pc:sldChg chg="add">
        <pc:chgData name="Aleksey Zimin" userId="7f2637d0bc515791" providerId="LiveId" clId="{81BDCB7D-8C5E-49F4-97D1-F8AAB8227C4B}" dt="2025-09-05T01:24:43.572" v="898" actId="2890"/>
        <pc:sldMkLst>
          <pc:docMk/>
          <pc:sldMk cId="3631780251" sldId="557"/>
        </pc:sldMkLst>
      </pc:sldChg>
      <pc:sldChg chg="addSp modSp add mod">
        <pc:chgData name="Aleksey Zimin" userId="7f2637d0bc515791" providerId="LiveId" clId="{81BDCB7D-8C5E-49F4-97D1-F8AAB8227C4B}" dt="2025-09-05T01:53:35.252" v="1871" actId="207"/>
        <pc:sldMkLst>
          <pc:docMk/>
          <pc:sldMk cId="1047431818" sldId="558"/>
        </pc:sldMkLst>
        <pc:spChg chg="add mod">
          <ac:chgData name="Aleksey Zimin" userId="7f2637d0bc515791" providerId="LiveId" clId="{81BDCB7D-8C5E-49F4-97D1-F8AAB8227C4B}" dt="2025-09-05T01:53:35.252" v="1871" actId="207"/>
          <ac:spMkLst>
            <pc:docMk/>
            <pc:sldMk cId="1047431818" sldId="558"/>
            <ac:spMk id="4" creationId="{310C7246-F72B-D09D-0C32-7E1A5484540B}"/>
          </ac:spMkLst>
        </pc:spChg>
      </pc:sldChg>
      <pc:sldChg chg="add del">
        <pc:chgData name="Aleksey Zimin" userId="7f2637d0bc515791" providerId="LiveId" clId="{81BDCB7D-8C5E-49F4-97D1-F8AAB8227C4B}" dt="2025-09-05T01:25:24.830" v="906" actId="47"/>
        <pc:sldMkLst>
          <pc:docMk/>
          <pc:sldMk cId="3311073514" sldId="558"/>
        </pc:sldMkLst>
      </pc:sldChg>
      <pc:sldChg chg="addSp modSp add mod">
        <pc:chgData name="Aleksey Zimin" userId="7f2637d0bc515791" providerId="LiveId" clId="{81BDCB7D-8C5E-49F4-97D1-F8AAB8227C4B}" dt="2025-09-08T10:55:20.024" v="2248" actId="20577"/>
        <pc:sldMkLst>
          <pc:docMk/>
          <pc:sldMk cId="4184413753" sldId="570"/>
        </pc:sldMkLst>
        <pc:spChg chg="mod">
          <ac:chgData name="Aleksey Zimin" userId="7f2637d0bc515791" providerId="LiveId" clId="{81BDCB7D-8C5E-49F4-97D1-F8AAB8227C4B}" dt="2025-09-08T10:46:05.462" v="1928" actId="20577"/>
          <ac:spMkLst>
            <pc:docMk/>
            <pc:sldMk cId="4184413753" sldId="570"/>
            <ac:spMk id="2" creationId="{06A43F82-8849-2719-E35E-8ECCCB1C9302}"/>
          </ac:spMkLst>
        </pc:spChg>
        <pc:spChg chg="mod">
          <ac:chgData name="Aleksey Zimin" userId="7f2637d0bc515791" providerId="LiveId" clId="{81BDCB7D-8C5E-49F4-97D1-F8AAB8227C4B}" dt="2025-09-08T10:50:45.829" v="2130" actId="27636"/>
          <ac:spMkLst>
            <pc:docMk/>
            <pc:sldMk cId="4184413753" sldId="570"/>
            <ac:spMk id="3" creationId="{1CA5109D-FCF8-034E-52A5-044C722FD57E}"/>
          </ac:spMkLst>
        </pc:spChg>
        <pc:spChg chg="add mod">
          <ac:chgData name="Aleksey Zimin" userId="7f2637d0bc515791" providerId="LiveId" clId="{81BDCB7D-8C5E-49F4-97D1-F8AAB8227C4B}" dt="2025-09-08T10:52:43.729" v="2189" actId="1076"/>
          <ac:spMkLst>
            <pc:docMk/>
            <pc:sldMk cId="4184413753" sldId="570"/>
            <ac:spMk id="5" creationId="{8EC15084-AACC-B389-7652-627CE06B74EE}"/>
          </ac:spMkLst>
        </pc:spChg>
        <pc:spChg chg="add mod">
          <ac:chgData name="Aleksey Zimin" userId="7f2637d0bc515791" providerId="LiveId" clId="{81BDCB7D-8C5E-49F4-97D1-F8AAB8227C4B}" dt="2025-09-08T10:52:47.865" v="2190" actId="1076"/>
          <ac:spMkLst>
            <pc:docMk/>
            <pc:sldMk cId="4184413753" sldId="570"/>
            <ac:spMk id="6" creationId="{F7B2C357-0B9D-F810-6C21-76FB5F0C1958}"/>
          </ac:spMkLst>
        </pc:spChg>
        <pc:spChg chg="add mod">
          <ac:chgData name="Aleksey Zimin" userId="7f2637d0bc515791" providerId="LiveId" clId="{81BDCB7D-8C5E-49F4-97D1-F8AAB8227C4B}" dt="2025-09-08T10:54:33.641" v="2220" actId="6549"/>
          <ac:spMkLst>
            <pc:docMk/>
            <pc:sldMk cId="4184413753" sldId="570"/>
            <ac:spMk id="7" creationId="{B7C70D1A-650C-616E-03B4-8EABABCBE0E0}"/>
          </ac:spMkLst>
        </pc:spChg>
        <pc:spChg chg="add mod">
          <ac:chgData name="Aleksey Zimin" userId="7f2637d0bc515791" providerId="LiveId" clId="{81BDCB7D-8C5E-49F4-97D1-F8AAB8227C4B}" dt="2025-09-08T10:52:56.335" v="2192" actId="1076"/>
          <ac:spMkLst>
            <pc:docMk/>
            <pc:sldMk cId="4184413753" sldId="570"/>
            <ac:spMk id="8" creationId="{BD4396DA-E715-81D6-ADB2-726D80BCB27C}"/>
          </ac:spMkLst>
        </pc:spChg>
        <pc:spChg chg="add mod">
          <ac:chgData name="Aleksey Zimin" userId="7f2637d0bc515791" providerId="LiveId" clId="{81BDCB7D-8C5E-49F4-97D1-F8AAB8227C4B}" dt="2025-09-08T10:55:00.432" v="2230" actId="1076"/>
          <ac:spMkLst>
            <pc:docMk/>
            <pc:sldMk cId="4184413753" sldId="570"/>
            <ac:spMk id="9" creationId="{F4D14CE9-32CF-24E7-EF81-2D90E7085DE6}"/>
          </ac:spMkLst>
        </pc:spChg>
        <pc:spChg chg="add mod">
          <ac:chgData name="Aleksey Zimin" userId="7f2637d0bc515791" providerId="LiveId" clId="{81BDCB7D-8C5E-49F4-97D1-F8AAB8227C4B}" dt="2025-09-08T10:55:20.024" v="2248" actId="20577"/>
          <ac:spMkLst>
            <pc:docMk/>
            <pc:sldMk cId="4184413753" sldId="570"/>
            <ac:spMk id="10" creationId="{57D5D8E6-CFBF-ECEB-E48F-28F71D8E35D5}"/>
          </ac:spMkLst>
        </pc:spChg>
      </pc:sldChg>
    </pc:docChg>
  </pc:docChgLst>
  <pc:docChgLst>
    <pc:chgData name="Aleksey Zimin" userId="7f2637d0bc515791" providerId="LiveId" clId="{00E98215-2784-432B-8977-B84EB1FAD507}"/>
    <pc:docChg chg="custSel modSld">
      <pc:chgData name="Aleksey Zimin" userId="7f2637d0bc515791" providerId="LiveId" clId="{00E98215-2784-432B-8977-B84EB1FAD507}" dt="2025-08-20T12:48:57.128" v="274" actId="20577"/>
      <pc:docMkLst>
        <pc:docMk/>
      </pc:docMkLst>
      <pc:sldChg chg="modSp mod">
        <pc:chgData name="Aleksey Zimin" userId="7f2637d0bc515791" providerId="LiveId" clId="{00E98215-2784-432B-8977-B84EB1FAD507}" dt="2025-08-20T12:47:25.748" v="242" actId="20577"/>
        <pc:sldMkLst>
          <pc:docMk/>
          <pc:sldMk cId="1031262088" sldId="512"/>
        </pc:sldMkLst>
        <pc:spChg chg="mod">
          <ac:chgData name="Aleksey Zimin" userId="7f2637d0bc515791" providerId="LiveId" clId="{00E98215-2784-432B-8977-B84EB1FAD507}" dt="2025-08-20T12:47:25.748" v="242" actId="20577"/>
          <ac:spMkLst>
            <pc:docMk/>
            <pc:sldMk cId="1031262088" sldId="512"/>
            <ac:spMk id="3" creationId="{35CB269E-0902-4C5B-58BC-AF7402D1EE34}"/>
          </ac:spMkLst>
        </pc:spChg>
      </pc:sldChg>
      <pc:sldChg chg="modSp mod">
        <pc:chgData name="Aleksey Zimin" userId="7f2637d0bc515791" providerId="LiveId" clId="{00E98215-2784-432B-8977-B84EB1FAD507}" dt="2025-08-20T12:48:57.128" v="274" actId="20577"/>
        <pc:sldMkLst>
          <pc:docMk/>
          <pc:sldMk cId="1269627095" sldId="513"/>
        </pc:sldMkLst>
        <pc:spChg chg="mod">
          <ac:chgData name="Aleksey Zimin" userId="7f2637d0bc515791" providerId="LiveId" clId="{00E98215-2784-432B-8977-B84EB1FAD507}" dt="2025-08-20T12:48:57.128" v="274" actId="20577"/>
          <ac:spMkLst>
            <pc:docMk/>
            <pc:sldMk cId="1269627095" sldId="513"/>
            <ac:spMk id="3" creationId="{96D0D50A-9942-12DC-F2BC-CF535D24DEFF}"/>
          </ac:spMkLst>
        </pc:spChg>
        <pc:spChg chg="mod">
          <ac:chgData name="Aleksey Zimin" userId="7f2637d0bc515791" providerId="LiveId" clId="{00E98215-2784-432B-8977-B84EB1FAD507}" dt="2025-08-20T12:45:13.646" v="116" actId="20577"/>
          <ac:spMkLst>
            <pc:docMk/>
            <pc:sldMk cId="1269627095" sldId="513"/>
            <ac:spMk id="5" creationId="{D4656A6D-21D1-3154-8232-A2C844FF4C7B}"/>
          </ac:spMkLst>
        </pc:spChg>
      </pc:sldChg>
      <pc:sldChg chg="modSp mod">
        <pc:chgData name="Aleksey Zimin" userId="7f2637d0bc515791" providerId="LiveId" clId="{00E98215-2784-432B-8977-B84EB1FAD507}" dt="2025-08-20T12:47:59.585" v="272" actId="115"/>
        <pc:sldMkLst>
          <pc:docMk/>
          <pc:sldMk cId="1872650003" sldId="514"/>
        </pc:sldMkLst>
        <pc:spChg chg="mod">
          <ac:chgData name="Aleksey Zimin" userId="7f2637d0bc515791" providerId="LiveId" clId="{00E98215-2784-432B-8977-B84EB1FAD507}" dt="2025-08-20T12:47:59.585" v="272" actId="115"/>
          <ac:spMkLst>
            <pc:docMk/>
            <pc:sldMk cId="1872650003" sldId="514"/>
            <ac:spMk id="3" creationId="{C0DFBE18-01DB-F9CC-3786-D04A6C242299}"/>
          </ac:spMkLst>
        </pc:spChg>
      </pc:sldChg>
    </pc:docChg>
  </pc:docChgLst>
  <pc:docChgLst>
    <pc:chgData name="Aleksey Zimin" userId="7f2637d0bc515791" providerId="LiveId" clId="{DB59023B-67C4-45FB-B133-1466E55C9178}"/>
    <pc:docChg chg="undo redo custSel addSld delSld modSld sldOrd">
      <pc:chgData name="Aleksey Zimin" userId="7f2637d0bc515791" providerId="LiveId" clId="{DB59023B-67C4-45FB-B133-1466E55C9178}" dt="2025-09-08T14:18:41.896" v="1513" actId="14100"/>
      <pc:docMkLst>
        <pc:docMk/>
      </pc:docMkLst>
      <pc:sldChg chg="modSp mod">
        <pc:chgData name="Aleksey Zimin" userId="7f2637d0bc515791" providerId="LiveId" clId="{DB59023B-67C4-45FB-B133-1466E55C9178}" dt="2025-09-08T14:17:28.268" v="1484" actId="27636"/>
        <pc:sldMkLst>
          <pc:docMk/>
          <pc:sldMk cId="1898564496" sldId="261"/>
        </pc:sldMkLst>
        <pc:spChg chg="mod">
          <ac:chgData name="Aleksey Zimin" userId="7f2637d0bc515791" providerId="LiveId" clId="{DB59023B-67C4-45FB-B133-1466E55C9178}" dt="2025-09-08T14:17:28.268" v="1484" actId="27636"/>
          <ac:spMkLst>
            <pc:docMk/>
            <pc:sldMk cId="1898564496" sldId="261"/>
            <ac:spMk id="3" creationId="{ABB2587C-A2DB-034F-59ED-1C6635C29F6F}"/>
          </ac:spMkLst>
        </pc:spChg>
      </pc:sldChg>
      <pc:sldChg chg="modSp add mod">
        <pc:chgData name="Aleksey Zimin" userId="7f2637d0bc515791" providerId="LiveId" clId="{DB59023B-67C4-45FB-B133-1466E55C9178}" dt="2025-09-08T13:33:04.438" v="442" actId="27636"/>
        <pc:sldMkLst>
          <pc:docMk/>
          <pc:sldMk cId="4059106141" sldId="262"/>
        </pc:sldMkLst>
        <pc:spChg chg="mod">
          <ac:chgData name="Aleksey Zimin" userId="7f2637d0bc515791" providerId="LiveId" clId="{DB59023B-67C4-45FB-B133-1466E55C9178}" dt="2025-09-08T13:33:04.438" v="442" actId="27636"/>
          <ac:spMkLst>
            <pc:docMk/>
            <pc:sldMk cId="4059106141" sldId="262"/>
            <ac:spMk id="2" creationId="{6AFB930E-0559-0DA2-C7D6-9FA3A1A5FF80}"/>
          </ac:spMkLst>
        </pc:spChg>
      </pc:sldChg>
      <pc:sldChg chg="modSp add mod">
        <pc:chgData name="Aleksey Zimin" userId="7f2637d0bc515791" providerId="LiveId" clId="{DB59023B-67C4-45FB-B133-1466E55C9178}" dt="2025-09-08T13:33:04.416" v="438" actId="27636"/>
        <pc:sldMkLst>
          <pc:docMk/>
          <pc:sldMk cId="1057141448" sldId="263"/>
        </pc:sldMkLst>
        <pc:spChg chg="mod">
          <ac:chgData name="Aleksey Zimin" userId="7f2637d0bc515791" providerId="LiveId" clId="{DB59023B-67C4-45FB-B133-1466E55C9178}" dt="2025-09-08T13:33:04.416" v="438" actId="27636"/>
          <ac:spMkLst>
            <pc:docMk/>
            <pc:sldMk cId="1057141448" sldId="263"/>
            <ac:spMk id="2" creationId="{6AFB930E-0559-0DA2-C7D6-9FA3A1A5FF80}"/>
          </ac:spMkLst>
        </pc:spChg>
      </pc:sldChg>
      <pc:sldChg chg="modSp add mod">
        <pc:chgData name="Aleksey Zimin" userId="7f2637d0bc515791" providerId="LiveId" clId="{DB59023B-67C4-45FB-B133-1466E55C9178}" dt="2025-09-08T13:35:59.184" v="450" actId="1076"/>
        <pc:sldMkLst>
          <pc:docMk/>
          <pc:sldMk cId="376118783" sldId="264"/>
        </pc:sldMkLst>
        <pc:spChg chg="mod">
          <ac:chgData name="Aleksey Zimin" userId="7f2637d0bc515791" providerId="LiveId" clId="{DB59023B-67C4-45FB-B133-1466E55C9178}" dt="2025-09-08T13:33:04.429" v="439" actId="27636"/>
          <ac:spMkLst>
            <pc:docMk/>
            <pc:sldMk cId="376118783" sldId="264"/>
            <ac:spMk id="2" creationId="{6AFB930E-0559-0DA2-C7D6-9FA3A1A5FF80}"/>
          </ac:spMkLst>
        </pc:spChg>
        <pc:spChg chg="mod">
          <ac:chgData name="Aleksey Zimin" userId="7f2637d0bc515791" providerId="LiveId" clId="{DB59023B-67C4-45FB-B133-1466E55C9178}" dt="2025-09-08T13:35:59.184" v="450" actId="1076"/>
          <ac:spMkLst>
            <pc:docMk/>
            <pc:sldMk cId="376118783" sldId="264"/>
            <ac:spMk id="6" creationId="{DBC9582D-B5FB-116C-8289-AB6D4D6EEE06}"/>
          </ac:spMkLst>
        </pc:spChg>
        <pc:picChg chg="mod">
          <ac:chgData name="Aleksey Zimin" userId="7f2637d0bc515791" providerId="LiveId" clId="{DB59023B-67C4-45FB-B133-1466E55C9178}" dt="2025-09-08T13:34:14.108" v="443" actId="1076"/>
          <ac:picMkLst>
            <pc:docMk/>
            <pc:sldMk cId="376118783" sldId="264"/>
            <ac:picMk id="4" creationId="{ABA5D542-7332-9542-95D9-9365FDB5444C}"/>
          </ac:picMkLst>
        </pc:picChg>
      </pc:sldChg>
      <pc:sldChg chg="modSp add mod">
        <pc:chgData name="Aleksey Zimin" userId="7f2637d0bc515791" providerId="LiveId" clId="{DB59023B-67C4-45FB-B133-1466E55C9178}" dt="2025-09-08T13:33:04.432" v="440" actId="27636"/>
        <pc:sldMkLst>
          <pc:docMk/>
          <pc:sldMk cId="529701822" sldId="265"/>
        </pc:sldMkLst>
        <pc:spChg chg="mod">
          <ac:chgData name="Aleksey Zimin" userId="7f2637d0bc515791" providerId="LiveId" clId="{DB59023B-67C4-45FB-B133-1466E55C9178}" dt="2025-09-08T13:33:04.432" v="440" actId="27636"/>
          <ac:spMkLst>
            <pc:docMk/>
            <pc:sldMk cId="529701822" sldId="265"/>
            <ac:spMk id="2" creationId="{6AFB930E-0559-0DA2-C7D6-9FA3A1A5FF80}"/>
          </ac:spMkLst>
        </pc:spChg>
      </pc:sldChg>
      <pc:sldChg chg="modSp add mod">
        <pc:chgData name="Aleksey Zimin" userId="7f2637d0bc515791" providerId="LiveId" clId="{DB59023B-67C4-45FB-B133-1466E55C9178}" dt="2025-09-08T13:33:04.436" v="441" actId="27636"/>
        <pc:sldMkLst>
          <pc:docMk/>
          <pc:sldMk cId="1095696619" sldId="266"/>
        </pc:sldMkLst>
        <pc:spChg chg="mod">
          <ac:chgData name="Aleksey Zimin" userId="7f2637d0bc515791" providerId="LiveId" clId="{DB59023B-67C4-45FB-B133-1466E55C9178}" dt="2025-09-08T13:33:04.436" v="441" actId="27636"/>
          <ac:spMkLst>
            <pc:docMk/>
            <pc:sldMk cId="1095696619" sldId="266"/>
            <ac:spMk id="2" creationId="{6AFB930E-0559-0DA2-C7D6-9FA3A1A5FF80}"/>
          </ac:spMkLst>
        </pc:spChg>
      </pc:sldChg>
      <pc:sldChg chg="modSp mod">
        <pc:chgData name="Aleksey Zimin" userId="7f2637d0bc515791" providerId="LiveId" clId="{DB59023B-67C4-45FB-B133-1466E55C9178}" dt="2025-09-08T14:08:21.784" v="1265" actId="20577"/>
        <pc:sldMkLst>
          <pc:docMk/>
          <pc:sldMk cId="2711955719" sldId="270"/>
        </pc:sldMkLst>
        <pc:spChg chg="mod">
          <ac:chgData name="Aleksey Zimin" userId="7f2637d0bc515791" providerId="LiveId" clId="{DB59023B-67C4-45FB-B133-1466E55C9178}" dt="2025-09-08T14:08:21.784" v="1265" actId="20577"/>
          <ac:spMkLst>
            <pc:docMk/>
            <pc:sldMk cId="2711955719" sldId="270"/>
            <ac:spMk id="3" creationId="{4830478D-3567-3F12-22BE-C964739C37C0}"/>
          </ac:spMkLst>
        </pc:spChg>
      </pc:sldChg>
      <pc:sldChg chg="modSp mod">
        <pc:chgData name="Aleksey Zimin" userId="7f2637d0bc515791" providerId="LiveId" clId="{DB59023B-67C4-45FB-B133-1466E55C9178}" dt="2025-09-08T13:38:32.417" v="516" actId="20577"/>
        <pc:sldMkLst>
          <pc:docMk/>
          <pc:sldMk cId="1175591611" sldId="276"/>
        </pc:sldMkLst>
        <pc:spChg chg="mod">
          <ac:chgData name="Aleksey Zimin" userId="7f2637d0bc515791" providerId="LiveId" clId="{DB59023B-67C4-45FB-B133-1466E55C9178}" dt="2025-09-08T13:38:32.417" v="516" actId="20577"/>
          <ac:spMkLst>
            <pc:docMk/>
            <pc:sldMk cId="1175591611" sldId="276"/>
            <ac:spMk id="3" creationId="{9E0D3980-5C92-D17F-7F8C-5965F2B1BA06}"/>
          </ac:spMkLst>
        </pc:spChg>
      </pc:sldChg>
      <pc:sldChg chg="modSp">
        <pc:chgData name="Aleksey Zimin" userId="7f2637d0bc515791" providerId="LiveId" clId="{DB59023B-67C4-45FB-B133-1466E55C9178}" dt="2025-09-08T14:15:40.823" v="1475" actId="20577"/>
        <pc:sldMkLst>
          <pc:docMk/>
          <pc:sldMk cId="2798972315" sldId="401"/>
        </pc:sldMkLst>
        <pc:spChg chg="mod">
          <ac:chgData name="Aleksey Zimin" userId="7f2637d0bc515791" providerId="LiveId" clId="{DB59023B-67C4-45FB-B133-1466E55C9178}" dt="2025-09-08T14:15:40.823" v="1475" actId="20577"/>
          <ac:spMkLst>
            <pc:docMk/>
            <pc:sldMk cId="2798972315" sldId="401"/>
            <ac:spMk id="3" creationId="{51C73E3A-789D-F771-C97B-85E5E6442554}"/>
          </ac:spMkLst>
        </pc:spChg>
      </pc:sldChg>
      <pc:sldChg chg="modSp del mod">
        <pc:chgData name="Aleksey Zimin" userId="7f2637d0bc515791" providerId="LiveId" clId="{DB59023B-67C4-45FB-B133-1466E55C9178}" dt="2025-09-05T17:56:29.235" v="364" actId="47"/>
        <pc:sldMkLst>
          <pc:docMk/>
          <pc:sldMk cId="1032525999" sldId="479"/>
        </pc:sldMkLst>
      </pc:sldChg>
      <pc:sldChg chg="modSp mod">
        <pc:chgData name="Aleksey Zimin" userId="7f2637d0bc515791" providerId="LiveId" clId="{DB59023B-67C4-45FB-B133-1466E55C9178}" dt="2025-09-05T18:17:18.875" v="434" actId="20577"/>
        <pc:sldMkLst>
          <pc:docMk/>
          <pc:sldMk cId="1579698907" sldId="490"/>
        </pc:sldMkLst>
        <pc:spChg chg="mod">
          <ac:chgData name="Aleksey Zimin" userId="7f2637d0bc515791" providerId="LiveId" clId="{DB59023B-67C4-45FB-B133-1466E55C9178}" dt="2025-09-05T18:17:18.875" v="434" actId="20577"/>
          <ac:spMkLst>
            <pc:docMk/>
            <pc:sldMk cId="1579698907" sldId="490"/>
            <ac:spMk id="5" creationId="{5A61C954-995E-DEC2-DAB4-D64E53B24705}"/>
          </ac:spMkLst>
        </pc:spChg>
      </pc:sldChg>
      <pc:sldChg chg="addSp delSp modSp mod">
        <pc:chgData name="Aleksey Zimin" userId="7f2637d0bc515791" providerId="LiveId" clId="{DB59023B-67C4-45FB-B133-1466E55C9178}" dt="2025-09-05T13:42:05.787" v="35" actId="1076"/>
        <pc:sldMkLst>
          <pc:docMk/>
          <pc:sldMk cId="244634782" sldId="515"/>
        </pc:sldMkLst>
      </pc:sldChg>
      <pc:sldChg chg="del">
        <pc:chgData name="Aleksey Zimin" userId="7f2637d0bc515791" providerId="LiveId" clId="{DB59023B-67C4-45FB-B133-1466E55C9178}" dt="2025-09-05T13:43:04.265" v="39" actId="47"/>
        <pc:sldMkLst>
          <pc:docMk/>
          <pc:sldMk cId="330760420" sldId="516"/>
        </pc:sldMkLst>
      </pc:sldChg>
      <pc:sldChg chg="del">
        <pc:chgData name="Aleksey Zimin" userId="7f2637d0bc515791" providerId="LiveId" clId="{DB59023B-67C4-45FB-B133-1466E55C9178}" dt="2025-09-05T13:43:05.355" v="40" actId="47"/>
        <pc:sldMkLst>
          <pc:docMk/>
          <pc:sldMk cId="3680813266" sldId="517"/>
        </pc:sldMkLst>
      </pc:sldChg>
      <pc:sldChg chg="del">
        <pc:chgData name="Aleksey Zimin" userId="7f2637d0bc515791" providerId="LiveId" clId="{DB59023B-67C4-45FB-B133-1466E55C9178}" dt="2025-09-05T13:43:07.123" v="41" actId="47"/>
        <pc:sldMkLst>
          <pc:docMk/>
          <pc:sldMk cId="4118618855" sldId="518"/>
        </pc:sldMkLst>
      </pc:sldChg>
      <pc:sldChg chg="del">
        <pc:chgData name="Aleksey Zimin" userId="7f2637d0bc515791" providerId="LiveId" clId="{DB59023B-67C4-45FB-B133-1466E55C9178}" dt="2025-09-05T13:43:08.198" v="42" actId="47"/>
        <pc:sldMkLst>
          <pc:docMk/>
          <pc:sldMk cId="149708861" sldId="519"/>
        </pc:sldMkLst>
      </pc:sldChg>
      <pc:sldChg chg="del">
        <pc:chgData name="Aleksey Zimin" userId="7f2637d0bc515791" providerId="LiveId" clId="{DB59023B-67C4-45FB-B133-1466E55C9178}" dt="2025-09-05T13:43:09.213" v="43" actId="47"/>
        <pc:sldMkLst>
          <pc:docMk/>
          <pc:sldMk cId="2415830912" sldId="520"/>
        </pc:sldMkLst>
      </pc:sldChg>
      <pc:sldChg chg="del">
        <pc:chgData name="Aleksey Zimin" userId="7f2637d0bc515791" providerId="LiveId" clId="{DB59023B-67C4-45FB-B133-1466E55C9178}" dt="2025-09-05T13:43:10.983" v="44" actId="47"/>
        <pc:sldMkLst>
          <pc:docMk/>
          <pc:sldMk cId="387707962" sldId="521"/>
        </pc:sldMkLst>
      </pc:sldChg>
      <pc:sldChg chg="del">
        <pc:chgData name="Aleksey Zimin" userId="7f2637d0bc515791" providerId="LiveId" clId="{DB59023B-67C4-45FB-B133-1466E55C9178}" dt="2025-09-05T13:43:13.598" v="45" actId="47"/>
        <pc:sldMkLst>
          <pc:docMk/>
          <pc:sldMk cId="2105563305" sldId="522"/>
        </pc:sldMkLst>
      </pc:sldChg>
      <pc:sldChg chg="addSp delSp modSp mod">
        <pc:chgData name="Aleksey Zimin" userId="7f2637d0bc515791" providerId="LiveId" clId="{DB59023B-67C4-45FB-B133-1466E55C9178}" dt="2025-09-05T13:53:10.379" v="94" actId="1076"/>
        <pc:sldMkLst>
          <pc:docMk/>
          <pc:sldMk cId="3390149621" sldId="523"/>
        </pc:sldMkLst>
        <pc:spChg chg="add mod">
          <ac:chgData name="Aleksey Zimin" userId="7f2637d0bc515791" providerId="LiveId" clId="{DB59023B-67C4-45FB-B133-1466E55C9178}" dt="2025-09-05T13:48:53.709" v="74" actId="1076"/>
          <ac:spMkLst>
            <pc:docMk/>
            <pc:sldMk cId="3390149621" sldId="523"/>
            <ac:spMk id="5" creationId="{D80D5E50-4E95-9F06-6C5B-4CF2AAF5030C}"/>
          </ac:spMkLst>
        </pc:spChg>
        <pc:spChg chg="add mod">
          <ac:chgData name="Aleksey Zimin" userId="7f2637d0bc515791" providerId="LiveId" clId="{DB59023B-67C4-45FB-B133-1466E55C9178}" dt="2025-09-05T13:48:53.709" v="74" actId="1076"/>
          <ac:spMkLst>
            <pc:docMk/>
            <pc:sldMk cId="3390149621" sldId="523"/>
            <ac:spMk id="7" creationId="{71890E15-5375-48C5-39C7-A7410B930357}"/>
          </ac:spMkLst>
        </pc:spChg>
        <pc:spChg chg="add mod">
          <ac:chgData name="Aleksey Zimin" userId="7f2637d0bc515791" providerId="LiveId" clId="{DB59023B-67C4-45FB-B133-1466E55C9178}" dt="2025-09-05T13:48:53.709" v="74" actId="1076"/>
          <ac:spMkLst>
            <pc:docMk/>
            <pc:sldMk cId="3390149621" sldId="523"/>
            <ac:spMk id="8" creationId="{8829DCA8-C4BB-E3C6-00C1-3193C4351B35}"/>
          </ac:spMkLst>
        </pc:spChg>
        <pc:spChg chg="add mod">
          <ac:chgData name="Aleksey Zimin" userId="7f2637d0bc515791" providerId="LiveId" clId="{DB59023B-67C4-45FB-B133-1466E55C9178}" dt="2025-09-05T13:48:53.709" v="74" actId="1076"/>
          <ac:spMkLst>
            <pc:docMk/>
            <pc:sldMk cId="3390149621" sldId="523"/>
            <ac:spMk id="9" creationId="{EC71EF05-39B4-5426-337E-5A12D4C96D54}"/>
          </ac:spMkLst>
        </pc:spChg>
        <pc:spChg chg="add mod">
          <ac:chgData name="Aleksey Zimin" userId="7f2637d0bc515791" providerId="LiveId" clId="{DB59023B-67C4-45FB-B133-1466E55C9178}" dt="2025-09-05T13:48:53.709" v="74" actId="1076"/>
          <ac:spMkLst>
            <pc:docMk/>
            <pc:sldMk cId="3390149621" sldId="523"/>
            <ac:spMk id="10" creationId="{33CC639B-B138-4074-740C-BCDE2BAC88B7}"/>
          </ac:spMkLst>
        </pc:spChg>
        <pc:spChg chg="add mod">
          <ac:chgData name="Aleksey Zimin" userId="7f2637d0bc515791" providerId="LiveId" clId="{DB59023B-67C4-45FB-B133-1466E55C9178}" dt="2025-09-05T13:48:53.709" v="74" actId="1076"/>
          <ac:spMkLst>
            <pc:docMk/>
            <pc:sldMk cId="3390149621" sldId="523"/>
            <ac:spMk id="11" creationId="{B07742AF-2E6E-4DA5-A414-2406089EB003}"/>
          </ac:spMkLst>
        </pc:spChg>
        <pc:spChg chg="add mod">
          <ac:chgData name="Aleksey Zimin" userId="7f2637d0bc515791" providerId="LiveId" clId="{DB59023B-67C4-45FB-B133-1466E55C9178}" dt="2025-09-05T13:51:29.572" v="82" actId="1076"/>
          <ac:spMkLst>
            <pc:docMk/>
            <pc:sldMk cId="3390149621" sldId="523"/>
            <ac:spMk id="12" creationId="{1D536D68-6094-47D0-44B1-9C3C3390A075}"/>
          </ac:spMkLst>
        </pc:spChg>
        <pc:spChg chg="add mod">
          <ac:chgData name="Aleksey Zimin" userId="7f2637d0bc515791" providerId="LiveId" clId="{DB59023B-67C4-45FB-B133-1466E55C9178}" dt="2025-09-05T13:52:54.717" v="93" actId="1076"/>
          <ac:spMkLst>
            <pc:docMk/>
            <pc:sldMk cId="3390149621" sldId="523"/>
            <ac:spMk id="16" creationId="{6FCB9F6F-DB62-7444-8E6E-FF4A5EF62304}"/>
          </ac:spMkLst>
        </pc:spChg>
        <pc:spChg chg="mod">
          <ac:chgData name="Aleksey Zimin" userId="7f2637d0bc515791" providerId="LiveId" clId="{DB59023B-67C4-45FB-B133-1466E55C9178}" dt="2025-09-05T13:52:17.627" v="87" actId="1076"/>
          <ac:spMkLst>
            <pc:docMk/>
            <pc:sldMk cId="3390149621" sldId="523"/>
            <ac:spMk id="25" creationId="{6EF11CDF-3D2D-09C8-8A82-006A44E94DAC}"/>
          </ac:spMkLst>
        </pc:spChg>
        <pc:spChg chg="mod">
          <ac:chgData name="Aleksey Zimin" userId="7f2637d0bc515791" providerId="LiveId" clId="{DB59023B-67C4-45FB-B133-1466E55C9178}" dt="2025-09-05T13:52:21.163" v="88" actId="1076"/>
          <ac:spMkLst>
            <pc:docMk/>
            <pc:sldMk cId="3390149621" sldId="523"/>
            <ac:spMk id="26" creationId="{2F630970-63EC-4F7C-1960-4C2B4F83BCD1}"/>
          </ac:spMkLst>
        </pc:spChg>
        <pc:spChg chg="mod">
          <ac:chgData name="Aleksey Zimin" userId="7f2637d0bc515791" providerId="LiveId" clId="{DB59023B-67C4-45FB-B133-1466E55C9178}" dt="2025-09-05T13:52:30.451" v="89" actId="1076"/>
          <ac:spMkLst>
            <pc:docMk/>
            <pc:sldMk cId="3390149621" sldId="523"/>
            <ac:spMk id="27" creationId="{26EF2BF7-5B0C-7C20-F690-84EBE875002D}"/>
          </ac:spMkLst>
        </pc:spChg>
        <pc:spChg chg="mod">
          <ac:chgData name="Aleksey Zimin" userId="7f2637d0bc515791" providerId="LiveId" clId="{DB59023B-67C4-45FB-B133-1466E55C9178}" dt="2025-09-05T13:52:40.563" v="90" actId="1076"/>
          <ac:spMkLst>
            <pc:docMk/>
            <pc:sldMk cId="3390149621" sldId="523"/>
            <ac:spMk id="28" creationId="{AED9829C-19C0-B0FE-B2B4-872744300684}"/>
          </ac:spMkLst>
        </pc:spChg>
        <pc:spChg chg="mod">
          <ac:chgData name="Aleksey Zimin" userId="7f2637d0bc515791" providerId="LiveId" clId="{DB59023B-67C4-45FB-B133-1466E55C9178}" dt="2025-09-05T13:52:49.363" v="91" actId="1076"/>
          <ac:spMkLst>
            <pc:docMk/>
            <pc:sldMk cId="3390149621" sldId="523"/>
            <ac:spMk id="29" creationId="{24A8AF75-95AE-62BF-2985-3B651EB970C3}"/>
          </ac:spMkLst>
        </pc:spChg>
      </pc:sldChg>
      <pc:sldChg chg="addSp delSp modSp del mod">
        <pc:chgData name="Aleksey Zimin" userId="7f2637d0bc515791" providerId="LiveId" clId="{DB59023B-67C4-45FB-B133-1466E55C9178}" dt="2025-09-05T13:53:14.171" v="95" actId="47"/>
        <pc:sldMkLst>
          <pc:docMk/>
          <pc:sldMk cId="3487594945" sldId="525"/>
        </pc:sldMkLst>
      </pc:sldChg>
      <pc:sldChg chg="modSp mod ord">
        <pc:chgData name="Aleksey Zimin" userId="7f2637d0bc515791" providerId="LiveId" clId="{DB59023B-67C4-45FB-B133-1466E55C9178}" dt="2025-09-08T13:27:52.134" v="436"/>
        <pc:sldMkLst>
          <pc:docMk/>
          <pc:sldMk cId="665784781" sldId="527"/>
        </pc:sldMkLst>
        <pc:spChg chg="mod">
          <ac:chgData name="Aleksey Zimin" userId="7f2637d0bc515791" providerId="LiveId" clId="{DB59023B-67C4-45FB-B133-1466E55C9178}" dt="2025-09-05T14:17:20.649" v="153" actId="20577"/>
          <ac:spMkLst>
            <pc:docMk/>
            <pc:sldMk cId="665784781" sldId="527"/>
            <ac:spMk id="2" creationId="{4AD63F58-B2A5-38AB-B856-BCC82776C080}"/>
          </ac:spMkLst>
        </pc:spChg>
        <pc:spChg chg="mod">
          <ac:chgData name="Aleksey Zimin" userId="7f2637d0bc515791" providerId="LiveId" clId="{DB59023B-67C4-45FB-B133-1466E55C9178}" dt="2025-09-05T14:17:45.758" v="192" actId="115"/>
          <ac:spMkLst>
            <pc:docMk/>
            <pc:sldMk cId="665784781" sldId="527"/>
            <ac:spMk id="3" creationId="{D99A5D06-87D4-1599-AC41-7C811E5AE247}"/>
          </ac:spMkLst>
        </pc:spChg>
      </pc:sldChg>
      <pc:sldChg chg="modSp mod">
        <pc:chgData name="Aleksey Zimin" userId="7f2637d0bc515791" providerId="LiveId" clId="{DB59023B-67C4-45FB-B133-1466E55C9178}" dt="2025-09-05T18:02:49.935" v="389" actId="20577"/>
        <pc:sldMkLst>
          <pc:docMk/>
          <pc:sldMk cId="888402848" sldId="546"/>
        </pc:sldMkLst>
        <pc:spChg chg="mod">
          <ac:chgData name="Aleksey Zimin" userId="7f2637d0bc515791" providerId="LiveId" clId="{DB59023B-67C4-45FB-B133-1466E55C9178}" dt="2025-09-05T18:02:49.935" v="389" actId="20577"/>
          <ac:spMkLst>
            <pc:docMk/>
            <pc:sldMk cId="888402848" sldId="546"/>
            <ac:spMk id="14" creationId="{1738258E-BA84-CCFA-E7E3-B442833B10CC}"/>
          </ac:spMkLst>
        </pc:spChg>
      </pc:sldChg>
      <pc:sldChg chg="modSp mod">
        <pc:chgData name="Aleksey Zimin" userId="7f2637d0bc515791" providerId="LiveId" clId="{DB59023B-67C4-45FB-B133-1466E55C9178}" dt="2025-09-05T18:03:03.375" v="390" actId="20577"/>
        <pc:sldMkLst>
          <pc:docMk/>
          <pc:sldMk cId="3427682825" sldId="547"/>
        </pc:sldMkLst>
        <pc:spChg chg="mod">
          <ac:chgData name="Aleksey Zimin" userId="7f2637d0bc515791" providerId="LiveId" clId="{DB59023B-67C4-45FB-B133-1466E55C9178}" dt="2025-09-05T18:03:03.375" v="390" actId="20577"/>
          <ac:spMkLst>
            <pc:docMk/>
            <pc:sldMk cId="3427682825" sldId="547"/>
            <ac:spMk id="6" creationId="{6B265877-06BF-6B49-EDE7-AF0C04337667}"/>
          </ac:spMkLst>
        </pc:spChg>
      </pc:sldChg>
      <pc:sldChg chg="modSp mod">
        <pc:chgData name="Aleksey Zimin" userId="7f2637d0bc515791" providerId="LiveId" clId="{DB59023B-67C4-45FB-B133-1466E55C9178}" dt="2025-09-05T18:03:11.003" v="391" actId="20577"/>
        <pc:sldMkLst>
          <pc:docMk/>
          <pc:sldMk cId="1709966318" sldId="553"/>
        </pc:sldMkLst>
        <pc:spChg chg="mod">
          <ac:chgData name="Aleksey Zimin" userId="7f2637d0bc515791" providerId="LiveId" clId="{DB59023B-67C4-45FB-B133-1466E55C9178}" dt="2025-09-05T18:03:11.003" v="391" actId="20577"/>
          <ac:spMkLst>
            <pc:docMk/>
            <pc:sldMk cId="1709966318" sldId="553"/>
            <ac:spMk id="6" creationId="{97114593-17A0-B753-B44F-AD009E8B388D}"/>
          </ac:spMkLst>
        </pc:spChg>
      </pc:sldChg>
      <pc:sldChg chg="addSp delSp modSp mod">
        <pc:chgData name="Aleksey Zimin" userId="7f2637d0bc515791" providerId="LiveId" clId="{DB59023B-67C4-45FB-B133-1466E55C9178}" dt="2025-09-05T18:06:46.968" v="409" actId="207"/>
        <pc:sldMkLst>
          <pc:docMk/>
          <pc:sldMk cId="3495650733" sldId="556"/>
        </pc:sldMkLst>
        <pc:spChg chg="mod">
          <ac:chgData name="Aleksey Zimin" userId="7f2637d0bc515791" providerId="LiveId" clId="{DB59023B-67C4-45FB-B133-1466E55C9178}" dt="2025-09-05T18:03:17.364" v="392" actId="20577"/>
          <ac:spMkLst>
            <pc:docMk/>
            <pc:sldMk cId="3495650733" sldId="556"/>
            <ac:spMk id="6" creationId="{37B9B05B-398F-EDC7-3FF8-D54A62FAA951}"/>
          </ac:spMkLst>
        </pc:spChg>
        <pc:spChg chg="add mod">
          <ac:chgData name="Aleksey Zimin" userId="7f2637d0bc515791" providerId="LiveId" clId="{DB59023B-67C4-45FB-B133-1466E55C9178}" dt="2025-09-05T18:06:46.968" v="409" actId="207"/>
          <ac:spMkLst>
            <pc:docMk/>
            <pc:sldMk cId="3495650733" sldId="556"/>
            <ac:spMk id="10" creationId="{37B0CF4A-3A25-58A0-9AFC-CA67747DD49C}"/>
          </ac:spMkLst>
        </pc:spChg>
      </pc:sldChg>
      <pc:sldChg chg="addSp delSp modSp mod">
        <pc:chgData name="Aleksey Zimin" userId="7f2637d0bc515791" providerId="LiveId" clId="{DB59023B-67C4-45FB-B133-1466E55C9178}" dt="2025-09-05T18:07:44.500" v="413" actId="115"/>
        <pc:sldMkLst>
          <pc:docMk/>
          <pc:sldMk cId="3631780251" sldId="557"/>
        </pc:sldMkLst>
        <pc:spChg chg="mod">
          <ac:chgData name="Aleksey Zimin" userId="7f2637d0bc515791" providerId="LiveId" clId="{DB59023B-67C4-45FB-B133-1466E55C9178}" dt="2025-09-05T18:07:44.500" v="413" actId="115"/>
          <ac:spMkLst>
            <pc:docMk/>
            <pc:sldMk cId="3631780251" sldId="557"/>
            <ac:spMk id="3" creationId="{40FB7C42-764C-F5ED-BA2E-5F37CAACA1FF}"/>
          </ac:spMkLst>
        </pc:spChg>
        <pc:spChg chg="mod">
          <ac:chgData name="Aleksey Zimin" userId="7f2637d0bc515791" providerId="LiveId" clId="{DB59023B-67C4-45FB-B133-1466E55C9178}" dt="2025-09-05T18:01:06.702" v="367" actId="20577"/>
          <ac:spMkLst>
            <pc:docMk/>
            <pc:sldMk cId="3631780251" sldId="557"/>
            <ac:spMk id="5" creationId="{66FC5A99-BE90-C167-D83A-0082042FEEC0}"/>
          </ac:spMkLst>
        </pc:spChg>
        <pc:spChg chg="mod">
          <ac:chgData name="Aleksey Zimin" userId="7f2637d0bc515791" providerId="LiveId" clId="{DB59023B-67C4-45FB-B133-1466E55C9178}" dt="2025-09-05T18:07:33.350" v="411" actId="20577"/>
          <ac:spMkLst>
            <pc:docMk/>
            <pc:sldMk cId="3631780251" sldId="557"/>
            <ac:spMk id="6" creationId="{BF5A72E8-1D6A-2170-A5C2-1ED2FD98045C}"/>
          </ac:spMkLst>
        </pc:spChg>
        <pc:spChg chg="add mod">
          <ac:chgData name="Aleksey Zimin" userId="7f2637d0bc515791" providerId="LiveId" clId="{DB59023B-67C4-45FB-B133-1466E55C9178}" dt="2025-09-05T18:06:32.896" v="407"/>
          <ac:spMkLst>
            <pc:docMk/>
            <pc:sldMk cId="3631780251" sldId="557"/>
            <ac:spMk id="8" creationId="{CFBDBE79-EE3F-98FA-4C8A-E4513049DB3E}"/>
          </ac:spMkLst>
        </pc:spChg>
      </pc:sldChg>
      <pc:sldChg chg="add ord">
        <pc:chgData name="Aleksey Zimin" userId="7f2637d0bc515791" providerId="LiveId" clId="{DB59023B-67C4-45FB-B133-1466E55C9178}" dt="2025-09-05T13:42:53.873" v="38"/>
        <pc:sldMkLst>
          <pc:docMk/>
          <pc:sldMk cId="2334615135" sldId="559"/>
        </pc:sldMkLst>
      </pc:sldChg>
      <pc:sldChg chg="modSp add mod">
        <pc:chgData name="Aleksey Zimin" userId="7f2637d0bc515791" providerId="LiveId" clId="{DB59023B-67C4-45FB-B133-1466E55C9178}" dt="2025-09-05T13:42:15.051" v="36" actId="1076"/>
        <pc:sldMkLst>
          <pc:docMk/>
          <pc:sldMk cId="3543001246" sldId="560"/>
        </pc:sldMkLst>
      </pc:sldChg>
      <pc:sldChg chg="modSp add mod">
        <pc:chgData name="Aleksey Zimin" userId="7f2637d0bc515791" providerId="LiveId" clId="{DB59023B-67C4-45FB-B133-1466E55C9178}" dt="2025-09-05T13:43:36.907" v="47" actId="1076"/>
        <pc:sldMkLst>
          <pc:docMk/>
          <pc:sldMk cId="2587327454" sldId="561"/>
        </pc:sldMkLst>
      </pc:sldChg>
      <pc:sldChg chg="modSp add mod">
        <pc:chgData name="Aleksey Zimin" userId="7f2637d0bc515791" providerId="LiveId" clId="{DB59023B-67C4-45FB-B133-1466E55C9178}" dt="2025-09-05T13:43:51.939" v="49" actId="1076"/>
        <pc:sldMkLst>
          <pc:docMk/>
          <pc:sldMk cId="4020362598" sldId="562"/>
        </pc:sldMkLst>
      </pc:sldChg>
      <pc:sldChg chg="addSp modSp add mod">
        <pc:chgData name="Aleksey Zimin" userId="7f2637d0bc515791" providerId="LiveId" clId="{DB59023B-67C4-45FB-B133-1466E55C9178}" dt="2025-09-05T13:50:36.459" v="75" actId="1076"/>
        <pc:sldMkLst>
          <pc:docMk/>
          <pc:sldMk cId="3714024879" sldId="563"/>
        </pc:sldMkLst>
      </pc:sldChg>
      <pc:sldChg chg="addSp modSp add mod">
        <pc:chgData name="Aleksey Zimin" userId="7f2637d0bc515791" providerId="LiveId" clId="{DB59023B-67C4-45FB-B133-1466E55C9178}" dt="2025-09-05T13:50:51.916" v="77" actId="1076"/>
        <pc:sldMkLst>
          <pc:docMk/>
          <pc:sldMk cId="3424581993" sldId="564"/>
        </pc:sldMkLst>
      </pc:sldChg>
      <pc:sldChg chg="addSp modSp add mod">
        <pc:chgData name="Aleksey Zimin" userId="7f2637d0bc515791" providerId="LiveId" clId="{DB59023B-67C4-45FB-B133-1466E55C9178}" dt="2025-09-05T13:51:03.591" v="78"/>
        <pc:sldMkLst>
          <pc:docMk/>
          <pc:sldMk cId="1645801350" sldId="565"/>
        </pc:sldMkLst>
      </pc:sldChg>
      <pc:sldChg chg="addSp modSp add mod">
        <pc:chgData name="Aleksey Zimin" userId="7f2637d0bc515791" providerId="LiveId" clId="{DB59023B-67C4-45FB-B133-1466E55C9178}" dt="2025-09-05T13:51:06.809" v="79"/>
        <pc:sldMkLst>
          <pc:docMk/>
          <pc:sldMk cId="1612796002" sldId="566"/>
        </pc:sldMkLst>
      </pc:sldChg>
      <pc:sldChg chg="addSp delSp modSp add mod">
        <pc:chgData name="Aleksey Zimin" userId="7f2637d0bc515791" providerId="LiveId" clId="{DB59023B-67C4-45FB-B133-1466E55C9178}" dt="2025-09-05T13:51:09.174" v="80"/>
        <pc:sldMkLst>
          <pc:docMk/>
          <pc:sldMk cId="379975407" sldId="567"/>
        </pc:sldMkLst>
      </pc:sldChg>
      <pc:sldChg chg="addSp modSp add mod">
        <pc:chgData name="Aleksey Zimin" userId="7f2637d0bc515791" providerId="LiveId" clId="{DB59023B-67C4-45FB-B133-1466E55C9178}" dt="2025-09-05T13:54:12.787" v="107" actId="1076"/>
        <pc:sldMkLst>
          <pc:docMk/>
          <pc:sldMk cId="402778499" sldId="568"/>
        </pc:sldMkLst>
        <pc:spChg chg="add mod">
          <ac:chgData name="Aleksey Zimin" userId="7f2637d0bc515791" providerId="LiveId" clId="{DB59023B-67C4-45FB-B133-1466E55C9178}" dt="2025-09-05T13:53:42.371" v="101" actId="1076"/>
          <ac:spMkLst>
            <pc:docMk/>
            <pc:sldMk cId="402778499" sldId="568"/>
            <ac:spMk id="13" creationId="{F17E4A0D-94B2-68DA-82F3-EBB415C948AF}"/>
          </ac:spMkLst>
        </pc:spChg>
        <pc:spChg chg="add mod">
          <ac:chgData name="Aleksey Zimin" userId="7f2637d0bc515791" providerId="LiveId" clId="{DB59023B-67C4-45FB-B133-1466E55C9178}" dt="2025-09-05T13:53:53.563" v="103" actId="1076"/>
          <ac:spMkLst>
            <pc:docMk/>
            <pc:sldMk cId="402778499" sldId="568"/>
            <ac:spMk id="15" creationId="{347E30DA-7765-2E55-DF32-424A704C7799}"/>
          </ac:spMkLst>
        </pc:spChg>
        <pc:spChg chg="add mod">
          <ac:chgData name="Aleksey Zimin" userId="7f2637d0bc515791" providerId="LiveId" clId="{DB59023B-67C4-45FB-B133-1466E55C9178}" dt="2025-09-05T13:54:05.820" v="105" actId="1076"/>
          <ac:spMkLst>
            <pc:docMk/>
            <pc:sldMk cId="402778499" sldId="568"/>
            <ac:spMk id="17" creationId="{B56062EF-0CBF-F7B5-DC9F-DE1EAF6F99A7}"/>
          </ac:spMkLst>
        </pc:spChg>
        <pc:spChg chg="add mod">
          <ac:chgData name="Aleksey Zimin" userId="7f2637d0bc515791" providerId="LiveId" clId="{DB59023B-67C4-45FB-B133-1466E55C9178}" dt="2025-09-05T13:54:12.787" v="107" actId="1076"/>
          <ac:spMkLst>
            <pc:docMk/>
            <pc:sldMk cId="402778499" sldId="568"/>
            <ac:spMk id="18" creationId="{2F18F69E-7E25-FC8B-B9BA-B5F8C07997C0}"/>
          </ac:spMkLst>
        </pc:spChg>
      </pc:sldChg>
      <pc:sldChg chg="add del">
        <pc:chgData name="Aleksey Zimin" userId="7f2637d0bc515791" providerId="LiveId" clId="{DB59023B-67C4-45FB-B133-1466E55C9178}" dt="2025-09-05T17:56:21.951" v="363" actId="47"/>
        <pc:sldMkLst>
          <pc:docMk/>
          <pc:sldMk cId="1547857595" sldId="569"/>
        </pc:sldMkLst>
      </pc:sldChg>
      <pc:sldChg chg="addSp delSp modSp new mod">
        <pc:chgData name="Aleksey Zimin" userId="7f2637d0bc515791" providerId="LiveId" clId="{DB59023B-67C4-45FB-B133-1466E55C9178}" dt="2025-09-08T14:01:20.296" v="1181" actId="20577"/>
        <pc:sldMkLst>
          <pc:docMk/>
          <pc:sldMk cId="4106164713" sldId="571"/>
        </pc:sldMkLst>
        <pc:spChg chg="mod">
          <ac:chgData name="Aleksey Zimin" userId="7f2637d0bc515791" providerId="LiveId" clId="{DB59023B-67C4-45FB-B133-1466E55C9178}" dt="2025-09-08T14:01:20.296" v="1181" actId="20577"/>
          <ac:spMkLst>
            <pc:docMk/>
            <pc:sldMk cId="4106164713" sldId="571"/>
            <ac:spMk id="2" creationId="{F996E1C3-B59E-E945-DAA6-3B0E7F8FC471}"/>
          </ac:spMkLst>
        </pc:spChg>
        <pc:spChg chg="add del mod">
          <ac:chgData name="Aleksey Zimin" userId="7f2637d0bc515791" providerId="LiveId" clId="{DB59023B-67C4-45FB-B133-1466E55C9178}" dt="2025-09-08T13:40:56.641" v="647" actId="14100"/>
          <ac:spMkLst>
            <pc:docMk/>
            <pc:sldMk cId="4106164713" sldId="571"/>
            <ac:spMk id="3" creationId="{42D47CB4-8381-776C-99C8-DBCCE75F7791}"/>
          </ac:spMkLst>
        </pc:spChg>
        <pc:spChg chg="add mod">
          <ac:chgData name="Aleksey Zimin" userId="7f2637d0bc515791" providerId="LiveId" clId="{DB59023B-67C4-45FB-B133-1466E55C9178}" dt="2025-09-08T13:45:33.760" v="834" actId="14100"/>
          <ac:spMkLst>
            <pc:docMk/>
            <pc:sldMk cId="4106164713" sldId="571"/>
            <ac:spMk id="5" creationId="{F2CF3107-9A17-788A-400F-2C5EF7434790}"/>
          </ac:spMkLst>
        </pc:spChg>
      </pc:sldChg>
      <pc:sldChg chg="delSp modSp add mod">
        <pc:chgData name="Aleksey Zimin" userId="7f2637d0bc515791" providerId="LiveId" clId="{DB59023B-67C4-45FB-B133-1466E55C9178}" dt="2025-09-08T14:01:25.168" v="1184" actId="20577"/>
        <pc:sldMkLst>
          <pc:docMk/>
          <pc:sldMk cId="4007969206" sldId="572"/>
        </pc:sldMkLst>
        <pc:spChg chg="mod">
          <ac:chgData name="Aleksey Zimin" userId="7f2637d0bc515791" providerId="LiveId" clId="{DB59023B-67C4-45FB-B133-1466E55C9178}" dt="2025-09-08T14:01:25.168" v="1184" actId="20577"/>
          <ac:spMkLst>
            <pc:docMk/>
            <pc:sldMk cId="4007969206" sldId="572"/>
            <ac:spMk id="2" creationId="{5AC051DA-2631-E0F5-10DD-B80A8B8870E7}"/>
          </ac:spMkLst>
        </pc:spChg>
        <pc:spChg chg="mod">
          <ac:chgData name="Aleksey Zimin" userId="7f2637d0bc515791" providerId="LiveId" clId="{DB59023B-67C4-45FB-B133-1466E55C9178}" dt="2025-09-08T13:48:39.354" v="878" actId="207"/>
          <ac:spMkLst>
            <pc:docMk/>
            <pc:sldMk cId="4007969206" sldId="572"/>
            <ac:spMk id="5" creationId="{C6BB9AF6-08C1-2DE1-F237-9EF5F020DF38}"/>
          </ac:spMkLst>
        </pc:spChg>
      </pc:sldChg>
      <pc:sldChg chg="modSp add mod">
        <pc:chgData name="Aleksey Zimin" userId="7f2637d0bc515791" providerId="LiveId" clId="{DB59023B-67C4-45FB-B133-1466E55C9178}" dt="2025-09-08T14:01:29.991" v="1187" actId="20577"/>
        <pc:sldMkLst>
          <pc:docMk/>
          <pc:sldMk cId="4012313022" sldId="573"/>
        </pc:sldMkLst>
        <pc:spChg chg="mod">
          <ac:chgData name="Aleksey Zimin" userId="7f2637d0bc515791" providerId="LiveId" clId="{DB59023B-67C4-45FB-B133-1466E55C9178}" dt="2025-09-08T14:01:29.991" v="1187" actId="20577"/>
          <ac:spMkLst>
            <pc:docMk/>
            <pc:sldMk cId="4012313022" sldId="573"/>
            <ac:spMk id="2" creationId="{C2115A74-E5DC-0068-A707-9F444E6BFE5F}"/>
          </ac:spMkLst>
        </pc:spChg>
        <pc:spChg chg="mod">
          <ac:chgData name="Aleksey Zimin" userId="7f2637d0bc515791" providerId="LiveId" clId="{DB59023B-67C4-45FB-B133-1466E55C9178}" dt="2025-09-08T13:52:39.632" v="922" actId="20577"/>
          <ac:spMkLst>
            <pc:docMk/>
            <pc:sldMk cId="4012313022" sldId="573"/>
            <ac:spMk id="3" creationId="{B7F6E8CD-AD4D-E14C-241D-81B5CFA2D52D}"/>
          </ac:spMkLst>
        </pc:spChg>
      </pc:sldChg>
      <pc:sldChg chg="addSp modSp add mod">
        <pc:chgData name="Aleksey Zimin" userId="7f2637d0bc515791" providerId="LiveId" clId="{DB59023B-67C4-45FB-B133-1466E55C9178}" dt="2025-09-08T14:01:34.672" v="1190" actId="20577"/>
        <pc:sldMkLst>
          <pc:docMk/>
          <pc:sldMk cId="1637561640" sldId="574"/>
        </pc:sldMkLst>
        <pc:spChg chg="mod">
          <ac:chgData name="Aleksey Zimin" userId="7f2637d0bc515791" providerId="LiveId" clId="{DB59023B-67C4-45FB-B133-1466E55C9178}" dt="2025-09-08T14:01:34.672" v="1190" actId="20577"/>
          <ac:spMkLst>
            <pc:docMk/>
            <pc:sldMk cId="1637561640" sldId="574"/>
            <ac:spMk id="2" creationId="{EC9758C3-3EA2-E2A3-0D13-51026D76CB2F}"/>
          </ac:spMkLst>
        </pc:spChg>
        <pc:spChg chg="mod">
          <ac:chgData name="Aleksey Zimin" userId="7f2637d0bc515791" providerId="LiveId" clId="{DB59023B-67C4-45FB-B133-1466E55C9178}" dt="2025-09-08T13:53:13.432" v="926" actId="20577"/>
          <ac:spMkLst>
            <pc:docMk/>
            <pc:sldMk cId="1637561640" sldId="574"/>
            <ac:spMk id="3" creationId="{2540E653-9A75-873A-C298-A6DCC05EC573}"/>
          </ac:spMkLst>
        </pc:spChg>
        <pc:cxnChg chg="add mod">
          <ac:chgData name="Aleksey Zimin" userId="7f2637d0bc515791" providerId="LiveId" clId="{DB59023B-67C4-45FB-B133-1466E55C9178}" dt="2025-09-08T13:53:29.327" v="931" actId="1076"/>
          <ac:cxnSpMkLst>
            <pc:docMk/>
            <pc:sldMk cId="1637561640" sldId="574"/>
            <ac:cxnSpMk id="7" creationId="{118F5D7C-5221-C420-FB36-754E3ABB9EA0}"/>
          </ac:cxnSpMkLst>
        </pc:cxnChg>
        <pc:cxnChg chg="add mod">
          <ac:chgData name="Aleksey Zimin" userId="7f2637d0bc515791" providerId="LiveId" clId="{DB59023B-67C4-45FB-B133-1466E55C9178}" dt="2025-09-08T13:53:45.912" v="935" actId="14100"/>
          <ac:cxnSpMkLst>
            <pc:docMk/>
            <pc:sldMk cId="1637561640" sldId="574"/>
            <ac:cxnSpMk id="8" creationId="{8D07E13E-7CC5-1E63-047C-C75E089E922B}"/>
          </ac:cxnSpMkLst>
        </pc:cxnChg>
        <pc:cxnChg chg="add mod">
          <ac:chgData name="Aleksey Zimin" userId="7f2637d0bc515791" providerId="LiveId" clId="{DB59023B-67C4-45FB-B133-1466E55C9178}" dt="2025-09-08T13:53:37.704" v="933" actId="1076"/>
          <ac:cxnSpMkLst>
            <pc:docMk/>
            <pc:sldMk cId="1637561640" sldId="574"/>
            <ac:cxnSpMk id="11" creationId="{22A61C8C-D726-049E-0BCA-670EB35F15E9}"/>
          </ac:cxnSpMkLst>
        </pc:cxnChg>
        <pc:cxnChg chg="add mod">
          <ac:chgData name="Aleksey Zimin" userId="7f2637d0bc515791" providerId="LiveId" clId="{DB59023B-67C4-45FB-B133-1466E55C9178}" dt="2025-09-08T13:54:00.409" v="937" actId="1076"/>
          <ac:cxnSpMkLst>
            <pc:docMk/>
            <pc:sldMk cId="1637561640" sldId="574"/>
            <ac:cxnSpMk id="13" creationId="{09E7B651-F549-46EF-F97F-3B73FF07FCED}"/>
          </ac:cxnSpMkLst>
        </pc:cxnChg>
      </pc:sldChg>
      <pc:sldChg chg="modSp add mod">
        <pc:chgData name="Aleksey Zimin" userId="7f2637d0bc515791" providerId="LiveId" clId="{DB59023B-67C4-45FB-B133-1466E55C9178}" dt="2025-09-08T14:01:39.232" v="1193" actId="20577"/>
        <pc:sldMkLst>
          <pc:docMk/>
          <pc:sldMk cId="4107475355" sldId="575"/>
        </pc:sldMkLst>
        <pc:spChg chg="mod">
          <ac:chgData name="Aleksey Zimin" userId="7f2637d0bc515791" providerId="LiveId" clId="{DB59023B-67C4-45FB-B133-1466E55C9178}" dt="2025-09-08T14:01:39.232" v="1193" actId="20577"/>
          <ac:spMkLst>
            <pc:docMk/>
            <pc:sldMk cId="4107475355" sldId="575"/>
            <ac:spMk id="2" creationId="{826718B1-01FE-4136-E29B-4B112A0903DA}"/>
          </ac:spMkLst>
        </pc:spChg>
        <pc:spChg chg="mod">
          <ac:chgData name="Aleksey Zimin" userId="7f2637d0bc515791" providerId="LiveId" clId="{DB59023B-67C4-45FB-B133-1466E55C9178}" dt="2025-09-08T13:53:18.271" v="930" actId="20577"/>
          <ac:spMkLst>
            <pc:docMk/>
            <pc:sldMk cId="4107475355" sldId="575"/>
            <ac:spMk id="3" creationId="{11020A15-FA38-E19F-E152-A2C0A45D8CBC}"/>
          </ac:spMkLst>
        </pc:spChg>
        <pc:cxnChg chg="mod">
          <ac:chgData name="Aleksey Zimin" userId="7f2637d0bc515791" providerId="LiveId" clId="{DB59023B-67C4-45FB-B133-1466E55C9178}" dt="2025-09-08T13:54:15.704" v="938" actId="1076"/>
          <ac:cxnSpMkLst>
            <pc:docMk/>
            <pc:sldMk cId="4107475355" sldId="575"/>
            <ac:cxnSpMk id="7" creationId="{91FFFBAC-CFA3-D4F3-1328-846D30FCA849}"/>
          </ac:cxnSpMkLst>
        </pc:cxnChg>
        <pc:cxnChg chg="mod">
          <ac:chgData name="Aleksey Zimin" userId="7f2637d0bc515791" providerId="LiveId" clId="{DB59023B-67C4-45FB-B133-1466E55C9178}" dt="2025-09-08T13:54:39.832" v="940" actId="14100"/>
          <ac:cxnSpMkLst>
            <pc:docMk/>
            <pc:sldMk cId="4107475355" sldId="575"/>
            <ac:cxnSpMk id="8" creationId="{4B4D2727-17D8-38A8-F367-3B2840D86570}"/>
          </ac:cxnSpMkLst>
        </pc:cxnChg>
      </pc:sldChg>
      <pc:sldChg chg="addSp delSp modSp add mod">
        <pc:chgData name="Aleksey Zimin" userId="7f2637d0bc515791" providerId="LiveId" clId="{DB59023B-67C4-45FB-B133-1466E55C9178}" dt="2025-09-08T14:01:47.975" v="1199" actId="20577"/>
        <pc:sldMkLst>
          <pc:docMk/>
          <pc:sldMk cId="2712933107" sldId="576"/>
        </pc:sldMkLst>
        <pc:spChg chg="mod">
          <ac:chgData name="Aleksey Zimin" userId="7f2637d0bc515791" providerId="LiveId" clId="{DB59023B-67C4-45FB-B133-1466E55C9178}" dt="2025-09-08T14:01:47.975" v="1199" actId="20577"/>
          <ac:spMkLst>
            <pc:docMk/>
            <pc:sldMk cId="2712933107" sldId="576"/>
            <ac:spMk id="2" creationId="{CBCBC47B-1580-7130-EB0C-EAC943C96429}"/>
          </ac:spMkLst>
        </pc:spChg>
        <pc:spChg chg="mod">
          <ac:chgData name="Aleksey Zimin" userId="7f2637d0bc515791" providerId="LiveId" clId="{DB59023B-67C4-45FB-B133-1466E55C9178}" dt="2025-09-08T13:55:43.514" v="978" actId="20577"/>
          <ac:spMkLst>
            <pc:docMk/>
            <pc:sldMk cId="2712933107" sldId="576"/>
            <ac:spMk id="3" creationId="{43691C9F-4B3A-94B0-6685-C3EDE09F8314}"/>
          </ac:spMkLst>
        </pc:spChg>
        <pc:cxnChg chg="add del mod">
          <ac:chgData name="Aleksey Zimin" userId="7f2637d0bc515791" providerId="LiveId" clId="{DB59023B-67C4-45FB-B133-1466E55C9178}" dt="2025-09-08T13:55:13.856" v="947" actId="1076"/>
          <ac:cxnSpMkLst>
            <pc:docMk/>
            <pc:sldMk cId="2712933107" sldId="576"/>
            <ac:cxnSpMk id="7" creationId="{F4CB58E1-D178-B923-5DF4-DCB018FE02E2}"/>
          </ac:cxnSpMkLst>
        </pc:cxnChg>
        <pc:cxnChg chg="mod">
          <ac:chgData name="Aleksey Zimin" userId="7f2637d0bc515791" providerId="LiveId" clId="{DB59023B-67C4-45FB-B133-1466E55C9178}" dt="2025-09-08T13:55:00.400" v="944" actId="14100"/>
          <ac:cxnSpMkLst>
            <pc:docMk/>
            <pc:sldMk cId="2712933107" sldId="576"/>
            <ac:cxnSpMk id="8" creationId="{057527AB-2BB3-D447-6F09-65725F84158E}"/>
          </ac:cxnSpMkLst>
        </pc:cxnChg>
      </pc:sldChg>
      <pc:sldChg chg="delSp modSp add mod ord">
        <pc:chgData name="Aleksey Zimin" userId="7f2637d0bc515791" providerId="LiveId" clId="{DB59023B-67C4-45FB-B133-1466E55C9178}" dt="2025-09-08T14:01:43.808" v="1196" actId="20577"/>
        <pc:sldMkLst>
          <pc:docMk/>
          <pc:sldMk cId="2665363422" sldId="577"/>
        </pc:sldMkLst>
        <pc:spChg chg="mod">
          <ac:chgData name="Aleksey Zimin" userId="7f2637d0bc515791" providerId="LiveId" clId="{DB59023B-67C4-45FB-B133-1466E55C9178}" dt="2025-09-08T14:01:43.808" v="1196" actId="20577"/>
          <ac:spMkLst>
            <pc:docMk/>
            <pc:sldMk cId="2665363422" sldId="577"/>
            <ac:spMk id="2" creationId="{1DC7B3FE-D377-DA45-5551-079F98A1A4CC}"/>
          </ac:spMkLst>
        </pc:spChg>
      </pc:sldChg>
      <pc:sldChg chg="addSp delSp modSp add mod">
        <pc:chgData name="Aleksey Zimin" userId="7f2637d0bc515791" providerId="LiveId" clId="{DB59023B-67C4-45FB-B133-1466E55C9178}" dt="2025-09-08T14:01:59.759" v="1202" actId="20577"/>
        <pc:sldMkLst>
          <pc:docMk/>
          <pc:sldMk cId="1309291527" sldId="578"/>
        </pc:sldMkLst>
        <pc:spChg chg="mod">
          <ac:chgData name="Aleksey Zimin" userId="7f2637d0bc515791" providerId="LiveId" clId="{DB59023B-67C4-45FB-B133-1466E55C9178}" dt="2025-09-08T14:01:59.759" v="1202" actId="20577"/>
          <ac:spMkLst>
            <pc:docMk/>
            <pc:sldMk cId="1309291527" sldId="578"/>
            <ac:spMk id="2" creationId="{F1980A6D-0B9B-C009-E0A9-DBEB63CD5624}"/>
          </ac:spMkLst>
        </pc:spChg>
        <pc:spChg chg="mod">
          <ac:chgData name="Aleksey Zimin" userId="7f2637d0bc515791" providerId="LiveId" clId="{DB59023B-67C4-45FB-B133-1466E55C9178}" dt="2025-09-08T13:57:11.832" v="988" actId="20577"/>
          <ac:spMkLst>
            <pc:docMk/>
            <pc:sldMk cId="1309291527" sldId="578"/>
            <ac:spMk id="3" creationId="{FF862572-0B3E-AC9A-8BB3-18BD2CB19E23}"/>
          </ac:spMkLst>
        </pc:spChg>
        <pc:cxnChg chg="mod">
          <ac:chgData name="Aleksey Zimin" userId="7f2637d0bc515791" providerId="LiveId" clId="{DB59023B-67C4-45FB-B133-1466E55C9178}" dt="2025-09-08T13:57:05.360" v="985" actId="1076"/>
          <ac:cxnSpMkLst>
            <pc:docMk/>
            <pc:sldMk cId="1309291527" sldId="578"/>
            <ac:cxnSpMk id="7" creationId="{29DC1C13-165D-BCA5-6DEF-367F0C921606}"/>
          </ac:cxnSpMkLst>
        </pc:cxnChg>
        <pc:cxnChg chg="mod">
          <ac:chgData name="Aleksey Zimin" userId="7f2637d0bc515791" providerId="LiveId" clId="{DB59023B-67C4-45FB-B133-1466E55C9178}" dt="2025-09-08T13:57:01.872" v="984" actId="14100"/>
          <ac:cxnSpMkLst>
            <pc:docMk/>
            <pc:sldMk cId="1309291527" sldId="578"/>
            <ac:cxnSpMk id="8" creationId="{CCC2188A-32CF-5625-CAA0-507DE9A69CB9}"/>
          </ac:cxnSpMkLst>
        </pc:cxnChg>
      </pc:sldChg>
      <pc:sldChg chg="delSp modSp add mod">
        <pc:chgData name="Aleksey Zimin" userId="7f2637d0bc515791" providerId="LiveId" clId="{DB59023B-67C4-45FB-B133-1466E55C9178}" dt="2025-09-08T14:02:04.463" v="1205" actId="20577"/>
        <pc:sldMkLst>
          <pc:docMk/>
          <pc:sldMk cId="3684324457" sldId="579"/>
        </pc:sldMkLst>
        <pc:spChg chg="mod">
          <ac:chgData name="Aleksey Zimin" userId="7f2637d0bc515791" providerId="LiveId" clId="{DB59023B-67C4-45FB-B133-1466E55C9178}" dt="2025-09-08T14:02:04.463" v="1205" actId="20577"/>
          <ac:spMkLst>
            <pc:docMk/>
            <pc:sldMk cId="3684324457" sldId="579"/>
            <ac:spMk id="2" creationId="{199CD618-C59E-B50A-B713-266A494E39E4}"/>
          </ac:spMkLst>
        </pc:spChg>
        <pc:spChg chg="mod">
          <ac:chgData name="Aleksey Zimin" userId="7f2637d0bc515791" providerId="LiveId" clId="{DB59023B-67C4-45FB-B133-1466E55C9178}" dt="2025-09-08T13:59:02.732" v="1104" actId="20577"/>
          <ac:spMkLst>
            <pc:docMk/>
            <pc:sldMk cId="3684324457" sldId="579"/>
            <ac:spMk id="3" creationId="{5901F41E-EE58-9BAD-2DFD-39486B0E9CB5}"/>
          </ac:spMkLst>
        </pc:spChg>
        <pc:cxnChg chg="mod">
          <ac:chgData name="Aleksey Zimin" userId="7f2637d0bc515791" providerId="LiveId" clId="{DB59023B-67C4-45FB-B133-1466E55C9178}" dt="2025-09-08T13:57:46.927" v="994" actId="14100"/>
          <ac:cxnSpMkLst>
            <pc:docMk/>
            <pc:sldMk cId="3684324457" sldId="579"/>
            <ac:cxnSpMk id="8" creationId="{A20ADACF-58D0-F304-DBB2-5A27C4F0E103}"/>
          </ac:cxnSpMkLst>
        </pc:cxnChg>
      </pc:sldChg>
      <pc:sldChg chg="delSp modSp add mod">
        <pc:chgData name="Aleksey Zimin" userId="7f2637d0bc515791" providerId="LiveId" clId="{DB59023B-67C4-45FB-B133-1466E55C9178}" dt="2025-09-08T14:03:31" v="1229" actId="20577"/>
        <pc:sldMkLst>
          <pc:docMk/>
          <pc:sldMk cId="372387416" sldId="580"/>
        </pc:sldMkLst>
        <pc:spChg chg="mod">
          <ac:chgData name="Aleksey Zimin" userId="7f2637d0bc515791" providerId="LiveId" clId="{DB59023B-67C4-45FB-B133-1466E55C9178}" dt="2025-09-08T14:01:11.423" v="1178" actId="20577"/>
          <ac:spMkLst>
            <pc:docMk/>
            <pc:sldMk cId="372387416" sldId="580"/>
            <ac:spMk id="2" creationId="{418B7D6C-69F2-6FC7-2212-667038225C1D}"/>
          </ac:spMkLst>
        </pc:spChg>
        <pc:spChg chg="mod">
          <ac:chgData name="Aleksey Zimin" userId="7f2637d0bc515791" providerId="LiveId" clId="{DB59023B-67C4-45FB-B133-1466E55C9178}" dt="2025-09-08T14:01:02.328" v="1173" actId="20577"/>
          <ac:spMkLst>
            <pc:docMk/>
            <pc:sldMk cId="372387416" sldId="580"/>
            <ac:spMk id="3" creationId="{83AF7550-45C8-F8F5-0D87-47D8688D5D82}"/>
          </ac:spMkLst>
        </pc:spChg>
        <pc:spChg chg="mod">
          <ac:chgData name="Aleksey Zimin" userId="7f2637d0bc515791" providerId="LiveId" clId="{DB59023B-67C4-45FB-B133-1466E55C9178}" dt="2025-09-08T14:03:31" v="1229" actId="20577"/>
          <ac:spMkLst>
            <pc:docMk/>
            <pc:sldMk cId="372387416" sldId="580"/>
            <ac:spMk id="5" creationId="{E89A6493-1940-A43E-EB11-3B6B93BCE7A2}"/>
          </ac:spMkLst>
        </pc:spChg>
      </pc:sldChg>
      <pc:sldChg chg="addSp delSp modSp add mod">
        <pc:chgData name="Aleksey Zimin" userId="7f2637d0bc515791" providerId="LiveId" clId="{DB59023B-67C4-45FB-B133-1466E55C9178}" dt="2025-09-08T14:11:44.758" v="1429" actId="20577"/>
        <pc:sldMkLst>
          <pc:docMk/>
          <pc:sldMk cId="1253169231" sldId="581"/>
        </pc:sldMkLst>
        <pc:spChg chg="mod">
          <ac:chgData name="Aleksey Zimin" userId="7f2637d0bc515791" providerId="LiveId" clId="{DB59023B-67C4-45FB-B133-1466E55C9178}" dt="2025-09-08T14:06:28.927" v="1251" actId="20577"/>
          <ac:spMkLst>
            <pc:docMk/>
            <pc:sldMk cId="1253169231" sldId="581"/>
            <ac:spMk id="2" creationId="{2522CD11-FD05-0FA7-E251-84BA0E4C4996}"/>
          </ac:spMkLst>
        </pc:spChg>
        <pc:spChg chg="add mod">
          <ac:chgData name="Aleksey Zimin" userId="7f2637d0bc515791" providerId="LiveId" clId="{DB59023B-67C4-45FB-B133-1466E55C9178}" dt="2025-09-08T14:11:44.758" v="1429" actId="20577"/>
          <ac:spMkLst>
            <pc:docMk/>
            <pc:sldMk cId="1253169231" sldId="581"/>
            <ac:spMk id="11" creationId="{AF497A88-975D-04FD-325F-BB6DCAD36E0C}"/>
          </ac:spMkLst>
        </pc:spChg>
        <pc:picChg chg="add mod">
          <ac:chgData name="Aleksey Zimin" userId="7f2637d0bc515791" providerId="LiveId" clId="{DB59023B-67C4-45FB-B133-1466E55C9178}" dt="2025-09-08T14:07:44.455" v="1261" actId="1076"/>
          <ac:picMkLst>
            <pc:docMk/>
            <pc:sldMk cId="1253169231" sldId="581"/>
            <ac:picMk id="10" creationId="{B0A70131-16B2-4421-B596-D336C3CECDD8}"/>
          </ac:picMkLst>
        </pc:picChg>
      </pc:sldChg>
      <pc:sldChg chg="modSp add mod ord">
        <pc:chgData name="Aleksey Zimin" userId="7f2637d0bc515791" providerId="LiveId" clId="{DB59023B-67C4-45FB-B133-1466E55C9178}" dt="2025-09-08T14:12:48.679" v="1441" actId="14100"/>
        <pc:sldMkLst>
          <pc:docMk/>
          <pc:sldMk cId="4062895748" sldId="582"/>
        </pc:sldMkLst>
        <pc:picChg chg="mod">
          <ac:chgData name="Aleksey Zimin" userId="7f2637d0bc515791" providerId="LiveId" clId="{DB59023B-67C4-45FB-B133-1466E55C9178}" dt="2025-09-08T14:12:48.679" v="1441" actId="14100"/>
          <ac:picMkLst>
            <pc:docMk/>
            <pc:sldMk cId="4062895748" sldId="582"/>
            <ac:picMk id="8" creationId="{8BBB5F8E-3DBB-0E97-BB90-5CB3D56AE63A}"/>
          </ac:picMkLst>
        </pc:picChg>
      </pc:sldChg>
      <pc:sldChg chg="new del">
        <pc:chgData name="Aleksey Zimin" userId="7f2637d0bc515791" providerId="LiveId" clId="{DB59023B-67C4-45FB-B133-1466E55C9178}" dt="2025-09-08T14:12:24.201" v="1433" actId="47"/>
        <pc:sldMkLst>
          <pc:docMk/>
          <pc:sldMk cId="426667752" sldId="583"/>
        </pc:sldMkLst>
      </pc:sldChg>
      <pc:sldChg chg="addSp delSp modSp add mod">
        <pc:chgData name="Aleksey Zimin" userId="7f2637d0bc515791" providerId="LiveId" clId="{DB59023B-67C4-45FB-B133-1466E55C9178}" dt="2025-09-08T14:12:36.744" v="1437" actId="1076"/>
        <pc:sldMkLst>
          <pc:docMk/>
          <pc:sldMk cId="3405783753" sldId="583"/>
        </pc:sldMkLst>
        <pc:picChg chg="add mod">
          <ac:chgData name="Aleksey Zimin" userId="7f2637d0bc515791" providerId="LiveId" clId="{DB59023B-67C4-45FB-B133-1466E55C9178}" dt="2025-09-08T14:12:36.744" v="1437" actId="1076"/>
          <ac:picMkLst>
            <pc:docMk/>
            <pc:sldMk cId="3405783753" sldId="583"/>
            <ac:picMk id="4" creationId="{F6930949-AB07-C67D-545D-DE36E33CFC0D}"/>
          </ac:picMkLst>
        </pc:picChg>
      </pc:sldChg>
      <pc:sldChg chg="addSp delSp modSp add mod">
        <pc:chgData name="Aleksey Zimin" userId="7f2637d0bc515791" providerId="LiveId" clId="{DB59023B-67C4-45FB-B133-1466E55C9178}" dt="2025-09-08T14:14:38.199" v="1465" actId="1076"/>
        <pc:sldMkLst>
          <pc:docMk/>
          <pc:sldMk cId="595454383" sldId="584"/>
        </pc:sldMkLst>
        <pc:spChg chg="mod">
          <ac:chgData name="Aleksey Zimin" userId="7f2637d0bc515791" providerId="LiveId" clId="{DB59023B-67C4-45FB-B133-1466E55C9178}" dt="2025-09-08T14:14:22.240" v="1460" actId="20577"/>
          <ac:spMkLst>
            <pc:docMk/>
            <pc:sldMk cId="595454383" sldId="584"/>
            <ac:spMk id="2" creationId="{BCBA1AFD-0538-3FEE-30EB-BC9747C16B0E}"/>
          </ac:spMkLst>
        </pc:spChg>
        <pc:picChg chg="add mod">
          <ac:chgData name="Aleksey Zimin" userId="7f2637d0bc515791" providerId="LiveId" clId="{DB59023B-67C4-45FB-B133-1466E55C9178}" dt="2025-09-08T14:14:38.199" v="1465" actId="1076"/>
          <ac:picMkLst>
            <pc:docMk/>
            <pc:sldMk cId="595454383" sldId="584"/>
            <ac:picMk id="8" creationId="{54FDDF07-6EBF-3B46-FEDD-129A277AF20F}"/>
          </ac:picMkLst>
        </pc:picChg>
      </pc:sldChg>
      <pc:sldChg chg="addSp delSp modSp new mod">
        <pc:chgData name="Aleksey Zimin" userId="7f2637d0bc515791" providerId="LiveId" clId="{DB59023B-67C4-45FB-B133-1466E55C9178}" dt="2025-09-08T14:18:41.896" v="1513" actId="14100"/>
        <pc:sldMkLst>
          <pc:docMk/>
          <pc:sldMk cId="3480714259" sldId="585"/>
        </pc:sldMkLst>
        <pc:spChg chg="mod">
          <ac:chgData name="Aleksey Zimin" userId="7f2637d0bc515791" providerId="LiveId" clId="{DB59023B-67C4-45FB-B133-1466E55C9178}" dt="2025-09-08T14:17:40.487" v="1496" actId="20577"/>
          <ac:spMkLst>
            <pc:docMk/>
            <pc:sldMk cId="3480714259" sldId="585"/>
            <ac:spMk id="2" creationId="{7BC11982-7360-9AEE-1803-8190DA65065D}"/>
          </ac:spMkLst>
        </pc:spChg>
        <pc:spChg chg="add mod">
          <ac:chgData name="Aleksey Zimin" userId="7f2637d0bc515791" providerId="LiveId" clId="{DB59023B-67C4-45FB-B133-1466E55C9178}" dt="2025-09-08T14:18:35.448" v="1512" actId="1076"/>
          <ac:spMkLst>
            <pc:docMk/>
            <pc:sldMk cId="3480714259" sldId="585"/>
            <ac:spMk id="7" creationId="{17AD70D6-F7A4-54EA-9A1C-19A44A2D35B3}"/>
          </ac:spMkLst>
        </pc:spChg>
        <pc:picChg chg="add mod">
          <ac:chgData name="Aleksey Zimin" userId="7f2637d0bc515791" providerId="LiveId" clId="{DB59023B-67C4-45FB-B133-1466E55C9178}" dt="2025-09-08T14:18:41.896" v="1513" actId="14100"/>
          <ac:picMkLst>
            <pc:docMk/>
            <pc:sldMk cId="3480714259" sldId="585"/>
            <ac:picMk id="6" creationId="{CB727CA4-78EE-E261-AEE1-185EE3B1127E}"/>
          </ac:picMkLst>
        </pc:picChg>
      </pc:sldChg>
    </pc:docChg>
  </pc:docChgLst>
  <pc:docChgLst>
    <pc:chgData name="Aleksey Zimin" userId="7f2637d0bc515791" providerId="LiveId" clId="{8553A319-8433-4677-8F80-E28D63617D4C}"/>
    <pc:docChg chg="custSel addSld delSld modSld sldOrd">
      <pc:chgData name="Aleksey Zimin" userId="7f2637d0bc515791" providerId="LiveId" clId="{8553A319-8433-4677-8F80-E28D63617D4C}" dt="2025-09-19T18:09:45.441" v="311" actId="20577"/>
      <pc:docMkLst>
        <pc:docMk/>
      </pc:docMkLst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1314267360" sldId="257"/>
        </pc:sldMkLst>
      </pc:sldChg>
      <pc:sldChg chg="modSp mod">
        <pc:chgData name="Aleksey Zimin" userId="7f2637d0bc515791" providerId="LiveId" clId="{8553A319-8433-4677-8F80-E28D63617D4C}" dt="2025-09-09T14:23:55.580" v="99" actId="20577"/>
        <pc:sldMkLst>
          <pc:docMk/>
          <pc:sldMk cId="1898564496" sldId="261"/>
        </pc:sldMkLst>
        <pc:spChg chg="mod">
          <ac:chgData name="Aleksey Zimin" userId="7f2637d0bc515791" providerId="LiveId" clId="{8553A319-8433-4677-8F80-E28D63617D4C}" dt="2025-09-09T14:23:55.580" v="99" actId="20577"/>
          <ac:spMkLst>
            <pc:docMk/>
            <pc:sldMk cId="1898564496" sldId="261"/>
            <ac:spMk id="3" creationId="{ABB2587C-A2DB-034F-59ED-1C6635C29F6F}"/>
          </ac:spMkLst>
        </pc:spChg>
      </pc:sldChg>
      <pc:sldChg chg="modSp mod">
        <pc:chgData name="Aleksey Zimin" userId="7f2637d0bc515791" providerId="LiveId" clId="{8553A319-8433-4677-8F80-E28D63617D4C}" dt="2025-09-09T14:25:35.109" v="133" actId="6549"/>
        <pc:sldMkLst>
          <pc:docMk/>
          <pc:sldMk cId="376118783" sldId="264"/>
        </pc:sldMkLst>
        <pc:spChg chg="mod">
          <ac:chgData name="Aleksey Zimin" userId="7f2637d0bc515791" providerId="LiveId" clId="{8553A319-8433-4677-8F80-E28D63617D4C}" dt="2025-09-09T14:25:35.109" v="133" actId="6549"/>
          <ac:spMkLst>
            <pc:docMk/>
            <pc:sldMk cId="376118783" sldId="264"/>
            <ac:spMk id="6" creationId="{DBC9582D-B5FB-116C-8289-AB6D4D6EEE06}"/>
          </ac:spMkLst>
        </pc:spChg>
      </pc:sldChg>
      <pc:sldChg chg="modSp mod">
        <pc:chgData name="Aleksey Zimin" userId="7f2637d0bc515791" providerId="LiveId" clId="{8553A319-8433-4677-8F80-E28D63617D4C}" dt="2025-09-09T14:25:43.098" v="134" actId="1076"/>
        <pc:sldMkLst>
          <pc:docMk/>
          <pc:sldMk cId="529701822" sldId="265"/>
        </pc:sldMkLst>
        <pc:picChg chg="mod">
          <ac:chgData name="Aleksey Zimin" userId="7f2637d0bc515791" providerId="LiveId" clId="{8553A319-8433-4677-8F80-E28D63617D4C}" dt="2025-09-09T14:25:43.098" v="134" actId="1076"/>
          <ac:picMkLst>
            <pc:docMk/>
            <pc:sldMk cId="529701822" sldId="265"/>
            <ac:picMk id="5" creationId="{E878C4A6-D030-5F3B-AB5C-8B953CC5ABD5}"/>
          </ac:picMkLst>
        </pc:picChg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496989918" sldId="268"/>
        </pc:sldMkLst>
      </pc:sldChg>
      <pc:sldChg chg="modSp mod ord">
        <pc:chgData name="Aleksey Zimin" userId="7f2637d0bc515791" providerId="LiveId" clId="{8553A319-8433-4677-8F80-E28D63617D4C}" dt="2025-09-09T14:37:28.507" v="212" actId="20577"/>
        <pc:sldMkLst>
          <pc:docMk/>
          <pc:sldMk cId="2111751869" sldId="273"/>
        </pc:sldMkLst>
        <pc:spChg chg="mod">
          <ac:chgData name="Aleksey Zimin" userId="7f2637d0bc515791" providerId="LiveId" clId="{8553A319-8433-4677-8F80-E28D63617D4C}" dt="2025-09-09T14:37:28.507" v="212" actId="20577"/>
          <ac:spMkLst>
            <pc:docMk/>
            <pc:sldMk cId="2111751869" sldId="273"/>
            <ac:spMk id="3" creationId="{D9C3B65E-5593-A906-FF37-FB8A5B95E3BA}"/>
          </ac:spMkLst>
        </pc:spChg>
      </pc:sldChg>
      <pc:sldChg chg="ord">
        <pc:chgData name="Aleksey Zimin" userId="7f2637d0bc515791" providerId="LiveId" clId="{8553A319-8433-4677-8F80-E28D63617D4C}" dt="2025-09-09T14:33:34.430" v="140"/>
        <pc:sldMkLst>
          <pc:docMk/>
          <pc:sldMk cId="1175591611" sldId="276"/>
        </pc:sldMkLst>
      </pc:sldChg>
      <pc:sldChg chg="modSp mod ord">
        <pc:chgData name="Aleksey Zimin" userId="7f2637d0bc515791" providerId="LiveId" clId="{8553A319-8433-4677-8F80-E28D63617D4C}" dt="2025-09-19T18:09:45.441" v="311" actId="20577"/>
        <pc:sldMkLst>
          <pc:docMk/>
          <pc:sldMk cId="660034770" sldId="280"/>
        </pc:sldMkLst>
        <pc:spChg chg="mod">
          <ac:chgData name="Aleksey Zimin" userId="7f2637d0bc515791" providerId="LiveId" clId="{8553A319-8433-4677-8F80-E28D63617D4C}" dt="2025-09-19T18:09:45.441" v="311" actId="20577"/>
          <ac:spMkLst>
            <pc:docMk/>
            <pc:sldMk cId="660034770" sldId="280"/>
            <ac:spMk id="3" creationId="{7EEFFDFD-D775-80C7-C6E8-9CA46A4F26F1}"/>
          </ac:spMkLst>
        </pc:spChg>
      </pc:sldChg>
      <pc:sldChg chg="ord">
        <pc:chgData name="Aleksey Zimin" userId="7f2637d0bc515791" providerId="LiveId" clId="{8553A319-8433-4677-8F80-E28D63617D4C}" dt="2025-09-09T14:34:21.158" v="149"/>
        <pc:sldMkLst>
          <pc:docMk/>
          <pc:sldMk cId="3372661809" sldId="281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580217187" sldId="397"/>
        </pc:sldMkLst>
      </pc:sldChg>
      <pc:sldChg chg="addSp modSp mod modAnim">
        <pc:chgData name="Aleksey Zimin" userId="7f2637d0bc515791" providerId="LiveId" clId="{8553A319-8433-4677-8F80-E28D63617D4C}" dt="2025-09-09T14:17:34.570" v="11" actId="14100"/>
        <pc:sldMkLst>
          <pc:docMk/>
          <pc:sldMk cId="2798972315" sldId="401"/>
        </pc:sldMkLst>
        <pc:spChg chg="mod">
          <ac:chgData name="Aleksey Zimin" userId="7f2637d0bc515791" providerId="LiveId" clId="{8553A319-8433-4677-8F80-E28D63617D4C}" dt="2025-09-09T14:15:21.523" v="4" actId="14100"/>
          <ac:spMkLst>
            <pc:docMk/>
            <pc:sldMk cId="2798972315" sldId="401"/>
            <ac:spMk id="3" creationId="{51C73E3A-789D-F771-C97B-85E5E6442554}"/>
          </ac:spMkLst>
        </pc:spChg>
        <pc:picChg chg="add mod">
          <ac:chgData name="Aleksey Zimin" userId="7f2637d0bc515791" providerId="LiveId" clId="{8553A319-8433-4677-8F80-E28D63617D4C}" dt="2025-09-09T14:17:26.170" v="9" actId="14100"/>
          <ac:picMkLst>
            <pc:docMk/>
            <pc:sldMk cId="2798972315" sldId="401"/>
            <ac:picMk id="5" creationId="{25688B4F-075A-8A44-3897-704DE44B46B4}"/>
          </ac:picMkLst>
        </pc:picChg>
        <pc:picChg chg="add mod">
          <ac:chgData name="Aleksey Zimin" userId="7f2637d0bc515791" providerId="LiveId" clId="{8553A319-8433-4677-8F80-E28D63617D4C}" dt="2025-09-09T14:17:34.570" v="11" actId="14100"/>
          <ac:picMkLst>
            <pc:docMk/>
            <pc:sldMk cId="2798972315" sldId="401"/>
            <ac:picMk id="7" creationId="{0137E94F-987F-7D08-607C-65E0BC1C2902}"/>
          </ac:picMkLst>
        </pc:picChg>
      </pc:sldChg>
      <pc:sldChg chg="ord">
        <pc:chgData name="Aleksey Zimin" userId="7f2637d0bc515791" providerId="LiveId" clId="{8553A319-8433-4677-8F80-E28D63617D4C}" dt="2025-09-09T14:32:24.789" v="136"/>
        <pc:sldMkLst>
          <pc:docMk/>
          <pc:sldMk cId="893523474" sldId="402"/>
        </pc:sldMkLst>
      </pc:sldChg>
      <pc:sldChg chg="ord">
        <pc:chgData name="Aleksey Zimin" userId="7f2637d0bc515791" providerId="LiveId" clId="{8553A319-8433-4677-8F80-E28D63617D4C}" dt="2025-09-09T14:32:24.789" v="136"/>
        <pc:sldMkLst>
          <pc:docMk/>
          <pc:sldMk cId="2875146467" sldId="403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592540094" sldId="406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807348765" sldId="407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4233309679" sldId="409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3009805394" sldId="410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3540739500" sldId="411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3995109930" sldId="412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1345575573" sldId="413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1634069567" sldId="414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2118070247" sldId="420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1902230169" sldId="421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3130437174" sldId="423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1381858232" sldId="424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2194738520" sldId="425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809032690" sldId="426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1762822495" sldId="427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2968288127" sldId="428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708600537" sldId="429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3229156974" sldId="430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1201566736" sldId="431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224006590" sldId="432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2261212866" sldId="433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2841383390" sldId="434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2387758340" sldId="435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737597283" sldId="436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3812887506" sldId="437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1402074185" sldId="440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4268804242" sldId="441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3290336111" sldId="442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1196692292" sldId="443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2158056362" sldId="444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2006090250" sldId="445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1978762931" sldId="446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1290344996" sldId="447"/>
        </pc:sldMkLst>
      </pc:sldChg>
      <pc:sldChg chg="mod modShow">
        <pc:chgData name="Aleksey Zimin" userId="7f2637d0bc515791" providerId="LiveId" clId="{8553A319-8433-4677-8F80-E28D63617D4C}" dt="2025-09-09T14:35:58.073" v="151" actId="729"/>
        <pc:sldMkLst>
          <pc:docMk/>
          <pc:sldMk cId="1210766213" sldId="448"/>
        </pc:sldMkLst>
      </pc:sldChg>
      <pc:sldChg chg="del">
        <pc:chgData name="Aleksey Zimin" userId="7f2637d0bc515791" providerId="LiveId" clId="{8553A319-8433-4677-8F80-E28D63617D4C}" dt="2025-09-09T14:35:26.481" v="150" actId="47"/>
        <pc:sldMkLst>
          <pc:docMk/>
          <pc:sldMk cId="2302941891" sldId="475"/>
        </pc:sldMkLst>
      </pc:sldChg>
      <pc:sldChg chg="del">
        <pc:chgData name="Aleksey Zimin" userId="7f2637d0bc515791" providerId="LiveId" clId="{8553A319-8433-4677-8F80-E28D63617D4C}" dt="2025-09-09T20:45:33.120" v="306" actId="47"/>
        <pc:sldMkLst>
          <pc:docMk/>
          <pc:sldMk cId="244634782" sldId="515"/>
        </pc:sldMkLst>
      </pc:sldChg>
      <pc:sldChg chg="add del">
        <pc:chgData name="Aleksey Zimin" userId="7f2637d0bc515791" providerId="LiveId" clId="{8553A319-8433-4677-8F80-E28D63617D4C}" dt="2025-09-09T20:48:18.818" v="307"/>
        <pc:sldMkLst>
          <pc:docMk/>
          <pc:sldMk cId="3390149621" sldId="523"/>
        </pc:sldMkLst>
      </pc:sldChg>
      <pc:sldChg chg="del">
        <pc:chgData name="Aleksey Zimin" userId="7f2637d0bc515791" providerId="LiveId" clId="{8553A319-8433-4677-8F80-E28D63617D4C}" dt="2025-09-09T20:45:33.120" v="306" actId="47"/>
        <pc:sldMkLst>
          <pc:docMk/>
          <pc:sldMk cId="710988395" sldId="524"/>
        </pc:sldMkLst>
      </pc:sldChg>
      <pc:sldChg chg="del">
        <pc:chgData name="Aleksey Zimin" userId="7f2637d0bc515791" providerId="LiveId" clId="{8553A319-8433-4677-8F80-E28D63617D4C}" dt="2025-09-09T20:45:33.120" v="306" actId="47"/>
        <pc:sldMkLst>
          <pc:docMk/>
          <pc:sldMk cId="2334615135" sldId="559"/>
        </pc:sldMkLst>
      </pc:sldChg>
      <pc:sldChg chg="del">
        <pc:chgData name="Aleksey Zimin" userId="7f2637d0bc515791" providerId="LiveId" clId="{8553A319-8433-4677-8F80-E28D63617D4C}" dt="2025-09-09T20:45:33.120" v="306" actId="47"/>
        <pc:sldMkLst>
          <pc:docMk/>
          <pc:sldMk cId="3543001246" sldId="560"/>
        </pc:sldMkLst>
      </pc:sldChg>
      <pc:sldChg chg="del">
        <pc:chgData name="Aleksey Zimin" userId="7f2637d0bc515791" providerId="LiveId" clId="{8553A319-8433-4677-8F80-E28D63617D4C}" dt="2025-09-09T20:45:33.120" v="306" actId="47"/>
        <pc:sldMkLst>
          <pc:docMk/>
          <pc:sldMk cId="2587327454" sldId="561"/>
        </pc:sldMkLst>
      </pc:sldChg>
      <pc:sldChg chg="del">
        <pc:chgData name="Aleksey Zimin" userId="7f2637d0bc515791" providerId="LiveId" clId="{8553A319-8433-4677-8F80-E28D63617D4C}" dt="2025-09-09T20:45:33.120" v="306" actId="47"/>
        <pc:sldMkLst>
          <pc:docMk/>
          <pc:sldMk cId="4020362598" sldId="562"/>
        </pc:sldMkLst>
      </pc:sldChg>
      <pc:sldChg chg="del">
        <pc:chgData name="Aleksey Zimin" userId="7f2637d0bc515791" providerId="LiveId" clId="{8553A319-8433-4677-8F80-E28D63617D4C}" dt="2025-09-09T20:45:33.120" v="306" actId="47"/>
        <pc:sldMkLst>
          <pc:docMk/>
          <pc:sldMk cId="3714024879" sldId="563"/>
        </pc:sldMkLst>
      </pc:sldChg>
      <pc:sldChg chg="del">
        <pc:chgData name="Aleksey Zimin" userId="7f2637d0bc515791" providerId="LiveId" clId="{8553A319-8433-4677-8F80-E28D63617D4C}" dt="2025-09-09T20:45:33.120" v="306" actId="47"/>
        <pc:sldMkLst>
          <pc:docMk/>
          <pc:sldMk cId="3424581993" sldId="564"/>
        </pc:sldMkLst>
      </pc:sldChg>
      <pc:sldChg chg="del">
        <pc:chgData name="Aleksey Zimin" userId="7f2637d0bc515791" providerId="LiveId" clId="{8553A319-8433-4677-8F80-E28D63617D4C}" dt="2025-09-09T20:45:33.120" v="306" actId="47"/>
        <pc:sldMkLst>
          <pc:docMk/>
          <pc:sldMk cId="1645801350" sldId="565"/>
        </pc:sldMkLst>
      </pc:sldChg>
      <pc:sldChg chg="del">
        <pc:chgData name="Aleksey Zimin" userId="7f2637d0bc515791" providerId="LiveId" clId="{8553A319-8433-4677-8F80-E28D63617D4C}" dt="2025-09-09T20:45:33.120" v="306" actId="47"/>
        <pc:sldMkLst>
          <pc:docMk/>
          <pc:sldMk cId="1612796002" sldId="566"/>
        </pc:sldMkLst>
      </pc:sldChg>
      <pc:sldChg chg="del">
        <pc:chgData name="Aleksey Zimin" userId="7f2637d0bc515791" providerId="LiveId" clId="{8553A319-8433-4677-8F80-E28D63617D4C}" dt="2025-09-09T20:45:33.120" v="306" actId="47"/>
        <pc:sldMkLst>
          <pc:docMk/>
          <pc:sldMk cId="379975407" sldId="567"/>
        </pc:sldMkLst>
      </pc:sldChg>
      <pc:sldChg chg="add del">
        <pc:chgData name="Aleksey Zimin" userId="7f2637d0bc515791" providerId="LiveId" clId="{8553A319-8433-4677-8F80-E28D63617D4C}" dt="2025-09-09T20:48:18.818" v="307"/>
        <pc:sldMkLst>
          <pc:docMk/>
          <pc:sldMk cId="402778499" sldId="568"/>
        </pc:sldMkLst>
      </pc:sldChg>
      <pc:sldChg chg="addSp modSp add mod modAnim">
        <pc:chgData name="Aleksey Zimin" userId="7f2637d0bc515791" providerId="LiveId" clId="{8553A319-8433-4677-8F80-E28D63617D4C}" dt="2025-09-09T14:20:00.770" v="23" actId="1076"/>
        <pc:sldMkLst>
          <pc:docMk/>
          <pc:sldMk cId="1214437318" sldId="586"/>
        </pc:sldMkLst>
        <pc:spChg chg="mod">
          <ac:chgData name="Aleksey Zimin" userId="7f2637d0bc515791" providerId="LiveId" clId="{8553A319-8433-4677-8F80-E28D63617D4C}" dt="2025-09-09T14:18:01.261" v="18" actId="6549"/>
          <ac:spMkLst>
            <pc:docMk/>
            <pc:sldMk cId="1214437318" sldId="586"/>
            <ac:spMk id="3" creationId="{D50F5809-F54E-464E-D83F-620FAAE47505}"/>
          </ac:spMkLst>
        </pc:spChg>
        <pc:picChg chg="add mod">
          <ac:chgData name="Aleksey Zimin" userId="7f2637d0bc515791" providerId="LiveId" clId="{8553A319-8433-4677-8F80-E28D63617D4C}" dt="2025-09-09T14:19:30.658" v="21" actId="1076"/>
          <ac:picMkLst>
            <pc:docMk/>
            <pc:sldMk cId="1214437318" sldId="586"/>
            <ac:picMk id="5" creationId="{3532E6D1-ABE5-44A7-DDE0-E202871DFB8B}"/>
          </ac:picMkLst>
        </pc:picChg>
        <pc:picChg chg="add mod">
          <ac:chgData name="Aleksey Zimin" userId="7f2637d0bc515791" providerId="LiveId" clId="{8553A319-8433-4677-8F80-E28D63617D4C}" dt="2025-09-09T14:20:00.770" v="23" actId="1076"/>
          <ac:picMkLst>
            <pc:docMk/>
            <pc:sldMk cId="1214437318" sldId="586"/>
            <ac:picMk id="7" creationId="{D7200CA6-9056-8135-FBFB-250E1A7E4166}"/>
          </ac:picMkLst>
        </pc:picChg>
      </pc:sldChg>
      <pc:sldChg chg="addSp modSp add mod modAnim">
        <pc:chgData name="Aleksey Zimin" userId="7f2637d0bc515791" providerId="LiveId" clId="{8553A319-8433-4677-8F80-E28D63617D4C}" dt="2025-09-09T14:34:03.835" v="147" actId="20577"/>
        <pc:sldMkLst>
          <pc:docMk/>
          <pc:sldMk cId="4261880005" sldId="587"/>
        </pc:sldMkLst>
        <pc:spChg chg="mod">
          <ac:chgData name="Aleksey Zimin" userId="7f2637d0bc515791" providerId="LiveId" clId="{8553A319-8433-4677-8F80-E28D63617D4C}" dt="2025-09-09T14:34:03.835" v="147" actId="20577"/>
          <ac:spMkLst>
            <pc:docMk/>
            <pc:sldMk cId="4261880005" sldId="587"/>
            <ac:spMk id="3" creationId="{CF473E17-796F-96D5-C9A3-B6F5A5A52CC0}"/>
          </ac:spMkLst>
        </pc:spChg>
        <pc:picChg chg="add mod">
          <ac:chgData name="Aleksey Zimin" userId="7f2637d0bc515791" providerId="LiveId" clId="{8553A319-8433-4677-8F80-E28D63617D4C}" dt="2025-09-09T14:23:17.946" v="48" actId="14100"/>
          <ac:picMkLst>
            <pc:docMk/>
            <pc:sldMk cId="4261880005" sldId="587"/>
            <ac:picMk id="5" creationId="{990BEC29-DF7B-E6FD-0B42-EB1339C27DAE}"/>
          </ac:picMkLst>
        </pc:picChg>
        <pc:picChg chg="add mod">
          <ac:chgData name="Aleksey Zimin" userId="7f2637d0bc515791" providerId="LiveId" clId="{8553A319-8433-4677-8F80-E28D63617D4C}" dt="2025-09-09T14:23:23.018" v="50" actId="14100"/>
          <ac:picMkLst>
            <pc:docMk/>
            <pc:sldMk cId="4261880005" sldId="587"/>
            <ac:picMk id="7" creationId="{08A700C4-6223-FE27-A002-D96CB20AB03D}"/>
          </ac:picMkLst>
        </pc:picChg>
      </pc:sldChg>
      <pc:sldChg chg="addSp modSp add mod ord">
        <pc:chgData name="Aleksey Zimin" userId="7f2637d0bc515791" providerId="LiveId" clId="{8553A319-8433-4677-8F80-E28D63617D4C}" dt="2025-09-09T14:49:37.400" v="296"/>
        <pc:sldMkLst>
          <pc:docMk/>
          <pc:sldMk cId="1378022997" sldId="588"/>
        </pc:sldMkLst>
        <pc:spChg chg="mod">
          <ac:chgData name="Aleksey Zimin" userId="7f2637d0bc515791" providerId="LiveId" clId="{8553A319-8433-4677-8F80-E28D63617D4C}" dt="2025-09-09T14:48:50.441" v="291" actId="14100"/>
          <ac:spMkLst>
            <pc:docMk/>
            <pc:sldMk cId="1378022997" sldId="588"/>
            <ac:spMk id="3" creationId="{EF59C38F-619F-63D5-A8E9-6158DACF087D}"/>
          </ac:spMkLst>
        </pc:spChg>
        <pc:picChg chg="add mod">
          <ac:chgData name="Aleksey Zimin" userId="7f2637d0bc515791" providerId="LiveId" clId="{8553A319-8433-4677-8F80-E28D63617D4C}" dt="2025-09-09T14:49:13.305" v="293" actId="14100"/>
          <ac:picMkLst>
            <pc:docMk/>
            <pc:sldMk cId="1378022997" sldId="588"/>
            <ac:picMk id="5" creationId="{AA27BF78-7060-0E66-B333-EAFAD0EBFF03}"/>
          </ac:picMkLst>
        </pc:picChg>
        <pc:picChg chg="add mod">
          <ac:chgData name="Aleksey Zimin" userId="7f2637d0bc515791" providerId="LiveId" clId="{8553A319-8433-4677-8F80-E28D63617D4C}" dt="2025-09-09T14:48:39.513" v="289" actId="1076"/>
          <ac:picMkLst>
            <pc:docMk/>
            <pc:sldMk cId="1378022997" sldId="588"/>
            <ac:picMk id="7" creationId="{4D04B649-FBAD-1E25-DCDF-19FBA872E7CB}"/>
          </ac:picMkLst>
        </pc:picChg>
      </pc:sldChg>
      <pc:sldChg chg="addSp modSp add mod ord">
        <pc:chgData name="Aleksey Zimin" userId="7f2637d0bc515791" providerId="LiveId" clId="{8553A319-8433-4677-8F80-E28D63617D4C}" dt="2025-09-09T14:50:22.448" v="299" actId="207"/>
        <pc:sldMkLst>
          <pc:docMk/>
          <pc:sldMk cId="3269717232" sldId="589"/>
        </pc:sldMkLst>
        <pc:spChg chg="add mod">
          <ac:chgData name="Aleksey Zimin" userId="7f2637d0bc515791" providerId="LiveId" clId="{8553A319-8433-4677-8F80-E28D63617D4C}" dt="2025-09-09T14:50:22.448" v="299" actId="207"/>
          <ac:spMkLst>
            <pc:docMk/>
            <pc:sldMk cId="3269717232" sldId="589"/>
            <ac:spMk id="4" creationId="{C31F7DF1-7EEA-3CBE-6647-D21CC6CCA180}"/>
          </ac:spMkLst>
        </pc:spChg>
      </pc:sldChg>
      <pc:sldChg chg="addSp delSp modSp add mod">
        <pc:chgData name="Aleksey Zimin" userId="7f2637d0bc515791" providerId="LiveId" clId="{8553A319-8433-4677-8F80-E28D63617D4C}" dt="2025-09-09T14:51:00.202" v="304" actId="1076"/>
        <pc:sldMkLst>
          <pc:docMk/>
          <pc:sldMk cId="2441254453" sldId="590"/>
        </pc:sldMkLst>
        <pc:picChg chg="add mod">
          <ac:chgData name="Aleksey Zimin" userId="7f2637d0bc515791" providerId="LiveId" clId="{8553A319-8433-4677-8F80-E28D63617D4C}" dt="2025-09-09T14:51:00.202" v="304" actId="1076"/>
          <ac:picMkLst>
            <pc:docMk/>
            <pc:sldMk cId="2441254453" sldId="590"/>
            <ac:picMk id="8" creationId="{C23842D4-BD7E-248B-46D5-35D04AFC03B5}"/>
          </ac:picMkLst>
        </pc:picChg>
      </pc:sldChg>
      <pc:sldChg chg="add">
        <pc:chgData name="Aleksey Zimin" userId="7f2637d0bc515791" providerId="LiveId" clId="{8553A319-8433-4677-8F80-E28D63617D4C}" dt="2025-09-09T20:45:23.759" v="305"/>
        <pc:sldMkLst>
          <pc:docMk/>
          <pc:sldMk cId="2496188052" sldId="591"/>
        </pc:sldMkLst>
      </pc:sldChg>
      <pc:sldChg chg="add">
        <pc:chgData name="Aleksey Zimin" userId="7f2637d0bc515791" providerId="LiveId" clId="{8553A319-8433-4677-8F80-E28D63617D4C}" dt="2025-09-09T20:45:23.759" v="305"/>
        <pc:sldMkLst>
          <pc:docMk/>
          <pc:sldMk cId="2120271698" sldId="592"/>
        </pc:sldMkLst>
      </pc:sldChg>
      <pc:sldChg chg="add">
        <pc:chgData name="Aleksey Zimin" userId="7f2637d0bc515791" providerId="LiveId" clId="{8553A319-8433-4677-8F80-E28D63617D4C}" dt="2025-09-09T20:45:23.759" v="305"/>
        <pc:sldMkLst>
          <pc:docMk/>
          <pc:sldMk cId="4092878095" sldId="593"/>
        </pc:sldMkLst>
      </pc:sldChg>
      <pc:sldChg chg="add">
        <pc:chgData name="Aleksey Zimin" userId="7f2637d0bc515791" providerId="LiveId" clId="{8553A319-8433-4677-8F80-E28D63617D4C}" dt="2025-09-09T20:45:23.759" v="305"/>
        <pc:sldMkLst>
          <pc:docMk/>
          <pc:sldMk cId="2806797308" sldId="594"/>
        </pc:sldMkLst>
      </pc:sldChg>
      <pc:sldChg chg="add">
        <pc:chgData name="Aleksey Zimin" userId="7f2637d0bc515791" providerId="LiveId" clId="{8553A319-8433-4677-8F80-E28D63617D4C}" dt="2025-09-09T20:45:23.759" v="305"/>
        <pc:sldMkLst>
          <pc:docMk/>
          <pc:sldMk cId="1323442977" sldId="595"/>
        </pc:sldMkLst>
      </pc:sldChg>
      <pc:sldChg chg="add">
        <pc:chgData name="Aleksey Zimin" userId="7f2637d0bc515791" providerId="LiveId" clId="{8553A319-8433-4677-8F80-E28D63617D4C}" dt="2025-09-09T20:45:23.759" v="305"/>
        <pc:sldMkLst>
          <pc:docMk/>
          <pc:sldMk cId="1491746325" sldId="596"/>
        </pc:sldMkLst>
      </pc:sldChg>
      <pc:sldChg chg="add">
        <pc:chgData name="Aleksey Zimin" userId="7f2637d0bc515791" providerId="LiveId" clId="{8553A319-8433-4677-8F80-E28D63617D4C}" dt="2025-09-09T20:45:23.759" v="305"/>
        <pc:sldMkLst>
          <pc:docMk/>
          <pc:sldMk cId="973595494" sldId="597"/>
        </pc:sldMkLst>
      </pc:sldChg>
      <pc:sldChg chg="add">
        <pc:chgData name="Aleksey Zimin" userId="7f2637d0bc515791" providerId="LiveId" clId="{8553A319-8433-4677-8F80-E28D63617D4C}" dt="2025-09-09T20:45:23.759" v="305"/>
        <pc:sldMkLst>
          <pc:docMk/>
          <pc:sldMk cId="663875117" sldId="598"/>
        </pc:sldMkLst>
      </pc:sldChg>
      <pc:sldChg chg="add">
        <pc:chgData name="Aleksey Zimin" userId="7f2637d0bc515791" providerId="LiveId" clId="{8553A319-8433-4677-8F80-E28D63617D4C}" dt="2025-09-09T20:45:23.759" v="305"/>
        <pc:sldMkLst>
          <pc:docMk/>
          <pc:sldMk cId="3634270695" sldId="599"/>
        </pc:sldMkLst>
      </pc:sldChg>
      <pc:sldChg chg="add">
        <pc:chgData name="Aleksey Zimin" userId="7f2637d0bc515791" providerId="LiveId" clId="{8553A319-8433-4677-8F80-E28D63617D4C}" dt="2025-09-09T20:45:23.759" v="305"/>
        <pc:sldMkLst>
          <pc:docMk/>
          <pc:sldMk cId="2490369365" sldId="600"/>
        </pc:sldMkLst>
      </pc:sldChg>
      <pc:sldChg chg="add">
        <pc:chgData name="Aleksey Zimin" userId="7f2637d0bc515791" providerId="LiveId" clId="{8553A319-8433-4677-8F80-E28D63617D4C}" dt="2025-09-09T20:45:23.759" v="305"/>
        <pc:sldMkLst>
          <pc:docMk/>
          <pc:sldMk cId="104986636" sldId="601"/>
        </pc:sldMkLst>
      </pc:sldChg>
      <pc:sldChg chg="add del">
        <pc:chgData name="Aleksey Zimin" userId="7f2637d0bc515791" providerId="LiveId" clId="{8553A319-8433-4677-8F80-E28D63617D4C}" dt="2025-09-09T20:48:21.571" v="308" actId="47"/>
        <pc:sldMkLst>
          <pc:docMk/>
          <pc:sldMk cId="1506716563" sldId="602"/>
        </pc:sldMkLst>
      </pc:sldChg>
      <pc:sldChg chg="add del">
        <pc:chgData name="Aleksey Zimin" userId="7f2637d0bc515791" providerId="LiveId" clId="{8553A319-8433-4677-8F80-E28D63617D4C}" dt="2025-09-09T20:48:22.710" v="309" actId="47"/>
        <pc:sldMkLst>
          <pc:docMk/>
          <pc:sldMk cId="2486744927" sldId="603"/>
        </pc:sldMkLst>
      </pc:sldChg>
      <pc:sldChg chg="add">
        <pc:chgData name="Aleksey Zimin" userId="7f2637d0bc515791" providerId="LiveId" clId="{8553A319-8433-4677-8F80-E28D63617D4C}" dt="2025-09-15T14:03:48.088" v="310"/>
        <pc:sldMkLst>
          <pc:docMk/>
          <pc:sldMk cId="2383005056" sldId="610"/>
        </pc:sldMkLst>
      </pc:sldChg>
    </pc:docChg>
  </pc:docChgLst>
  <pc:docChgLst>
    <pc:chgData name="Aleksey Zimin" userId="7f2637d0bc515791" providerId="LiveId" clId="{0C99687F-6EBC-4BC1-A89E-BD393C362657}"/>
    <pc:docChg chg="addSld delSld modSld">
      <pc:chgData name="Aleksey Zimin" userId="7f2637d0bc515791" providerId="LiveId" clId="{0C99687F-6EBC-4BC1-A89E-BD393C362657}" dt="2025-06-23T18:27:06.199" v="6" actId="20577"/>
      <pc:docMkLst>
        <pc:docMk/>
      </pc:docMkLst>
      <pc:sldChg chg="add del">
        <pc:chgData name="Aleksey Zimin" userId="7f2637d0bc515791" providerId="LiveId" clId="{0C99687F-6EBC-4BC1-A89E-BD393C362657}" dt="2025-06-23T18:04:05.711" v="3"/>
        <pc:sldMkLst>
          <pc:docMk/>
          <pc:sldMk cId="1314267360" sldId="257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3286708732" sldId="259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898564496" sldId="261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496989918" sldId="268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711955719" sldId="270"/>
        </pc:sldMkLst>
      </pc:sldChg>
      <pc:sldChg chg="modSp mod">
        <pc:chgData name="Aleksey Zimin" userId="7f2637d0bc515791" providerId="LiveId" clId="{0C99687F-6EBC-4BC1-A89E-BD393C362657}" dt="2025-06-23T18:27:06.199" v="6" actId="20577"/>
        <pc:sldMkLst>
          <pc:docMk/>
          <pc:sldMk cId="1052403946" sldId="272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111751869" sldId="273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175591611" sldId="276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660034770" sldId="280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372661809" sldId="281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580217187" sldId="397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3499796880" sldId="399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3319328884" sldId="400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798972315" sldId="401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893523474" sldId="402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875146467" sldId="403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592540094" sldId="406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807348765" sldId="407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4233309679" sldId="409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009805394" sldId="410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540739500" sldId="411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995109930" sldId="412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345575573" sldId="413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634069567" sldId="414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118070247" sldId="420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902230169" sldId="421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130437174" sldId="423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381858232" sldId="424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194738520" sldId="425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809032690" sldId="426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762822495" sldId="427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968288127" sldId="428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708600537" sldId="429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229156974" sldId="430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201566736" sldId="431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24006590" sldId="432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261212866" sldId="433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841383390" sldId="434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387758340" sldId="435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737597283" sldId="436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812887506" sldId="437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402074185" sldId="440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4268804242" sldId="441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290336111" sldId="442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196692292" sldId="443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158056362" sldId="444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006090250" sldId="445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978762931" sldId="446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290344996" sldId="447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210766213" sldId="448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4212240204" sldId="467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3275239011" sldId="468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839253812" sldId="469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3139525371" sldId="470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1413603901" sldId="471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721180325" sldId="472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860761429" sldId="473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861205484" sldId="474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302941891" sldId="475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1141752944" sldId="477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871696977" sldId="478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032525999" sldId="479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3972704763" sldId="481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1513182245" sldId="482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1367961419" sldId="483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2536332421" sldId="484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4223736541" sldId="485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2678614219" sldId="486"/>
        </pc:sldMkLst>
      </pc:sldChg>
      <pc:sldChg chg="del">
        <pc:chgData name="Aleksey Zimin" userId="7f2637d0bc515791" providerId="LiveId" clId="{0C99687F-6EBC-4BC1-A89E-BD393C362657}" dt="2025-06-23T18:03:38.449" v="1" actId="47"/>
        <pc:sldMkLst>
          <pc:docMk/>
          <pc:sldMk cId="743307036" sldId="487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199591091" sldId="488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369129492" sldId="489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579698907" sldId="490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858422880" sldId="491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783351519" sldId="492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02182864" sldId="493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969974295" sldId="494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518123038" sldId="496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4016439942" sldId="497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383957545" sldId="498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763623878" sldId="499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973844664" sldId="502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38742791" sldId="503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484920069" sldId="505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792863760" sldId="507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712953067" sldId="508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98886585" sldId="510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553610431" sldId="511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031262088" sldId="512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269627095" sldId="513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872650003" sldId="514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44634782" sldId="515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30760420" sldId="516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680813266" sldId="517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4118618855" sldId="518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49708861" sldId="519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415830912" sldId="520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87707962" sldId="521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105563305" sldId="522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390149621" sldId="523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710988395" sldId="524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487594945" sldId="525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76986234" sldId="526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665784781" sldId="527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100066802" sldId="528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605973232" sldId="529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511612140" sldId="530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4108398649" sldId="531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621727378" sldId="533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99412874" sldId="534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197997632" sldId="535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444221610" sldId="536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2010938326" sldId="538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429468489" sldId="542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539245323" sldId="543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358943725" sldId="544"/>
        </pc:sldMkLst>
      </pc:sldChg>
      <pc:sldChg chg="add del">
        <pc:chgData name="Aleksey Zimin" userId="7f2637d0bc515791" providerId="LiveId" clId="{0C99687F-6EBC-4BC1-A89E-BD393C362657}" dt="2025-06-23T18:04:05.711" v="3"/>
        <pc:sldMkLst>
          <pc:docMk/>
          <pc:sldMk cId="3463192798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s://mummer4.github.io/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7074-6C76-4B66-80C9-856F75BD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0520F-6299-4676-8176-653C51F4D7A4}"/>
              </a:ext>
            </a:extLst>
          </p:cNvPr>
          <p:cNvSpPr txBox="1"/>
          <p:nvPr/>
        </p:nvSpPr>
        <p:spPr>
          <a:xfrm>
            <a:off x="1308659" y="2437886"/>
            <a:ext cx="96770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 dirty="0">
                <a:solidFill>
                  <a:srgbClr val="BE0260"/>
                </a:solidFill>
              </a:rPr>
              <a:t>Week 3</a:t>
            </a:r>
            <a:endParaRPr lang="en-US" sz="3200" b="1" dirty="0">
              <a:solidFill>
                <a:srgbClr val="BE02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9679F-F038-40F8-96EA-47D38F6DFC66}"/>
              </a:ext>
            </a:extLst>
          </p:cNvPr>
          <p:cNvSpPr txBox="1"/>
          <p:nvPr/>
        </p:nvSpPr>
        <p:spPr>
          <a:xfrm>
            <a:off x="1308659" y="4376878"/>
            <a:ext cx="9574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Alexey V. Zimin</a:t>
            </a:r>
            <a:br>
              <a:rPr lang="en-US" sz="2400" dirty="0"/>
            </a:br>
            <a:r>
              <a:rPr lang="en-US" sz="2400" dirty="0"/>
              <a:t> </a:t>
            </a:r>
          </a:p>
          <a:p>
            <a:pPr algn="just"/>
            <a:r>
              <a:rPr lang="en-US" sz="2400" dirty="0"/>
              <a:t>JHU </a:t>
            </a:r>
            <a:r>
              <a:rPr lang="en-US" sz="2400"/>
              <a:t>BME 580.417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240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10F9D-EC02-4155-020F-899473096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Alignment of two genomes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6AF36-04A2-FCFE-A6EC-5DD8D73DE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Consider two genomes, each in many contiguous pieces (contigs), </a:t>
            </a:r>
            <a:r>
              <a:rPr lang="en-US" i="1" dirty="0"/>
              <a:t>M</a:t>
            </a:r>
            <a:r>
              <a:rPr lang="en-US" dirty="0"/>
              <a:t> and </a:t>
            </a:r>
            <a:r>
              <a:rPr lang="en-US" i="1" dirty="0"/>
              <a:t>N, </a:t>
            </a:r>
            <a:r>
              <a:rPr lang="en-US" dirty="0"/>
              <a:t>of average size </a:t>
            </a:r>
            <a:r>
              <a:rPr lang="en-US" i="1" dirty="0"/>
              <a:t>m</a:t>
            </a:r>
            <a:r>
              <a:rPr lang="en-US" dirty="0"/>
              <a:t> and </a:t>
            </a:r>
            <a:r>
              <a:rPr lang="en-US" i="1" dirty="0"/>
              <a:t>n</a:t>
            </a:r>
          </a:p>
          <a:p>
            <a:r>
              <a:rPr lang="en-US" dirty="0"/>
              <a:t>Each Smith-Waterman contig-to-contig alignment would include doing </a:t>
            </a:r>
            <a:r>
              <a:rPr lang="en-US" i="1" dirty="0"/>
              <a:t>O(m*n) </a:t>
            </a:r>
            <a:r>
              <a:rPr lang="en-US" dirty="0"/>
              <a:t>operations, and we have to do it </a:t>
            </a:r>
            <a:r>
              <a:rPr lang="en-US" i="1" dirty="0"/>
              <a:t>M*N</a:t>
            </a:r>
            <a:r>
              <a:rPr lang="en-US" dirty="0"/>
              <a:t> times, so the total cost is </a:t>
            </a:r>
            <a:r>
              <a:rPr lang="en-US" i="1" dirty="0"/>
              <a:t>O(M*N*m*n)</a:t>
            </a:r>
          </a:p>
          <a:p>
            <a:r>
              <a:rPr lang="en-US" dirty="0"/>
              <a:t>A solution is to seed the alignments with short exact matches:</a:t>
            </a:r>
          </a:p>
          <a:p>
            <a:pPr lvl="1"/>
            <a:r>
              <a:rPr lang="en-US" dirty="0"/>
              <a:t>Maximal Exact Matches (MEMs), based on suffix tree or suffix array</a:t>
            </a:r>
          </a:p>
          <a:p>
            <a:pPr lvl="1"/>
            <a:r>
              <a:rPr lang="en-US" dirty="0"/>
              <a:t>Minimizers</a:t>
            </a:r>
          </a:p>
          <a:p>
            <a:r>
              <a:rPr lang="en-US" dirty="0"/>
              <a:t>Then do Smith-Waterman in-between the seeds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08F6C-ADEA-8F0E-9D57-B6452A26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226F8D-7FAE-FDE8-A8BC-C1522336F7EF}"/>
              </a:ext>
            </a:extLst>
          </p:cNvPr>
          <p:cNvCxnSpPr/>
          <p:nvPr/>
        </p:nvCxnSpPr>
        <p:spPr>
          <a:xfrm>
            <a:off x="1177320" y="6322480"/>
            <a:ext cx="839877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D12D24A-FBC7-0E5C-4BB2-0135DAE38578}"/>
              </a:ext>
            </a:extLst>
          </p:cNvPr>
          <p:cNvCxnSpPr/>
          <p:nvPr/>
        </p:nvCxnSpPr>
        <p:spPr>
          <a:xfrm>
            <a:off x="1177320" y="5667484"/>
            <a:ext cx="839877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4F60212-DD96-ACD8-FFD1-E2D4C79D2B4B}"/>
              </a:ext>
            </a:extLst>
          </p:cNvPr>
          <p:cNvSpPr/>
          <p:nvPr/>
        </p:nvSpPr>
        <p:spPr>
          <a:xfrm>
            <a:off x="2033080" y="5638919"/>
            <a:ext cx="982494" cy="57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94EE0-767F-BF26-FC6B-94A37845B8D9}"/>
              </a:ext>
            </a:extLst>
          </p:cNvPr>
          <p:cNvSpPr/>
          <p:nvPr/>
        </p:nvSpPr>
        <p:spPr>
          <a:xfrm>
            <a:off x="2033080" y="6299221"/>
            <a:ext cx="982494" cy="57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07BF79-2374-43DC-561E-C364ECFFC78D}"/>
              </a:ext>
            </a:extLst>
          </p:cNvPr>
          <p:cNvSpPr/>
          <p:nvPr/>
        </p:nvSpPr>
        <p:spPr>
          <a:xfrm>
            <a:off x="3958786" y="5638919"/>
            <a:ext cx="1255239" cy="571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73539B-BD33-2022-9B81-61A997DDBE3D}"/>
              </a:ext>
            </a:extLst>
          </p:cNvPr>
          <p:cNvSpPr/>
          <p:nvPr/>
        </p:nvSpPr>
        <p:spPr>
          <a:xfrm>
            <a:off x="4121468" y="6293919"/>
            <a:ext cx="1255239" cy="571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B65F94-4CA1-41AC-740C-292CD9974682}"/>
              </a:ext>
            </a:extLst>
          </p:cNvPr>
          <p:cNvSpPr/>
          <p:nvPr/>
        </p:nvSpPr>
        <p:spPr>
          <a:xfrm>
            <a:off x="7743217" y="5638919"/>
            <a:ext cx="994383" cy="571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FEA522-36E8-5D8D-981A-46364EF75899}"/>
              </a:ext>
            </a:extLst>
          </p:cNvPr>
          <p:cNvSpPr/>
          <p:nvPr/>
        </p:nvSpPr>
        <p:spPr>
          <a:xfrm>
            <a:off x="7574605" y="6284580"/>
            <a:ext cx="994383" cy="571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D2B855-7910-50D0-352D-8D91653E4A7A}"/>
              </a:ext>
            </a:extLst>
          </p:cNvPr>
          <p:cNvCxnSpPr>
            <a:cxnSpLocks/>
            <a:stCxn id="7" idx="2"/>
            <a:endCxn id="8" idx="2"/>
          </p:cNvCxnSpPr>
          <p:nvPr/>
        </p:nvCxnSpPr>
        <p:spPr>
          <a:xfrm>
            <a:off x="2524327" y="5696049"/>
            <a:ext cx="0" cy="66030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58FACF-CDFB-8D55-21BE-78CC37F935E2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4586406" y="5696041"/>
            <a:ext cx="162682" cy="59787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32FCD0-7ACF-3EA5-17CE-F0BA71B69C01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8071797" y="5696034"/>
            <a:ext cx="168612" cy="588546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57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E81F-715D-37C0-6B15-A63FCE622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</a:t>
            </a:r>
            <a:r>
              <a:rPr lang="en-US" dirty="0" err="1"/>
              <a:t>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8EA48-CBB3-7385-C2F3-9314513B9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581150"/>
          </a:xfrm>
        </p:spPr>
        <p:txBody>
          <a:bodyPr/>
          <a:lstStyle/>
          <a:p>
            <a:r>
              <a:rPr lang="en-US" dirty="0"/>
              <a:t>K-mer is a subsequence of length </a:t>
            </a:r>
            <a:r>
              <a:rPr lang="en-US" i="1" dirty="0"/>
              <a:t>K</a:t>
            </a:r>
            <a:r>
              <a:rPr lang="en-US" dirty="0"/>
              <a:t> of a genomic sequence</a:t>
            </a:r>
          </a:p>
          <a:p>
            <a:r>
              <a:rPr lang="en-US" dirty="0"/>
              <a:t>A genomic sequence of length </a:t>
            </a:r>
            <a:r>
              <a:rPr lang="en-US" i="1" dirty="0"/>
              <a:t>L</a:t>
            </a:r>
            <a:r>
              <a:rPr lang="en-US" dirty="0"/>
              <a:t> has </a:t>
            </a:r>
            <a:r>
              <a:rPr lang="en-US" i="1" dirty="0"/>
              <a:t>L-K+1</a:t>
            </a:r>
            <a:r>
              <a:rPr lang="en-US" dirty="0"/>
              <a:t>, K-</a:t>
            </a:r>
            <a:r>
              <a:rPr lang="en-US" dirty="0" err="1"/>
              <a:t>mers</a:t>
            </a:r>
            <a:endParaRPr lang="en-US" dirty="0"/>
          </a:p>
          <a:p>
            <a:r>
              <a:rPr lang="en-US" dirty="0"/>
              <a:t>A K-mer is canonical if it comes before its reverse complement in lexicographic order</a:t>
            </a:r>
          </a:p>
          <a:p>
            <a:r>
              <a:rPr lang="en-US" dirty="0"/>
              <a:t>These two 10-mers are the same, the canonical one is in the red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GCTAGAGACT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AGTCTCTAGC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28FA5-D05E-67B6-9BCE-32B3D93F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10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9ADC2-643A-9942-2E97-D4A4359C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B271-2E63-2B77-628C-C862E45AC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K-</a:t>
            </a:r>
            <a:r>
              <a:rPr lang="en-US" dirty="0" err="1"/>
              <a:t>mers</a:t>
            </a:r>
            <a:r>
              <a:rPr lang="en-US" dirty="0"/>
              <a:t> to seed alignments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66007-3041-1D4A-F8C9-9FD64CACC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E4227-3FCB-F36B-90B0-190EEA43EA6B}"/>
              </a:ext>
            </a:extLst>
          </p:cNvPr>
          <p:cNvSpPr txBox="1"/>
          <p:nvPr/>
        </p:nvSpPr>
        <p:spPr>
          <a:xfrm>
            <a:off x="2791144" y="1976283"/>
            <a:ext cx="5339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AGATAGATAGACAACATAGACT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E8C5C9-9A98-D81B-AD5B-F1C4A5CFFF08}"/>
              </a:ext>
            </a:extLst>
          </p:cNvPr>
          <p:cNvSpPr txBox="1"/>
          <p:nvPr/>
        </p:nvSpPr>
        <p:spPr>
          <a:xfrm>
            <a:off x="2791144" y="2358088"/>
            <a:ext cx="2547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AGATAGA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CD169C-DFF6-7A29-FDA9-B9AB15A20F24}"/>
              </a:ext>
            </a:extLst>
          </p:cNvPr>
          <p:cNvSpPr txBox="1"/>
          <p:nvPr/>
        </p:nvSpPr>
        <p:spPr>
          <a:xfrm>
            <a:off x="4064890" y="2739893"/>
            <a:ext cx="2547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7 ATA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ACAAC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38258E-BA84-CCFA-E7E3-B442833B10CC}"/>
              </a:ext>
            </a:extLst>
          </p:cNvPr>
          <p:cNvSpPr txBox="1"/>
          <p:nvPr/>
        </p:nvSpPr>
        <p:spPr>
          <a:xfrm>
            <a:off x="5583575" y="3075751"/>
            <a:ext cx="2547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15 CA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</a:t>
            </a:r>
          </a:p>
        </p:txBody>
      </p:sp>
    </p:spTree>
    <p:extLst>
      <p:ext uri="{BB962C8B-B14F-4D97-AF65-F5344CB8AC3E}">
        <p14:creationId xmlns:p14="http://schemas.microsoft.com/office/powerpoint/2010/main" val="888402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8C3D0-D610-446D-E230-C1B3434B2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03876-C4B5-D466-4B53-697540F19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K-</a:t>
            </a:r>
            <a:r>
              <a:rPr lang="en-US" dirty="0" err="1"/>
              <a:t>mers</a:t>
            </a:r>
            <a:r>
              <a:rPr lang="en-US" dirty="0"/>
              <a:t> to seed alignments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667C5-D108-9CD9-3AD6-F3F418852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04B52-F418-F2BA-8889-666480AB888C}"/>
              </a:ext>
            </a:extLst>
          </p:cNvPr>
          <p:cNvSpPr txBox="1"/>
          <p:nvPr/>
        </p:nvSpPr>
        <p:spPr>
          <a:xfrm>
            <a:off x="2003213" y="1597466"/>
            <a:ext cx="4092787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AGATAGATAGACAACATAGACT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 AGATA (5)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  GATAG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ATAGA (7,15)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TAGAT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AGATA (1)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GATAG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ATAGA (3,16)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TAGAC (17)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AGACA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GACAA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ACAAC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CAACA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AACAT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ACATA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CATAG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ATAGA (7,3)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TAGAC (8)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AGACT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F1E610-59A7-B651-52AA-DE01EE9833FA}"/>
              </a:ext>
            </a:extLst>
          </p:cNvPr>
          <p:cNvSpPr txBox="1"/>
          <p:nvPr/>
        </p:nvSpPr>
        <p:spPr>
          <a:xfrm>
            <a:off x="8405364" y="1774447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AGATAGA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777E9-7A87-8783-2435-F783CEAE0394}"/>
              </a:ext>
            </a:extLst>
          </p:cNvPr>
          <p:cNvSpPr txBox="1"/>
          <p:nvPr/>
        </p:nvSpPr>
        <p:spPr>
          <a:xfrm>
            <a:off x="8405364" y="2195776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ACAAC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265877-06BF-6B49-EDE7-AF0C04337667}"/>
              </a:ext>
            </a:extLst>
          </p:cNvPr>
          <p:cNvSpPr txBox="1"/>
          <p:nvPr/>
        </p:nvSpPr>
        <p:spPr>
          <a:xfrm>
            <a:off x="8405364" y="2617105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</a:t>
            </a:r>
          </a:p>
        </p:txBody>
      </p:sp>
    </p:spTree>
    <p:extLst>
      <p:ext uri="{BB962C8B-B14F-4D97-AF65-F5344CB8AC3E}">
        <p14:creationId xmlns:p14="http://schemas.microsoft.com/office/powerpoint/2010/main" val="3427682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EEEDB-8E6F-9589-0DC0-59EBD0AD3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54BEA-D15E-7E85-658C-A1E3886BF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K-</a:t>
            </a:r>
            <a:r>
              <a:rPr lang="en-US" dirty="0" err="1"/>
              <a:t>mers</a:t>
            </a:r>
            <a:r>
              <a:rPr lang="en-US" dirty="0"/>
              <a:t> to seed alignments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04BC1-3680-5640-1958-1494B4A26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237F36-4596-6B10-9E97-61F7E38BDB21}"/>
              </a:ext>
            </a:extLst>
          </p:cNvPr>
          <p:cNvSpPr txBox="1"/>
          <p:nvPr/>
        </p:nvSpPr>
        <p:spPr>
          <a:xfrm>
            <a:off x="1394964" y="1322164"/>
            <a:ext cx="460895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AGATAGATAGACAACATAGACT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 (1,5)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GATAG (2)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ATAGA (3,7,16)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TAGAT (4)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GATAG (6)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TAGAC (8,17)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 (9)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GACAA (10)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ACAAC (11)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CAACA (12)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AACAT (13)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ACATA (14)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CATAG (15)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 (18)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B331B-8B26-B760-5CCD-760973AD0A7E}"/>
              </a:ext>
            </a:extLst>
          </p:cNvPr>
          <p:cNvSpPr txBox="1"/>
          <p:nvPr/>
        </p:nvSpPr>
        <p:spPr>
          <a:xfrm>
            <a:off x="8405364" y="1774447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AGATAGA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3B65C-0F43-7B22-7552-F273B5E4AFA2}"/>
              </a:ext>
            </a:extLst>
          </p:cNvPr>
          <p:cNvSpPr txBox="1"/>
          <p:nvPr/>
        </p:nvSpPr>
        <p:spPr>
          <a:xfrm>
            <a:off x="8405364" y="2195776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ACAAC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114593-17A0-B753-B44F-AD009E8B388D}"/>
              </a:ext>
            </a:extLst>
          </p:cNvPr>
          <p:cNvSpPr txBox="1"/>
          <p:nvPr/>
        </p:nvSpPr>
        <p:spPr>
          <a:xfrm>
            <a:off x="8405364" y="2617105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</a:t>
            </a:r>
          </a:p>
        </p:txBody>
      </p:sp>
    </p:spTree>
    <p:extLst>
      <p:ext uri="{BB962C8B-B14F-4D97-AF65-F5344CB8AC3E}">
        <p14:creationId xmlns:p14="http://schemas.microsoft.com/office/powerpoint/2010/main" val="1709966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C3D1-4845-BD27-0935-33A8FC803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553CF-003C-61BC-C262-4780C8BFF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K-</a:t>
            </a:r>
            <a:r>
              <a:rPr lang="en-US" dirty="0" err="1"/>
              <a:t>mers</a:t>
            </a:r>
            <a:r>
              <a:rPr lang="en-US" dirty="0"/>
              <a:t> to seed alignments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CAEFD-95A1-6EB2-CB45-7A8A10E19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57EF48-7E81-E6B4-5F8D-678ADE1D300C}"/>
              </a:ext>
            </a:extLst>
          </p:cNvPr>
          <p:cNvSpPr txBox="1"/>
          <p:nvPr/>
        </p:nvSpPr>
        <p:spPr>
          <a:xfrm>
            <a:off x="8405364" y="1774447"/>
            <a:ext cx="270939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2800" b="1" dirty="0">
                <a:cs typeface="Courier New" panose="02070309020205020404" pitchFamily="49" charset="0"/>
              </a:rPr>
              <a:t>Implied position: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1,1,5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D080A-814F-AB25-8F6F-429A6DF38BDC}"/>
              </a:ext>
            </a:extLst>
          </p:cNvPr>
          <p:cNvSpPr txBox="1"/>
          <p:nvPr/>
        </p:nvSpPr>
        <p:spPr>
          <a:xfrm>
            <a:off x="8405364" y="4673889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ACAAC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B9B05B-398F-EDC7-3FF8-D54A62FAA951}"/>
              </a:ext>
            </a:extLst>
          </p:cNvPr>
          <p:cNvSpPr txBox="1"/>
          <p:nvPr/>
        </p:nvSpPr>
        <p:spPr>
          <a:xfrm>
            <a:off x="8405364" y="3195299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B0CF4A-3A25-58A0-9AFC-CA67747DD49C}"/>
              </a:ext>
            </a:extLst>
          </p:cNvPr>
          <p:cNvSpPr txBox="1"/>
          <p:nvPr/>
        </p:nvSpPr>
        <p:spPr>
          <a:xfrm>
            <a:off x="1394964" y="1322164"/>
            <a:ext cx="460895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AGATAGATAGACAACATAGACT</a:t>
            </a:r>
          </a:p>
          <a:p>
            <a:r>
              <a:rPr lang="en-US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(1,5)</a:t>
            </a:r>
          </a:p>
          <a:p>
            <a:r>
              <a:rPr lang="en-US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GATAG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(2)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ATAGA (3,7,16)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TAGAT (4)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GATAG (6)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TAGAC (8,17)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 (9)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GACAA (10)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ACAAC (11)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CAACA (12)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AACAT (13)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ACATA (14)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CATAG (15)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 (18)</a:t>
            </a:r>
          </a:p>
        </p:txBody>
      </p:sp>
    </p:spTree>
    <p:extLst>
      <p:ext uri="{BB962C8B-B14F-4D97-AF65-F5344CB8AC3E}">
        <p14:creationId xmlns:p14="http://schemas.microsoft.com/office/powerpoint/2010/main" val="3495650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D7E98-0701-9085-304A-7B9DA0A87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5EDB7-6A3E-53FE-B564-631478D13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K-</a:t>
            </a:r>
            <a:r>
              <a:rPr lang="en-US" dirty="0" err="1"/>
              <a:t>mers</a:t>
            </a:r>
            <a:r>
              <a:rPr lang="en-US" dirty="0"/>
              <a:t> to seed alignments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94C80-C47D-661D-7456-BBCBD2D84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FB7C42-764C-F5ED-BA2E-5F37CAACA1FF}"/>
              </a:ext>
            </a:extLst>
          </p:cNvPr>
          <p:cNvSpPr txBox="1"/>
          <p:nvPr/>
        </p:nvSpPr>
        <p:spPr>
          <a:xfrm>
            <a:off x="8405364" y="1774447"/>
            <a:ext cx="285206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2800" b="1" dirty="0">
                <a:cs typeface="Courier New" panose="02070309020205020404" pitchFamily="49" charset="0"/>
              </a:rPr>
              <a:t>Implied positions: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1,1,5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C5A99-BE90-C167-D83A-0082042FEEC0}"/>
              </a:ext>
            </a:extLst>
          </p:cNvPr>
          <p:cNvSpPr txBox="1"/>
          <p:nvPr/>
        </p:nvSpPr>
        <p:spPr>
          <a:xfrm>
            <a:off x="8405364" y="4673889"/>
            <a:ext cx="285206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ACAAC</a:t>
            </a:r>
          </a:p>
          <a:p>
            <a:r>
              <a:rPr lang="en-US" sz="2800" b="1" dirty="0">
                <a:cs typeface="Courier New" panose="02070309020205020404" pitchFamily="49" charset="0"/>
              </a:rPr>
              <a:t>Implied positions: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A72E8-1D6A-2170-A5C2-1ED2FD98045C}"/>
              </a:ext>
            </a:extLst>
          </p:cNvPr>
          <p:cNvSpPr txBox="1"/>
          <p:nvPr/>
        </p:nvSpPr>
        <p:spPr>
          <a:xfrm>
            <a:off x="8405364" y="3195299"/>
            <a:ext cx="285206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AGACT</a:t>
            </a:r>
          </a:p>
          <a:p>
            <a:r>
              <a:rPr lang="en-US" sz="2800" b="1" dirty="0">
                <a:cs typeface="Courier New" panose="02070309020205020404" pitchFamily="49" charset="0"/>
              </a:rPr>
              <a:t>Implied positions:</a:t>
            </a:r>
          </a:p>
          <a:p>
            <a:r>
              <a:rPr lang="en-US" sz="2800" b="1" dirty="0"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BDBE79-EE3F-98FA-4C8A-E4513049DB3E}"/>
              </a:ext>
            </a:extLst>
          </p:cNvPr>
          <p:cNvSpPr txBox="1"/>
          <p:nvPr/>
        </p:nvSpPr>
        <p:spPr>
          <a:xfrm>
            <a:off x="1394964" y="1322164"/>
            <a:ext cx="460895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AGATAGATAGACAACATAGACT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 (1,5)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GATAG (2)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ATAGA (3,7,16)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TAGAT (4)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GATAG (6)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TAGAC (8,17)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 (9)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GACAA (10)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ACAAC (11)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CAACA (12)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AACAT (13)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ACATA (14)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CATAG (15)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 (18)</a:t>
            </a:r>
          </a:p>
        </p:txBody>
      </p:sp>
    </p:spTree>
    <p:extLst>
      <p:ext uri="{BB962C8B-B14F-4D97-AF65-F5344CB8AC3E}">
        <p14:creationId xmlns:p14="http://schemas.microsoft.com/office/powerpoint/2010/main" val="3631780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64CC9-A35E-F9BA-55D6-C09648F0A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C8377-CEA9-6B41-CC7E-811083DFA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97140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Using all K-</a:t>
            </a:r>
            <a:r>
              <a:rPr lang="en-US" dirty="0" err="1"/>
              <a:t>mers</a:t>
            </a:r>
            <a:r>
              <a:rPr lang="en-US" dirty="0"/>
              <a:t> is expensive!!!</a:t>
            </a:r>
          </a:p>
          <a:p>
            <a:endParaRPr lang="en-US" dirty="0"/>
          </a:p>
          <a:p>
            <a:r>
              <a:rPr lang="en-US" dirty="0"/>
              <a:t>You can think of reducing the number (use every other one?)</a:t>
            </a:r>
          </a:p>
          <a:p>
            <a:endParaRPr lang="en-US" dirty="0"/>
          </a:p>
          <a:p>
            <a:r>
              <a:rPr lang="en-US" dirty="0"/>
              <a:t>An effective way to use fewer K-mer alignment seeds is method of minimizers</a:t>
            </a:r>
          </a:p>
          <a:p>
            <a:endParaRPr lang="en-US" dirty="0"/>
          </a:p>
          <a:p>
            <a:r>
              <a:rPr lang="en-US" dirty="0"/>
              <a:t>Smaller memory footprint and much faster for large data sets (e.g. computing overlaps between reads, or mapping the reads to a genome)</a:t>
            </a:r>
          </a:p>
          <a:p>
            <a:endParaRPr lang="en-US" dirty="0"/>
          </a:p>
          <a:p>
            <a:r>
              <a:rPr lang="en-US" dirty="0"/>
              <a:t>Does not require computing an index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Less sensitive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D571F-31D0-E52B-136D-A22A766B4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6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A61B-6CC6-5D7C-F8B9-9A9038E0E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Numerical value of a K-mer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0D50A-9942-12DC-F2BC-CF535D24D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54655"/>
            <a:ext cx="5467350" cy="439377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K-mer uniquely corresponds to an integer:</a:t>
            </a:r>
          </a:p>
          <a:p>
            <a:pPr lvl="1"/>
            <a:r>
              <a:rPr lang="en-US" dirty="0"/>
              <a:t>A=0</a:t>
            </a:r>
          </a:p>
          <a:p>
            <a:pPr lvl="1"/>
            <a:r>
              <a:rPr lang="en-US" dirty="0"/>
              <a:t>C=1</a:t>
            </a:r>
          </a:p>
          <a:p>
            <a:pPr lvl="1"/>
            <a:r>
              <a:rPr lang="en-US" dirty="0"/>
              <a:t>G=2</a:t>
            </a:r>
          </a:p>
          <a:p>
            <a:pPr lvl="1"/>
            <a:r>
              <a:rPr lang="en-US" dirty="0"/>
              <a:t>T=3</a:t>
            </a:r>
          </a:p>
          <a:p>
            <a:r>
              <a:rPr lang="en-US" dirty="0"/>
              <a:t>Use base 4: AGT=0+2*4+3*16</a:t>
            </a:r>
          </a:p>
          <a:p>
            <a:r>
              <a:rPr lang="en-US" dirty="0"/>
              <a:t>Equivalent to Minimum Perfect Hash</a:t>
            </a:r>
            <a:br>
              <a:rPr lang="en-US" dirty="0"/>
            </a:br>
            <a:r>
              <a:rPr lang="en-US" dirty="0"/>
              <a:t>K-</a:t>
            </a:r>
            <a:r>
              <a:rPr lang="en-US" dirty="0" err="1"/>
              <a:t>mers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 integers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597F5-9D03-44CD-2E7A-A593BF8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656A6D-21D1-3154-8232-A2C844FF4C7B}"/>
              </a:ext>
            </a:extLst>
          </p:cNvPr>
          <p:cNvSpPr txBox="1"/>
          <p:nvPr/>
        </p:nvSpPr>
        <p:spPr>
          <a:xfrm>
            <a:off x="6229350" y="2316227"/>
            <a:ext cx="54673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 kmer2int(</a:t>
            </a:r>
            <a:r>
              <a:rPr lang="en-US" dirty="0" err="1"/>
              <a:t>kmer</a:t>
            </a:r>
            <a:r>
              <a:rPr lang="en-US" dirty="0"/>
              <a:t>):</a:t>
            </a:r>
          </a:p>
          <a:p>
            <a:r>
              <a:rPr lang="en-US" dirty="0"/>
              <a:t>  </a:t>
            </a:r>
            <a:r>
              <a:rPr lang="en-US" dirty="0" err="1"/>
              <a:t>nt_map</a:t>
            </a:r>
            <a:r>
              <a:rPr lang="en-US" dirty="0"/>
              <a:t> = {'A': 0, 'C': 1, 'G': 2, 'T': 3}</a:t>
            </a:r>
          </a:p>
          <a:p>
            <a:r>
              <a:rPr lang="en-US" dirty="0"/>
              <a:t>  </a:t>
            </a:r>
            <a:r>
              <a:rPr lang="en-US" dirty="0" err="1"/>
              <a:t>val</a:t>
            </a:r>
            <a:r>
              <a:rPr lang="en-US" dirty="0"/>
              <a:t> = 0</a:t>
            </a:r>
          </a:p>
          <a:p>
            <a:r>
              <a:rPr lang="en-US" dirty="0"/>
              <a:t>  pow=1</a:t>
            </a:r>
          </a:p>
          <a:p>
            <a:r>
              <a:rPr lang="en-US" dirty="0"/>
              <a:t>  for </a:t>
            </a:r>
            <a:r>
              <a:rPr lang="en-US" dirty="0" err="1"/>
              <a:t>i</a:t>
            </a:r>
            <a:r>
              <a:rPr lang="en-US" dirty="0"/>
              <a:t>, </a:t>
            </a:r>
            <a:r>
              <a:rPr lang="en-US" dirty="0" err="1"/>
              <a:t>nt</a:t>
            </a:r>
            <a:r>
              <a:rPr lang="en-US" dirty="0"/>
              <a:t> in enumerate(</a:t>
            </a:r>
            <a:r>
              <a:rPr lang="en-US" dirty="0" err="1"/>
              <a:t>kmer</a:t>
            </a:r>
            <a:r>
              <a:rPr lang="en-US" dirty="0"/>
              <a:t>):</a:t>
            </a:r>
          </a:p>
          <a:p>
            <a:r>
              <a:rPr lang="en-US" dirty="0"/>
              <a:t>    </a:t>
            </a:r>
            <a:r>
              <a:rPr lang="en-US" dirty="0" err="1"/>
              <a:t>val</a:t>
            </a:r>
            <a:r>
              <a:rPr lang="en-US" dirty="0"/>
              <a:t> += </a:t>
            </a:r>
            <a:r>
              <a:rPr lang="en-US" dirty="0" err="1"/>
              <a:t>nt_map</a:t>
            </a:r>
            <a:r>
              <a:rPr lang="en-US" dirty="0"/>
              <a:t>[</a:t>
            </a:r>
            <a:r>
              <a:rPr lang="en-US" dirty="0" err="1"/>
              <a:t>nt</a:t>
            </a:r>
            <a:r>
              <a:rPr lang="en-US" dirty="0"/>
              <a:t>] * pow</a:t>
            </a:r>
          </a:p>
          <a:p>
            <a:r>
              <a:rPr lang="en-US" dirty="0"/>
              <a:t>    pow=pow*4</a:t>
            </a:r>
          </a:p>
          <a:p>
            <a:r>
              <a:rPr lang="en-US" dirty="0"/>
              <a:t>  return </a:t>
            </a:r>
            <a:r>
              <a:rPr lang="en-US" dirty="0" err="1"/>
              <a:t>val</a:t>
            </a:r>
            <a:endParaRPr lang="en-US" dirty="0"/>
          </a:p>
          <a:p>
            <a:endParaRPr lang="en-US" dirty="0"/>
          </a:p>
          <a:p>
            <a:r>
              <a:rPr lang="en-US" dirty="0"/>
              <a:t># Example usage</a:t>
            </a:r>
          </a:p>
          <a:p>
            <a:r>
              <a:rPr lang="en-US" dirty="0" err="1"/>
              <a:t>kmer</a:t>
            </a:r>
            <a:r>
              <a:rPr lang="en-US" dirty="0"/>
              <a:t> = "ACGT"</a:t>
            </a:r>
          </a:p>
          <a:p>
            <a:r>
              <a:rPr lang="en-US" dirty="0"/>
              <a:t>print(</a:t>
            </a:r>
            <a:r>
              <a:rPr lang="en-US" dirty="0" err="1"/>
              <a:t>f"The</a:t>
            </a:r>
            <a:r>
              <a:rPr lang="en-US" dirty="0"/>
              <a:t> numerical of '{</a:t>
            </a:r>
            <a:r>
              <a:rPr lang="en-US" dirty="0" err="1"/>
              <a:t>kmer</a:t>
            </a:r>
            <a:r>
              <a:rPr lang="en-US" dirty="0"/>
              <a:t>}' is: {kmer2int(</a:t>
            </a:r>
            <a:r>
              <a:rPr lang="en-US" dirty="0" err="1"/>
              <a:t>kmer</a:t>
            </a:r>
            <a:r>
              <a:rPr lang="en-US" dirty="0"/>
              <a:t>)}")</a:t>
            </a:r>
          </a:p>
        </p:txBody>
      </p:sp>
    </p:spTree>
    <p:extLst>
      <p:ext uri="{BB962C8B-B14F-4D97-AF65-F5344CB8AC3E}">
        <p14:creationId xmlns:p14="http://schemas.microsoft.com/office/powerpoint/2010/main" val="1269627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C23F-BD3B-36EF-6F05-0C07FC35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269E-0902-4C5B-58BC-AF7402D1E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18487"/>
            <a:ext cx="10972800" cy="4459203"/>
          </a:xfrm>
        </p:spPr>
        <p:txBody>
          <a:bodyPr>
            <a:normAutofit/>
          </a:bodyPr>
          <a:lstStyle/>
          <a:p>
            <a:r>
              <a:rPr lang="en-US" dirty="0"/>
              <a:t>Minimizers are a subset of  K-</a:t>
            </a:r>
            <a:r>
              <a:rPr lang="en-US" dirty="0" err="1"/>
              <a:t>mers</a:t>
            </a:r>
            <a:r>
              <a:rPr lang="en-US" dirty="0"/>
              <a:t> from a string, with the guarantee that similar set of K-</a:t>
            </a:r>
            <a:r>
              <a:rPr lang="en-US" dirty="0" err="1"/>
              <a:t>mers</a:t>
            </a:r>
            <a:r>
              <a:rPr lang="en-US" dirty="0"/>
              <a:t> will be chosen on similar strings. </a:t>
            </a:r>
          </a:p>
          <a:p>
            <a:r>
              <a:rPr lang="en-US" dirty="0"/>
              <a:t>Parameterized by:</a:t>
            </a:r>
          </a:p>
          <a:p>
            <a:pPr lvl="1"/>
            <a:r>
              <a:rPr lang="en-US" dirty="0"/>
              <a:t>K-mer length </a:t>
            </a:r>
            <a:r>
              <a:rPr lang="en-US" i="1" dirty="0"/>
              <a:t>k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window length </a:t>
            </a:r>
            <a:r>
              <a:rPr lang="en-US" i="1" dirty="0"/>
              <a:t>w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ordering of </a:t>
            </a:r>
            <a:r>
              <a:rPr lang="en-US" i="1" dirty="0"/>
              <a:t>k</a:t>
            </a:r>
            <a:r>
              <a:rPr lang="en-US" dirty="0"/>
              <a:t>-</a:t>
            </a:r>
            <a:r>
              <a:rPr lang="en-US" dirty="0" err="1"/>
              <a:t>mers</a:t>
            </a:r>
            <a:r>
              <a:rPr lang="en-US" dirty="0"/>
              <a:t> (by numerical value or lexicographical)</a:t>
            </a:r>
          </a:p>
          <a:p>
            <a:r>
              <a:rPr lang="en-US" dirty="0"/>
              <a:t>Can minimize numerical value or lexicographic value</a:t>
            </a:r>
          </a:p>
          <a:p>
            <a:r>
              <a:rPr lang="en-US" dirty="0"/>
              <a:t>Make sure to use canonical k-</a:t>
            </a:r>
            <a:r>
              <a:rPr lang="en-US" dirty="0" err="1"/>
              <a:t>mers</a:t>
            </a:r>
            <a:r>
              <a:rPr lang="en-US" dirty="0"/>
              <a:t> or take minimum value of k-mer and its reverse complement!!!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6695D-92C3-E33C-6ACA-0D23CE61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6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50C2-AC8D-D199-12D8-012C96C7C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FBE18-01DB-F9CC-3786-D04A6C242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70935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</a:t>
            </a:r>
            <a:br>
              <a:rPr lang="en-US" dirty="0"/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Minimize </a:t>
            </a:r>
            <a:r>
              <a:rPr lang="en-US" u="sng" dirty="0">
                <a:solidFill>
                  <a:schemeClr val="tx1"/>
                </a:solidFill>
                <a:cs typeface="Courier New" panose="02070309020205020404" pitchFamily="49" charset="0"/>
              </a:rPr>
              <a:t>numerical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 values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The first 5 K-</a:t>
            </a:r>
            <a:r>
              <a:rPr lang="en-US" dirty="0" err="1">
                <a:solidFill>
                  <a:schemeClr val="tx1"/>
                </a:solidFill>
                <a:cs typeface="Courier New" panose="02070309020205020404" pitchFamily="49" charset="0"/>
              </a:rPr>
              <a:t>mers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:</a:t>
            </a: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 = 863318</a:t>
            </a:r>
            <a:br>
              <a:rPr lang="en-US" b="1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CCCATGACTC = 477973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CCATGACTCG = 643781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CATGACTCGCA = 423089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ATGACTCGCAT = 3251500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EE644-6A9D-C198-0D56-02E44EB6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50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49C3A-095E-3930-0850-8520AFD89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030898-220E-9C95-B171-44B84D69C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D2F37F-86EE-B089-66FC-A84B0E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A6BD9-A30D-A7B3-46A4-9EDB8102C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6917E-F82B-7390-C87C-EFB58390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A6AAA38-B78C-E682-FC99-4D07100511E4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EECABD-098E-914E-A9BD-9443BDDEAA3C}"/>
              </a:ext>
            </a:extLst>
          </p:cNvPr>
          <p:cNvSpPr/>
          <p:nvPr/>
        </p:nvSpPr>
        <p:spPr>
          <a:xfrm>
            <a:off x="2964820" y="2083750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88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8982F-D55B-5CE3-D472-AB83FA55E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F881EA-AE90-223D-2275-207A35A87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7A7B02-B866-1FE2-E041-F78259637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FE71-1951-737E-BAA6-27AB98F3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EE21E-6818-1D06-4AC3-8F777B58C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5921CAA-8555-32BB-65AE-BFE639048FFC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9C273A-3FF7-7AA2-45DC-7FA58CA181D2}"/>
              </a:ext>
            </a:extLst>
          </p:cNvPr>
          <p:cNvSpPr/>
          <p:nvPr/>
        </p:nvSpPr>
        <p:spPr>
          <a:xfrm>
            <a:off x="2919711" y="2293300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1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B26E2-BC52-B624-672D-2C03F202D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4AE810-7E7A-BAFB-61CD-8CB59C001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FB8C68-EA70-2F36-D91D-2609D1489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02985-738E-9F0C-4175-C4E83211B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3ED39-0499-9452-86AB-44A97D82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AEB9CB4-167E-16E0-9662-292C0BDB53B0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D270B8-1474-FB82-DC9F-042E8E3996E5}"/>
              </a:ext>
            </a:extLst>
          </p:cNvPr>
          <p:cNvSpPr/>
          <p:nvPr/>
        </p:nvSpPr>
        <p:spPr>
          <a:xfrm>
            <a:off x="2915777" y="2464750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78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8AECF-567A-D067-48A9-CEE21523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84A741-F0A4-F07E-1056-F712C5466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B629BC-A2E8-9D6A-0C00-4B41542E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BBDF2-22DF-2AA2-C631-ADEBDDA27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56633-994A-3BE9-97C3-0348FACE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238B74A-AE8C-3BA4-63FA-10823895082A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22FA9-4843-9367-6B84-07D5468DE688}"/>
              </a:ext>
            </a:extLst>
          </p:cNvPr>
          <p:cNvSpPr/>
          <p:nvPr/>
        </p:nvSpPr>
        <p:spPr>
          <a:xfrm>
            <a:off x="2920522" y="2658426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97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F2E1A-868E-01F7-7755-194E374D6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F3BAB1-2542-A305-B4D6-E0B040694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374D2E-B2B9-9399-FAC1-427F3FA3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8203C-F2B5-EE27-752C-0083C968B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C9ABF-EF2E-3045-3016-9E3CA1B5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955D2B8-75A1-0633-1115-48BB4290AB22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D36420-2CCA-B4D5-62FE-728748C57A06}"/>
              </a:ext>
            </a:extLst>
          </p:cNvPr>
          <p:cNvSpPr/>
          <p:nvPr/>
        </p:nvSpPr>
        <p:spPr>
          <a:xfrm>
            <a:off x="2914510" y="2862822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42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8338C-86BD-98DA-F2B1-D60DE3E85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D72904-27FD-9854-9622-8A9FC1B21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2161D3-3C50-042D-4155-AFC44AB82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3CA9-7067-5356-3FAC-4A4206352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3F608-0662-8B6A-83F1-92EFD117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6F3D9A3-968E-A9E7-AE8D-B229D23EF6B5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0239F8-555C-63DC-F7D7-3E565E9F8B9A}"/>
              </a:ext>
            </a:extLst>
          </p:cNvPr>
          <p:cNvSpPr/>
          <p:nvPr/>
        </p:nvSpPr>
        <p:spPr>
          <a:xfrm>
            <a:off x="2919711" y="3033292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26AEE3E-AA73-B3B9-A47C-599837309EAF}"/>
              </a:ext>
            </a:extLst>
          </p:cNvPr>
          <p:cNvSpPr/>
          <p:nvPr/>
        </p:nvSpPr>
        <p:spPr>
          <a:xfrm flipH="1">
            <a:off x="7566023" y="2957988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</p:spTree>
    <p:extLst>
      <p:ext uri="{BB962C8B-B14F-4D97-AF65-F5344CB8AC3E}">
        <p14:creationId xmlns:p14="http://schemas.microsoft.com/office/powerpoint/2010/main" val="1491746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F86F-34E6-F388-8793-5D40729C0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A6C7E7C-3B8A-25B2-4DED-F00039FDF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64B33F-7010-445C-061F-59E4E030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57881-4C1E-D8CE-0704-47C138135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F46AF-AD8F-B4BD-129C-9D7275762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4AB8327-B305-5BDE-7D96-715E37D2D2F2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64F6D3-B511-FDFD-463F-BAAD69DA7B1F}"/>
              </a:ext>
            </a:extLst>
          </p:cNvPr>
          <p:cNvSpPr/>
          <p:nvPr/>
        </p:nvSpPr>
        <p:spPr>
          <a:xfrm>
            <a:off x="2919711" y="3235325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8CFA757-91BD-AA64-3D6C-063C79950F7D}"/>
              </a:ext>
            </a:extLst>
          </p:cNvPr>
          <p:cNvSpPr/>
          <p:nvPr/>
        </p:nvSpPr>
        <p:spPr>
          <a:xfrm flipH="1">
            <a:off x="7566023" y="37174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2BC8256-2204-5096-4BAC-18757528F956}"/>
              </a:ext>
            </a:extLst>
          </p:cNvPr>
          <p:cNvSpPr/>
          <p:nvPr/>
        </p:nvSpPr>
        <p:spPr>
          <a:xfrm flipH="1">
            <a:off x="7566023" y="29190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</p:spTree>
    <p:extLst>
      <p:ext uri="{BB962C8B-B14F-4D97-AF65-F5344CB8AC3E}">
        <p14:creationId xmlns:p14="http://schemas.microsoft.com/office/powerpoint/2010/main" val="973595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EE39F-B011-4B40-F423-07EB3F488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5B20081-A05A-C702-EF7C-B65C54515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78440-81BC-590D-924A-7FE78733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C1FEF-D07F-9686-35FE-21BE025EC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F8430-629B-D8D4-07BA-8CDAD5E33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D241AFB-B4AC-0336-9531-8073D32A5AFB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965F81-2510-358D-B5A5-3F422695D70E}"/>
              </a:ext>
            </a:extLst>
          </p:cNvPr>
          <p:cNvSpPr/>
          <p:nvPr/>
        </p:nvSpPr>
        <p:spPr>
          <a:xfrm>
            <a:off x="2919711" y="3417888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1F781C4-4BAE-4AFA-B80F-106FE3A8EF08}"/>
              </a:ext>
            </a:extLst>
          </p:cNvPr>
          <p:cNvSpPr/>
          <p:nvPr/>
        </p:nvSpPr>
        <p:spPr>
          <a:xfrm flipH="1">
            <a:off x="7566023" y="37174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8ECE4C0-DF03-D3A5-8852-30C0D0543414}"/>
              </a:ext>
            </a:extLst>
          </p:cNvPr>
          <p:cNvSpPr/>
          <p:nvPr/>
        </p:nvSpPr>
        <p:spPr>
          <a:xfrm flipH="1">
            <a:off x="7566023" y="29190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</p:spTree>
    <p:extLst>
      <p:ext uri="{BB962C8B-B14F-4D97-AF65-F5344CB8AC3E}">
        <p14:creationId xmlns:p14="http://schemas.microsoft.com/office/powerpoint/2010/main" val="663875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76704-EB2F-28A5-1784-61A92B74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9DEF229-596A-8834-2971-348ED0491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6A7429-8A18-3558-DAAF-DF4D392AF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224E-53ED-8D16-24B1-4AA1947DB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37C36-02FF-2623-2A00-8C8CF5EA6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64CD268-C74A-D96A-75CE-597821F876E5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3F935D-50BF-59EE-ADFB-531924408B13}"/>
              </a:ext>
            </a:extLst>
          </p:cNvPr>
          <p:cNvSpPr/>
          <p:nvPr/>
        </p:nvSpPr>
        <p:spPr>
          <a:xfrm>
            <a:off x="2924456" y="3600451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0606A8A-ADE6-BC2E-C2C5-04A76CB60E58}"/>
              </a:ext>
            </a:extLst>
          </p:cNvPr>
          <p:cNvSpPr/>
          <p:nvPr/>
        </p:nvSpPr>
        <p:spPr>
          <a:xfrm flipH="1">
            <a:off x="7566023" y="37174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5FD7830-A7D6-82AA-AEAE-D15F46A29F7A}"/>
              </a:ext>
            </a:extLst>
          </p:cNvPr>
          <p:cNvSpPr/>
          <p:nvPr/>
        </p:nvSpPr>
        <p:spPr>
          <a:xfrm flipH="1">
            <a:off x="7566023" y="4294349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32E0FB9-C9B6-21AE-C5F6-01D3D1E0EB4C}"/>
              </a:ext>
            </a:extLst>
          </p:cNvPr>
          <p:cNvSpPr/>
          <p:nvPr/>
        </p:nvSpPr>
        <p:spPr>
          <a:xfrm flipH="1">
            <a:off x="7566023" y="29190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</p:spTree>
    <p:extLst>
      <p:ext uri="{BB962C8B-B14F-4D97-AF65-F5344CB8AC3E}">
        <p14:creationId xmlns:p14="http://schemas.microsoft.com/office/powerpoint/2010/main" val="3634270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0D8DE-601E-30E7-015A-8B652A12B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3824-2ED0-EE3F-ED84-C3F5197F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DB9FD-46EA-DE75-53E6-AD27F8A40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64378-0DB7-758D-03D5-364CB2ECA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3380615-B6A7-9543-D2C2-3BDF9E565509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645E92F-68A7-425F-8481-8D88A5AF6D15}"/>
              </a:ext>
            </a:extLst>
          </p:cNvPr>
          <p:cNvSpPr/>
          <p:nvPr/>
        </p:nvSpPr>
        <p:spPr>
          <a:xfrm flipH="1">
            <a:off x="7566023" y="37174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B270D3A-38F2-6CC5-085D-2861A0E7E21F}"/>
              </a:ext>
            </a:extLst>
          </p:cNvPr>
          <p:cNvSpPr/>
          <p:nvPr/>
        </p:nvSpPr>
        <p:spPr>
          <a:xfrm flipH="1">
            <a:off x="7566023" y="4294349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762DC8F-0C98-ECC4-6F73-EBC002EDFA24}"/>
              </a:ext>
            </a:extLst>
          </p:cNvPr>
          <p:cNvSpPr/>
          <p:nvPr/>
        </p:nvSpPr>
        <p:spPr>
          <a:xfrm flipH="1">
            <a:off x="7566023" y="6117786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CC43EC5-37CC-9EF5-F06F-0965E73573C8}"/>
              </a:ext>
            </a:extLst>
          </p:cNvPr>
          <p:cNvSpPr/>
          <p:nvPr/>
        </p:nvSpPr>
        <p:spPr>
          <a:xfrm flipH="1">
            <a:off x="7566023" y="5142787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4882255-520E-BB0C-E2BD-023ACAD95B50}"/>
              </a:ext>
            </a:extLst>
          </p:cNvPr>
          <p:cNvSpPr/>
          <p:nvPr/>
        </p:nvSpPr>
        <p:spPr>
          <a:xfrm flipH="1">
            <a:off x="7566023" y="4629312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EC0678B-9160-2FAD-56BB-B63B7C31ED41}"/>
              </a:ext>
            </a:extLst>
          </p:cNvPr>
          <p:cNvSpPr/>
          <p:nvPr/>
        </p:nvSpPr>
        <p:spPr>
          <a:xfrm flipH="1">
            <a:off x="7566023" y="29190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128B83-0295-9295-3944-9EADCF2C3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693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11D8F-F840-E728-B36D-3154F2311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6D74-149D-7D67-3A25-9AE48A0ED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Seeding alignments with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75618-8D8D-9CE8-2F9F-7B2D7E16B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493869"/>
            <a:ext cx="12211050" cy="1322872"/>
          </a:xfrm>
        </p:spPr>
        <p:txBody>
          <a:bodyPr>
            <a:normAutofit/>
          </a:bodyPr>
          <a:lstStyle/>
          <a:p>
            <a:r>
              <a:rPr lang="en-US" dirty="0"/>
              <a:t>Consider genomic strings: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CCCATGACTCGCA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TGACATGCTGCTAG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86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3A049-CDF5-B88D-F616-BDCA61EE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Seeding alignments with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EC6F4-70CB-8F7B-270F-3FA6FD6FC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493869"/>
            <a:ext cx="12211050" cy="1322872"/>
          </a:xfrm>
        </p:spPr>
        <p:txBody>
          <a:bodyPr>
            <a:normAutofit/>
          </a:bodyPr>
          <a:lstStyle/>
          <a:p>
            <a:r>
              <a:rPr lang="en-US" dirty="0"/>
              <a:t>Consider genomic strings: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CCCATGACTCGCA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TGACATGCTGCTAG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92A97-FB83-BECC-D2AC-28D7C8D6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EF11CDF-3D2D-09C8-8A82-006A44E94DAC}"/>
              </a:ext>
            </a:extLst>
          </p:cNvPr>
          <p:cNvSpPr/>
          <p:nvPr/>
        </p:nvSpPr>
        <p:spPr>
          <a:xfrm flipH="1">
            <a:off x="10449904" y="2972203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2F630970-63EC-4F7C-1960-4C2B4F83BCD1}"/>
              </a:ext>
            </a:extLst>
          </p:cNvPr>
          <p:cNvSpPr/>
          <p:nvPr/>
        </p:nvSpPr>
        <p:spPr>
          <a:xfrm flipH="1">
            <a:off x="10449904" y="3155546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6EF2BF7-5B0C-7C20-F690-84EBE875002D}"/>
              </a:ext>
            </a:extLst>
          </p:cNvPr>
          <p:cNvSpPr/>
          <p:nvPr/>
        </p:nvSpPr>
        <p:spPr>
          <a:xfrm flipH="1">
            <a:off x="10449904" y="3343881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AED9829C-19C0-B0FE-B2B4-872744300684}"/>
              </a:ext>
            </a:extLst>
          </p:cNvPr>
          <p:cNvSpPr/>
          <p:nvPr/>
        </p:nvSpPr>
        <p:spPr>
          <a:xfrm flipH="1">
            <a:off x="10449904" y="426004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24A8AF75-95AE-62BF-2985-3B651EB970C3}"/>
              </a:ext>
            </a:extLst>
          </p:cNvPr>
          <p:cNvSpPr/>
          <p:nvPr/>
        </p:nvSpPr>
        <p:spPr>
          <a:xfrm flipH="1">
            <a:off x="10449904" y="5184414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80D5E50-4E95-9F06-6C5B-4CF2AAF5030C}"/>
              </a:ext>
            </a:extLst>
          </p:cNvPr>
          <p:cNvSpPr/>
          <p:nvPr/>
        </p:nvSpPr>
        <p:spPr>
          <a:xfrm flipH="1">
            <a:off x="4737935" y="299961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1890E15-5375-48C5-39C7-A7410B930357}"/>
              </a:ext>
            </a:extLst>
          </p:cNvPr>
          <p:cNvSpPr/>
          <p:nvPr/>
        </p:nvSpPr>
        <p:spPr>
          <a:xfrm flipH="1">
            <a:off x="4737935" y="394164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829DCA8-C4BB-E3C6-00C1-3193C4351B35}"/>
              </a:ext>
            </a:extLst>
          </p:cNvPr>
          <p:cNvSpPr/>
          <p:nvPr/>
        </p:nvSpPr>
        <p:spPr>
          <a:xfrm flipH="1">
            <a:off x="4737935" y="4518539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C71EF05-39B4-5426-337E-5A12D4C96D54}"/>
              </a:ext>
            </a:extLst>
          </p:cNvPr>
          <p:cNvSpPr/>
          <p:nvPr/>
        </p:nvSpPr>
        <p:spPr>
          <a:xfrm flipH="1">
            <a:off x="4737935" y="6341976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3CC639B-B138-4074-740C-BCDE2BAC88B7}"/>
              </a:ext>
            </a:extLst>
          </p:cNvPr>
          <p:cNvSpPr/>
          <p:nvPr/>
        </p:nvSpPr>
        <p:spPr>
          <a:xfrm flipH="1">
            <a:off x="4737935" y="5366977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07742AF-2E6E-4DA5-A414-2406089EB003}"/>
              </a:ext>
            </a:extLst>
          </p:cNvPr>
          <p:cNvSpPr/>
          <p:nvPr/>
        </p:nvSpPr>
        <p:spPr>
          <a:xfrm flipH="1">
            <a:off x="4737935" y="4853502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D536D68-6094-47D0-44B1-9C3C3390A075}"/>
              </a:ext>
            </a:extLst>
          </p:cNvPr>
          <p:cNvSpPr/>
          <p:nvPr/>
        </p:nvSpPr>
        <p:spPr>
          <a:xfrm flipH="1">
            <a:off x="4737935" y="3175519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FCB9F6F-DB62-7444-8E6E-FF4A5EF62304}"/>
              </a:ext>
            </a:extLst>
          </p:cNvPr>
          <p:cNvSpPr/>
          <p:nvPr/>
        </p:nvSpPr>
        <p:spPr>
          <a:xfrm flipH="1">
            <a:off x="10449904" y="613697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5E2BB0-C694-DBA3-D2DC-FD9DAE321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3" y="2320417"/>
            <a:ext cx="4134242" cy="45375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09D5DB8-17D2-BACF-35FE-FFFC50BDF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241" y="2320417"/>
            <a:ext cx="4119688" cy="430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49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4A0A8-C1EC-3C10-6366-63E0FC770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61CC7E8-3AD6-81BF-A9A5-C7F155548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476" y="2289461"/>
            <a:ext cx="4119688" cy="43062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74AA37F-1822-F664-3B13-B83855D28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41" y="2320417"/>
            <a:ext cx="4160007" cy="45658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288DA-450F-0614-2AD4-09CD47F9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Seeding alignments with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F478-640A-2CD0-0D10-DF2E28CD5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493869"/>
            <a:ext cx="12211050" cy="1322872"/>
          </a:xfrm>
        </p:spPr>
        <p:txBody>
          <a:bodyPr>
            <a:normAutofit/>
          </a:bodyPr>
          <a:lstStyle/>
          <a:p>
            <a:r>
              <a:rPr lang="en-US" dirty="0"/>
              <a:t>Consider genomic strings: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CCCATGACTCGCA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TGACATGCTGCTAG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E87EF-2347-C0E7-AC4B-FE166741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E9E63AD-B71B-D44E-C561-03BE70EC50BD}"/>
              </a:ext>
            </a:extLst>
          </p:cNvPr>
          <p:cNvSpPr/>
          <p:nvPr/>
        </p:nvSpPr>
        <p:spPr>
          <a:xfrm flipH="1">
            <a:off x="10449904" y="2972203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E6B00C5B-7ADA-7E9A-1718-249F27379500}"/>
              </a:ext>
            </a:extLst>
          </p:cNvPr>
          <p:cNvSpPr/>
          <p:nvPr/>
        </p:nvSpPr>
        <p:spPr>
          <a:xfrm flipH="1">
            <a:off x="10449904" y="3155546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5A5022E8-E86D-0C93-4BED-0AB14BE1CEA4}"/>
              </a:ext>
            </a:extLst>
          </p:cNvPr>
          <p:cNvSpPr/>
          <p:nvPr/>
        </p:nvSpPr>
        <p:spPr>
          <a:xfrm flipH="1">
            <a:off x="10449904" y="3343881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AE906631-228D-D99C-EDF6-9396A37FF1F1}"/>
              </a:ext>
            </a:extLst>
          </p:cNvPr>
          <p:cNvSpPr/>
          <p:nvPr/>
        </p:nvSpPr>
        <p:spPr>
          <a:xfrm flipH="1">
            <a:off x="10449904" y="426004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4C526DBA-49AD-527A-8FBC-1493684F21D1}"/>
              </a:ext>
            </a:extLst>
          </p:cNvPr>
          <p:cNvSpPr/>
          <p:nvPr/>
        </p:nvSpPr>
        <p:spPr>
          <a:xfrm flipH="1">
            <a:off x="10449904" y="5184414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0FB8107-BF26-81D3-F02A-F3D0D121BBFB}"/>
              </a:ext>
            </a:extLst>
          </p:cNvPr>
          <p:cNvSpPr/>
          <p:nvPr/>
        </p:nvSpPr>
        <p:spPr>
          <a:xfrm flipH="1">
            <a:off x="4737935" y="299961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31CBC05-B86E-9B5F-0602-97B0552851F0}"/>
              </a:ext>
            </a:extLst>
          </p:cNvPr>
          <p:cNvSpPr/>
          <p:nvPr/>
        </p:nvSpPr>
        <p:spPr>
          <a:xfrm flipH="1">
            <a:off x="4737935" y="394164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5D51D81-3744-F270-50EA-B4E1C2F63EC9}"/>
              </a:ext>
            </a:extLst>
          </p:cNvPr>
          <p:cNvSpPr/>
          <p:nvPr/>
        </p:nvSpPr>
        <p:spPr>
          <a:xfrm flipH="1">
            <a:off x="4737935" y="4518539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F661A74-A12C-6994-E74C-23D947E53CF2}"/>
              </a:ext>
            </a:extLst>
          </p:cNvPr>
          <p:cNvSpPr/>
          <p:nvPr/>
        </p:nvSpPr>
        <p:spPr>
          <a:xfrm flipH="1">
            <a:off x="4737935" y="6341976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31A72C8-8C1B-AC69-0B45-C2046BD40C08}"/>
              </a:ext>
            </a:extLst>
          </p:cNvPr>
          <p:cNvSpPr/>
          <p:nvPr/>
        </p:nvSpPr>
        <p:spPr>
          <a:xfrm flipH="1">
            <a:off x="4737935" y="5366977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4DB3641-AA04-81E8-7CCE-5E11F4CFE16C}"/>
              </a:ext>
            </a:extLst>
          </p:cNvPr>
          <p:cNvSpPr/>
          <p:nvPr/>
        </p:nvSpPr>
        <p:spPr>
          <a:xfrm flipH="1">
            <a:off x="4737935" y="4853502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9AECF0D-5F62-E413-AFE2-028C18F774C3}"/>
              </a:ext>
            </a:extLst>
          </p:cNvPr>
          <p:cNvSpPr/>
          <p:nvPr/>
        </p:nvSpPr>
        <p:spPr>
          <a:xfrm flipH="1">
            <a:off x="4737935" y="3175519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32C0F67-864F-AD32-8149-03DDDE1340C3}"/>
              </a:ext>
            </a:extLst>
          </p:cNvPr>
          <p:cNvSpPr/>
          <p:nvPr/>
        </p:nvSpPr>
        <p:spPr>
          <a:xfrm flipH="1">
            <a:off x="10449904" y="613697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7E4A0D-94B2-68DA-82F3-EBB415C948AF}"/>
              </a:ext>
            </a:extLst>
          </p:cNvPr>
          <p:cNvSpPr/>
          <p:nvPr/>
        </p:nvSpPr>
        <p:spPr>
          <a:xfrm>
            <a:off x="544896" y="3107206"/>
            <a:ext cx="4096352" cy="1499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7E30DA-7765-2E55-DF32-424A704C7799}"/>
              </a:ext>
            </a:extLst>
          </p:cNvPr>
          <p:cNvSpPr/>
          <p:nvPr/>
        </p:nvSpPr>
        <p:spPr>
          <a:xfrm>
            <a:off x="6336398" y="3079794"/>
            <a:ext cx="4096352" cy="1499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6062EF-0CBF-F7B5-DC9F-DE1EAF6F99A7}"/>
              </a:ext>
            </a:extLst>
          </p:cNvPr>
          <p:cNvSpPr/>
          <p:nvPr/>
        </p:nvSpPr>
        <p:spPr>
          <a:xfrm>
            <a:off x="544896" y="5549540"/>
            <a:ext cx="4096352" cy="1499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18F69E-7E25-FC8B-B9BA-B5F8C07997C0}"/>
              </a:ext>
            </a:extLst>
          </p:cNvPr>
          <p:cNvSpPr/>
          <p:nvPr/>
        </p:nvSpPr>
        <p:spPr>
          <a:xfrm>
            <a:off x="6336398" y="5314142"/>
            <a:ext cx="4096352" cy="1499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8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E030-83E7-5045-6624-73AD0235A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EE8F7-1559-D79C-E2C6-2D592088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Seeding alignments with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4A6D4-1E43-BA0D-9EDF-D8365EDB5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798668"/>
            <a:ext cx="10734675" cy="3859181"/>
          </a:xfrm>
        </p:spPr>
        <p:txBody>
          <a:bodyPr>
            <a:normAutofit/>
          </a:bodyPr>
          <a:lstStyle/>
          <a:p>
            <a:r>
              <a:rPr lang="en-US" dirty="0"/>
              <a:t>Alignment: 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ATGACTCGCA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TGCTGAC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ATGCTGCTA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||||||||||||| | |||||||||||||| |                  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CCC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ATGACTCGCA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ATGCTGCTA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You can do Smith-Waterman in-between the exact matches!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86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8AA5B-5242-520C-D3A1-3A44B8367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62160-C2DE-CAB2-BBE2-2ED729FCA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Seeding alignments with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6891A-94D6-3A18-13AD-6D5C56EB4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798668"/>
            <a:ext cx="10734675" cy="3859181"/>
          </a:xfrm>
        </p:spPr>
        <p:txBody>
          <a:bodyPr>
            <a:normAutofit/>
          </a:bodyPr>
          <a:lstStyle/>
          <a:p>
            <a:r>
              <a:rPr lang="en-US" dirty="0"/>
              <a:t>Alignment: 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ATGACTCGCA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TGCTGAC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ATGCTGCTA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||||||||||||| | |||||||||||||| |                  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CCC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ATGACTCGCA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ATGCTGCTA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You can do Smith-Waterman in-between the exact matches!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0C7246-F72B-D09D-0C32-7E1A5484540B}"/>
              </a:ext>
            </a:extLst>
          </p:cNvPr>
          <p:cNvSpPr/>
          <p:nvPr/>
        </p:nvSpPr>
        <p:spPr>
          <a:xfrm>
            <a:off x="3441290" y="2231923"/>
            <a:ext cx="1966452" cy="12781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31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53179-599C-5E71-A452-60D387561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3F82-8849-2719-E35E-8ECCCB1C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minimizers to compute candidate</a:t>
            </a:r>
            <a:br>
              <a:rPr lang="en-US" dirty="0"/>
            </a:br>
            <a:r>
              <a:rPr lang="en-US" dirty="0"/>
              <a:t> alignments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109D-FCF8-034E-52A5-044C722FD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34192"/>
            <a:ext cx="10972800" cy="155291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Read R1 minimizers M1 at O1, M2 at O2 M3 at O3</a:t>
            </a:r>
          </a:p>
          <a:p>
            <a:r>
              <a:rPr lang="en-US" dirty="0"/>
              <a:t>Read R2 minimizers M4 at O4, M1 at O5 M2 at O6</a:t>
            </a:r>
          </a:p>
          <a:p>
            <a:r>
              <a:rPr lang="en-US" dirty="0"/>
              <a:t>Read R3 minimizers M3 at O7, M5 at O8</a:t>
            </a:r>
          </a:p>
          <a:p>
            <a:r>
              <a:rPr lang="en-US" dirty="0"/>
              <a:t>Build MRO file: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50B5B-2AC8-3AE2-160C-A965D0E55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15084-AACC-B389-7652-627CE06B74EE}"/>
              </a:ext>
            </a:extLst>
          </p:cNvPr>
          <p:cNvSpPr txBox="1"/>
          <p:nvPr/>
        </p:nvSpPr>
        <p:spPr>
          <a:xfrm>
            <a:off x="315310" y="3882877"/>
            <a:ext cx="16080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M1 R1 O1</a:t>
            </a:r>
          </a:p>
          <a:p>
            <a:pPr lvl="1"/>
            <a:r>
              <a:rPr lang="en-US" dirty="0"/>
              <a:t>M2 R1 O2</a:t>
            </a:r>
          </a:p>
          <a:p>
            <a:pPr lvl="1"/>
            <a:r>
              <a:rPr lang="en-US" dirty="0"/>
              <a:t>M3 R1 O3</a:t>
            </a:r>
          </a:p>
          <a:p>
            <a:pPr lvl="1"/>
            <a:r>
              <a:rPr lang="en-US" dirty="0"/>
              <a:t>M4 R2 O4</a:t>
            </a:r>
          </a:p>
          <a:p>
            <a:pPr lvl="1"/>
            <a:r>
              <a:rPr lang="en-US" dirty="0"/>
              <a:t>M1 R2 O5</a:t>
            </a:r>
          </a:p>
          <a:p>
            <a:pPr lvl="1"/>
            <a:r>
              <a:rPr lang="en-US" dirty="0"/>
              <a:t>M2 R2 O6</a:t>
            </a:r>
          </a:p>
          <a:p>
            <a:pPr lvl="1"/>
            <a:r>
              <a:rPr lang="en-US" dirty="0"/>
              <a:t>M3 R3 O7</a:t>
            </a:r>
          </a:p>
          <a:p>
            <a:pPr lvl="1"/>
            <a:r>
              <a:rPr lang="en-US" dirty="0"/>
              <a:t>M5 R3 O8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2C357-0B9D-F810-6C21-76FB5F0C1958}"/>
              </a:ext>
            </a:extLst>
          </p:cNvPr>
          <p:cNvSpPr txBox="1"/>
          <p:nvPr/>
        </p:nvSpPr>
        <p:spPr>
          <a:xfrm>
            <a:off x="2017987" y="4746467"/>
            <a:ext cx="1831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 by minimizer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70D1A-650C-616E-03B4-8EABABCBE0E0}"/>
              </a:ext>
            </a:extLst>
          </p:cNvPr>
          <p:cNvSpPr txBox="1"/>
          <p:nvPr/>
        </p:nvSpPr>
        <p:spPr>
          <a:xfrm>
            <a:off x="3494689" y="3771028"/>
            <a:ext cx="16080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M1 R1 O1</a:t>
            </a:r>
          </a:p>
          <a:p>
            <a:pPr lvl="1"/>
            <a:r>
              <a:rPr lang="en-US" dirty="0"/>
              <a:t>M1 R2 O5</a:t>
            </a:r>
          </a:p>
          <a:p>
            <a:pPr lvl="1"/>
            <a:r>
              <a:rPr lang="en-US" dirty="0"/>
              <a:t>M2 R1 O2</a:t>
            </a:r>
          </a:p>
          <a:p>
            <a:pPr lvl="1"/>
            <a:r>
              <a:rPr lang="en-US" dirty="0"/>
              <a:t>M2 R2 O6</a:t>
            </a:r>
          </a:p>
          <a:p>
            <a:pPr lvl="1"/>
            <a:r>
              <a:rPr lang="en-US" dirty="0"/>
              <a:t>M3 R1 O3</a:t>
            </a:r>
          </a:p>
          <a:p>
            <a:pPr lvl="1"/>
            <a:r>
              <a:rPr lang="en-US" dirty="0"/>
              <a:t>M3 R3 O7</a:t>
            </a:r>
          </a:p>
          <a:p>
            <a:pPr lvl="1"/>
            <a:r>
              <a:rPr lang="en-US" dirty="0"/>
              <a:t>M4 R2 O4</a:t>
            </a:r>
          </a:p>
          <a:p>
            <a:pPr lvl="1"/>
            <a:r>
              <a:rPr lang="en-US" dirty="0"/>
              <a:t>M5 R3 O8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4396DA-E715-81D6-ADB2-726D80BCB27C}"/>
              </a:ext>
            </a:extLst>
          </p:cNvPr>
          <p:cNvSpPr txBox="1"/>
          <p:nvPr/>
        </p:nvSpPr>
        <p:spPr>
          <a:xfrm>
            <a:off x="5227646" y="4699059"/>
            <a:ext cx="1446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Collect reads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D14CE9-32CF-24E7-EF81-2D90E7085DE6}"/>
              </a:ext>
            </a:extLst>
          </p:cNvPr>
          <p:cNvSpPr txBox="1"/>
          <p:nvPr/>
        </p:nvSpPr>
        <p:spPr>
          <a:xfrm>
            <a:off x="6387664" y="4186526"/>
            <a:ext cx="3245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M1 R1 O1, R2 O5</a:t>
            </a:r>
          </a:p>
          <a:p>
            <a:pPr lvl="1"/>
            <a:r>
              <a:rPr lang="en-US" dirty="0"/>
              <a:t>M2 R1 O2, R2 O6</a:t>
            </a:r>
          </a:p>
          <a:p>
            <a:pPr lvl="1"/>
            <a:r>
              <a:rPr lang="en-US" dirty="0"/>
              <a:t>M3 R1 O3, R3 O7</a:t>
            </a:r>
          </a:p>
          <a:p>
            <a:pPr lvl="1"/>
            <a:r>
              <a:rPr lang="en-US" dirty="0"/>
              <a:t>M4 R2 O4</a:t>
            </a:r>
          </a:p>
          <a:p>
            <a:pPr lvl="1"/>
            <a:r>
              <a:rPr lang="en-US" dirty="0"/>
              <a:t>M5 R3 O8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D5D8E6-CFBF-ECEB-E48F-28F71D8E35D5}"/>
              </a:ext>
            </a:extLst>
          </p:cNvPr>
          <p:cNvSpPr txBox="1"/>
          <p:nvPr/>
        </p:nvSpPr>
        <p:spPr>
          <a:xfrm>
            <a:off x="8909520" y="4637064"/>
            <a:ext cx="1833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 alignments</a:t>
            </a:r>
          </a:p>
        </p:txBody>
      </p:sp>
    </p:spTree>
    <p:extLst>
      <p:ext uri="{BB962C8B-B14F-4D97-AF65-F5344CB8AC3E}">
        <p14:creationId xmlns:p14="http://schemas.microsoft.com/office/powerpoint/2010/main" val="41844137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63F58-B2A5-38AB-B856-BCC82776C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Lab 2: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A5D06-87D4-1599-AC41-7C811E5AE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34192"/>
            <a:ext cx="10972800" cy="489951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DUE </a:t>
            </a:r>
            <a:r>
              <a:rPr lang="en-US" u="sng" dirty="0"/>
              <a:t>Friday September 19 at 8:00pm</a:t>
            </a:r>
          </a:p>
          <a:p>
            <a:r>
              <a:rPr lang="en-US" dirty="0"/>
              <a:t>CODE (100% undergrad, 80% grad): Write three python functions to compute minimizers for a genomic sequence:</a:t>
            </a:r>
          </a:p>
          <a:p>
            <a:pPr lvl="1"/>
            <a:r>
              <a:rPr lang="en-US" dirty="0" err="1"/>
              <a:t>reverse_complement</a:t>
            </a:r>
            <a:r>
              <a:rPr lang="en-US" dirty="0"/>
              <a:t>(seq): returns reverse complement of a sequence seq</a:t>
            </a:r>
          </a:p>
          <a:p>
            <a:pPr lvl="1"/>
            <a:r>
              <a:rPr lang="en-US" dirty="0" err="1"/>
              <a:t>compute_num_value</a:t>
            </a:r>
            <a:r>
              <a:rPr lang="en-US" dirty="0"/>
              <a:t>(seq): returns numerical value of sequence seq (A=0,C=1,G=2,T=3), base 4 starting with the first letter</a:t>
            </a:r>
          </a:p>
          <a:p>
            <a:pPr lvl="1"/>
            <a:r>
              <a:rPr lang="en-US" dirty="0"/>
              <a:t>For each k-mer compute numerical value forward and reverse, use minimum</a:t>
            </a:r>
          </a:p>
          <a:p>
            <a:pPr lvl="1"/>
            <a:r>
              <a:rPr lang="en-US" dirty="0" err="1"/>
              <a:t>compute_minimizers</a:t>
            </a:r>
            <a:r>
              <a:rPr lang="en-US" dirty="0"/>
              <a:t>(</a:t>
            </a:r>
            <a:r>
              <a:rPr lang="en-US" dirty="0" err="1"/>
              <a:t>seq,k,w</a:t>
            </a:r>
            <a:r>
              <a:rPr lang="en-US" dirty="0"/>
              <a:t>): computes minimizers for sequence seq, k-mer k, and window w, returns an array containing 0-based leftmost position of each minimizer</a:t>
            </a:r>
          </a:p>
          <a:p>
            <a:pPr lvl="1"/>
            <a:r>
              <a:rPr lang="en-US" dirty="0"/>
              <a:t>Submit code through </a:t>
            </a:r>
            <a:r>
              <a:rPr lang="en-US" dirty="0" err="1"/>
              <a:t>autograder</a:t>
            </a:r>
            <a:r>
              <a:rPr lang="en-US" dirty="0"/>
              <a:t>, name code </a:t>
            </a:r>
            <a:r>
              <a:rPr lang="en-US" i="1" dirty="0"/>
              <a:t>minimizers.py</a:t>
            </a:r>
          </a:p>
          <a:p>
            <a:endParaRPr lang="en-US" dirty="0"/>
          </a:p>
          <a:p>
            <a:r>
              <a:rPr lang="en-US" dirty="0"/>
              <a:t>FIGURE (20% graduate students ONLY): </a:t>
            </a:r>
          </a:p>
          <a:p>
            <a:pPr lvl="1"/>
            <a:r>
              <a:rPr lang="en-US" dirty="0"/>
              <a:t>Generate random sequence G 100,000 bp long</a:t>
            </a:r>
          </a:p>
          <a:p>
            <a:pPr lvl="1"/>
            <a:r>
              <a:rPr lang="en-US" dirty="0"/>
              <a:t>Assume K=17, vary w from 1 to 16</a:t>
            </a:r>
          </a:p>
          <a:p>
            <a:pPr lvl="1"/>
            <a:r>
              <a:rPr lang="en-US" dirty="0"/>
              <a:t>How does the number of minimizers N vary with w?</a:t>
            </a:r>
          </a:p>
          <a:p>
            <a:pPr lvl="1"/>
            <a:r>
              <a:rPr lang="en-US" dirty="0"/>
              <a:t>Submit plot of N(w) – graduate students only, pdf, </a:t>
            </a:r>
            <a:r>
              <a:rPr lang="en-US" dirty="0" err="1"/>
              <a:t>png</a:t>
            </a:r>
            <a:r>
              <a:rPr lang="en-US" dirty="0"/>
              <a:t> or jpeg format, use log scale on y axis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FA659-6A92-A82E-81EE-70F3F6880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84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CB7FB-CFD4-AD4A-5D54-6E7D7EB47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Structure: Suffix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E1834-3654-E469-8AED-7D12808C1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Introduced by Manber &amp; Myers (1990) </a:t>
            </a:r>
          </a:p>
          <a:p>
            <a:r>
              <a:rPr lang="en-US" dirty="0"/>
              <a:t>Cost to build: </a:t>
            </a:r>
            <a:r>
              <a:rPr lang="en-US" i="1" dirty="0"/>
              <a:t>O(n</a:t>
            </a:r>
            <a:r>
              <a:rPr lang="en-US" i="1" baseline="30000" dirty="0"/>
              <a:t>2</a:t>
            </a:r>
            <a:r>
              <a:rPr lang="en-US" i="1" dirty="0"/>
              <a:t> log n), </a:t>
            </a:r>
            <a:r>
              <a:rPr lang="en-US" dirty="0"/>
              <a:t>cost to look up: </a:t>
            </a:r>
            <a:r>
              <a:rPr lang="en-US" i="1" dirty="0"/>
              <a:t>O(</a:t>
            </a:r>
            <a:r>
              <a:rPr lang="en-US" i="1" dirty="0" err="1"/>
              <a:t>m+log</a:t>
            </a:r>
            <a:r>
              <a:rPr lang="en-US" i="1" dirty="0"/>
              <a:t> n), </a:t>
            </a:r>
            <a:r>
              <a:rPr lang="en-US" dirty="0"/>
              <a:t>where </a:t>
            </a:r>
            <a:r>
              <a:rPr lang="en-US" i="1" dirty="0"/>
              <a:t>m</a:t>
            </a:r>
            <a:r>
              <a:rPr lang="en-US" dirty="0"/>
              <a:t> is the length of the query sequence and </a:t>
            </a:r>
            <a:r>
              <a:rPr lang="en-US" i="1" dirty="0"/>
              <a:t>n </a:t>
            </a:r>
            <a:r>
              <a:rPr lang="en-US" dirty="0"/>
              <a:t>is the length of the reference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2E757-60F9-7312-D633-BE006A2A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EA6C23-2780-BB03-9643-CC03BC15D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220" y="3113560"/>
            <a:ext cx="8291261" cy="374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591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35656-63B8-0FF9-5F62-CAF6628D6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suffix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24006-E873-E0CE-BEFA-1C0B9A205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Genome string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TAGCAATG$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dirty="0">
                <a:cs typeface="Courier New" panose="02070309020205020404" pitchFamily="49" charset="0"/>
              </a:rPr>
              <a:t>denotes the end of the string</a:t>
            </a:r>
          </a:p>
          <a:p>
            <a:r>
              <a:rPr lang="en-US" dirty="0">
                <a:cs typeface="Courier New" panose="02070309020205020404" pitchFamily="49" charset="0"/>
              </a:rPr>
              <a:t>Suffixes: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 TAGCAATG$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 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 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 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4 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5 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6 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7 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8 $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E3E95-9460-D959-F706-817427D6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129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30ED-60D2-C4EB-193D-F63F64BCB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suffix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29E12-2F35-8043-01BD-60DDE73A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61C954-995E-DEC2-DAB4-D64E53B24705}"/>
              </a:ext>
            </a:extLst>
          </p:cNvPr>
          <p:cNvSpPr txBox="1">
            <a:spLocks/>
          </p:cNvSpPr>
          <p:nvPr/>
        </p:nvSpPr>
        <p:spPr>
          <a:xfrm>
            <a:off x="598620" y="1596540"/>
            <a:ext cx="10972800" cy="51249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Lexicographic order</a:t>
            </a:r>
            <a:r>
              <a:rPr lang="en-US"/>
              <a:t>:  $&lt;</a:t>
            </a:r>
            <a:r>
              <a:rPr lang="en-US" dirty="0"/>
              <a:t>A&lt;C&lt;G&lt;T</a:t>
            </a:r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Sort suffixes, record indices in an array: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8 $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4 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 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5 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 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7 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 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 TAGCAATG$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6 TG$</a:t>
            </a:r>
          </a:p>
          <a:p>
            <a:r>
              <a:rPr lang="en-US" dirty="0">
                <a:cs typeface="Courier New" panose="02070309020205020404" pitchFamily="49" charset="0"/>
              </a:rPr>
              <a:t>We cannot afford to store all these subsequences!  Store just the indices!</a:t>
            </a:r>
          </a:p>
        </p:txBody>
      </p:sp>
    </p:spTree>
    <p:extLst>
      <p:ext uri="{BB962C8B-B14F-4D97-AF65-F5344CB8AC3E}">
        <p14:creationId xmlns:p14="http://schemas.microsoft.com/office/powerpoint/2010/main" val="15796989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8D3CD-7214-EC0D-4F57-22F0D6D01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3D082-12FC-2A19-7B5A-FB8E901F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up in suffix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FF225-9776-034D-0110-411B4FFB9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7D9BB4-B259-B17F-4451-13CDB8D9FAD0}"/>
              </a:ext>
            </a:extLst>
          </p:cNvPr>
          <p:cNvSpPr txBox="1">
            <a:spLocks/>
          </p:cNvSpPr>
          <p:nvPr/>
        </p:nvSpPr>
        <p:spPr>
          <a:xfrm>
            <a:off x="598620" y="1596540"/>
            <a:ext cx="10972800" cy="5124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Query sequence: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GCAA</a:t>
            </a:r>
          </a:p>
          <a:p>
            <a:r>
              <a:rPr lang="en-US" dirty="0">
                <a:cs typeface="Courier New" panose="02070309020205020404" pitchFamily="49" charset="0"/>
              </a:rPr>
              <a:t>Binary search of the array, first look for strings starting with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cs typeface="Courier New" panose="02070309020205020404" pitchFamily="49" charset="0"/>
              </a:rPr>
              <a:t>: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Hi-&gt;                8 $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4 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1 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5 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Starts with a G? -&gt; 3 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7 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2 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0 TAGCAATG$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Lo-&gt;                6 TG$</a:t>
            </a:r>
          </a:p>
        </p:txBody>
      </p:sp>
    </p:spTree>
    <p:extLst>
      <p:ext uri="{BB962C8B-B14F-4D97-AF65-F5344CB8AC3E}">
        <p14:creationId xmlns:p14="http://schemas.microsoft.com/office/powerpoint/2010/main" val="38584228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CBC67-FA24-6517-D6F3-495162557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EED6F-EBF3-A740-3F90-FE75C784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up in suffix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E388A-F22B-14F3-84C6-B2C51302D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30A146-B934-D4F7-0B60-4E9A384591B8}"/>
              </a:ext>
            </a:extLst>
          </p:cNvPr>
          <p:cNvSpPr txBox="1">
            <a:spLocks/>
          </p:cNvSpPr>
          <p:nvPr/>
        </p:nvSpPr>
        <p:spPr>
          <a:xfrm>
            <a:off x="598620" y="1596540"/>
            <a:ext cx="10972800" cy="5124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Query sequence: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GCAA</a:t>
            </a:r>
          </a:p>
          <a:p>
            <a:r>
              <a:rPr lang="en-US" dirty="0">
                <a:cs typeface="Courier New" panose="02070309020205020404" pitchFamily="49" charset="0"/>
              </a:rPr>
              <a:t>When a match is found, go up and down to find all matching positions: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cs typeface="Courier New" panose="02070309020205020404" pitchFamily="49" charset="0"/>
              </a:rPr>
              <a:t>                         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8 $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4 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1 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5 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Hi-&gt;                3 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7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Starts with a G? -&gt; 2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0 TAGCAATG$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Lo-&gt;                6 TG$</a:t>
            </a:r>
          </a:p>
        </p:txBody>
      </p:sp>
    </p:spTree>
    <p:extLst>
      <p:ext uri="{BB962C8B-B14F-4D97-AF65-F5344CB8AC3E}">
        <p14:creationId xmlns:p14="http://schemas.microsoft.com/office/powerpoint/2010/main" val="37833515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061C-7691-6849-AD79-B01F8568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803F9-B096-A6E5-63D2-14ED4AA6C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up in suffix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C9A78-690A-F743-90BB-19D05886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04BDAF6-69BF-6DB5-2595-5F9CE71A2793}"/>
              </a:ext>
            </a:extLst>
          </p:cNvPr>
          <p:cNvSpPr txBox="1">
            <a:spLocks/>
          </p:cNvSpPr>
          <p:nvPr/>
        </p:nvSpPr>
        <p:spPr>
          <a:xfrm>
            <a:off x="598620" y="1596540"/>
            <a:ext cx="10972800" cy="5124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Query sequence: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GCAA</a:t>
            </a:r>
          </a:p>
          <a:p>
            <a:r>
              <a:rPr lang="en-US" dirty="0">
                <a:cs typeface="Courier New" panose="02070309020205020404" pitchFamily="49" charset="0"/>
              </a:rPr>
              <a:t>When a match is found, go up and down to find all matching positions :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cs typeface="Courier New" panose="02070309020205020404" pitchFamily="49" charset="0"/>
              </a:rPr>
              <a:t>                         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8 $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4 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1 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5 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3 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Hi -&gt; Starts w GC?  7 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 -&gt; Starts w GC?  2 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0 TAGCAATG$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6 TG$</a:t>
            </a:r>
          </a:p>
        </p:txBody>
      </p:sp>
    </p:spTree>
    <p:extLst>
      <p:ext uri="{BB962C8B-B14F-4D97-AF65-F5344CB8AC3E}">
        <p14:creationId xmlns:p14="http://schemas.microsoft.com/office/powerpoint/2010/main" val="2021828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BCD84-FD98-5710-E907-940FA28F0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A894-7548-EB16-033B-97C19685C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up in suffix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AF833-978F-5872-F22A-9A3D9D676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6D9978-8264-27E0-C495-F7FEB840684D}"/>
              </a:ext>
            </a:extLst>
          </p:cNvPr>
          <p:cNvSpPr txBox="1">
            <a:spLocks/>
          </p:cNvSpPr>
          <p:nvPr/>
        </p:nvSpPr>
        <p:spPr>
          <a:xfrm>
            <a:off x="598620" y="1596540"/>
            <a:ext cx="10972800" cy="5124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Query sequence: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GCAA</a:t>
            </a:r>
          </a:p>
          <a:p>
            <a:r>
              <a:rPr lang="en-US" dirty="0">
                <a:cs typeface="Courier New" panose="02070309020205020404" pitchFamily="49" charset="0"/>
              </a:rPr>
              <a:t>Found a perfect match: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cs typeface="Courier New" panose="02070309020205020404" pitchFamily="49" charset="0"/>
              </a:rPr>
              <a:t>                         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8 $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4 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1 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5 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3 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7 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Perfect match       2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GCAA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0 TAGCAATG$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6 TG$</a:t>
            </a:r>
          </a:p>
        </p:txBody>
      </p:sp>
    </p:spTree>
    <p:extLst>
      <p:ext uri="{BB962C8B-B14F-4D97-AF65-F5344CB8AC3E}">
        <p14:creationId xmlns:p14="http://schemas.microsoft.com/office/powerpoint/2010/main" val="33839575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490EB-48EA-6542-0154-705119F2F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D5EA-1BCE-4396-0A01-24E907E5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up in suffix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F3504-BA04-5348-8102-CD19905A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D804C9-FF80-AD0B-A4EB-0DD4289D2107}"/>
              </a:ext>
            </a:extLst>
          </p:cNvPr>
          <p:cNvSpPr txBox="1">
            <a:spLocks/>
          </p:cNvSpPr>
          <p:nvPr/>
        </p:nvSpPr>
        <p:spPr>
          <a:xfrm>
            <a:off x="598620" y="1596540"/>
            <a:ext cx="10972800" cy="5124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Found a perfect match or unable to find longer match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When a match is found, go up and down to find all matching positions: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cs typeface="Courier New" panose="02070309020205020404" pitchFamily="49" charset="0"/>
              </a:rPr>
              <a:t>                         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8 $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4 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1 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5 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3 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7 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Perfect match       2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GCAA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0 TAGCAATG$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6 TG$</a:t>
            </a:r>
          </a:p>
        </p:txBody>
      </p:sp>
    </p:spTree>
    <p:extLst>
      <p:ext uri="{BB962C8B-B14F-4D97-AF65-F5344CB8AC3E}">
        <p14:creationId xmlns:p14="http://schemas.microsoft.com/office/powerpoint/2010/main" val="39699742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D8ECC-CC21-C7E1-611E-A09E85C2C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3F125-7631-1E5B-3E78-CA562AB7D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Perfect and imperfect matches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F4894-49AA-587A-DB9C-A9ACA01A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String match: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GCAA </a:t>
            </a:r>
            <a:r>
              <a:rPr lang="en-US" dirty="0">
                <a:cs typeface="Courier New" panose="02070309020205020404" pitchFamily="49" charset="0"/>
              </a:rPr>
              <a:t>at position 2</a:t>
            </a:r>
          </a:p>
          <a:p>
            <a:r>
              <a:rPr lang="en-US" dirty="0">
                <a:cs typeface="Courier New" panose="02070309020205020404" pitchFamily="49" charset="0"/>
              </a:rPr>
              <a:t>What about imperfect matches , 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GCAT?</a:t>
            </a:r>
            <a:br>
              <a:rPr lang="en-US" dirty="0"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45E6D-8A91-5846-2CDA-C1B05934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399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803F3-7242-DE46-86F6-B142B6A7D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8D4EE-1AD2-914D-B3F5-DF033671B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up in suffix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80390-818E-6202-A358-D41315E9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B43A5A-A5CB-3791-4A02-EF2B3ADC8BB0}"/>
              </a:ext>
            </a:extLst>
          </p:cNvPr>
          <p:cNvSpPr txBox="1">
            <a:spLocks/>
          </p:cNvSpPr>
          <p:nvPr/>
        </p:nvSpPr>
        <p:spPr>
          <a:xfrm>
            <a:off x="598620" y="1596540"/>
            <a:ext cx="10972800" cy="5124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Query sequence: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GCAT</a:t>
            </a:r>
          </a:p>
          <a:p>
            <a:r>
              <a:rPr lang="en-US" dirty="0">
                <a:cs typeface="Courier New" panose="02070309020205020404" pitchFamily="49" charset="0"/>
              </a:rPr>
              <a:t>Found a partial match – is it long enough to keep?: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cs typeface="Courier New" panose="02070309020205020404" pitchFamily="49" charset="0"/>
              </a:rPr>
              <a:t>                         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8 $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4 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1 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5 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3 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7 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Partial match       2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GCA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0 TAGCAATG$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6 TG$</a:t>
            </a:r>
          </a:p>
        </p:txBody>
      </p:sp>
    </p:spTree>
    <p:extLst>
      <p:ext uri="{BB962C8B-B14F-4D97-AF65-F5344CB8AC3E}">
        <p14:creationId xmlns:p14="http://schemas.microsoft.com/office/powerpoint/2010/main" val="15181230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179E8-B592-EF23-4104-C1404502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6D4C-4F0E-5BF5-0168-9F3E48411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alignment of two sequences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29D98-9D0B-333B-6740-7664378AC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FF88977-DB15-2D8E-E33C-5BE6A18B0D28}"/>
              </a:ext>
            </a:extLst>
          </p:cNvPr>
          <p:cNvSpPr txBox="1">
            <a:spLocks/>
          </p:cNvSpPr>
          <p:nvPr/>
        </p:nvSpPr>
        <p:spPr>
          <a:xfrm>
            <a:off x="598620" y="1596540"/>
            <a:ext cx="10972800" cy="5124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ourier New" panose="02070309020205020404" pitchFamily="49" charset="0"/>
              </a:rPr>
              <a:t>Start at the beginning of the query, find the longest match(es)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Indexed reference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pPr lvl="1"/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Query</a:t>
            </a:r>
            <a:r>
              <a:rPr lang="en-US" dirty="0">
                <a:cs typeface="Courier New" panose="02070309020205020404" pitchFamily="49" charset="0"/>
              </a:rPr>
              <a:t>  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TCGCATGCTTCATGGTGCTTGCTA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8446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99209-CBEB-C820-240D-0E77ECE6B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B213-4335-576A-D37D-46DBA804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Alignment of two sequences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F5EE7-1BF1-4073-5D1D-E0206413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706750-E360-1843-88BE-7561F32294F5}"/>
              </a:ext>
            </a:extLst>
          </p:cNvPr>
          <p:cNvSpPr txBox="1">
            <a:spLocks/>
          </p:cNvSpPr>
          <p:nvPr/>
        </p:nvSpPr>
        <p:spPr>
          <a:xfrm>
            <a:off x="598620" y="1596540"/>
            <a:ext cx="10972800" cy="5124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ourier New" panose="02070309020205020404" pitchFamily="49" charset="0"/>
              </a:rPr>
              <a:t>Start at the beginning of the query, find the longest match(es)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Indexed reference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pPr marL="457200" lvl="1" indent="0">
              <a:buNone/>
            </a:pPr>
            <a:r>
              <a:rPr lang="en-US" dirty="0">
                <a:cs typeface="Courier New" panose="02070309020205020404" pitchFamily="49" charset="0"/>
              </a:rPr>
              <a:t>  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cs typeface="Courier New" panose="02070309020205020404" pitchFamily="49" charset="0"/>
              </a:rPr>
              <a:t>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TCGCATGCTTCATGGTGCTAGCTA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AF6AB1-E23F-8023-25DC-90674B481E44}"/>
              </a:ext>
            </a:extLst>
          </p:cNvPr>
          <p:cNvSpPr/>
          <p:nvPr/>
        </p:nvSpPr>
        <p:spPr>
          <a:xfrm>
            <a:off x="2256817" y="3579779"/>
            <a:ext cx="1961744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B1B5D5-A43F-41F9-A31A-E47CAF1D3C97}"/>
              </a:ext>
            </a:extLst>
          </p:cNvPr>
          <p:cNvSpPr/>
          <p:nvPr/>
        </p:nvSpPr>
        <p:spPr>
          <a:xfrm>
            <a:off x="3313888" y="2641510"/>
            <a:ext cx="1961743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4AD2E2-2327-5EA7-AA5B-CD4751D6E1E3}"/>
              </a:ext>
            </a:extLst>
          </p:cNvPr>
          <p:cNvCxnSpPr>
            <a:cxnSpLocks/>
            <a:stCxn id="3" idx="0"/>
            <a:endCxn id="6" idx="2"/>
          </p:cNvCxnSpPr>
          <p:nvPr/>
        </p:nvCxnSpPr>
        <p:spPr>
          <a:xfrm flipV="1">
            <a:off x="3237689" y="2943067"/>
            <a:ext cx="1057071" cy="636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6238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7ED56-16F1-B0E2-3D9A-FD9113342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1643-6443-7684-F324-20BCB45D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Alignment of two sequences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AA70B-A2E0-340B-79CD-65D5F843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9BF3E6-7AD7-65F0-0437-FAA69EE628ED}"/>
              </a:ext>
            </a:extLst>
          </p:cNvPr>
          <p:cNvSpPr txBox="1">
            <a:spLocks/>
          </p:cNvSpPr>
          <p:nvPr/>
        </p:nvSpPr>
        <p:spPr>
          <a:xfrm>
            <a:off x="598620" y="1596540"/>
            <a:ext cx="10972800" cy="5124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ourier New" panose="02070309020205020404" pitchFamily="49" charset="0"/>
              </a:rPr>
              <a:t>Start at the beginning of the query, find the longest match(es)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Indexed reference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pPr marL="457200" lvl="1" indent="0">
              <a:buNone/>
            </a:pPr>
            <a:r>
              <a:rPr lang="en-US" dirty="0">
                <a:cs typeface="Courier New" panose="02070309020205020404" pitchFamily="49" charset="0"/>
              </a:rPr>
              <a:t>  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cs typeface="Courier New" panose="02070309020205020404" pitchFamily="49" charset="0"/>
              </a:rPr>
              <a:t>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TCGCATGCTTCATGGTGCTAGCTA</a:t>
            </a: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893DF1-FB58-981E-1503-1D04AD3C776A}"/>
              </a:ext>
            </a:extLst>
          </p:cNvPr>
          <p:cNvSpPr/>
          <p:nvPr/>
        </p:nvSpPr>
        <p:spPr>
          <a:xfrm>
            <a:off x="2256817" y="3579779"/>
            <a:ext cx="1961744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6D1884-EBDC-9A1B-8EAE-6EE502EC51F4}"/>
              </a:ext>
            </a:extLst>
          </p:cNvPr>
          <p:cNvSpPr/>
          <p:nvPr/>
        </p:nvSpPr>
        <p:spPr>
          <a:xfrm>
            <a:off x="3313888" y="2641510"/>
            <a:ext cx="1961743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472E4D-F530-95D4-56CE-339FF5DDEE1A}"/>
              </a:ext>
            </a:extLst>
          </p:cNvPr>
          <p:cNvCxnSpPr>
            <a:cxnSpLocks/>
            <a:stCxn id="3" idx="0"/>
            <a:endCxn id="6" idx="2"/>
          </p:cNvCxnSpPr>
          <p:nvPr/>
        </p:nvCxnSpPr>
        <p:spPr>
          <a:xfrm flipV="1">
            <a:off x="3237689" y="2943067"/>
            <a:ext cx="1057071" cy="636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4E71871-9C29-7B5E-DA09-281C83958E4E}"/>
              </a:ext>
            </a:extLst>
          </p:cNvPr>
          <p:cNvSpPr/>
          <p:nvPr/>
        </p:nvSpPr>
        <p:spPr>
          <a:xfrm>
            <a:off x="4421707" y="3579779"/>
            <a:ext cx="838808" cy="3015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B18D77-CD00-3C53-1D42-84BF19ACDB02}"/>
              </a:ext>
            </a:extLst>
          </p:cNvPr>
          <p:cNvSpPr/>
          <p:nvPr/>
        </p:nvSpPr>
        <p:spPr>
          <a:xfrm>
            <a:off x="2065099" y="2641510"/>
            <a:ext cx="838808" cy="3015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89C6BB-6081-5C59-0147-BE90E9DEC042}"/>
              </a:ext>
            </a:extLst>
          </p:cNvPr>
          <p:cNvSpPr/>
          <p:nvPr/>
        </p:nvSpPr>
        <p:spPr>
          <a:xfrm>
            <a:off x="5703429" y="2641509"/>
            <a:ext cx="838808" cy="3015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9968358-036E-8F52-AE7B-90B2F4797C9C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841111" y="2943066"/>
            <a:ext cx="1281722" cy="636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3FFE6B-3A2B-0A8A-333E-EED7F60A3DE8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2466975" y="2943066"/>
            <a:ext cx="2374136" cy="636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427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02C7E-29C2-A1DD-91D6-2BAAB4810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CDF89-C308-29A7-3727-26A4322B7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Alignment of two sequences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DED22-3704-B3B2-19AA-F903D14EE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48B556-EEF4-F26D-155C-1DFB53C3E0D4}"/>
              </a:ext>
            </a:extLst>
          </p:cNvPr>
          <p:cNvSpPr txBox="1">
            <a:spLocks/>
          </p:cNvSpPr>
          <p:nvPr/>
        </p:nvSpPr>
        <p:spPr>
          <a:xfrm>
            <a:off x="598620" y="1596540"/>
            <a:ext cx="10972800" cy="5124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ourier New" panose="02070309020205020404" pitchFamily="49" charset="0"/>
              </a:rPr>
              <a:t>Use minimum matching length of 5 to avoid repetitive matches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Indexed reference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pPr marL="457200" lvl="1" indent="0">
              <a:buNone/>
            </a:pPr>
            <a:r>
              <a:rPr lang="en-US" dirty="0">
                <a:cs typeface="Courier New" panose="02070309020205020404" pitchFamily="49" charset="0"/>
              </a:rPr>
              <a:t>  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cs typeface="Courier New" panose="02070309020205020404" pitchFamily="49" charset="0"/>
              </a:rPr>
              <a:t>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TCGCATGCTTCATGGTGCTAGCTA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4775F1-E7C8-38B7-C07F-94A0224D7A64}"/>
              </a:ext>
            </a:extLst>
          </p:cNvPr>
          <p:cNvSpPr/>
          <p:nvPr/>
        </p:nvSpPr>
        <p:spPr>
          <a:xfrm>
            <a:off x="2256817" y="3579779"/>
            <a:ext cx="1961744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A208EC-73FD-CF24-9533-5E3053D1480D}"/>
              </a:ext>
            </a:extLst>
          </p:cNvPr>
          <p:cNvSpPr/>
          <p:nvPr/>
        </p:nvSpPr>
        <p:spPr>
          <a:xfrm>
            <a:off x="3313888" y="2641510"/>
            <a:ext cx="1961743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4B15D7-E238-288E-F276-AB88B165D2AE}"/>
              </a:ext>
            </a:extLst>
          </p:cNvPr>
          <p:cNvCxnSpPr>
            <a:cxnSpLocks/>
            <a:stCxn id="3" idx="0"/>
            <a:endCxn id="6" idx="2"/>
          </p:cNvCxnSpPr>
          <p:nvPr/>
        </p:nvCxnSpPr>
        <p:spPr>
          <a:xfrm flipV="1">
            <a:off x="3237689" y="2943067"/>
            <a:ext cx="1057071" cy="636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5107635-D333-DB00-1893-0290F9FCC778}"/>
              </a:ext>
            </a:extLst>
          </p:cNvPr>
          <p:cNvSpPr/>
          <p:nvPr/>
        </p:nvSpPr>
        <p:spPr>
          <a:xfrm>
            <a:off x="4429207" y="3570458"/>
            <a:ext cx="838808" cy="3015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FCFAD4-5FF0-CE48-D8EF-E7A30F8909EA}"/>
              </a:ext>
            </a:extLst>
          </p:cNvPr>
          <p:cNvSpPr/>
          <p:nvPr/>
        </p:nvSpPr>
        <p:spPr>
          <a:xfrm>
            <a:off x="2065099" y="2641510"/>
            <a:ext cx="838808" cy="3015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F5AAF-1642-79FD-8857-337A6D576309}"/>
              </a:ext>
            </a:extLst>
          </p:cNvPr>
          <p:cNvSpPr/>
          <p:nvPr/>
        </p:nvSpPr>
        <p:spPr>
          <a:xfrm>
            <a:off x="5703429" y="2641509"/>
            <a:ext cx="838808" cy="3015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9546C3-67D6-5910-00DB-57CF982D027A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855397" y="2943066"/>
            <a:ext cx="1267436" cy="612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B104AB-8C12-212B-BFF1-97B7D5F4270F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2285168" y="2933745"/>
            <a:ext cx="2563443" cy="636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4802755-544E-5774-881A-784341462FE6}"/>
              </a:ext>
            </a:extLst>
          </p:cNvPr>
          <p:cNvSpPr/>
          <p:nvPr/>
        </p:nvSpPr>
        <p:spPr>
          <a:xfrm>
            <a:off x="5479599" y="3579779"/>
            <a:ext cx="1711776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037BFB-033B-6C88-9FBA-DD67775AB590}"/>
              </a:ext>
            </a:extLst>
          </p:cNvPr>
          <p:cNvSpPr/>
          <p:nvPr/>
        </p:nvSpPr>
        <p:spPr>
          <a:xfrm>
            <a:off x="6748498" y="2646169"/>
            <a:ext cx="1711776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DFA38B-792C-F5DA-8D2A-49880F7572DE}"/>
              </a:ext>
            </a:extLst>
          </p:cNvPr>
          <p:cNvCxnSpPr>
            <a:cxnSpLocks/>
            <a:stCxn id="22" idx="0"/>
            <a:endCxn id="23" idx="2"/>
          </p:cNvCxnSpPr>
          <p:nvPr/>
        </p:nvCxnSpPr>
        <p:spPr>
          <a:xfrm flipV="1">
            <a:off x="6335487" y="2947726"/>
            <a:ext cx="1268899" cy="632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9200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EBEF6-3174-3928-E0C2-EAA397D5B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C7338-0C3B-9784-CB8F-9BDCDE6E7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Alignment of two sequences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27FFA-E4FF-147F-5252-D4DC9A709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CD1670-589C-0A7A-5DC8-234249C1ED8E}"/>
              </a:ext>
            </a:extLst>
          </p:cNvPr>
          <p:cNvSpPr txBox="1">
            <a:spLocks/>
          </p:cNvSpPr>
          <p:nvPr/>
        </p:nvSpPr>
        <p:spPr>
          <a:xfrm>
            <a:off x="598620" y="1596540"/>
            <a:ext cx="10972800" cy="5124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ourier New" panose="02070309020205020404" pitchFamily="49" charset="0"/>
              </a:rPr>
              <a:t>Use minimum matching length of 5 to avoid repetitive matches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Indexed reference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pPr marL="457200" lvl="1" indent="0">
              <a:buNone/>
            </a:pPr>
            <a:r>
              <a:rPr lang="en-US" dirty="0">
                <a:cs typeface="Courier New" panose="02070309020205020404" pitchFamily="49" charset="0"/>
              </a:rPr>
              <a:t>  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cs typeface="Courier New" panose="02070309020205020404" pitchFamily="49" charset="0"/>
              </a:rPr>
              <a:t>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TCGCATGCTTCATGGTGCTAGCTA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22E683-1FF6-0AD0-3475-9636930C7569}"/>
              </a:ext>
            </a:extLst>
          </p:cNvPr>
          <p:cNvSpPr/>
          <p:nvPr/>
        </p:nvSpPr>
        <p:spPr>
          <a:xfrm>
            <a:off x="2256817" y="3579779"/>
            <a:ext cx="1961744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26A88F-68EC-8BF3-287B-B76EAF0F8A2F}"/>
              </a:ext>
            </a:extLst>
          </p:cNvPr>
          <p:cNvSpPr/>
          <p:nvPr/>
        </p:nvSpPr>
        <p:spPr>
          <a:xfrm>
            <a:off x="3313888" y="2641510"/>
            <a:ext cx="1961743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58682F-D139-25AD-4497-9CFCE60EBF4C}"/>
              </a:ext>
            </a:extLst>
          </p:cNvPr>
          <p:cNvCxnSpPr>
            <a:cxnSpLocks/>
            <a:stCxn id="3" idx="0"/>
            <a:endCxn id="6" idx="2"/>
          </p:cNvCxnSpPr>
          <p:nvPr/>
        </p:nvCxnSpPr>
        <p:spPr>
          <a:xfrm flipV="1">
            <a:off x="3237689" y="2943067"/>
            <a:ext cx="1057071" cy="636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2A2D362-6A4B-1391-AC3A-0480B2F078FD}"/>
              </a:ext>
            </a:extLst>
          </p:cNvPr>
          <p:cNvSpPr/>
          <p:nvPr/>
        </p:nvSpPr>
        <p:spPr>
          <a:xfrm>
            <a:off x="5479599" y="3579779"/>
            <a:ext cx="1711776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83EC8A-B58A-CA74-D0E9-B583C8AD8E2E}"/>
              </a:ext>
            </a:extLst>
          </p:cNvPr>
          <p:cNvSpPr/>
          <p:nvPr/>
        </p:nvSpPr>
        <p:spPr>
          <a:xfrm>
            <a:off x="6748498" y="2646169"/>
            <a:ext cx="1711776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61C6C5E-4225-88C1-595B-187CFA5FEA86}"/>
              </a:ext>
            </a:extLst>
          </p:cNvPr>
          <p:cNvCxnSpPr>
            <a:cxnSpLocks/>
            <a:stCxn id="22" idx="0"/>
            <a:endCxn id="23" idx="2"/>
          </p:cNvCxnSpPr>
          <p:nvPr/>
        </p:nvCxnSpPr>
        <p:spPr>
          <a:xfrm flipV="1">
            <a:off x="6335487" y="2947726"/>
            <a:ext cx="1268899" cy="632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865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BFA2E-1AB2-0A5F-5D23-3C94EB489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0AAF8-1A48-12EA-4C3C-3DD852067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Alignment of two sequences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F6B26-9693-0D45-64D7-4586B9D15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041981-F1C9-9F86-60C8-66BDE56BF19C}"/>
              </a:ext>
            </a:extLst>
          </p:cNvPr>
          <p:cNvSpPr txBox="1">
            <a:spLocks/>
          </p:cNvSpPr>
          <p:nvPr/>
        </p:nvSpPr>
        <p:spPr>
          <a:xfrm>
            <a:off x="598620" y="1596540"/>
            <a:ext cx="10972800" cy="5124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ourier New" panose="02070309020205020404" pitchFamily="49" charset="0"/>
              </a:rPr>
              <a:t>Do Smith-Waterman between the matching seeds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Indexed reference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|||||||||  |||| ||||||||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TCGCATGCTT-CATGGTGCTAGCTA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Compute alignment score based on Smith-Waterman alignment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831D50-A25F-643D-E5AB-E8AC45A3A46D}"/>
              </a:ext>
            </a:extLst>
          </p:cNvPr>
          <p:cNvSpPr/>
          <p:nvPr/>
        </p:nvSpPr>
        <p:spPr>
          <a:xfrm>
            <a:off x="3313888" y="3503578"/>
            <a:ext cx="1961744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8F7AC5-0C51-5121-47D8-4DE56B165C15}"/>
              </a:ext>
            </a:extLst>
          </p:cNvPr>
          <p:cNvSpPr/>
          <p:nvPr/>
        </p:nvSpPr>
        <p:spPr>
          <a:xfrm>
            <a:off x="3313888" y="2641510"/>
            <a:ext cx="1961743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892F57-063A-35FD-0DA4-735E1F39F4C5}"/>
              </a:ext>
            </a:extLst>
          </p:cNvPr>
          <p:cNvCxnSpPr>
            <a:cxnSpLocks/>
            <a:stCxn id="3" idx="0"/>
            <a:endCxn id="6" idx="2"/>
          </p:cNvCxnSpPr>
          <p:nvPr/>
        </p:nvCxnSpPr>
        <p:spPr>
          <a:xfrm flipV="1">
            <a:off x="4294760" y="2943067"/>
            <a:ext cx="0" cy="560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8F37DA2-7440-54C0-5E4B-3FC11D44B4D7}"/>
              </a:ext>
            </a:extLst>
          </p:cNvPr>
          <p:cNvSpPr/>
          <p:nvPr/>
        </p:nvSpPr>
        <p:spPr>
          <a:xfrm>
            <a:off x="6750177" y="3503373"/>
            <a:ext cx="1727071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B2521F-3C4F-CED4-AB22-27FE910060BA}"/>
              </a:ext>
            </a:extLst>
          </p:cNvPr>
          <p:cNvSpPr/>
          <p:nvPr/>
        </p:nvSpPr>
        <p:spPr>
          <a:xfrm>
            <a:off x="6748498" y="2646169"/>
            <a:ext cx="1728750" cy="301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01D677-A450-1217-ABE6-8C5530DCC09D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7612873" y="2947726"/>
            <a:ext cx="0" cy="555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9530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8C6B-F6B8-801D-0FC4-720C99A6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Burrows-Wheeler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2362A-5464-1BDE-3F15-3142E777D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Burrows-Wheeler Transform (BWT) is used to create efficient index of a sequence compared to just using the suffix array</a:t>
            </a:r>
          </a:p>
          <a:p>
            <a:r>
              <a:rPr lang="en-US" dirty="0"/>
              <a:t>BWT rearranges a character string into runs of similar characters, in a manner that can be reversed to recover the original string. </a:t>
            </a:r>
          </a:p>
          <a:p>
            <a:r>
              <a:rPr lang="en-US" dirty="0"/>
              <a:t>Used in bzip2 compression algorithm</a:t>
            </a:r>
          </a:p>
          <a:p>
            <a:r>
              <a:rPr lang="en-US" dirty="0"/>
              <a:t>Pairs with suffix array to create an efficient index into genome sequence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4E8E3-85EB-2CCC-748A-78F88A62D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68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53DB5-50A9-43EB-055B-8BA9497B8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88A4B-6358-F206-A69E-88354BB3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Burrows-Wheeler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3E8C5-359A-A2F1-CE0D-F88F91630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3780433" cy="4972040"/>
          </a:xfrm>
        </p:spPr>
        <p:txBody>
          <a:bodyPr>
            <a:normAutofit/>
          </a:bodyPr>
          <a:lstStyle/>
          <a:p>
            <a:r>
              <a:rPr lang="en-US" dirty="0"/>
              <a:t>Example: BANANA$</a:t>
            </a:r>
          </a:p>
          <a:p>
            <a:r>
              <a:rPr lang="en-US" dirty="0"/>
              <a:t>All rotations:</a:t>
            </a:r>
            <a:br>
              <a:rPr lang="en-US" dirty="0"/>
            </a:br>
            <a:r>
              <a:rPr lang="en-US" dirty="0"/>
              <a:t>0 BANANA$</a:t>
            </a:r>
            <a:br>
              <a:rPr lang="en-US" dirty="0"/>
            </a:br>
            <a:r>
              <a:rPr lang="en-US" dirty="0"/>
              <a:t>1 ANANA$B</a:t>
            </a:r>
            <a:br>
              <a:rPr lang="en-US" dirty="0"/>
            </a:br>
            <a:r>
              <a:rPr lang="en-US" dirty="0"/>
              <a:t>2 NANA$BA</a:t>
            </a:r>
            <a:br>
              <a:rPr lang="en-US" dirty="0"/>
            </a:br>
            <a:r>
              <a:rPr lang="en-US" dirty="0"/>
              <a:t>3 ANA$BAN</a:t>
            </a:r>
            <a:br>
              <a:rPr lang="en-US" dirty="0"/>
            </a:br>
            <a:r>
              <a:rPr lang="en-US" dirty="0"/>
              <a:t>4 NA$BANA</a:t>
            </a:r>
            <a:br>
              <a:rPr lang="en-US" dirty="0"/>
            </a:br>
            <a:r>
              <a:rPr lang="en-US" dirty="0"/>
              <a:t>5 A$BANAN</a:t>
            </a:r>
            <a:br>
              <a:rPr lang="en-US" dirty="0"/>
            </a:br>
            <a:r>
              <a:rPr lang="en-US" dirty="0"/>
              <a:t>6 $BANANA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D3408-71BD-A052-D5BE-8A609AEE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19CE696-2F0D-90D8-049A-2D9476E463B6}"/>
              </a:ext>
            </a:extLst>
          </p:cNvPr>
          <p:cNvSpPr txBox="1">
            <a:spLocks/>
          </p:cNvSpPr>
          <p:nvPr/>
        </p:nvSpPr>
        <p:spPr>
          <a:xfrm>
            <a:off x="4559622" y="1684319"/>
            <a:ext cx="3780433" cy="497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Sort in lexicographic order:</a:t>
            </a:r>
            <a:br>
              <a:rPr lang="en-US" dirty="0"/>
            </a:br>
            <a:r>
              <a:rPr lang="en-US" dirty="0"/>
              <a:t>6 $BANANA</a:t>
            </a:r>
            <a:br>
              <a:rPr lang="en-US" dirty="0"/>
            </a:br>
            <a:r>
              <a:rPr lang="en-US" dirty="0"/>
              <a:t>5 A$BANAN</a:t>
            </a:r>
            <a:br>
              <a:rPr lang="en-US" dirty="0"/>
            </a:br>
            <a:r>
              <a:rPr lang="en-US" dirty="0"/>
              <a:t>3 ANA$BAN</a:t>
            </a:r>
            <a:br>
              <a:rPr lang="en-US" dirty="0"/>
            </a:br>
            <a:r>
              <a:rPr lang="en-US" dirty="0"/>
              <a:t>1 ANANA$B</a:t>
            </a:r>
            <a:br>
              <a:rPr lang="en-US" dirty="0"/>
            </a:br>
            <a:r>
              <a:rPr lang="en-US" dirty="0"/>
              <a:t>0 BANANA$</a:t>
            </a:r>
            <a:br>
              <a:rPr lang="en-US" dirty="0"/>
            </a:br>
            <a:r>
              <a:rPr lang="en-US" dirty="0"/>
              <a:t>4 NA$BANA</a:t>
            </a:r>
            <a:br>
              <a:rPr lang="en-US" dirty="0"/>
            </a:br>
            <a:r>
              <a:rPr lang="en-US" dirty="0"/>
              <a:t>2 NANA$BA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9732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52009-9104-8303-67DB-797068A29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B3FBA-2717-46CA-C464-D8DD8DC0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Burrows-Wheeler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6695A-66CA-02CA-49DF-0381283AD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3780433" cy="4972040"/>
          </a:xfrm>
        </p:spPr>
        <p:txBody>
          <a:bodyPr>
            <a:normAutofit/>
          </a:bodyPr>
          <a:lstStyle/>
          <a:p>
            <a:r>
              <a:rPr lang="en-US" dirty="0"/>
              <a:t>Example: BANANA$</a:t>
            </a:r>
          </a:p>
          <a:p>
            <a:r>
              <a:rPr lang="en-US" dirty="0"/>
              <a:t>All rotations:</a:t>
            </a:r>
            <a:br>
              <a:rPr lang="en-US" dirty="0"/>
            </a:br>
            <a:r>
              <a:rPr lang="en-US" dirty="0"/>
              <a:t>0 BANANA$</a:t>
            </a:r>
            <a:br>
              <a:rPr lang="en-US" dirty="0"/>
            </a:br>
            <a:r>
              <a:rPr lang="en-US" dirty="0"/>
              <a:t>1 ANANA$B</a:t>
            </a:r>
            <a:br>
              <a:rPr lang="en-US" dirty="0"/>
            </a:br>
            <a:r>
              <a:rPr lang="en-US" dirty="0"/>
              <a:t>2 NANA$BA</a:t>
            </a:r>
            <a:br>
              <a:rPr lang="en-US" dirty="0"/>
            </a:br>
            <a:r>
              <a:rPr lang="en-US" dirty="0"/>
              <a:t>3 ANA$BAN</a:t>
            </a:r>
            <a:br>
              <a:rPr lang="en-US" dirty="0"/>
            </a:br>
            <a:r>
              <a:rPr lang="en-US" dirty="0"/>
              <a:t>4 NA$BANA</a:t>
            </a:r>
            <a:br>
              <a:rPr lang="en-US" dirty="0"/>
            </a:br>
            <a:r>
              <a:rPr lang="en-US" dirty="0"/>
              <a:t>5 A$BANAN</a:t>
            </a:r>
            <a:br>
              <a:rPr lang="en-US" dirty="0"/>
            </a:br>
            <a:r>
              <a:rPr lang="en-US" dirty="0"/>
              <a:t>6 $BANANA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AF0BC-2CB4-CEBE-1187-C486EC705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9B691C-07E0-88C2-F9C7-5B942601AEC9}"/>
              </a:ext>
            </a:extLst>
          </p:cNvPr>
          <p:cNvSpPr txBox="1">
            <a:spLocks/>
          </p:cNvSpPr>
          <p:nvPr/>
        </p:nvSpPr>
        <p:spPr>
          <a:xfrm>
            <a:off x="4559622" y="1684319"/>
            <a:ext cx="3780433" cy="497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Sort in lexicographic order:</a:t>
            </a:r>
            <a:br>
              <a:rPr lang="en-US" dirty="0"/>
            </a:br>
            <a:r>
              <a:rPr lang="en-US" dirty="0"/>
              <a:t>6 $BANAN A</a:t>
            </a:r>
            <a:br>
              <a:rPr lang="en-US" dirty="0"/>
            </a:br>
            <a:r>
              <a:rPr lang="en-US" dirty="0"/>
              <a:t>5 A$BANA N</a:t>
            </a:r>
            <a:br>
              <a:rPr lang="en-US" dirty="0"/>
            </a:br>
            <a:r>
              <a:rPr lang="en-US" dirty="0"/>
              <a:t>3 ANA$BA N</a:t>
            </a:r>
            <a:br>
              <a:rPr lang="en-US" dirty="0"/>
            </a:br>
            <a:r>
              <a:rPr lang="en-US" dirty="0"/>
              <a:t>1 ANANA$ B</a:t>
            </a:r>
            <a:br>
              <a:rPr lang="en-US" dirty="0"/>
            </a:br>
            <a:r>
              <a:rPr lang="en-US" dirty="0"/>
              <a:t>0 BANANA $</a:t>
            </a:r>
            <a:br>
              <a:rPr lang="en-US" dirty="0"/>
            </a:br>
            <a:r>
              <a:rPr lang="en-US" dirty="0"/>
              <a:t>4 NA$BAN A</a:t>
            </a:r>
            <a:br>
              <a:rPr lang="en-US" dirty="0"/>
            </a:br>
            <a:r>
              <a:rPr lang="en-US" dirty="0"/>
              <a:t>2 NANA$B A</a:t>
            </a:r>
            <a:br>
              <a:rPr lang="en-US" dirty="0"/>
            </a:b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A4C5B7-913B-361C-2990-1630DAFD4425}"/>
              </a:ext>
            </a:extLst>
          </p:cNvPr>
          <p:cNvSpPr/>
          <p:nvPr/>
        </p:nvSpPr>
        <p:spPr>
          <a:xfrm>
            <a:off x="6174297" y="2583809"/>
            <a:ext cx="310393" cy="30116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4AFBA4-9FA5-AEFB-8B45-029B46768764}"/>
              </a:ext>
            </a:extLst>
          </p:cNvPr>
          <p:cNvSpPr/>
          <p:nvPr/>
        </p:nvSpPr>
        <p:spPr>
          <a:xfrm>
            <a:off x="4577798" y="2583809"/>
            <a:ext cx="310393" cy="30116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3B2893-089B-5052-DBA0-9622FD56E8CB}"/>
              </a:ext>
            </a:extLst>
          </p:cNvPr>
          <p:cNvSpPr txBox="1"/>
          <p:nvPr/>
        </p:nvSpPr>
        <p:spPr>
          <a:xfrm>
            <a:off x="8398517" y="1675868"/>
            <a:ext cx="30198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Suffix Array:</a:t>
            </a:r>
          </a:p>
          <a:p>
            <a:r>
              <a:rPr lang="en-US" sz="2800" dirty="0"/>
              <a:t>6 5 3 1 0 4 2</a:t>
            </a:r>
          </a:p>
          <a:p>
            <a:r>
              <a:rPr lang="en-US" sz="2800" dirty="0"/>
              <a:t>BWT:</a:t>
            </a:r>
          </a:p>
          <a:p>
            <a:r>
              <a:rPr lang="en-US" sz="2800" dirty="0"/>
              <a:t>ANNB$AA</a:t>
            </a:r>
          </a:p>
        </p:txBody>
      </p:sp>
    </p:spTree>
    <p:extLst>
      <p:ext uri="{BB962C8B-B14F-4D97-AF65-F5344CB8AC3E}">
        <p14:creationId xmlns:p14="http://schemas.microsoft.com/office/powerpoint/2010/main" val="26217273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E3FA4-E998-2021-4287-DCFAA329B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BWT 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30FA9-1E66-7954-086A-F3891F38C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2824457"/>
          </a:xfrm>
        </p:spPr>
        <p:txBody>
          <a:bodyPr/>
          <a:lstStyle/>
          <a:p>
            <a:r>
              <a:rPr lang="en-US" dirty="0"/>
              <a:t>If the original string had several substrings that occurred often, then the BWT-transformed string will have several places where a single character is repeated many times in a row, creating more-easily-compressible data. 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FEA28-B579-5435-FB06-E9A9C284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610CA7-3FF0-C146-7B6B-9997027DF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80" y="4420997"/>
            <a:ext cx="12192000" cy="132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6121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5A7FA-4312-93F7-BCD9-B6214CE6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BWT reversibility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B59DD-6F29-C129-14E3-CE8740DCD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C9ABE0-E1D0-1030-CD5E-1F7A708039CB}"/>
              </a:ext>
            </a:extLst>
          </p:cNvPr>
          <p:cNvSpPr txBox="1"/>
          <p:nvPr/>
        </p:nvSpPr>
        <p:spPr>
          <a:xfrm>
            <a:off x="740328" y="2491422"/>
            <a:ext cx="45929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</a:t>
            </a:r>
            <a:br>
              <a:rPr lang="en-US" sz="2800" dirty="0"/>
            </a:br>
            <a:r>
              <a:rPr lang="en-US" sz="2800" dirty="0"/>
              <a:t>N</a:t>
            </a:r>
            <a:br>
              <a:rPr lang="en-US" sz="2800" dirty="0"/>
            </a:br>
            <a:r>
              <a:rPr lang="en-US" sz="2800" dirty="0" err="1"/>
              <a:t>N</a:t>
            </a:r>
            <a:br>
              <a:rPr lang="en-US" sz="2800" dirty="0"/>
            </a:br>
            <a:r>
              <a:rPr lang="en-US" sz="2800" dirty="0"/>
              <a:t>B</a:t>
            </a:r>
            <a:br>
              <a:rPr lang="en-US" sz="2800" dirty="0"/>
            </a:br>
            <a:r>
              <a:rPr lang="en-US" sz="2800" dirty="0"/>
              <a:t>$</a:t>
            </a:r>
            <a:br>
              <a:rPr lang="en-US" sz="2800" dirty="0"/>
            </a:br>
            <a:r>
              <a:rPr lang="en-US" sz="2800" dirty="0"/>
              <a:t>A</a:t>
            </a:r>
            <a:br>
              <a:rPr lang="en-US" sz="2800" dirty="0"/>
            </a:br>
            <a:r>
              <a:rPr lang="en-US" sz="2800" dirty="0" err="1"/>
              <a:t>A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94B47E-78D0-B01D-3A13-3BFF32574EF4}"/>
              </a:ext>
            </a:extLst>
          </p:cNvPr>
          <p:cNvSpPr txBox="1"/>
          <p:nvPr/>
        </p:nvSpPr>
        <p:spPr>
          <a:xfrm>
            <a:off x="1361114" y="3784083"/>
            <a:ext cx="88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29E110-3EAF-B27B-AE27-34C506E2DD3D}"/>
              </a:ext>
            </a:extLst>
          </p:cNvPr>
          <p:cNvSpPr txBox="1"/>
          <p:nvPr/>
        </p:nvSpPr>
        <p:spPr>
          <a:xfrm>
            <a:off x="2386669" y="2491421"/>
            <a:ext cx="45929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$</a:t>
            </a:r>
            <a:r>
              <a:rPr lang="en-US" sz="2800" dirty="0"/>
              <a:t>A</a:t>
            </a:r>
          </a:p>
          <a:p>
            <a:r>
              <a:rPr lang="en-US" sz="2800" dirty="0"/>
              <a:t>A</a:t>
            </a:r>
          </a:p>
          <a:p>
            <a:r>
              <a:rPr lang="en-US" sz="2800" dirty="0"/>
              <a:t>A</a:t>
            </a:r>
            <a:br>
              <a:rPr lang="en-US" sz="2800" dirty="0"/>
            </a:br>
            <a:r>
              <a:rPr lang="en-US" sz="2800" dirty="0"/>
              <a:t>BN</a:t>
            </a:r>
            <a:br>
              <a:rPr lang="en-US" sz="2800" dirty="0"/>
            </a:br>
            <a:r>
              <a:rPr lang="en-US" sz="2800" dirty="0"/>
              <a:t>N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9052F0-85E0-8BFC-2BFE-F37F53F6FEBC}"/>
              </a:ext>
            </a:extLst>
          </p:cNvPr>
          <p:cNvSpPr txBox="1"/>
          <p:nvPr/>
        </p:nvSpPr>
        <p:spPr>
          <a:xfrm>
            <a:off x="2984386" y="3784083"/>
            <a:ext cx="88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Add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7DBBAF-585E-242C-83A3-062446FE491B}"/>
              </a:ext>
            </a:extLst>
          </p:cNvPr>
          <p:cNvSpPr txBox="1"/>
          <p:nvPr/>
        </p:nvSpPr>
        <p:spPr>
          <a:xfrm>
            <a:off x="3902982" y="2491421"/>
            <a:ext cx="105491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A$</a:t>
            </a:r>
            <a:br>
              <a:rPr lang="en-US" sz="2800" dirty="0"/>
            </a:br>
            <a:r>
              <a:rPr lang="en-US" sz="2800" dirty="0"/>
              <a:t>NA</a:t>
            </a:r>
          </a:p>
          <a:p>
            <a:r>
              <a:rPr lang="en-US" sz="2800" dirty="0"/>
              <a:t>NA</a:t>
            </a:r>
          </a:p>
          <a:p>
            <a:r>
              <a:rPr lang="en-US" sz="2800" dirty="0"/>
              <a:t>BA</a:t>
            </a:r>
            <a:br>
              <a:rPr lang="en-US" sz="2800" dirty="0"/>
            </a:br>
            <a:r>
              <a:rPr lang="en-US" sz="2800" dirty="0"/>
              <a:t>$B</a:t>
            </a:r>
            <a:br>
              <a:rPr lang="en-US" sz="2800" dirty="0"/>
            </a:br>
            <a:r>
              <a:rPr lang="en-US" sz="2800" dirty="0"/>
              <a:t>AN</a:t>
            </a:r>
            <a:br>
              <a:rPr lang="en-US" sz="2800" dirty="0"/>
            </a:br>
            <a:r>
              <a:rPr lang="en-US" sz="2800" dirty="0" err="1"/>
              <a:t>AN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BDF628-A935-09E6-FBA6-C94F2E8300C5}"/>
              </a:ext>
            </a:extLst>
          </p:cNvPr>
          <p:cNvSpPr txBox="1"/>
          <p:nvPr/>
        </p:nvSpPr>
        <p:spPr>
          <a:xfrm>
            <a:off x="4545785" y="3737916"/>
            <a:ext cx="88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Sort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1C24DA-C143-BBA0-CC11-4D229485B8FD}"/>
              </a:ext>
            </a:extLst>
          </p:cNvPr>
          <p:cNvSpPr txBox="1"/>
          <p:nvPr/>
        </p:nvSpPr>
        <p:spPr>
          <a:xfrm>
            <a:off x="5432921" y="2491421"/>
            <a:ext cx="105491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$B</a:t>
            </a:r>
            <a:br>
              <a:rPr lang="en-US" sz="2800" dirty="0"/>
            </a:br>
            <a:r>
              <a:rPr lang="en-US" sz="2800" dirty="0"/>
              <a:t>A$</a:t>
            </a:r>
          </a:p>
          <a:p>
            <a:r>
              <a:rPr lang="en-US" sz="2800" dirty="0"/>
              <a:t>AN</a:t>
            </a:r>
          </a:p>
          <a:p>
            <a:r>
              <a:rPr lang="en-US" sz="2800" dirty="0"/>
              <a:t>AN</a:t>
            </a:r>
          </a:p>
          <a:p>
            <a:r>
              <a:rPr lang="en-US" sz="2800" dirty="0"/>
              <a:t>BA</a:t>
            </a:r>
            <a:br>
              <a:rPr lang="en-US" sz="2800" dirty="0"/>
            </a:br>
            <a:r>
              <a:rPr lang="en-US" sz="2800" dirty="0"/>
              <a:t>NA</a:t>
            </a:r>
            <a:br>
              <a:rPr lang="en-US" sz="2800" dirty="0"/>
            </a:br>
            <a:r>
              <a:rPr lang="en-US" sz="2800" dirty="0" err="1"/>
              <a:t>NA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E7AB41-8E04-B090-5F11-788D621A10FC}"/>
              </a:ext>
            </a:extLst>
          </p:cNvPr>
          <p:cNvSpPr txBox="1"/>
          <p:nvPr/>
        </p:nvSpPr>
        <p:spPr>
          <a:xfrm>
            <a:off x="6096000" y="3737916"/>
            <a:ext cx="88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Add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E9C395-DF1A-72CB-9655-B13F742543DB}"/>
              </a:ext>
            </a:extLst>
          </p:cNvPr>
          <p:cNvSpPr txBox="1"/>
          <p:nvPr/>
        </p:nvSpPr>
        <p:spPr>
          <a:xfrm>
            <a:off x="7793022" y="3737916"/>
            <a:ext cx="88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Sort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320A55-CC49-260B-597A-46742AB10001}"/>
              </a:ext>
            </a:extLst>
          </p:cNvPr>
          <p:cNvSpPr txBox="1"/>
          <p:nvPr/>
        </p:nvSpPr>
        <p:spPr>
          <a:xfrm>
            <a:off x="6889345" y="2491421"/>
            <a:ext cx="105491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A$B</a:t>
            </a:r>
            <a:br>
              <a:rPr lang="en-US" sz="2800" dirty="0"/>
            </a:br>
            <a:r>
              <a:rPr lang="en-US" sz="2800" dirty="0"/>
              <a:t>NA$</a:t>
            </a:r>
          </a:p>
          <a:p>
            <a:r>
              <a:rPr lang="en-US" sz="2800" dirty="0"/>
              <a:t>NAN</a:t>
            </a:r>
          </a:p>
          <a:p>
            <a:r>
              <a:rPr lang="en-US" sz="2800" dirty="0"/>
              <a:t>BAN</a:t>
            </a:r>
          </a:p>
          <a:p>
            <a:r>
              <a:rPr lang="en-US" sz="2800" dirty="0"/>
              <a:t>$BA</a:t>
            </a:r>
            <a:br>
              <a:rPr lang="en-US" sz="2800" dirty="0"/>
            </a:br>
            <a:r>
              <a:rPr lang="en-US" sz="2800" dirty="0"/>
              <a:t>ANA</a:t>
            </a:r>
            <a:br>
              <a:rPr lang="en-US" sz="2800" dirty="0"/>
            </a:br>
            <a:r>
              <a:rPr lang="en-US" sz="2800" dirty="0" err="1"/>
              <a:t>ANA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2DFCCC-13A9-8968-5123-2E5C6A244839}"/>
              </a:ext>
            </a:extLst>
          </p:cNvPr>
          <p:cNvSpPr txBox="1"/>
          <p:nvPr/>
        </p:nvSpPr>
        <p:spPr>
          <a:xfrm>
            <a:off x="8604657" y="2491421"/>
            <a:ext cx="105491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$BA</a:t>
            </a:r>
            <a:br>
              <a:rPr lang="en-US" sz="2800" dirty="0"/>
            </a:br>
            <a:r>
              <a:rPr lang="en-US" sz="2800" dirty="0"/>
              <a:t>A$B</a:t>
            </a:r>
          </a:p>
          <a:p>
            <a:r>
              <a:rPr lang="en-US" sz="2800" dirty="0"/>
              <a:t>ANA</a:t>
            </a:r>
          </a:p>
          <a:p>
            <a:r>
              <a:rPr lang="en-US" sz="2800" dirty="0"/>
              <a:t>ANA</a:t>
            </a:r>
          </a:p>
          <a:p>
            <a:r>
              <a:rPr lang="en-US" sz="2800" dirty="0"/>
              <a:t>BAN</a:t>
            </a:r>
            <a:br>
              <a:rPr lang="en-US" sz="2800" dirty="0"/>
            </a:br>
            <a:r>
              <a:rPr lang="en-US" sz="2800" dirty="0"/>
              <a:t>NA$</a:t>
            </a:r>
            <a:br>
              <a:rPr lang="en-US" sz="2800" dirty="0"/>
            </a:br>
            <a:r>
              <a:rPr lang="en-US" sz="2800" dirty="0"/>
              <a:t>NAN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817149-19C9-D324-2B96-262AA5B6A65F}"/>
              </a:ext>
            </a:extLst>
          </p:cNvPr>
          <p:cNvSpPr txBox="1"/>
          <p:nvPr/>
        </p:nvSpPr>
        <p:spPr>
          <a:xfrm>
            <a:off x="9469531" y="3784083"/>
            <a:ext cx="88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Add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E33221-BD95-CC36-FF18-87459952E567}"/>
              </a:ext>
            </a:extLst>
          </p:cNvPr>
          <p:cNvSpPr txBox="1"/>
          <p:nvPr/>
        </p:nvSpPr>
        <p:spPr>
          <a:xfrm>
            <a:off x="10319969" y="2491421"/>
            <a:ext cx="15336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A$BA</a:t>
            </a:r>
            <a:br>
              <a:rPr lang="en-US" sz="2800" dirty="0"/>
            </a:br>
            <a:r>
              <a:rPr lang="en-US" sz="2800" dirty="0"/>
              <a:t>NA$B</a:t>
            </a:r>
          </a:p>
          <a:p>
            <a:r>
              <a:rPr lang="en-US" sz="2800" dirty="0"/>
              <a:t>NANA</a:t>
            </a:r>
          </a:p>
          <a:p>
            <a:r>
              <a:rPr lang="en-US" sz="2800" dirty="0"/>
              <a:t>BANA</a:t>
            </a:r>
          </a:p>
          <a:p>
            <a:r>
              <a:rPr lang="en-US" sz="2800" dirty="0"/>
              <a:t>$BAN</a:t>
            </a:r>
            <a:br>
              <a:rPr lang="en-US" sz="2800" dirty="0"/>
            </a:br>
            <a:r>
              <a:rPr lang="en-US" sz="2800" dirty="0"/>
              <a:t>ANA$</a:t>
            </a:r>
            <a:br>
              <a:rPr lang="en-US" sz="2800" dirty="0"/>
            </a:br>
            <a:r>
              <a:rPr lang="en-US" sz="2800" dirty="0"/>
              <a:t>ANAN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083986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007F2-72E2-B08A-13F6-3D0F7691D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73F2-23D4-2035-62E5-37EDA0F10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BWT reversibility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0FF91-E3E6-E1F0-4696-6534D79E0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7F7AB5-CA88-137B-531A-9428B3A3179E}"/>
              </a:ext>
            </a:extLst>
          </p:cNvPr>
          <p:cNvSpPr txBox="1"/>
          <p:nvPr/>
        </p:nvSpPr>
        <p:spPr>
          <a:xfrm>
            <a:off x="1361114" y="3784083"/>
            <a:ext cx="88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09084A-979A-A2C8-1290-F8F8FE7B739A}"/>
              </a:ext>
            </a:extLst>
          </p:cNvPr>
          <p:cNvSpPr txBox="1"/>
          <p:nvPr/>
        </p:nvSpPr>
        <p:spPr>
          <a:xfrm>
            <a:off x="6733233" y="3784083"/>
            <a:ext cx="88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Add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47B51E-D389-7DBE-A330-72B92CB1FED9}"/>
              </a:ext>
            </a:extLst>
          </p:cNvPr>
          <p:cNvSpPr txBox="1"/>
          <p:nvPr/>
        </p:nvSpPr>
        <p:spPr>
          <a:xfrm>
            <a:off x="4874962" y="3784083"/>
            <a:ext cx="88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Sort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9DD3AB-56FF-CDE8-C2F6-1CFBCDC4D73B}"/>
              </a:ext>
            </a:extLst>
          </p:cNvPr>
          <p:cNvSpPr txBox="1"/>
          <p:nvPr/>
        </p:nvSpPr>
        <p:spPr>
          <a:xfrm>
            <a:off x="8882922" y="3784083"/>
            <a:ext cx="88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Sort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CEAE41-ACEE-A5A3-4754-667817545670}"/>
              </a:ext>
            </a:extLst>
          </p:cNvPr>
          <p:cNvSpPr txBox="1"/>
          <p:nvPr/>
        </p:nvSpPr>
        <p:spPr>
          <a:xfrm>
            <a:off x="3016691" y="3784083"/>
            <a:ext cx="88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Add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0A4FBA-B9FB-705E-7A55-46FD02AEB31C}"/>
              </a:ext>
            </a:extLst>
          </p:cNvPr>
          <p:cNvSpPr txBox="1"/>
          <p:nvPr/>
        </p:nvSpPr>
        <p:spPr>
          <a:xfrm>
            <a:off x="381704" y="2491421"/>
            <a:ext cx="15336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A$BA</a:t>
            </a:r>
            <a:br>
              <a:rPr lang="en-US" sz="2800" dirty="0"/>
            </a:br>
            <a:r>
              <a:rPr lang="en-US" sz="2800" dirty="0"/>
              <a:t>NA$B</a:t>
            </a:r>
          </a:p>
          <a:p>
            <a:r>
              <a:rPr lang="en-US" sz="2800" dirty="0"/>
              <a:t>NANA</a:t>
            </a:r>
          </a:p>
          <a:p>
            <a:r>
              <a:rPr lang="en-US" sz="2800" dirty="0"/>
              <a:t>BANA</a:t>
            </a:r>
          </a:p>
          <a:p>
            <a:r>
              <a:rPr lang="en-US" sz="2800" dirty="0"/>
              <a:t>$BAN</a:t>
            </a:r>
            <a:br>
              <a:rPr lang="en-US" sz="2800" dirty="0"/>
            </a:br>
            <a:r>
              <a:rPr lang="en-US" sz="2800" dirty="0"/>
              <a:t>ANA$</a:t>
            </a:r>
            <a:br>
              <a:rPr lang="en-US" sz="2800" dirty="0"/>
            </a:br>
            <a:r>
              <a:rPr lang="en-US" sz="2800" dirty="0"/>
              <a:t>ANAN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8B2F8-820B-D833-F9E9-6B33E9AB8B37}"/>
              </a:ext>
            </a:extLst>
          </p:cNvPr>
          <p:cNvSpPr txBox="1"/>
          <p:nvPr/>
        </p:nvSpPr>
        <p:spPr>
          <a:xfrm>
            <a:off x="2044516" y="2537588"/>
            <a:ext cx="15336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$BAN</a:t>
            </a:r>
            <a:br>
              <a:rPr lang="en-US" sz="2800" dirty="0"/>
            </a:br>
            <a:r>
              <a:rPr lang="en-US" sz="2800" dirty="0"/>
              <a:t>A$BA</a:t>
            </a:r>
          </a:p>
          <a:p>
            <a:r>
              <a:rPr lang="en-US" sz="2800" dirty="0"/>
              <a:t>ANA$</a:t>
            </a:r>
          </a:p>
          <a:p>
            <a:r>
              <a:rPr lang="en-US" sz="2800" dirty="0"/>
              <a:t>ANAN</a:t>
            </a:r>
          </a:p>
          <a:p>
            <a:r>
              <a:rPr lang="en-US" sz="2800" dirty="0"/>
              <a:t>BANA</a:t>
            </a:r>
            <a:br>
              <a:rPr lang="en-US" sz="2800" dirty="0"/>
            </a:br>
            <a:r>
              <a:rPr lang="en-US" sz="2800" dirty="0"/>
              <a:t>NA$B</a:t>
            </a:r>
            <a:br>
              <a:rPr lang="en-US" sz="2800" dirty="0"/>
            </a:br>
            <a:r>
              <a:rPr lang="en-US" sz="2800" dirty="0"/>
              <a:t>NANA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18EEA-467F-F4E2-3B2F-53259FEF1F05}"/>
              </a:ext>
            </a:extLst>
          </p:cNvPr>
          <p:cNvSpPr txBox="1"/>
          <p:nvPr/>
        </p:nvSpPr>
        <p:spPr>
          <a:xfrm>
            <a:off x="3738718" y="2537588"/>
            <a:ext cx="15336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A$BAN</a:t>
            </a:r>
            <a:br>
              <a:rPr lang="en-US" sz="2800" dirty="0"/>
            </a:br>
            <a:r>
              <a:rPr lang="en-US" sz="2800" dirty="0"/>
              <a:t>NA$BA</a:t>
            </a:r>
          </a:p>
          <a:p>
            <a:r>
              <a:rPr lang="en-US" sz="2800" dirty="0"/>
              <a:t>NANA$</a:t>
            </a:r>
          </a:p>
          <a:p>
            <a:r>
              <a:rPr lang="en-US" sz="2800" dirty="0"/>
              <a:t>BANAN</a:t>
            </a:r>
          </a:p>
          <a:p>
            <a:r>
              <a:rPr lang="en-US" sz="2800" dirty="0"/>
              <a:t>$BANA</a:t>
            </a:r>
            <a:br>
              <a:rPr lang="en-US" sz="2800" dirty="0"/>
            </a:br>
            <a:r>
              <a:rPr lang="en-US" sz="2800" dirty="0"/>
              <a:t>ANA$B</a:t>
            </a:r>
            <a:br>
              <a:rPr lang="en-US" sz="2800" dirty="0"/>
            </a:br>
            <a:r>
              <a:rPr lang="en-US" sz="2800" dirty="0"/>
              <a:t>ANANA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92FBA6-689D-F568-A119-627EEA83B05F}"/>
              </a:ext>
            </a:extLst>
          </p:cNvPr>
          <p:cNvSpPr txBox="1"/>
          <p:nvPr/>
        </p:nvSpPr>
        <p:spPr>
          <a:xfrm>
            <a:off x="7436198" y="2537588"/>
            <a:ext cx="15336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A$BANA</a:t>
            </a:r>
          </a:p>
          <a:p>
            <a:r>
              <a:rPr lang="en-US" sz="2800" dirty="0"/>
              <a:t>NA$BAN</a:t>
            </a:r>
          </a:p>
          <a:p>
            <a:r>
              <a:rPr lang="en-US" sz="2800" dirty="0"/>
              <a:t>NANA$B</a:t>
            </a:r>
          </a:p>
          <a:p>
            <a:r>
              <a:rPr lang="en-US" sz="2800" dirty="0"/>
              <a:t>BANANA</a:t>
            </a:r>
          </a:p>
          <a:p>
            <a:r>
              <a:rPr lang="en-US" sz="2800" dirty="0"/>
              <a:t>$BANAN</a:t>
            </a:r>
            <a:br>
              <a:rPr lang="en-US" sz="2800" dirty="0"/>
            </a:br>
            <a:r>
              <a:rPr lang="en-US" sz="2800" dirty="0"/>
              <a:t>ANA$BA</a:t>
            </a:r>
            <a:br>
              <a:rPr lang="en-US" sz="2800" dirty="0"/>
            </a:br>
            <a:r>
              <a:rPr lang="en-US" sz="2800" dirty="0"/>
              <a:t>ANANA$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BE4387-2E67-9944-3B07-7C234340C350}"/>
              </a:ext>
            </a:extLst>
          </p:cNvPr>
          <p:cNvSpPr txBox="1"/>
          <p:nvPr/>
        </p:nvSpPr>
        <p:spPr>
          <a:xfrm>
            <a:off x="5545906" y="2537588"/>
            <a:ext cx="15336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$BANA</a:t>
            </a:r>
          </a:p>
          <a:p>
            <a:r>
              <a:rPr lang="en-US" sz="2800" dirty="0"/>
              <a:t>A$BAN</a:t>
            </a:r>
          </a:p>
          <a:p>
            <a:r>
              <a:rPr lang="en-US" sz="2800" dirty="0"/>
              <a:t>ANA$B</a:t>
            </a:r>
          </a:p>
          <a:p>
            <a:r>
              <a:rPr lang="en-US" sz="2800" dirty="0"/>
              <a:t>ANANA</a:t>
            </a:r>
          </a:p>
          <a:p>
            <a:r>
              <a:rPr lang="en-US" sz="2800" dirty="0"/>
              <a:t>BANAN</a:t>
            </a:r>
            <a:br>
              <a:rPr lang="en-US" sz="2800" dirty="0"/>
            </a:br>
            <a:r>
              <a:rPr lang="en-US" sz="2800" dirty="0"/>
              <a:t>NA$BA</a:t>
            </a:r>
            <a:br>
              <a:rPr lang="en-US" sz="2800" dirty="0"/>
            </a:br>
            <a:r>
              <a:rPr lang="en-US" sz="2800" dirty="0"/>
              <a:t>NANA$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EF655-2349-7823-8546-7877258DF4CB}"/>
              </a:ext>
            </a:extLst>
          </p:cNvPr>
          <p:cNvSpPr txBox="1"/>
          <p:nvPr/>
        </p:nvSpPr>
        <p:spPr>
          <a:xfrm>
            <a:off x="9770058" y="2537588"/>
            <a:ext cx="15336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$BANAN</a:t>
            </a:r>
          </a:p>
          <a:p>
            <a:r>
              <a:rPr lang="en-US" sz="2800" dirty="0"/>
              <a:t>A$BANA</a:t>
            </a:r>
          </a:p>
          <a:p>
            <a:r>
              <a:rPr lang="en-US" sz="2800" dirty="0"/>
              <a:t>ANA$BA</a:t>
            </a:r>
          </a:p>
          <a:p>
            <a:r>
              <a:rPr lang="en-US" sz="2800" dirty="0"/>
              <a:t>ANANA$</a:t>
            </a:r>
          </a:p>
          <a:p>
            <a:r>
              <a:rPr lang="en-US" sz="2800" dirty="0"/>
              <a:t>BANANA</a:t>
            </a:r>
            <a:br>
              <a:rPr lang="en-US" sz="2800" dirty="0"/>
            </a:br>
            <a:r>
              <a:rPr lang="en-US" sz="2800" dirty="0"/>
              <a:t>NA$BAN</a:t>
            </a:r>
            <a:br>
              <a:rPr lang="en-US" sz="2800" dirty="0"/>
            </a:br>
            <a:r>
              <a:rPr lang="en-US" sz="2800" dirty="0"/>
              <a:t>NANA$B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94128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66F39-3305-2BE8-D2BD-8AD56D4CD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27C80-AA1E-F416-1824-7950A7E5E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BWT reversibility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6B78E-84F2-0A23-5514-D494B16CE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08988-4303-EB52-87F3-E3F22FA1C26B}"/>
              </a:ext>
            </a:extLst>
          </p:cNvPr>
          <p:cNvSpPr txBox="1"/>
          <p:nvPr/>
        </p:nvSpPr>
        <p:spPr>
          <a:xfrm>
            <a:off x="3003470" y="3796223"/>
            <a:ext cx="88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Sort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467DAC-F1B0-551E-7BBE-F34E657844F1}"/>
              </a:ext>
            </a:extLst>
          </p:cNvPr>
          <p:cNvSpPr txBox="1"/>
          <p:nvPr/>
        </p:nvSpPr>
        <p:spPr>
          <a:xfrm>
            <a:off x="444699" y="3796223"/>
            <a:ext cx="88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Add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7FCFD2-B776-6410-2DB9-3CC7001EFC8D}"/>
              </a:ext>
            </a:extLst>
          </p:cNvPr>
          <p:cNvSpPr txBox="1"/>
          <p:nvPr/>
        </p:nvSpPr>
        <p:spPr>
          <a:xfrm>
            <a:off x="1423474" y="2638260"/>
            <a:ext cx="176416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A$BANAN</a:t>
            </a:r>
          </a:p>
          <a:p>
            <a:r>
              <a:rPr lang="en-US" sz="2800" dirty="0"/>
              <a:t>NA$BANA</a:t>
            </a:r>
          </a:p>
          <a:p>
            <a:r>
              <a:rPr lang="en-US" sz="2800" dirty="0"/>
              <a:t>NANA$BA</a:t>
            </a:r>
          </a:p>
          <a:p>
            <a:r>
              <a:rPr lang="en-US" sz="2800" dirty="0"/>
              <a:t>BANANA$</a:t>
            </a:r>
          </a:p>
          <a:p>
            <a:r>
              <a:rPr lang="en-US" sz="2800" dirty="0"/>
              <a:t>$BANANA</a:t>
            </a:r>
            <a:br>
              <a:rPr lang="en-US" sz="2800" dirty="0"/>
            </a:br>
            <a:r>
              <a:rPr lang="en-US" sz="2800" dirty="0"/>
              <a:t>ANA$BAN</a:t>
            </a:r>
            <a:br>
              <a:rPr lang="en-US" sz="2800" dirty="0"/>
            </a:br>
            <a:r>
              <a:rPr lang="en-US" sz="2800" dirty="0"/>
              <a:t>ANANA$B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5FADEA-4332-FA9F-858F-5A4DB07B35DE}"/>
              </a:ext>
            </a:extLst>
          </p:cNvPr>
          <p:cNvSpPr txBox="1"/>
          <p:nvPr/>
        </p:nvSpPr>
        <p:spPr>
          <a:xfrm>
            <a:off x="3816225" y="2638260"/>
            <a:ext cx="176416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$BANANA</a:t>
            </a:r>
          </a:p>
          <a:p>
            <a:r>
              <a:rPr lang="en-US" sz="2800" dirty="0"/>
              <a:t>A$BANAN</a:t>
            </a:r>
          </a:p>
          <a:p>
            <a:r>
              <a:rPr lang="en-US" sz="2800" dirty="0"/>
              <a:t>ANA$BAN</a:t>
            </a:r>
          </a:p>
          <a:p>
            <a:r>
              <a:rPr lang="en-US" sz="2800" dirty="0"/>
              <a:t>ANANA$B</a:t>
            </a:r>
          </a:p>
          <a:p>
            <a:r>
              <a:rPr lang="en-US" sz="2800" dirty="0"/>
              <a:t>BANANA$</a:t>
            </a:r>
            <a:br>
              <a:rPr lang="en-US" sz="2800" dirty="0"/>
            </a:br>
            <a:r>
              <a:rPr lang="en-US" sz="2800" dirty="0"/>
              <a:t>NA$BANA</a:t>
            </a:r>
            <a:br>
              <a:rPr lang="en-US" sz="2800" dirty="0"/>
            </a:br>
            <a:r>
              <a:rPr lang="en-US" sz="2800" dirty="0"/>
              <a:t>NANA$BA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979976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E4D62-C811-08DF-9CA3-129FB03EA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BWT and SA for sequence alignments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89B47-CB4B-CCB8-A457-D90E52536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Reference sequence: CGATGCACCGGT: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4CDEC-BF33-CCFD-FCDC-31529F5F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CFF68C-1427-2DAD-69F0-A5AB6368F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907" y="2129831"/>
            <a:ext cx="9521191" cy="443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2216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E0018-125E-3D48-F3AA-419D0A56F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DEA772-876E-0F6C-C669-C1C0F5CBD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309" y="1342657"/>
            <a:ext cx="4124510" cy="4532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032071-4023-BA13-8CCC-AC2526A87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BWT and SA for sequence alignments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697DA-CE98-A184-45D3-B1B3C0FED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Reference sequence: CGATGCACCGGT,</a:t>
            </a:r>
          </a:p>
          <a:p>
            <a:r>
              <a:rPr lang="en-US" dirty="0"/>
              <a:t>Match read TGCA</a:t>
            </a:r>
          </a:p>
          <a:p>
            <a:r>
              <a:rPr lang="en-US" dirty="0"/>
              <a:t>Start at the end, look for A’s in the SA</a:t>
            </a:r>
          </a:p>
          <a:p>
            <a:r>
              <a:rPr lang="en-US" dirty="0"/>
              <a:t>Find which of the A’s are followed by C -- 1</a:t>
            </a:r>
            <a:r>
              <a:rPr lang="en-US" baseline="30000" dirty="0"/>
              <a:t>st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 in the BWT, look at the 1</a:t>
            </a:r>
            <a:r>
              <a:rPr lang="en-US" baseline="30000" dirty="0"/>
              <a:t>st</a:t>
            </a:r>
            <a:r>
              <a:rPr lang="en-US" dirty="0"/>
              <a:t> C in the SA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DF5D4-4A38-7951-C5DD-7D10ADE0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95BCA6-AAB5-17BD-DF14-BD291C95A280}"/>
              </a:ext>
            </a:extLst>
          </p:cNvPr>
          <p:cNvSpPr/>
          <p:nvPr/>
        </p:nvSpPr>
        <p:spPr>
          <a:xfrm>
            <a:off x="9680895" y="1686187"/>
            <a:ext cx="2032924" cy="4865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2903A6-6FF9-3545-EE0A-672D4430EF78}"/>
              </a:ext>
            </a:extLst>
          </p:cNvPr>
          <p:cNvCxnSpPr/>
          <p:nvPr/>
        </p:nvCxnSpPr>
        <p:spPr>
          <a:xfrm flipH="1">
            <a:off x="10654018" y="1853967"/>
            <a:ext cx="780176" cy="436227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684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9A61E-BA6F-3B08-E39F-B2D2E7B08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BBD046-823E-A8A7-ACD1-A6E887C8A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309" y="1342657"/>
            <a:ext cx="4124510" cy="4532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5B1431-5D64-F9FD-3470-80B8DAB77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BWT and SA for sequence alignments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D2E24-D3AE-F7CA-1CCB-0CAA7C602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Reference sequence: CGATGCACCGGT,</a:t>
            </a:r>
          </a:p>
          <a:p>
            <a:r>
              <a:rPr lang="en-US" dirty="0"/>
              <a:t>Match read TGCA</a:t>
            </a:r>
          </a:p>
          <a:p>
            <a:r>
              <a:rPr lang="en-US" dirty="0"/>
              <a:t>Start at the end, look for A’s in the SA</a:t>
            </a:r>
          </a:p>
          <a:p>
            <a:r>
              <a:rPr lang="en-US" dirty="0"/>
              <a:t>Find which of the A’s are followed by C -- 1</a:t>
            </a:r>
            <a:r>
              <a:rPr lang="en-US" baseline="30000" dirty="0"/>
              <a:t>st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 in the BWT, look at the 1</a:t>
            </a:r>
            <a:r>
              <a:rPr lang="en-US" baseline="30000" dirty="0"/>
              <a:t>st</a:t>
            </a:r>
            <a:r>
              <a:rPr lang="en-US" dirty="0"/>
              <a:t> C in the SA</a:t>
            </a:r>
          </a:p>
          <a:p>
            <a:r>
              <a:rPr lang="en-US" dirty="0"/>
              <a:t>Is that C followed by a G -- yes, 2</a:t>
            </a:r>
            <a:r>
              <a:rPr lang="en-US" baseline="30000" dirty="0"/>
              <a:t>nd</a:t>
            </a:r>
            <a:r>
              <a:rPr lang="en-US" dirty="0"/>
              <a:t> G in the BWT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E1A23-C98F-BD7F-CD5A-F6A76590C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CF98F0-25DD-D698-EDE0-E5E9AF9D02EC}"/>
              </a:ext>
            </a:extLst>
          </p:cNvPr>
          <p:cNvSpPr/>
          <p:nvPr/>
        </p:nvSpPr>
        <p:spPr>
          <a:xfrm>
            <a:off x="9680895" y="2226733"/>
            <a:ext cx="2032924" cy="1892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C73117-90AD-775C-7BE6-3256082C55D1}"/>
              </a:ext>
            </a:extLst>
          </p:cNvPr>
          <p:cNvCxnSpPr>
            <a:cxnSpLocks/>
          </p:cNvCxnSpPr>
          <p:nvPr/>
        </p:nvCxnSpPr>
        <p:spPr>
          <a:xfrm flipH="1">
            <a:off x="10637240" y="2290194"/>
            <a:ext cx="805343" cy="1275127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9383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A2044-2781-2DCF-07B4-19C810EC5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EA1BC0-C8B1-92B8-0260-7014C2222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309" y="1342657"/>
            <a:ext cx="4124510" cy="4532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A81074-FEB6-6C16-79F0-CB780D406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BWT and SA for sequence alignments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0E557-F5DB-9DC8-9E90-5A27105FD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 sequence: CGATGCACCGGT,</a:t>
            </a:r>
          </a:p>
          <a:p>
            <a:r>
              <a:rPr lang="en-US" dirty="0"/>
              <a:t>Match read TGCA</a:t>
            </a:r>
          </a:p>
          <a:p>
            <a:r>
              <a:rPr lang="en-US" dirty="0"/>
              <a:t>Start at the end, look for A’s in the SA</a:t>
            </a:r>
          </a:p>
          <a:p>
            <a:r>
              <a:rPr lang="en-US" dirty="0"/>
              <a:t>Find which of the A’s are followed by C -- 1</a:t>
            </a:r>
            <a:r>
              <a:rPr lang="en-US" baseline="30000" dirty="0"/>
              <a:t>st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 in the BWT, look at the 1</a:t>
            </a:r>
            <a:r>
              <a:rPr lang="en-US" baseline="30000" dirty="0"/>
              <a:t>st</a:t>
            </a:r>
            <a:r>
              <a:rPr lang="en-US" dirty="0"/>
              <a:t> C in the SA</a:t>
            </a:r>
          </a:p>
          <a:p>
            <a:r>
              <a:rPr lang="en-US" dirty="0"/>
              <a:t>Is that C followed by a G -- yes, 2</a:t>
            </a:r>
            <a:r>
              <a:rPr lang="en-US" baseline="30000" dirty="0"/>
              <a:t>nd</a:t>
            </a:r>
            <a:r>
              <a:rPr lang="en-US" dirty="0"/>
              <a:t> G in the BWT</a:t>
            </a:r>
          </a:p>
          <a:p>
            <a:r>
              <a:rPr lang="en-US" dirty="0"/>
              <a:t>Is the G followed by a T -- yes, 2</a:t>
            </a:r>
            <a:r>
              <a:rPr lang="en-US" baseline="30000" dirty="0"/>
              <a:t>nd</a:t>
            </a:r>
            <a:r>
              <a:rPr lang="en-US" dirty="0"/>
              <a:t> T in the BWT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A9477-F3D8-4DF8-F412-817C9E069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E20337-6185-00D9-1424-016345F0B77A}"/>
              </a:ext>
            </a:extLst>
          </p:cNvPr>
          <p:cNvSpPr/>
          <p:nvPr/>
        </p:nvSpPr>
        <p:spPr>
          <a:xfrm>
            <a:off x="9680895" y="3522061"/>
            <a:ext cx="2032924" cy="1892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A15463-ECFA-5888-2E04-10CEF3EFCBD8}"/>
              </a:ext>
            </a:extLst>
          </p:cNvPr>
          <p:cNvCxnSpPr>
            <a:cxnSpLocks/>
          </p:cNvCxnSpPr>
          <p:nvPr/>
        </p:nvCxnSpPr>
        <p:spPr>
          <a:xfrm flipH="1">
            <a:off x="10561739" y="3608820"/>
            <a:ext cx="820608" cy="98278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2453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151D0-CD4D-9920-DE0F-AE482BA5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9C61AF-E9AB-B32A-0623-346680A6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309" y="1342657"/>
            <a:ext cx="4124510" cy="4532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666DB9-1C81-114E-AFFB-AC9555A9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BWT and SA for sequence alignments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D0C12-7C22-4082-AB3D-4FE9ECBBF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 sequence: CGATGCACCGGT,</a:t>
            </a:r>
          </a:p>
          <a:p>
            <a:r>
              <a:rPr lang="en-US" dirty="0"/>
              <a:t>Match read TGCA</a:t>
            </a:r>
          </a:p>
          <a:p>
            <a:r>
              <a:rPr lang="en-US" dirty="0"/>
              <a:t>Start at the end, look for A’s in the SA</a:t>
            </a:r>
          </a:p>
          <a:p>
            <a:r>
              <a:rPr lang="en-US" dirty="0"/>
              <a:t>Find which of the A’s are followed by C -- 1</a:t>
            </a:r>
            <a:r>
              <a:rPr lang="en-US" baseline="30000" dirty="0"/>
              <a:t>st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 in the BWT, look at the 1</a:t>
            </a:r>
            <a:r>
              <a:rPr lang="en-US" baseline="30000" dirty="0"/>
              <a:t>st</a:t>
            </a:r>
            <a:r>
              <a:rPr lang="en-US" dirty="0"/>
              <a:t> C in the SA</a:t>
            </a:r>
          </a:p>
          <a:p>
            <a:r>
              <a:rPr lang="en-US" dirty="0"/>
              <a:t>Is that C followed by a G -- yes, 2</a:t>
            </a:r>
            <a:r>
              <a:rPr lang="en-US" baseline="30000" dirty="0"/>
              <a:t>nd</a:t>
            </a:r>
            <a:r>
              <a:rPr lang="en-US" dirty="0"/>
              <a:t> G in the BWT</a:t>
            </a:r>
          </a:p>
          <a:p>
            <a:r>
              <a:rPr lang="en-US" dirty="0"/>
              <a:t>Is the G followed by a T -- yes, 2</a:t>
            </a:r>
            <a:r>
              <a:rPr lang="en-US" baseline="30000" dirty="0"/>
              <a:t>nd</a:t>
            </a:r>
            <a:r>
              <a:rPr lang="en-US" dirty="0"/>
              <a:t> T in the BWT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B22E2-E307-6D25-C1D8-1978F91C5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F860C9-3526-4116-E47B-A66AA787D7F4}"/>
              </a:ext>
            </a:extLst>
          </p:cNvPr>
          <p:cNvSpPr/>
          <p:nvPr/>
        </p:nvSpPr>
        <p:spPr>
          <a:xfrm>
            <a:off x="8841996" y="4548340"/>
            <a:ext cx="2788146" cy="2474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861CAD5-AAE5-34F3-80A2-F5BE20A7B987}"/>
              </a:ext>
            </a:extLst>
          </p:cNvPr>
          <p:cNvCxnSpPr>
            <a:cxnSpLocks/>
          </p:cNvCxnSpPr>
          <p:nvPr/>
        </p:nvCxnSpPr>
        <p:spPr>
          <a:xfrm flipH="1">
            <a:off x="10561739" y="3608820"/>
            <a:ext cx="820608" cy="98278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9437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5808C-8F5E-00BA-C1D4-49A44938B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9435644-0A95-9FB9-00B8-546D4899F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309" y="1342657"/>
            <a:ext cx="4124510" cy="4532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1DB484-CE6D-9E99-84F7-654E2C22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BWT and SA for sequence alignments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07C48-171A-8CC9-05AF-44A8FE201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175086"/>
          </a:xfrm>
        </p:spPr>
        <p:txBody>
          <a:bodyPr>
            <a:normAutofit/>
          </a:bodyPr>
          <a:lstStyle/>
          <a:p>
            <a:r>
              <a:rPr lang="en-US" dirty="0"/>
              <a:t>Reference sequence: CGATGCACCGGT,</a:t>
            </a:r>
          </a:p>
          <a:p>
            <a:r>
              <a:rPr lang="en-US" dirty="0"/>
              <a:t>Match read TGCA</a:t>
            </a:r>
          </a:p>
          <a:p>
            <a:r>
              <a:rPr lang="en-US" dirty="0"/>
              <a:t>Start at the end, look for A’s in the SA</a:t>
            </a:r>
          </a:p>
          <a:p>
            <a:r>
              <a:rPr lang="en-US" dirty="0"/>
              <a:t>Find which of the A’s are followed by C -- 1</a:t>
            </a:r>
            <a:r>
              <a:rPr lang="en-US" baseline="30000" dirty="0"/>
              <a:t>st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 in the BWT, look at the 1</a:t>
            </a:r>
            <a:r>
              <a:rPr lang="en-US" baseline="30000" dirty="0"/>
              <a:t>st</a:t>
            </a:r>
            <a:r>
              <a:rPr lang="en-US" dirty="0"/>
              <a:t> C in the SA</a:t>
            </a:r>
          </a:p>
          <a:p>
            <a:r>
              <a:rPr lang="en-US" dirty="0"/>
              <a:t>Is that C followed by a G -- yes, 2</a:t>
            </a:r>
            <a:r>
              <a:rPr lang="en-US" baseline="30000" dirty="0"/>
              <a:t>nd</a:t>
            </a:r>
            <a:r>
              <a:rPr lang="en-US" dirty="0"/>
              <a:t> G in the BWT</a:t>
            </a:r>
          </a:p>
          <a:p>
            <a:r>
              <a:rPr lang="en-US" dirty="0"/>
              <a:t>Is the G followed by a T -- yes, 2</a:t>
            </a:r>
            <a:r>
              <a:rPr lang="en-US" baseline="30000" dirty="0"/>
              <a:t>nd</a:t>
            </a:r>
            <a:r>
              <a:rPr lang="en-US" dirty="0"/>
              <a:t> T in the BWT</a:t>
            </a:r>
          </a:p>
          <a:p>
            <a:r>
              <a:rPr lang="en-US" dirty="0"/>
              <a:t>The SA index of that T is 3!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F9B1A-F0F5-AFB9-4934-6947F0CD1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64780-F590-77F5-4715-84A831FC87EC}"/>
              </a:ext>
            </a:extLst>
          </p:cNvPr>
          <p:cNvSpPr/>
          <p:nvPr/>
        </p:nvSpPr>
        <p:spPr>
          <a:xfrm>
            <a:off x="8841996" y="4548340"/>
            <a:ext cx="2788146" cy="2474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ADAB72-4E80-DFEB-A44B-2547E9228658}"/>
              </a:ext>
            </a:extLst>
          </p:cNvPr>
          <p:cNvCxnSpPr>
            <a:cxnSpLocks/>
          </p:cNvCxnSpPr>
          <p:nvPr/>
        </p:nvCxnSpPr>
        <p:spPr>
          <a:xfrm flipH="1">
            <a:off x="10561739" y="3608820"/>
            <a:ext cx="820608" cy="98278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1927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6E1C3-B59E-E945-DAA6-3B0E7F8FC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Save memory with BWT/SA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47CB4-8381-776C-99C8-DBCCE75F7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780204" cy="3918803"/>
          </a:xfrm>
        </p:spPr>
        <p:txBody>
          <a:bodyPr/>
          <a:lstStyle/>
          <a:p>
            <a:r>
              <a:rPr lang="en-US" dirty="0"/>
              <a:t>Storing suffix array indices is expensive!</a:t>
            </a:r>
          </a:p>
          <a:p>
            <a:r>
              <a:rPr lang="en-US" dirty="0"/>
              <a:t>Do we have to store all of them in BWT/SA?  No!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1624D-5BC9-F697-0383-E85E01D8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F3107-9A17-788A-400F-2C5EF7434790}"/>
              </a:ext>
            </a:extLst>
          </p:cNvPr>
          <p:cNvSpPr txBox="1"/>
          <p:nvPr/>
        </p:nvSpPr>
        <p:spPr>
          <a:xfrm>
            <a:off x="5680037" y="1822024"/>
            <a:ext cx="1570617" cy="4083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12 $...T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  A...C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A...G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  C...G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  C...A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C...$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8  C...C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G...C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G...T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9  G...C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 G...G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 T...G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T...A</a:t>
            </a:r>
          </a:p>
        </p:txBody>
      </p:sp>
    </p:spTree>
    <p:extLst>
      <p:ext uri="{BB962C8B-B14F-4D97-AF65-F5344CB8AC3E}">
        <p14:creationId xmlns:p14="http://schemas.microsoft.com/office/powerpoint/2010/main" val="41061647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1488E-D263-79A4-462A-1E3C8A2EB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051DA-2631-E0F5-10DD-B80A8B88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Save memory with BWT/SA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12003-9A97-A438-ED98-695B1237B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780204" cy="3918803"/>
          </a:xfrm>
        </p:spPr>
        <p:txBody>
          <a:bodyPr/>
          <a:lstStyle/>
          <a:p>
            <a:r>
              <a:rPr lang="en-US" dirty="0"/>
              <a:t>Storing suffix array indices is expensive!</a:t>
            </a:r>
          </a:p>
          <a:p>
            <a:r>
              <a:rPr lang="en-US" dirty="0"/>
              <a:t>Do we have to store all of them in BWT/SA?  No!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797D5-2B2E-1588-BDE5-DF89C4025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B9AF6-08C1-2DE1-F237-9EF5F020DF38}"/>
              </a:ext>
            </a:extLst>
          </p:cNvPr>
          <p:cNvSpPr txBox="1"/>
          <p:nvPr/>
        </p:nvSpPr>
        <p:spPr>
          <a:xfrm>
            <a:off x="5680037" y="1822024"/>
            <a:ext cx="1570617" cy="4083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12 $...T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C...G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  C...A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C...$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C...C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G...T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T...A</a:t>
            </a:r>
          </a:p>
        </p:txBody>
      </p:sp>
    </p:spTree>
    <p:extLst>
      <p:ext uri="{BB962C8B-B14F-4D97-AF65-F5344CB8AC3E}">
        <p14:creationId xmlns:p14="http://schemas.microsoft.com/office/powerpoint/2010/main" val="40079692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39989-99FD-A594-81B0-5BACB5ED1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15A74-E5DC-0068-A707-9F444E6B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Save memory with BWT/SA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6E8CD-AD4D-E14C-241D-81B5CFA2D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780204" cy="3918803"/>
          </a:xfrm>
        </p:spPr>
        <p:txBody>
          <a:bodyPr/>
          <a:lstStyle/>
          <a:p>
            <a:r>
              <a:rPr lang="en-US" dirty="0"/>
              <a:t>Reference sequence: CGATGCACCGGT</a:t>
            </a:r>
          </a:p>
          <a:p>
            <a:r>
              <a:rPr lang="en-US" dirty="0"/>
              <a:t>Match read ACCG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0C2BC-27D9-7874-6FAB-85BABA185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51D9F-F07D-5637-7151-6F04BC32C0E6}"/>
              </a:ext>
            </a:extLst>
          </p:cNvPr>
          <p:cNvSpPr txBox="1"/>
          <p:nvPr/>
        </p:nvSpPr>
        <p:spPr>
          <a:xfrm>
            <a:off x="5680037" y="1822024"/>
            <a:ext cx="1570617" cy="4083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12 $...T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C...G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  C...A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C...$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C...C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G...T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T...A</a:t>
            </a:r>
          </a:p>
        </p:txBody>
      </p:sp>
    </p:spTree>
    <p:extLst>
      <p:ext uri="{BB962C8B-B14F-4D97-AF65-F5344CB8AC3E}">
        <p14:creationId xmlns:p14="http://schemas.microsoft.com/office/powerpoint/2010/main" val="40123130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7EA9F-538A-89BB-E785-93C972665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758C3-3EA2-E2A3-0D13-51026D76C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Save memory with BWT/SA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0E653-9A75-873A-C298-A6DCC05EC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780204" cy="3918803"/>
          </a:xfrm>
        </p:spPr>
        <p:txBody>
          <a:bodyPr/>
          <a:lstStyle/>
          <a:p>
            <a:r>
              <a:rPr lang="en-US" dirty="0"/>
              <a:t>Reference sequence: CGATGCACCGGT</a:t>
            </a:r>
          </a:p>
          <a:p>
            <a:r>
              <a:rPr lang="en-US" dirty="0"/>
              <a:t>Match read ACCG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9AC87-D444-3B44-0307-EDDDD8196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C5D697-6AEB-7C80-528F-0CF282C59DDB}"/>
              </a:ext>
            </a:extLst>
          </p:cNvPr>
          <p:cNvSpPr txBox="1"/>
          <p:nvPr/>
        </p:nvSpPr>
        <p:spPr>
          <a:xfrm>
            <a:off x="5680037" y="1822024"/>
            <a:ext cx="1570617" cy="4083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12 $...T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C...G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  C...A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C...$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C...C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G...T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T...A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8F5D7C-5221-C420-FB36-754E3ABB9EA0}"/>
              </a:ext>
            </a:extLst>
          </p:cNvPr>
          <p:cNvCxnSpPr/>
          <p:nvPr/>
        </p:nvCxnSpPr>
        <p:spPr>
          <a:xfrm>
            <a:off x="6411558" y="4127052"/>
            <a:ext cx="3872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07E13E-7CC5-1E63-047C-C75E089E922B}"/>
              </a:ext>
            </a:extLst>
          </p:cNvPr>
          <p:cNvCxnSpPr>
            <a:cxnSpLocks/>
          </p:cNvCxnSpPr>
          <p:nvPr/>
        </p:nvCxnSpPr>
        <p:spPr>
          <a:xfrm flipH="1" flipV="1">
            <a:off x="6411558" y="3303112"/>
            <a:ext cx="387274" cy="8239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A61C8C-D726-049E-0BCA-670EB35F15E9}"/>
              </a:ext>
            </a:extLst>
          </p:cNvPr>
          <p:cNvCxnSpPr/>
          <p:nvPr/>
        </p:nvCxnSpPr>
        <p:spPr>
          <a:xfrm>
            <a:off x="6411558" y="4723952"/>
            <a:ext cx="3872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9E7B651-F549-46EF-F97F-3B73FF07FCED}"/>
              </a:ext>
            </a:extLst>
          </p:cNvPr>
          <p:cNvCxnSpPr>
            <a:cxnSpLocks/>
          </p:cNvCxnSpPr>
          <p:nvPr/>
        </p:nvCxnSpPr>
        <p:spPr>
          <a:xfrm flipH="1" flipV="1">
            <a:off x="6411558" y="3863986"/>
            <a:ext cx="387274" cy="8239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5616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58E87-85F6-948F-9687-110182E4C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718B1-01FE-4136-E29B-4B112A090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Save memory with BWT/SA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20A15-FA38-E19F-E152-A2C0A45D8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780204" cy="3918803"/>
          </a:xfrm>
        </p:spPr>
        <p:txBody>
          <a:bodyPr/>
          <a:lstStyle/>
          <a:p>
            <a:r>
              <a:rPr lang="en-US" dirty="0"/>
              <a:t>Reference sequence: CGATGCACCGGT</a:t>
            </a:r>
          </a:p>
          <a:p>
            <a:r>
              <a:rPr lang="en-US" dirty="0"/>
              <a:t>Match read ACCG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B5A46-36CA-79AB-49C6-D799C044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F0B4D-C96C-2859-70C7-6C06B76A0F74}"/>
              </a:ext>
            </a:extLst>
          </p:cNvPr>
          <p:cNvSpPr txBox="1"/>
          <p:nvPr/>
        </p:nvSpPr>
        <p:spPr>
          <a:xfrm>
            <a:off x="5680037" y="1822024"/>
            <a:ext cx="1570617" cy="4083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12 $...T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C...G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  C...A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C...$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C...C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G...T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T...A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1FFFBAC-CFA3-D4F3-1328-846D30FCA849}"/>
              </a:ext>
            </a:extLst>
          </p:cNvPr>
          <p:cNvCxnSpPr/>
          <p:nvPr/>
        </p:nvCxnSpPr>
        <p:spPr>
          <a:xfrm>
            <a:off x="6411558" y="3810000"/>
            <a:ext cx="3872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4D2727-17D8-38A8-F367-3B2840D86570}"/>
              </a:ext>
            </a:extLst>
          </p:cNvPr>
          <p:cNvCxnSpPr>
            <a:cxnSpLocks/>
          </p:cNvCxnSpPr>
          <p:nvPr/>
        </p:nvCxnSpPr>
        <p:spPr>
          <a:xfrm flipH="1" flipV="1">
            <a:off x="6411558" y="3207851"/>
            <a:ext cx="441062" cy="6021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753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C6423-608F-B278-DB35-83433ACE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7B3FE-D377-DA45-5551-079F98A1A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Save memory with BWT/SA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18AA7-5EAF-22BC-3B91-2B0256F00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780204" cy="3918803"/>
          </a:xfrm>
        </p:spPr>
        <p:txBody>
          <a:bodyPr/>
          <a:lstStyle/>
          <a:p>
            <a:r>
              <a:rPr lang="en-US" dirty="0"/>
              <a:t>Reference sequence: CGATGCACCGGT</a:t>
            </a:r>
          </a:p>
          <a:p>
            <a:r>
              <a:rPr lang="en-US" dirty="0"/>
              <a:t>Match read ACCG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F72EE-53CE-0F1A-6C9A-0D483BBB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F284A4-6C0E-DA38-BC54-0B29E6AE0419}"/>
              </a:ext>
            </a:extLst>
          </p:cNvPr>
          <p:cNvSpPr txBox="1"/>
          <p:nvPr/>
        </p:nvSpPr>
        <p:spPr>
          <a:xfrm>
            <a:off x="5680037" y="1822024"/>
            <a:ext cx="1570617" cy="4083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12 $...T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C...G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  C...A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C...$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C...C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G...T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T...A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8E2878-27D5-B079-C407-1E504515ED9B}"/>
              </a:ext>
            </a:extLst>
          </p:cNvPr>
          <p:cNvCxnSpPr>
            <a:cxnSpLocks/>
          </p:cNvCxnSpPr>
          <p:nvPr/>
        </p:nvCxnSpPr>
        <p:spPr>
          <a:xfrm flipH="1" flipV="1">
            <a:off x="6411558" y="2451100"/>
            <a:ext cx="387275" cy="8001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3634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ADD4E-2942-A602-FADB-1222601B6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C47B-1580-7130-EB0C-EAC943C96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Save memory with BWT/SA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91C9F-4B3A-94B0-6685-C3EDE09F8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780204" cy="3918803"/>
          </a:xfrm>
        </p:spPr>
        <p:txBody>
          <a:bodyPr/>
          <a:lstStyle/>
          <a:p>
            <a:r>
              <a:rPr lang="en-US" dirty="0"/>
              <a:t>Reference sequence: CGATGCACCGGT</a:t>
            </a:r>
          </a:p>
          <a:p>
            <a:r>
              <a:rPr lang="en-US" dirty="0"/>
              <a:t>Match read ACCG</a:t>
            </a:r>
          </a:p>
          <a:p>
            <a:r>
              <a:rPr lang="en-US" dirty="0"/>
              <a:t>Not stored? Keep going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2AA8E-1B7B-DE38-2C2D-BCC3E9870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D7FC2-21AA-D5FD-F5EC-7DE9FB3F1D10}"/>
              </a:ext>
            </a:extLst>
          </p:cNvPr>
          <p:cNvSpPr txBox="1"/>
          <p:nvPr/>
        </p:nvSpPr>
        <p:spPr>
          <a:xfrm>
            <a:off x="5680037" y="1822024"/>
            <a:ext cx="1570617" cy="4083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12 $...T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C...G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  C...A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C...$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C...C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G...T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T...A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CB58E1-D178-B923-5DF4-DCB018FE02E2}"/>
              </a:ext>
            </a:extLst>
          </p:cNvPr>
          <p:cNvCxnSpPr/>
          <p:nvPr/>
        </p:nvCxnSpPr>
        <p:spPr>
          <a:xfrm>
            <a:off x="6411557" y="2286000"/>
            <a:ext cx="3872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7527AB-2BB3-D447-6F09-65725F84158E}"/>
              </a:ext>
            </a:extLst>
          </p:cNvPr>
          <p:cNvCxnSpPr>
            <a:cxnSpLocks/>
          </p:cNvCxnSpPr>
          <p:nvPr/>
        </p:nvCxnSpPr>
        <p:spPr>
          <a:xfrm flipH="1" flipV="1">
            <a:off x="6411558" y="2451100"/>
            <a:ext cx="387275" cy="8001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9331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EB928-73A9-86C8-BBB7-D794322A0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80A6D-0B9B-C009-E0A9-DBEB63CD5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Save memory with BWT/SA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62572-0B3E-AC9A-8BB3-18BD2CB19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780204" cy="3918803"/>
          </a:xfrm>
        </p:spPr>
        <p:txBody>
          <a:bodyPr/>
          <a:lstStyle/>
          <a:p>
            <a:r>
              <a:rPr lang="en-US" dirty="0"/>
              <a:t>Reference sequence: CGATGCACCGGT</a:t>
            </a:r>
          </a:p>
          <a:p>
            <a:r>
              <a:rPr lang="en-US" dirty="0"/>
              <a:t>Match read ACCG</a:t>
            </a:r>
          </a:p>
          <a:p>
            <a:r>
              <a:rPr lang="en-US" dirty="0"/>
              <a:t>Not stored? Keep going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B25A4-8720-FEF8-7814-408476E2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C12A47-3B6F-A73F-85B0-565E8F314227}"/>
              </a:ext>
            </a:extLst>
          </p:cNvPr>
          <p:cNvSpPr txBox="1"/>
          <p:nvPr/>
        </p:nvSpPr>
        <p:spPr>
          <a:xfrm>
            <a:off x="5680037" y="1822024"/>
            <a:ext cx="1570617" cy="4083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12 $...T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C...G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  C...A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C...$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C...C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G...T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T...A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9DC1C13-165D-BCA5-6DEF-367F0C921606}"/>
              </a:ext>
            </a:extLst>
          </p:cNvPr>
          <p:cNvCxnSpPr/>
          <p:nvPr/>
        </p:nvCxnSpPr>
        <p:spPr>
          <a:xfrm>
            <a:off x="6411557" y="2921000"/>
            <a:ext cx="3872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C2188A-32CF-5625-CAA0-507DE9A69CB9}"/>
              </a:ext>
            </a:extLst>
          </p:cNvPr>
          <p:cNvCxnSpPr>
            <a:cxnSpLocks/>
          </p:cNvCxnSpPr>
          <p:nvPr/>
        </p:nvCxnSpPr>
        <p:spPr>
          <a:xfrm flipH="1">
            <a:off x="6411557" y="2286000"/>
            <a:ext cx="387275" cy="635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2915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3D971-87A7-64FD-A267-2B48FDF39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CD618-C59E-B50A-B713-266A494E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Save memory with BWT/SA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1F41E-EE58-9BAD-2DFD-39486B0E9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780204" cy="3918803"/>
          </a:xfrm>
        </p:spPr>
        <p:txBody>
          <a:bodyPr/>
          <a:lstStyle/>
          <a:p>
            <a:r>
              <a:rPr lang="en-US" dirty="0"/>
              <a:t>Reference sequence: CGATGCACCGGT</a:t>
            </a:r>
          </a:p>
          <a:p>
            <a:r>
              <a:rPr lang="en-US" dirty="0"/>
              <a:t>Match read ACCG</a:t>
            </a:r>
          </a:p>
          <a:p>
            <a:r>
              <a:rPr lang="en-US" dirty="0"/>
              <a:t>Not stored? Keep going 2</a:t>
            </a:r>
          </a:p>
          <a:p>
            <a:r>
              <a:rPr lang="en-US" dirty="0"/>
              <a:t>Got it, the index of G is 4</a:t>
            </a:r>
          </a:p>
          <a:p>
            <a:r>
              <a:rPr lang="en-US" dirty="0"/>
              <a:t>We made two hops, so the start of ACCG is 4+2=6!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58EF3-76BE-549D-56D6-02C892F5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1D39F1-5D19-741F-4DC6-5E6A4657CBD4}"/>
              </a:ext>
            </a:extLst>
          </p:cNvPr>
          <p:cNvSpPr txBox="1"/>
          <p:nvPr/>
        </p:nvSpPr>
        <p:spPr>
          <a:xfrm>
            <a:off x="5680037" y="1822024"/>
            <a:ext cx="1570617" cy="4083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12 $...T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C...G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  C...A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C...$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C...C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G...T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T...A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0ADACF-58D0-F304-DBB2-5A27C4F0E103}"/>
              </a:ext>
            </a:extLst>
          </p:cNvPr>
          <p:cNvCxnSpPr>
            <a:cxnSpLocks/>
          </p:cNvCxnSpPr>
          <p:nvPr/>
        </p:nvCxnSpPr>
        <p:spPr>
          <a:xfrm flipH="1">
            <a:off x="6411557" y="2969600"/>
            <a:ext cx="387274" cy="14627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3244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5C731-9E2C-25F2-EBD6-DDAB0ED51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B7D6C-69F2-6FC7-2212-667038225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Speed up BWT/SA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F7550-45C8-F8F5-0D87-47D8688D5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780204" cy="3918803"/>
          </a:xfrm>
        </p:spPr>
        <p:txBody>
          <a:bodyPr/>
          <a:lstStyle/>
          <a:p>
            <a:r>
              <a:rPr lang="en-US" dirty="0"/>
              <a:t>In addition to part of the SA, store cumulative sums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FE2F0-D9EA-CD87-90A4-8D1B3BD1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A6493-1940-A43E-EB11-3B6B93BCE7A2}"/>
              </a:ext>
            </a:extLst>
          </p:cNvPr>
          <p:cNvSpPr txBox="1"/>
          <p:nvPr/>
        </p:nvSpPr>
        <p:spPr>
          <a:xfrm>
            <a:off x="5680037" y="1822024"/>
            <a:ext cx="453076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12 $...T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C...G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  C...A 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C...$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C...C A(1),C(1),G(2),T(1)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G...T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G...C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T...G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T...A</a:t>
            </a:r>
          </a:p>
        </p:txBody>
      </p:sp>
    </p:spTree>
    <p:extLst>
      <p:ext uri="{BB962C8B-B14F-4D97-AF65-F5344CB8AC3E}">
        <p14:creationId xmlns:p14="http://schemas.microsoft.com/office/powerpoint/2010/main" val="3723874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9FC4-8FE4-E4F9-FB2D-E18773BA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Alignment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0478D-3567-3F12-22BE-C964739C3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Blast – suite of aligners developed at NCBI</a:t>
            </a:r>
          </a:p>
          <a:p>
            <a:r>
              <a:rPr lang="en-US" dirty="0"/>
              <a:t>Online interface, useful for small sequences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575D1-BE42-00EC-FBEC-16A7BE57F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31" y="2898591"/>
            <a:ext cx="7069394" cy="395940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E71A22-985C-4C9D-B9B3-8B70B248FE6A}"/>
              </a:ext>
            </a:extLst>
          </p:cNvPr>
          <p:cNvSpPr txBox="1">
            <a:spLocks/>
          </p:cNvSpPr>
          <p:nvPr/>
        </p:nvSpPr>
        <p:spPr>
          <a:xfrm>
            <a:off x="7569412" y="1463963"/>
            <a:ext cx="4625229" cy="500926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00" b="1" dirty="0">
                <a:effectLst/>
              </a:rPr>
              <a:t>Key Features of BLAST</a:t>
            </a:r>
          </a:p>
          <a:p>
            <a:pPr algn="l">
              <a:buFont typeface="+mj-lt"/>
              <a:buAutoNum type="arabicPeriod"/>
            </a:pPr>
            <a:r>
              <a:rPr lang="en-US" sz="2900" b="1" i="0" dirty="0">
                <a:effectLst/>
              </a:rPr>
              <a:t>Sequence Comparison</a:t>
            </a:r>
            <a:r>
              <a:rPr lang="en-US" sz="2900" b="0" i="0" dirty="0">
                <a:effectLst/>
              </a:rPr>
              <a:t>: BLAST aligns query sequences (DNA, RNA, or protein) with database sequences.</a:t>
            </a:r>
          </a:p>
          <a:p>
            <a:pPr algn="l">
              <a:buFont typeface="+mj-lt"/>
              <a:buAutoNum type="arabicPeriod"/>
            </a:pPr>
            <a:r>
              <a:rPr lang="en-US" sz="2900" b="1" i="0" dirty="0">
                <a:effectLst/>
              </a:rPr>
              <a:t>Statistical Significance</a:t>
            </a:r>
            <a:r>
              <a:rPr lang="en-US" sz="2900" b="0" i="0" dirty="0">
                <a:effectLst/>
              </a:rPr>
              <a:t>: It calculates the likelihood that the observed alignment occurred by chance (E-value).</a:t>
            </a:r>
          </a:p>
          <a:p>
            <a:pPr algn="l">
              <a:buFont typeface="+mj-lt"/>
              <a:buAutoNum type="arabicPeriod"/>
            </a:pPr>
            <a:r>
              <a:rPr lang="en-US" sz="2900" b="1" i="0" dirty="0">
                <a:effectLst/>
              </a:rPr>
              <a:t>Speed and Efficiency</a:t>
            </a:r>
            <a:r>
              <a:rPr lang="en-US" sz="2900" b="0" i="0" dirty="0">
                <a:effectLst/>
              </a:rPr>
              <a:t>: BLAST uses heuristics, making it faster than traditional alignment algorithms like Smith-Waterman.</a:t>
            </a:r>
          </a:p>
          <a:p>
            <a:pPr marL="0" indent="0" algn="l">
              <a:buNone/>
            </a:pPr>
            <a:endParaRPr lang="en-US" sz="2900" b="1" dirty="0">
              <a:effectLst/>
            </a:endParaRPr>
          </a:p>
          <a:p>
            <a:pPr marL="0" indent="0" algn="l">
              <a:buNone/>
            </a:pPr>
            <a:r>
              <a:rPr lang="en-US" sz="2900" b="1" dirty="0">
                <a:effectLst/>
              </a:rPr>
              <a:t>How BLAST Works</a:t>
            </a:r>
          </a:p>
          <a:p>
            <a:pPr algn="l">
              <a:buFont typeface="+mj-lt"/>
              <a:buAutoNum type="arabicPeriod"/>
            </a:pPr>
            <a:r>
              <a:rPr lang="en-US" sz="2900" b="1" i="0" dirty="0">
                <a:effectLst/>
              </a:rPr>
              <a:t>Seeding</a:t>
            </a:r>
            <a:r>
              <a:rPr lang="en-US" sz="2900" b="0" i="0" dirty="0">
                <a:effectLst/>
              </a:rPr>
              <a:t>: BLAST identifies short, high-scoring K-</a:t>
            </a:r>
            <a:r>
              <a:rPr lang="en-US" sz="2900" b="0" i="0" dirty="0" err="1">
                <a:effectLst/>
              </a:rPr>
              <a:t>mers</a:t>
            </a:r>
            <a:r>
              <a:rPr lang="en-US" sz="2900" b="0" i="0" dirty="0">
                <a:effectLst/>
              </a:rPr>
              <a:t> (K=6) in the query sequence.</a:t>
            </a:r>
          </a:p>
          <a:p>
            <a:pPr algn="l">
              <a:buFont typeface="+mj-lt"/>
              <a:buAutoNum type="arabicPeriod"/>
            </a:pPr>
            <a:r>
              <a:rPr lang="en-US" sz="2900" b="1" i="0" dirty="0">
                <a:effectLst/>
              </a:rPr>
              <a:t>Extension</a:t>
            </a:r>
            <a:r>
              <a:rPr lang="en-US" sz="2900" b="0" i="0" dirty="0">
                <a:effectLst/>
              </a:rPr>
              <a:t>: It extends these matches in both directions to form longer alignments.</a:t>
            </a:r>
          </a:p>
          <a:p>
            <a:pPr algn="l">
              <a:buFont typeface="+mj-lt"/>
              <a:buAutoNum type="arabicPeriod"/>
            </a:pPr>
            <a:r>
              <a:rPr lang="en-US" sz="2900" b="1" i="0" dirty="0">
                <a:effectLst/>
              </a:rPr>
              <a:t>Scoring</a:t>
            </a:r>
            <a:r>
              <a:rPr lang="en-US" sz="2900" b="0" i="0" dirty="0">
                <a:effectLst/>
              </a:rPr>
              <a:t>: Alignments are scored based on substitution matrices (e.g., PAM, BLOSUM for proteins) or nucleotide match/mismatch scores.</a:t>
            </a:r>
          </a:p>
          <a:p>
            <a:pPr algn="l">
              <a:buFont typeface="+mj-lt"/>
              <a:buAutoNum type="arabicPeriod"/>
            </a:pPr>
            <a:r>
              <a:rPr lang="en-US" sz="2900" b="1" i="0" dirty="0">
                <a:effectLst/>
              </a:rPr>
              <a:t>Filtering</a:t>
            </a:r>
            <a:r>
              <a:rPr lang="en-US" sz="2900" b="0" i="0" dirty="0">
                <a:effectLst/>
              </a:rPr>
              <a:t>: Low-scoring alignments are discarded, and significant matches are retained.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955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2D603-E44E-51F8-9561-44AC3BC4D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CD11-FD05-0FA7-E251-84BA0E4C4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NCBI Blast online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A70131-16B2-4421-B596-D336C3CEC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991118" cy="68580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F497A88-975D-04FD-325F-BB6DCAD36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5351606" cy="5261460"/>
          </a:xfrm>
        </p:spPr>
        <p:txBody>
          <a:bodyPr/>
          <a:lstStyle/>
          <a:p>
            <a:r>
              <a:rPr lang="en-US" dirty="0" err="1"/>
              <a:t>Blastn</a:t>
            </a:r>
            <a:r>
              <a:rPr lang="en-US" dirty="0"/>
              <a:t>– genome to genome</a:t>
            </a:r>
          </a:p>
          <a:p>
            <a:r>
              <a:rPr lang="en-US" dirty="0"/>
              <a:t>Blastp – protein to protein</a:t>
            </a:r>
          </a:p>
          <a:p>
            <a:r>
              <a:rPr lang="en-US" dirty="0" err="1"/>
              <a:t>Blastx</a:t>
            </a:r>
            <a:r>
              <a:rPr lang="en-US" dirty="0"/>
              <a:t> – genome(</a:t>
            </a:r>
            <a:r>
              <a:rPr lang="en-US" dirty="0" err="1"/>
              <a:t>trnsl</a:t>
            </a:r>
            <a:r>
              <a:rPr lang="en-US" dirty="0"/>
              <a:t>) to protein</a:t>
            </a:r>
          </a:p>
          <a:p>
            <a:r>
              <a:rPr lang="en-US" dirty="0"/>
              <a:t>Tblastn – protein to genome (</a:t>
            </a:r>
            <a:r>
              <a:rPr lang="en-US" dirty="0" err="1"/>
              <a:t>trnsl</a:t>
            </a:r>
            <a:r>
              <a:rPr lang="en-US" dirty="0"/>
              <a:t>) </a:t>
            </a:r>
          </a:p>
          <a:p>
            <a:r>
              <a:rPr lang="en-US" dirty="0" err="1"/>
              <a:t>Tblastx</a:t>
            </a:r>
            <a:r>
              <a:rPr lang="en-US" dirty="0"/>
              <a:t> -- genome(</a:t>
            </a:r>
            <a:r>
              <a:rPr lang="en-US" dirty="0" err="1"/>
              <a:t>trnsl</a:t>
            </a:r>
            <a:r>
              <a:rPr lang="en-US" dirty="0"/>
              <a:t>) to genome(</a:t>
            </a:r>
            <a:r>
              <a:rPr lang="en-US" dirty="0" err="1"/>
              <a:t>trnsl</a:t>
            </a:r>
            <a:r>
              <a:rPr lang="en-US" dirty="0"/>
              <a:t>)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1692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6CD09-163D-BC9E-529C-08D48788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9296E-7F68-796B-58D4-740E6FD8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NCBI Blast online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930949-AB07-C67D-545D-DE36E33CF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834" y="0"/>
            <a:ext cx="72475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7837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0C4CD-8168-DB67-AE7F-4378F3BFA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1746-7154-5EBF-3387-4DCFA4D89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NCBI Blast online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BB5F8E-3DBB-0E97-BB90-5CB3D56AE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560" y="380977"/>
            <a:ext cx="7667804" cy="618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957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51EF9-9B4E-0674-E68B-75325065B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AFD-0538-3FEE-30EB-BC9747C1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Local blast suite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FDDF07-6EBF-3B46-FEDD-129A277AF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452" y="680310"/>
            <a:ext cx="7737588" cy="575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4543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183DC-5EB3-1857-104E-B9DB99ADD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Alignment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73E3A-789D-F771-C97B-85E5E6442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306"/>
            <a:ext cx="10515600" cy="2060294"/>
          </a:xfrm>
        </p:spPr>
        <p:txBody>
          <a:bodyPr>
            <a:normAutofit/>
          </a:bodyPr>
          <a:lstStyle/>
          <a:p>
            <a:r>
              <a:rPr lang="en-US" dirty="0"/>
              <a:t>Nucmer and </a:t>
            </a:r>
            <a:r>
              <a:rPr lang="en-US" dirty="0" err="1"/>
              <a:t>promer</a:t>
            </a:r>
            <a:r>
              <a:rPr lang="en-US" dirty="0"/>
              <a:t> (part of mummer package)</a:t>
            </a:r>
          </a:p>
          <a:p>
            <a:pPr lvl="1"/>
            <a:r>
              <a:rPr lang="en-US" dirty="0"/>
              <a:t>Used for DNA (nucmer) and protein (</a:t>
            </a:r>
            <a:r>
              <a:rPr lang="en-US" dirty="0" err="1"/>
              <a:t>promer</a:t>
            </a:r>
            <a:r>
              <a:rPr lang="en-US" dirty="0"/>
              <a:t>) sequence alignments</a:t>
            </a:r>
          </a:p>
          <a:p>
            <a:pPr lvl="1"/>
            <a:r>
              <a:rPr lang="en-US" dirty="0"/>
              <a:t>Based on suffix array, computes index of the reference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88B4F-075A-8A44-3897-704DE44B4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19" y="3657600"/>
            <a:ext cx="6127664" cy="2462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37E94F-987F-7D08-607C-65E0BC1C2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783" y="3657601"/>
            <a:ext cx="5459895" cy="301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7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4DF62-1EBB-683B-DAEF-0D19D7D60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Nucmer aligner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BA9CD-2273-4C42-BBB1-119F4DD85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915" y="1901950"/>
            <a:ext cx="10972800" cy="4275740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nucmer</a:t>
            </a:r>
            <a:r>
              <a:rPr lang="en-US" dirty="0"/>
              <a:t> is a general alignment tool for aligning DNA sequences</a:t>
            </a:r>
          </a:p>
          <a:p>
            <a:pPr lvl="1"/>
            <a:r>
              <a:rPr lang="en-US" dirty="0"/>
              <a:t>documentation </a:t>
            </a:r>
            <a:r>
              <a:rPr lang="en-US" dirty="0">
                <a:hlinkClick r:id="rId2"/>
              </a:rPr>
              <a:t>https://mummer4.github.io/</a:t>
            </a:r>
            <a:endParaRPr lang="en-US" dirty="0"/>
          </a:p>
          <a:p>
            <a:endParaRPr lang="en-US" dirty="0"/>
          </a:p>
          <a:p>
            <a:r>
              <a:rPr lang="en-US" dirty="0"/>
              <a:t>fast, multi-threaded</a:t>
            </a:r>
          </a:p>
          <a:p>
            <a:endParaRPr lang="en-US" dirty="0"/>
          </a:p>
          <a:p>
            <a:r>
              <a:rPr lang="en-US" dirty="0"/>
              <a:t>virtually no limitation on sequence length</a:t>
            </a:r>
          </a:p>
          <a:p>
            <a:endParaRPr lang="en-US" dirty="0"/>
          </a:p>
          <a:p>
            <a:r>
              <a:rPr lang="en-US" dirty="0"/>
              <a:t>based on seeding the alignment with maximal exact matches (MUMs) and suffix arrays</a:t>
            </a:r>
          </a:p>
        </p:txBody>
      </p:sp>
    </p:spTree>
    <p:extLst>
      <p:ext uri="{BB962C8B-B14F-4D97-AF65-F5344CB8AC3E}">
        <p14:creationId xmlns:p14="http://schemas.microsoft.com/office/powerpoint/2010/main" val="89352347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0113-704B-B073-8469-8EBF0CA48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Nucmer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788F4-FF21-B46E-6352-C2620D8ED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1950"/>
            <a:ext cx="10972800" cy="45811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nucmer –t &lt;# threads&gt; -p &lt;prefix&gt; </a:t>
            </a:r>
            <a:r>
              <a:rPr lang="en-US" dirty="0" err="1"/>
              <a:t>reference.fa</a:t>
            </a:r>
            <a:r>
              <a:rPr lang="en-US" dirty="0"/>
              <a:t> </a:t>
            </a:r>
            <a:r>
              <a:rPr lang="en-US" dirty="0" err="1"/>
              <a:t>query.fa</a:t>
            </a:r>
            <a:endParaRPr lang="en-US" dirty="0"/>
          </a:p>
          <a:p>
            <a:endParaRPr lang="en-US" dirty="0"/>
          </a:p>
          <a:p>
            <a:r>
              <a:rPr lang="en-US" dirty="0"/>
              <a:t>output is in </a:t>
            </a:r>
            <a:r>
              <a:rPr lang="en-US" dirty="0" err="1"/>
              <a:t>prefix.delta</a:t>
            </a:r>
            <a:r>
              <a:rPr lang="en-US" dirty="0"/>
              <a:t> (can also output SAM format)</a:t>
            </a:r>
          </a:p>
          <a:p>
            <a:endParaRPr lang="en-US" dirty="0"/>
          </a:p>
          <a:p>
            <a:r>
              <a:rPr lang="en-US" dirty="0"/>
              <a:t>by default only uses seeds (MEMs or MUMs) that are unique in the reference!</a:t>
            </a:r>
          </a:p>
          <a:p>
            <a:endParaRPr lang="en-US" dirty="0"/>
          </a:p>
          <a:p>
            <a:r>
              <a:rPr lang="en-US" dirty="0"/>
              <a:t>Most useful options</a:t>
            </a:r>
          </a:p>
          <a:p>
            <a:pPr lvl="1"/>
            <a:r>
              <a:rPr lang="en-US" dirty="0"/>
              <a:t>-l minimum match length</a:t>
            </a:r>
          </a:p>
          <a:p>
            <a:pPr lvl="1"/>
            <a:r>
              <a:rPr lang="en-US" dirty="0"/>
              <a:t>-c minimum length of cluster of exact matches</a:t>
            </a:r>
          </a:p>
          <a:p>
            <a:pPr lvl="1"/>
            <a:r>
              <a:rPr lang="en-US" dirty="0"/>
              <a:t>--batch load reference in batches</a:t>
            </a:r>
          </a:p>
        </p:txBody>
      </p:sp>
    </p:spTree>
    <p:extLst>
      <p:ext uri="{BB962C8B-B14F-4D97-AF65-F5344CB8AC3E}">
        <p14:creationId xmlns:p14="http://schemas.microsoft.com/office/powerpoint/2010/main" val="28751464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6CCE2-B205-1086-C6A7-8F483B1FB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Filtering/viewing nucmer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3B65E-5593-A906-FF37-FB8A5B95E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901950"/>
            <a:ext cx="11147465" cy="4733855"/>
          </a:xfrm>
        </p:spPr>
        <p:txBody>
          <a:bodyPr>
            <a:normAutofit fontScale="85000" lnSpcReduction="20000"/>
          </a:bodyPr>
          <a:lstStyle/>
          <a:p>
            <a:r>
              <a:rPr lang="en-US" i="1" dirty="0"/>
              <a:t>delta-filter</a:t>
            </a:r>
            <a:r>
              <a:rPr lang="en-US" dirty="0"/>
              <a:t> tool is used to filter the output delta file</a:t>
            </a:r>
          </a:p>
          <a:p>
            <a:endParaRPr lang="en-US" dirty="0"/>
          </a:p>
          <a:p>
            <a:r>
              <a:rPr lang="en-US" i="1" dirty="0"/>
              <a:t>show-aligns</a:t>
            </a:r>
            <a:r>
              <a:rPr lang="en-US" dirty="0"/>
              <a:t> tool is used to display individual alignments</a:t>
            </a:r>
          </a:p>
          <a:p>
            <a:endParaRPr lang="en-US" dirty="0"/>
          </a:p>
          <a:p>
            <a:r>
              <a:rPr lang="en-US" i="1" dirty="0"/>
              <a:t>show-coords </a:t>
            </a:r>
            <a:r>
              <a:rPr lang="en-US" dirty="0"/>
              <a:t>tool is used to display the alignment coordinates in human-readable coords format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most useful options</a:t>
            </a:r>
          </a:p>
          <a:p>
            <a:pPr lvl="1"/>
            <a:r>
              <a:rPr lang="en-US" dirty="0"/>
              <a:t>-l long output format</a:t>
            </a:r>
          </a:p>
          <a:p>
            <a:pPr lvl="1"/>
            <a:r>
              <a:rPr lang="en-US" dirty="0"/>
              <a:t>-c include percent coverage</a:t>
            </a:r>
          </a:p>
          <a:p>
            <a:pPr lvl="1"/>
            <a:r>
              <a:rPr lang="en-US" dirty="0"/>
              <a:t>-H remove header</a:t>
            </a:r>
          </a:p>
          <a:p>
            <a:pPr lvl="1"/>
            <a:r>
              <a:rPr lang="en-US" dirty="0"/>
              <a:t>-r sort alignments by reference coordinate</a:t>
            </a:r>
          </a:p>
        </p:txBody>
      </p:sp>
    </p:spTree>
    <p:extLst>
      <p:ext uri="{BB962C8B-B14F-4D97-AF65-F5344CB8AC3E}">
        <p14:creationId xmlns:p14="http://schemas.microsoft.com/office/powerpoint/2010/main" val="21117518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EFBD4-462B-F64D-06E6-84889BE48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show-aligns output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93559-6FFC-11AD-D312-BD5DC131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FA0E36-8E50-BB0A-8442-0A705A519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798668"/>
            <a:ext cx="10734675" cy="3859181"/>
          </a:xfrm>
        </p:spPr>
        <p:txBody>
          <a:bodyPr>
            <a:normAutofit/>
          </a:bodyPr>
          <a:lstStyle/>
          <a:p>
            <a:r>
              <a:rPr lang="en-US" dirty="0"/>
              <a:t>Alignment: 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||||||||||||| | |||||||||||||| |                  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CCCATGACTCGCA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TGACATGCTGCTAG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227994-092B-F59B-4FD4-290A5ADC6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4" y="3543004"/>
            <a:ext cx="5984691" cy="317847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5D85F88-4790-8B1B-BA48-5B5189C3DFAE}"/>
              </a:ext>
            </a:extLst>
          </p:cNvPr>
          <p:cNvSpPr/>
          <p:nvPr/>
        </p:nvSpPr>
        <p:spPr>
          <a:xfrm>
            <a:off x="914400" y="2317531"/>
            <a:ext cx="6361386" cy="12254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048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55C9D-7014-A7B2-D37C-AAA2E46AD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A7057-1FB6-F874-64AC-7B2B5C53B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delta/coords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FFDFD-D775-80C7-C6E8-9CA46A4F2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1"/>
            <a:ext cx="10972800" cy="2329074"/>
          </a:xfrm>
        </p:spPr>
        <p:txBody>
          <a:bodyPr>
            <a:normAutofit/>
          </a:bodyPr>
          <a:lstStyle/>
          <a:p>
            <a:r>
              <a:rPr lang="en-US" dirty="0"/>
              <a:t>delta files are produced by nucmer, can be converted to coords format with show-coords</a:t>
            </a:r>
          </a:p>
          <a:p>
            <a:r>
              <a:rPr lang="en-US" dirty="0"/>
              <a:t>coords format (depends on the options), all 1-based</a:t>
            </a:r>
          </a:p>
          <a:p>
            <a:r>
              <a:rPr lang="en-US" dirty="0"/>
              <a:t>It is possible to change the format with –l –c –H –r –q switches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93FE4E-92AD-2665-14C8-BFD63DA82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3" y="4235965"/>
            <a:ext cx="12192000" cy="205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3477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553A0-08C7-F4F1-72FC-134B8D00C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54F92-B204-F192-7364-C76FBB060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Filtering/viewing nucmer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9C38F-619F-63D5-A8E9-6158DACF0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901950"/>
            <a:ext cx="5823695" cy="4733855"/>
          </a:xfrm>
        </p:spPr>
        <p:txBody>
          <a:bodyPr>
            <a:normAutofit/>
          </a:bodyPr>
          <a:lstStyle/>
          <a:p>
            <a:r>
              <a:rPr lang="en-US" dirty="0"/>
              <a:t>Mummerplot command will show the alignments as a plot</a:t>
            </a:r>
          </a:p>
          <a:p>
            <a:r>
              <a:rPr lang="en-US" dirty="0"/>
              <a:t>Align two strains of yeast (Saccharomyces cerevisiae and Saccharomyces </a:t>
            </a:r>
            <a:r>
              <a:rPr lang="en-US" dirty="0" err="1"/>
              <a:t>kudriavzevii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27BF78-7060-0E66-B333-EAFAD0EBF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78" y="4268877"/>
            <a:ext cx="7024015" cy="854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04B649-FBAD-1E25-DCDF-19FBA872E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626" y="1460162"/>
            <a:ext cx="4810796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02299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B5964-B99D-9E1A-6678-3431340B0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25C5C-ABCA-280B-B859-BC5DEB4EB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Filtering/viewing nucmer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7863F-44C1-C5D7-840F-F9B26FC2A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901950"/>
            <a:ext cx="5823695" cy="4733855"/>
          </a:xfrm>
        </p:spPr>
        <p:txBody>
          <a:bodyPr>
            <a:normAutofit/>
          </a:bodyPr>
          <a:lstStyle/>
          <a:p>
            <a:r>
              <a:rPr lang="en-US" dirty="0"/>
              <a:t>Mummerplot command will show the alignments as a plot</a:t>
            </a:r>
          </a:p>
          <a:p>
            <a:r>
              <a:rPr lang="en-US" dirty="0"/>
              <a:t>Align two strains of yeast (Saccharomyces cerevisiae and Saccharomyces </a:t>
            </a:r>
            <a:r>
              <a:rPr lang="en-US" dirty="0" err="1"/>
              <a:t>kudriavzevii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5E3C83-8224-2C2F-A154-41139F6E6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78" y="4268877"/>
            <a:ext cx="7024015" cy="854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DF04F5-8DC5-1784-E524-B621C59F7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626" y="1460162"/>
            <a:ext cx="4810796" cy="51156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1F7DF1-7EEA-3CBE-6647-D21CC6CCA180}"/>
              </a:ext>
            </a:extLst>
          </p:cNvPr>
          <p:cNvSpPr/>
          <p:nvPr/>
        </p:nvSpPr>
        <p:spPr>
          <a:xfrm>
            <a:off x="10714616" y="2183802"/>
            <a:ext cx="763793" cy="8068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1723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FCAC-FB65-D480-F290-B8838157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557C5-0436-A648-C82F-21B9D9B6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Filtering/viewing nucmer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F2675-0C2D-F647-B411-6E22911C0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901950"/>
            <a:ext cx="5823695" cy="4733855"/>
          </a:xfrm>
        </p:spPr>
        <p:txBody>
          <a:bodyPr>
            <a:normAutofit/>
          </a:bodyPr>
          <a:lstStyle/>
          <a:p>
            <a:r>
              <a:rPr lang="en-US" dirty="0"/>
              <a:t>Mummerplot command will show the alignments as a plot</a:t>
            </a:r>
          </a:p>
          <a:p>
            <a:r>
              <a:rPr lang="en-US" dirty="0"/>
              <a:t>Align two strains of yeast (Saccharomyces cerevisiae and Saccharomyces </a:t>
            </a:r>
            <a:r>
              <a:rPr lang="en-US" dirty="0" err="1"/>
              <a:t>kudriavzevii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3BA5AC-BA4F-012D-24F4-E89418124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78" y="4268877"/>
            <a:ext cx="7024015" cy="8544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3842D4-BD7E-248B-46D5-35D04AFC0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573" y="1429347"/>
            <a:ext cx="4829849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5445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C167E-9569-29EE-40AE-7B6F395B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A61C-067B-2B69-D171-DE2D2F493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Alignment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F5809-F54E-464E-D83F-620FAAE47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306"/>
            <a:ext cx="10515600" cy="4799576"/>
          </a:xfrm>
        </p:spPr>
        <p:txBody>
          <a:bodyPr>
            <a:normAutofit/>
          </a:bodyPr>
          <a:lstStyle/>
          <a:p>
            <a:r>
              <a:rPr lang="en-US" dirty="0"/>
              <a:t>Minimap2</a:t>
            </a:r>
          </a:p>
          <a:p>
            <a:pPr lvl="1"/>
            <a:r>
              <a:rPr lang="en-US" dirty="0"/>
              <a:t>based on minimizers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32E6D1-ABE5-44A7-DDE0-E202871DF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97306"/>
            <a:ext cx="5649113" cy="2591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200CA6-9056-8135-FBFB-250E1A7E4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43" y="2892887"/>
            <a:ext cx="5334744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4373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9DE2B-7BF8-9E8C-4F02-2D4C34888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minimap2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3980-5C92-D17F-7F8C-5965F2B1B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49245"/>
            <a:ext cx="10972800" cy="3918803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minimap2</a:t>
            </a:r>
            <a:r>
              <a:rPr lang="en-US" dirty="0"/>
              <a:t> is a very fast aligner primarily useful for alignment of noisy long reads to the genome</a:t>
            </a:r>
          </a:p>
          <a:p>
            <a:endParaRPr lang="en-US" dirty="0"/>
          </a:p>
          <a:p>
            <a:r>
              <a:rPr lang="en-US" dirty="0"/>
              <a:t>Uses minimizers to seed alignments (k=15, w=10 by default)</a:t>
            </a:r>
          </a:p>
          <a:p>
            <a:endParaRPr lang="en-US" dirty="0"/>
          </a:p>
          <a:p>
            <a:r>
              <a:rPr lang="en-US" dirty="0"/>
              <a:t>Useful undocumented parameter: --secondary=no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Outputs Pairwise </a:t>
            </a:r>
            <a:r>
              <a:rPr lang="en-US" dirty="0" err="1"/>
              <a:t>mApping</a:t>
            </a:r>
            <a:r>
              <a:rPr lang="en-US" dirty="0"/>
              <a:t> Format (PAF) format by default, can output SAM format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59161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994E6-E924-7C3E-12CA-F71A6AEF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D918-111A-68BF-6357-29689C08A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PAF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38ADF-C30B-1F39-58E0-D473B44DC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45016"/>
            <a:ext cx="9607062" cy="77689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Produced by minimap2, 0-based</a:t>
            </a:r>
          </a:p>
          <a:p>
            <a:r>
              <a:rPr lang="en-US" dirty="0"/>
              <a:t>If the first two bases of a read align </a:t>
            </a:r>
            <a:r>
              <a:rPr lang="en-US"/>
              <a:t>then coordinates are (0 2)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1FC3B3-95A9-84DF-60C5-A608E81DB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92" y="3079640"/>
            <a:ext cx="10136015" cy="3324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D50E79-40F1-6AC4-7676-4193461B51EF}"/>
              </a:ext>
            </a:extLst>
          </p:cNvPr>
          <p:cNvSpPr txBox="1"/>
          <p:nvPr/>
        </p:nvSpPr>
        <p:spPr>
          <a:xfrm>
            <a:off x="445663" y="2741086"/>
            <a:ext cx="1097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</a:rPr>
              <a:t>Query                      </a:t>
            </a:r>
            <a:r>
              <a:rPr lang="en-US" sz="1600" dirty="0" err="1">
                <a:latin typeface="+mj-lt"/>
              </a:rPr>
              <a:t>Q_len</a:t>
            </a:r>
            <a:r>
              <a:rPr lang="en-US" sz="1600" dirty="0">
                <a:latin typeface="+mj-lt"/>
              </a:rPr>
              <a:t>    </a:t>
            </a:r>
            <a:r>
              <a:rPr lang="en-US" sz="1600" dirty="0" err="1">
                <a:latin typeface="+mj-lt"/>
              </a:rPr>
              <a:t>Q_start</a:t>
            </a:r>
            <a:r>
              <a:rPr lang="en-US" sz="1600" dirty="0">
                <a:latin typeface="+mj-lt"/>
              </a:rPr>
              <a:t>     </a:t>
            </a:r>
            <a:r>
              <a:rPr lang="en-US" sz="1600" dirty="0" err="1">
                <a:latin typeface="+mj-lt"/>
              </a:rPr>
              <a:t>Q_end</a:t>
            </a:r>
            <a:r>
              <a:rPr lang="en-US" sz="1600" dirty="0">
                <a:latin typeface="+mj-lt"/>
              </a:rPr>
              <a:t>  </a:t>
            </a:r>
            <a:r>
              <a:rPr lang="en-US" sz="1600" dirty="0" err="1">
                <a:latin typeface="+mj-lt"/>
              </a:rPr>
              <a:t>Q_strand</a:t>
            </a:r>
            <a:r>
              <a:rPr lang="en-US" sz="1600" dirty="0">
                <a:latin typeface="+mj-lt"/>
              </a:rPr>
              <a:t>   Reference               </a:t>
            </a:r>
            <a:r>
              <a:rPr lang="en-US" sz="1600" dirty="0" err="1">
                <a:latin typeface="+mj-lt"/>
              </a:rPr>
              <a:t>R_len</a:t>
            </a:r>
            <a:r>
              <a:rPr lang="en-US" sz="1600" dirty="0">
                <a:latin typeface="+mj-lt"/>
              </a:rPr>
              <a:t>      </a:t>
            </a:r>
            <a:r>
              <a:rPr lang="en-US" sz="1600" dirty="0" err="1">
                <a:latin typeface="+mj-lt"/>
              </a:rPr>
              <a:t>R_start</a:t>
            </a:r>
            <a:r>
              <a:rPr lang="en-US" sz="1600" dirty="0">
                <a:latin typeface="+mj-lt"/>
              </a:rPr>
              <a:t>   </a:t>
            </a:r>
            <a:r>
              <a:rPr lang="en-US" sz="1600" dirty="0" err="1">
                <a:latin typeface="+mj-lt"/>
              </a:rPr>
              <a:t>R_end</a:t>
            </a:r>
            <a:r>
              <a:rPr lang="en-US" sz="1600" dirty="0">
                <a:latin typeface="+mj-lt"/>
              </a:rPr>
              <a:t>       #_res       </a:t>
            </a:r>
            <a:r>
              <a:rPr lang="en-US" sz="1600" dirty="0" err="1">
                <a:latin typeface="+mj-lt"/>
              </a:rPr>
              <a:t>bl_len</a:t>
            </a:r>
            <a:r>
              <a:rPr lang="en-US" sz="1600" dirty="0">
                <a:latin typeface="+mj-lt"/>
              </a:rPr>
              <a:t>     MAP_Q      </a:t>
            </a:r>
          </a:p>
        </p:txBody>
      </p:sp>
    </p:spTree>
    <p:extLst>
      <p:ext uri="{BB962C8B-B14F-4D97-AF65-F5344CB8AC3E}">
        <p14:creationId xmlns:p14="http://schemas.microsoft.com/office/powerpoint/2010/main" val="33726618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CD2F0-A8B7-BA6F-127C-6E4BCC9D4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7273F-2DCD-B71C-CE05-552A10E66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Alignment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73E17-796F-96D5-C9A3-B6F5A5A52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306"/>
            <a:ext cx="10515600" cy="2020537"/>
          </a:xfrm>
        </p:spPr>
        <p:txBody>
          <a:bodyPr>
            <a:normAutofit/>
          </a:bodyPr>
          <a:lstStyle/>
          <a:p>
            <a:r>
              <a:rPr lang="en-US" dirty="0"/>
              <a:t>Bowtie and BWA MEM</a:t>
            </a:r>
          </a:p>
          <a:p>
            <a:pPr lvl="1"/>
            <a:r>
              <a:rPr lang="en-US" dirty="0"/>
              <a:t>Used for alignment of short and long reads (BWA only) to the genome</a:t>
            </a:r>
          </a:p>
          <a:p>
            <a:pPr lvl="1"/>
            <a:r>
              <a:rPr lang="en-US" dirty="0"/>
              <a:t>Both based on BWT/SA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BEC29-DF7B-E6FD-0B42-EB1339C27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96" y="3580944"/>
            <a:ext cx="5139354" cy="2941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700C4-6223-FE27-A002-D96CB20AB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618" y="2750872"/>
            <a:ext cx="6216127" cy="387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8000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97D2C-0775-B65D-DD66-E12507078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Alignment file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2587C-A2DB-034F-59ED-1C6635C29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2258887"/>
            <a:ext cx="10972800" cy="391880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BED (Browser Extensible Data) – a nice format to represent alignment intervals</a:t>
            </a:r>
          </a:p>
          <a:p>
            <a:endParaRPr lang="en-US" dirty="0"/>
          </a:p>
          <a:p>
            <a:r>
              <a:rPr lang="en-US" dirty="0"/>
              <a:t>SAM/BAM – typically used for alignments of short reads to the genomic sequence</a:t>
            </a:r>
          </a:p>
          <a:p>
            <a:pPr lvl="1"/>
            <a:r>
              <a:rPr lang="en-US" dirty="0"/>
              <a:t>BAM is the compressed version of SAM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delta/coords – typically used for alignments of two genome sequences, used by mummer package</a:t>
            </a:r>
          </a:p>
          <a:p>
            <a:endParaRPr lang="en-US" dirty="0"/>
          </a:p>
          <a:p>
            <a:r>
              <a:rPr lang="en-US" dirty="0"/>
              <a:t>PAF – Pairwise </a:t>
            </a:r>
            <a:r>
              <a:rPr lang="en-US" dirty="0" err="1"/>
              <a:t>mApping</a:t>
            </a:r>
            <a:r>
              <a:rPr lang="en-US" dirty="0"/>
              <a:t> Format, output by minimap2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56449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11982-7360-9AEE-1803-8190DA650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BED format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CB158-5EB7-1400-9F71-BFC56CBD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727CA4-78EE-E261-AEE1-185EE3B11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20" y="1678193"/>
            <a:ext cx="10495500" cy="44994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AD70D6-F7A4-54EA-9A1C-19A44A2D35B3}"/>
              </a:ext>
            </a:extLst>
          </p:cNvPr>
          <p:cNvSpPr txBox="1"/>
          <p:nvPr/>
        </p:nvSpPr>
        <p:spPr>
          <a:xfrm>
            <a:off x="717332" y="6336008"/>
            <a:ext cx="6450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https://useast.ensembl.org/info/website/upload/bed.html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20BD4A-F502-CE3C-2272-4653DE32812D}"/>
              </a:ext>
            </a:extLst>
          </p:cNvPr>
          <p:cNvSpPr/>
          <p:nvPr/>
        </p:nvSpPr>
        <p:spPr>
          <a:xfrm>
            <a:off x="1687945" y="5494283"/>
            <a:ext cx="4034938" cy="236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AF3214-905C-C9E5-3C20-409EE38B2840}"/>
              </a:ext>
            </a:extLst>
          </p:cNvPr>
          <p:cNvSpPr/>
          <p:nvPr/>
        </p:nvSpPr>
        <p:spPr>
          <a:xfrm>
            <a:off x="3046407" y="5770842"/>
            <a:ext cx="4402800" cy="236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142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B930E-0559-0DA2-C7D6-9FA3A1A5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 format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C9582D-B5FB-116C-8289-AB6D4D6EE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10"/>
            <a:ext cx="10515600" cy="4351338"/>
          </a:xfrm>
        </p:spPr>
        <p:txBody>
          <a:bodyPr/>
          <a:lstStyle/>
          <a:p>
            <a:r>
              <a:rPr lang="en-US" dirty="0"/>
              <a:t>Tab-separated file, human readable with the following columns</a:t>
            </a:r>
          </a:p>
          <a:p>
            <a:r>
              <a:rPr lang="en-US" dirty="0"/>
              <a:t>Missing or not defined values are *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382D2E-359B-7BA9-E7C9-8E93FFA76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34" y="2720449"/>
            <a:ext cx="11460174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4144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ABF94-A6A7-4BF1-86C3-3BAEA5E8F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22FA8-2CB4-0365-BD4C-982A41A9C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 format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C5F1E2-DF18-1233-0470-C06C7807D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10"/>
            <a:ext cx="10515600" cy="4351338"/>
          </a:xfrm>
        </p:spPr>
        <p:txBody>
          <a:bodyPr/>
          <a:lstStyle/>
          <a:p>
            <a:r>
              <a:rPr lang="en-US" dirty="0"/>
              <a:t>Tab-separated file, human readable with the following columns</a:t>
            </a:r>
          </a:p>
          <a:p>
            <a:r>
              <a:rPr lang="en-US" dirty="0"/>
              <a:t>Missing or not defined values are *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AF9EB2-97CB-5D54-E4A4-A4CCE0272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34" y="2720449"/>
            <a:ext cx="11460174" cy="37724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37E8C29-35CC-2486-D7CF-925FA20172F4}"/>
              </a:ext>
            </a:extLst>
          </p:cNvPr>
          <p:cNvSpPr/>
          <p:nvPr/>
        </p:nvSpPr>
        <p:spPr>
          <a:xfrm>
            <a:off x="598620" y="3429000"/>
            <a:ext cx="9499194" cy="2820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2115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B930E-0559-0DA2-C7D6-9FA3A1A5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 format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C9582D-B5FB-116C-8289-AB6D4D6EE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053"/>
            <a:ext cx="9768840" cy="1652908"/>
          </a:xfrm>
        </p:spPr>
        <p:txBody>
          <a:bodyPr>
            <a:normAutofit/>
          </a:bodyPr>
          <a:lstStyle/>
          <a:p>
            <a:r>
              <a:rPr lang="en-US" dirty="0"/>
              <a:t>FLAG field – 11 bits represented as decimal number</a:t>
            </a:r>
          </a:p>
          <a:p>
            <a:pPr lvl="1"/>
            <a:r>
              <a:rPr lang="en-US" dirty="0"/>
              <a:t>Most often used are 0, 16, and 2064</a:t>
            </a:r>
          </a:p>
          <a:p>
            <a:pPr lvl="1"/>
            <a:r>
              <a:rPr lang="en-US" dirty="0"/>
              <a:t>Conversion 000000010000</a:t>
            </a:r>
            <a:r>
              <a:rPr lang="en-US" baseline="-25000" dirty="0"/>
              <a:t>2</a:t>
            </a:r>
            <a:r>
              <a:rPr lang="en-US" dirty="0"/>
              <a:t> = 16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A5D542-7332-9542-95D9-9365FDB54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64495"/>
            <a:ext cx="9669224" cy="39915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B615660-0B35-7F34-AD93-F0706232E0D2}"/>
              </a:ext>
            </a:extLst>
          </p:cNvPr>
          <p:cNvSpPr/>
          <p:nvPr/>
        </p:nvSpPr>
        <p:spPr>
          <a:xfrm>
            <a:off x="1192455" y="4542237"/>
            <a:ext cx="5783786" cy="2820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49B81F-11AE-0520-E574-129F217B3BE9}"/>
              </a:ext>
            </a:extLst>
          </p:cNvPr>
          <p:cNvSpPr/>
          <p:nvPr/>
        </p:nvSpPr>
        <p:spPr>
          <a:xfrm>
            <a:off x="1192455" y="5664216"/>
            <a:ext cx="5783786" cy="2820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87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1398B-0141-9122-8466-1D8D3E294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39026-F175-166A-F6D0-CB7C1973C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 format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041158-0448-B250-EA6F-C5F930BDF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10"/>
            <a:ext cx="10515600" cy="4351338"/>
          </a:xfrm>
        </p:spPr>
        <p:txBody>
          <a:bodyPr/>
          <a:lstStyle/>
          <a:p>
            <a:r>
              <a:rPr lang="en-US" dirty="0"/>
              <a:t>Tab-separated file, human readable with the following columns</a:t>
            </a:r>
          </a:p>
          <a:p>
            <a:r>
              <a:rPr lang="en-US" dirty="0"/>
              <a:t>Missing or not defined values are *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157B61-C0CD-2100-BCDD-02188DF4D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34" y="2720449"/>
            <a:ext cx="11460174" cy="37724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6DEA921-1238-8FC1-BAEF-82CB8CDC588D}"/>
              </a:ext>
            </a:extLst>
          </p:cNvPr>
          <p:cNvSpPr/>
          <p:nvPr/>
        </p:nvSpPr>
        <p:spPr>
          <a:xfrm>
            <a:off x="538192" y="4540469"/>
            <a:ext cx="9499194" cy="2820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397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B930E-0559-0DA2-C7D6-9FA3A1A5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 format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C9582D-B5FB-116C-8289-AB6D4D6EE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10"/>
            <a:ext cx="10515600" cy="4351338"/>
          </a:xfrm>
        </p:spPr>
        <p:txBody>
          <a:bodyPr/>
          <a:lstStyle/>
          <a:p>
            <a:r>
              <a:rPr lang="en-US" dirty="0"/>
              <a:t>CIGAR (Compact Idiosyncratic Gapped Alignment Report) string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78C4A6-D030-5F3B-AB5C-8B953CC5A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17" y="2123538"/>
            <a:ext cx="11145805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0182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B930E-0559-0DA2-C7D6-9FA3A1A5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 format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C9582D-B5FB-116C-8289-AB6D4D6EE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5266" y="1466810"/>
            <a:ext cx="2788534" cy="2977868"/>
          </a:xfrm>
        </p:spPr>
        <p:txBody>
          <a:bodyPr/>
          <a:lstStyle/>
          <a:p>
            <a:r>
              <a:rPr lang="en-US" dirty="0"/>
              <a:t>Examples of CIGAR strings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C35A2B-7867-B446-7320-DD75F22F0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31" y="4255227"/>
            <a:ext cx="10593278" cy="24292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6B290-6FEF-824F-1943-CEFB211CD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31" y="1484618"/>
            <a:ext cx="7608053" cy="2694902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332A2B-BCED-0687-C2F2-736353587C2E}"/>
              </a:ext>
            </a:extLst>
          </p:cNvPr>
          <p:cNvCxnSpPr/>
          <p:nvPr/>
        </p:nvCxnSpPr>
        <p:spPr>
          <a:xfrm>
            <a:off x="309031" y="4179520"/>
            <a:ext cx="7422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69661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C025B2-0241-6FDB-CA2E-A1EC73E7E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31" y="4255227"/>
            <a:ext cx="10593278" cy="2429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FB930E-0559-0DA2-C7D6-9FA3A1A5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 format           </a:t>
            </a:r>
            <a:r>
              <a:rPr lang="en-US" sz="2400" dirty="0"/>
              <a:t>https://samtools.github.io/hts-specs/SAMv1.pdf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4FA6E-6089-D8C1-A4CC-F5A9A44D6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7084" y="1690688"/>
            <a:ext cx="3853404" cy="4351338"/>
          </a:xfrm>
        </p:spPr>
        <p:txBody>
          <a:bodyPr/>
          <a:lstStyle/>
          <a:p>
            <a:r>
              <a:rPr lang="en-US" dirty="0"/>
              <a:t>Suppose we have the following alignment</a:t>
            </a:r>
          </a:p>
          <a:p>
            <a:endParaRPr lang="en-US" dirty="0"/>
          </a:p>
          <a:p>
            <a:r>
              <a:rPr lang="en-US" dirty="0"/>
              <a:t>It will look like this in the SAM file</a:t>
            </a:r>
          </a:p>
          <a:p>
            <a:r>
              <a:rPr lang="en-US" dirty="0"/>
              <a:t>Coordinates are 1-based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C1C348-0E66-BF87-6A49-F4D8F5180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31" y="1484618"/>
            <a:ext cx="7608053" cy="26949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EB3F7E-B345-B6A1-A257-ABD819E37F9C}"/>
              </a:ext>
            </a:extLst>
          </p:cNvPr>
          <p:cNvCxnSpPr/>
          <p:nvPr/>
        </p:nvCxnSpPr>
        <p:spPr>
          <a:xfrm>
            <a:off x="309031" y="4179520"/>
            <a:ext cx="7422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10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AF108-D375-0C3A-DCAC-D7D7BC19D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142D10-13F6-28B9-8CE0-6A3E8A2F2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31" y="4255227"/>
            <a:ext cx="10593278" cy="2429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B01D0F-3551-069E-AD5F-170E603C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 format           </a:t>
            </a:r>
            <a:r>
              <a:rPr lang="en-US" sz="2400" dirty="0"/>
              <a:t>https://samtools.github.io/hts-specs/SAMv1.pdf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3ECAE-BC3B-4628-FD7C-993EBBF76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7084" y="1690688"/>
            <a:ext cx="3853404" cy="4351338"/>
          </a:xfrm>
        </p:spPr>
        <p:txBody>
          <a:bodyPr/>
          <a:lstStyle/>
          <a:p>
            <a:r>
              <a:rPr lang="en-US" dirty="0"/>
              <a:t>Suppose we have the following alignment</a:t>
            </a:r>
          </a:p>
          <a:p>
            <a:endParaRPr lang="en-US" dirty="0"/>
          </a:p>
          <a:p>
            <a:r>
              <a:rPr lang="en-US" dirty="0"/>
              <a:t>It will look like this in the SAM file</a:t>
            </a:r>
          </a:p>
          <a:p>
            <a:r>
              <a:rPr lang="en-US" dirty="0"/>
              <a:t>Coordinates are 1-based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DB4CD-5225-B83B-287B-15D179857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31" y="1484618"/>
            <a:ext cx="7608053" cy="26949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8BFFA6-3EEC-4319-784B-13F07990881F}"/>
              </a:ext>
            </a:extLst>
          </p:cNvPr>
          <p:cNvCxnSpPr/>
          <p:nvPr/>
        </p:nvCxnSpPr>
        <p:spPr>
          <a:xfrm>
            <a:off x="309031" y="4179520"/>
            <a:ext cx="7422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C6AD9AE-A5DE-AB87-CC97-A8DA6F3044AB}"/>
              </a:ext>
            </a:extLst>
          </p:cNvPr>
          <p:cNvSpPr/>
          <p:nvPr/>
        </p:nvSpPr>
        <p:spPr>
          <a:xfrm>
            <a:off x="158689" y="2713827"/>
            <a:ext cx="7422857" cy="13300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3EFB2F-1FB7-11A5-5424-CEF175D08B5D}"/>
              </a:ext>
            </a:extLst>
          </p:cNvPr>
          <p:cNvSpPr/>
          <p:nvPr/>
        </p:nvSpPr>
        <p:spPr>
          <a:xfrm>
            <a:off x="202113" y="5120696"/>
            <a:ext cx="10494790" cy="13300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1697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883A-7B48-2030-1CE2-F8978EEC9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4AF0EE-9ED8-B69D-1FAE-6DE6B5D8D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31" y="4255227"/>
            <a:ext cx="10593278" cy="2429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CD732C-9544-A288-6F73-043531BAE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 format           </a:t>
            </a:r>
            <a:r>
              <a:rPr lang="en-US" sz="2400" dirty="0"/>
              <a:t>https://samtools.github.io/hts-specs/SAMv1.pdf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A90B3-2979-2746-4701-04CE6A0B3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7084" y="1690688"/>
            <a:ext cx="3853404" cy="4351338"/>
          </a:xfrm>
        </p:spPr>
        <p:txBody>
          <a:bodyPr/>
          <a:lstStyle/>
          <a:p>
            <a:r>
              <a:rPr lang="en-US" dirty="0"/>
              <a:t>Suppose we have the following alignment</a:t>
            </a:r>
          </a:p>
          <a:p>
            <a:endParaRPr lang="en-US" dirty="0"/>
          </a:p>
          <a:p>
            <a:r>
              <a:rPr lang="en-US" dirty="0"/>
              <a:t>It will look like this in the SAM file</a:t>
            </a:r>
          </a:p>
          <a:p>
            <a:r>
              <a:rPr lang="en-US" dirty="0"/>
              <a:t>Coordinates are 1-based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C144F5-D55B-DC0D-6161-F526A3855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31" y="1484618"/>
            <a:ext cx="7608053" cy="26949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7DE420-DB02-291C-17B2-1CEAB60A7B18}"/>
              </a:ext>
            </a:extLst>
          </p:cNvPr>
          <p:cNvCxnSpPr/>
          <p:nvPr/>
        </p:nvCxnSpPr>
        <p:spPr>
          <a:xfrm>
            <a:off x="309031" y="4179520"/>
            <a:ext cx="7422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C51C47F-7B7F-D855-F204-183E1CF388BD}"/>
              </a:ext>
            </a:extLst>
          </p:cNvPr>
          <p:cNvSpPr/>
          <p:nvPr/>
        </p:nvSpPr>
        <p:spPr>
          <a:xfrm>
            <a:off x="202114" y="2372936"/>
            <a:ext cx="7333804" cy="3055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F6FF93-262B-28D0-EC3B-8119E23122CF}"/>
              </a:ext>
            </a:extLst>
          </p:cNvPr>
          <p:cNvSpPr/>
          <p:nvPr/>
        </p:nvSpPr>
        <p:spPr>
          <a:xfrm>
            <a:off x="202114" y="4899210"/>
            <a:ext cx="7608053" cy="26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BD4D63-82D1-F552-F73C-D9FEE099CD1B}"/>
              </a:ext>
            </a:extLst>
          </p:cNvPr>
          <p:cNvSpPr/>
          <p:nvPr/>
        </p:nvSpPr>
        <p:spPr>
          <a:xfrm>
            <a:off x="216433" y="5469833"/>
            <a:ext cx="10393760" cy="10649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6F4118-C067-23BF-7178-062ABB82B622}"/>
              </a:ext>
            </a:extLst>
          </p:cNvPr>
          <p:cNvSpPr/>
          <p:nvPr/>
        </p:nvSpPr>
        <p:spPr>
          <a:xfrm>
            <a:off x="202114" y="2916383"/>
            <a:ext cx="7333804" cy="1187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0985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EB37-0C83-0FAD-68E7-A890FE01E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5DD46-690E-49E4-F9FB-3A483217A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 format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6E7DF9-418B-DA5D-BE46-EDF873E51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5266" y="1466810"/>
            <a:ext cx="2788534" cy="2977868"/>
          </a:xfrm>
        </p:spPr>
        <p:txBody>
          <a:bodyPr/>
          <a:lstStyle/>
          <a:p>
            <a:r>
              <a:rPr lang="en-US" dirty="0"/>
              <a:t>“P” is needed to properly record full multi-alignment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1E1769-9AE6-721B-5011-C2F943EF5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31" y="4255227"/>
            <a:ext cx="10593278" cy="24292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476578-FE2C-00A7-5DD4-FABE5FD10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31" y="1484618"/>
            <a:ext cx="7608053" cy="2694902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57361A-AA38-28AA-BAC0-0251A642449F}"/>
              </a:ext>
            </a:extLst>
          </p:cNvPr>
          <p:cNvCxnSpPr/>
          <p:nvPr/>
        </p:nvCxnSpPr>
        <p:spPr>
          <a:xfrm>
            <a:off x="309031" y="4179520"/>
            <a:ext cx="7422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F0FB837-057F-1C26-1928-5C019DA7AFA9}"/>
              </a:ext>
            </a:extLst>
          </p:cNvPr>
          <p:cNvSpPr/>
          <p:nvPr/>
        </p:nvSpPr>
        <p:spPr>
          <a:xfrm>
            <a:off x="3055172" y="1877411"/>
            <a:ext cx="263562" cy="13877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0505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70230-F75D-3ADF-EAB4-8CF535FA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4E4247-30F1-D9B4-538C-D6AC35155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31" y="4255227"/>
            <a:ext cx="10593278" cy="2429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795D16-07BB-03D8-9747-8F7F44D9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 format           </a:t>
            </a:r>
            <a:r>
              <a:rPr lang="en-US" sz="2400" dirty="0"/>
              <a:t>https://samtools.github.io/hts-specs/SAMv1.pdf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4C0DF-7104-36FF-2E8F-B615635C6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7084" y="1690688"/>
            <a:ext cx="3853404" cy="4351338"/>
          </a:xfrm>
        </p:spPr>
        <p:txBody>
          <a:bodyPr/>
          <a:lstStyle/>
          <a:p>
            <a:r>
              <a:rPr lang="en-US" dirty="0"/>
              <a:t>Suppose we have the following alignment</a:t>
            </a:r>
          </a:p>
          <a:p>
            <a:endParaRPr lang="en-US" dirty="0"/>
          </a:p>
          <a:p>
            <a:r>
              <a:rPr lang="en-US" dirty="0"/>
              <a:t>It will look like this in the SAM file</a:t>
            </a:r>
          </a:p>
          <a:p>
            <a:r>
              <a:rPr lang="en-US" dirty="0"/>
              <a:t>Coordinates are 1-based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B59EBF-70BA-F1D8-724B-0FF45A6A6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31" y="1484618"/>
            <a:ext cx="7608053" cy="26949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B02675-AE2C-DAE5-95CC-D26017585746}"/>
              </a:ext>
            </a:extLst>
          </p:cNvPr>
          <p:cNvCxnSpPr/>
          <p:nvPr/>
        </p:nvCxnSpPr>
        <p:spPr>
          <a:xfrm>
            <a:off x="309031" y="4179520"/>
            <a:ext cx="7422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894A3B3-1F64-13F0-DD16-7CD8F424405B}"/>
              </a:ext>
            </a:extLst>
          </p:cNvPr>
          <p:cNvSpPr/>
          <p:nvPr/>
        </p:nvSpPr>
        <p:spPr>
          <a:xfrm>
            <a:off x="202114" y="2372936"/>
            <a:ext cx="7333804" cy="5206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C35C17-3807-E794-2AFB-38E15225C46D}"/>
              </a:ext>
            </a:extLst>
          </p:cNvPr>
          <p:cNvSpPr/>
          <p:nvPr/>
        </p:nvSpPr>
        <p:spPr>
          <a:xfrm>
            <a:off x="202114" y="4899209"/>
            <a:ext cx="7608053" cy="4741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8C959A-2D7C-F18D-CA3B-EFC302AAE68E}"/>
              </a:ext>
            </a:extLst>
          </p:cNvPr>
          <p:cNvSpPr/>
          <p:nvPr/>
        </p:nvSpPr>
        <p:spPr>
          <a:xfrm>
            <a:off x="216433" y="5707117"/>
            <a:ext cx="10393760" cy="8276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72449C-F10B-7F99-8A5A-F95853A2209D}"/>
              </a:ext>
            </a:extLst>
          </p:cNvPr>
          <p:cNvSpPr/>
          <p:nvPr/>
        </p:nvSpPr>
        <p:spPr>
          <a:xfrm>
            <a:off x="202114" y="3239815"/>
            <a:ext cx="7333804" cy="863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0822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6F3BA-9CE8-C486-C852-7AA2AD056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0E5783-6D89-2014-87B1-F3FD65C04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31" y="4255227"/>
            <a:ext cx="10593278" cy="2429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4FC4A2-2AE2-50DB-725F-6668260C1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 format           </a:t>
            </a:r>
            <a:r>
              <a:rPr lang="en-US" sz="2400" dirty="0"/>
              <a:t>https://samtools.github.io/hts-specs/SAMv1.pdf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C3BB2-0BC1-C490-3147-28D91437E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7084" y="1690688"/>
            <a:ext cx="3853404" cy="4351338"/>
          </a:xfrm>
        </p:spPr>
        <p:txBody>
          <a:bodyPr/>
          <a:lstStyle/>
          <a:p>
            <a:r>
              <a:rPr lang="en-US" dirty="0"/>
              <a:t>Suppose we have the following alignment</a:t>
            </a:r>
          </a:p>
          <a:p>
            <a:endParaRPr lang="en-US" dirty="0"/>
          </a:p>
          <a:p>
            <a:r>
              <a:rPr lang="en-US" dirty="0"/>
              <a:t>It will look like this in the SAM file</a:t>
            </a:r>
          </a:p>
          <a:p>
            <a:r>
              <a:rPr lang="en-US" dirty="0"/>
              <a:t>Coordinates are 1-based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A2BCE-6C7F-0630-67F2-9166FAAFA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31" y="1484618"/>
            <a:ext cx="7608053" cy="26949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DF34E5-B2F6-0489-D1E4-1C4E4D0BBDA7}"/>
              </a:ext>
            </a:extLst>
          </p:cNvPr>
          <p:cNvCxnSpPr/>
          <p:nvPr/>
        </p:nvCxnSpPr>
        <p:spPr>
          <a:xfrm>
            <a:off x="309031" y="4179520"/>
            <a:ext cx="7422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85FFD0F-4A4D-EB3C-49BD-12919DE0BFD7}"/>
              </a:ext>
            </a:extLst>
          </p:cNvPr>
          <p:cNvSpPr/>
          <p:nvPr/>
        </p:nvSpPr>
        <p:spPr>
          <a:xfrm>
            <a:off x="202114" y="2372936"/>
            <a:ext cx="7333804" cy="504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19C4E5-0344-AA51-62B2-208F949CC603}"/>
              </a:ext>
            </a:extLst>
          </p:cNvPr>
          <p:cNvSpPr/>
          <p:nvPr/>
        </p:nvSpPr>
        <p:spPr>
          <a:xfrm>
            <a:off x="202114" y="4899209"/>
            <a:ext cx="7608053" cy="4741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FC148D-545F-D9FB-F881-B10E2AD4CFCD}"/>
              </a:ext>
            </a:extLst>
          </p:cNvPr>
          <p:cNvSpPr/>
          <p:nvPr/>
        </p:nvSpPr>
        <p:spPr>
          <a:xfrm>
            <a:off x="216433" y="6248096"/>
            <a:ext cx="10393760" cy="2867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3CFB0F-3F44-A89A-4B69-550C193A9024}"/>
              </a:ext>
            </a:extLst>
          </p:cNvPr>
          <p:cNvSpPr/>
          <p:nvPr/>
        </p:nvSpPr>
        <p:spPr>
          <a:xfrm>
            <a:off x="202114" y="3775840"/>
            <a:ext cx="7333804" cy="3279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8041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BC7AB-2A52-7BAD-7298-3A99D803C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39E2C0F-E8A5-A5B9-2EEA-13595FC30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31" y="4255227"/>
            <a:ext cx="10593278" cy="2429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E8AEEB-4F2E-64BB-C082-157926270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 format           </a:t>
            </a:r>
            <a:r>
              <a:rPr lang="en-US" sz="2400" dirty="0"/>
              <a:t>https://samtools.github.io/hts-specs/SAMv1.pdf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9AB70-8A42-5C10-3176-41F0903B9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7084" y="1690688"/>
            <a:ext cx="3853404" cy="4351338"/>
          </a:xfrm>
        </p:spPr>
        <p:txBody>
          <a:bodyPr/>
          <a:lstStyle/>
          <a:p>
            <a:r>
              <a:rPr lang="en-US" dirty="0"/>
              <a:t>Suppose we have the following alignment</a:t>
            </a:r>
          </a:p>
          <a:p>
            <a:endParaRPr lang="en-US" dirty="0"/>
          </a:p>
          <a:p>
            <a:r>
              <a:rPr lang="en-US" dirty="0"/>
              <a:t>It will look like this in the SAM file</a:t>
            </a:r>
          </a:p>
          <a:p>
            <a:r>
              <a:rPr lang="en-US" dirty="0"/>
              <a:t>Coordinates are 1-based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30B562-FE48-1E29-88EF-322DD0958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31" y="1484618"/>
            <a:ext cx="7608053" cy="26949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9F5ED7E-17D1-A7EA-D99C-7DF9AF6D617E}"/>
              </a:ext>
            </a:extLst>
          </p:cNvPr>
          <p:cNvCxnSpPr/>
          <p:nvPr/>
        </p:nvCxnSpPr>
        <p:spPr>
          <a:xfrm>
            <a:off x="309031" y="4179520"/>
            <a:ext cx="7422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0CBDDF8-A475-DF91-D079-BB5C567A6F49}"/>
              </a:ext>
            </a:extLst>
          </p:cNvPr>
          <p:cNvSpPr/>
          <p:nvPr/>
        </p:nvSpPr>
        <p:spPr>
          <a:xfrm>
            <a:off x="216433" y="2720822"/>
            <a:ext cx="7333804" cy="9821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B868B1-69FD-C857-6B58-E148D8E6D639}"/>
              </a:ext>
            </a:extLst>
          </p:cNvPr>
          <p:cNvSpPr/>
          <p:nvPr/>
        </p:nvSpPr>
        <p:spPr>
          <a:xfrm>
            <a:off x="309030" y="5178638"/>
            <a:ext cx="10316929" cy="1088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33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11094</TotalTime>
  <Words>5076</Words>
  <Application>Microsoft Office PowerPoint</Application>
  <PresentationFormat>Widescreen</PresentationFormat>
  <Paragraphs>812</Paragraphs>
  <Slides>101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7" baseType="lpstr">
      <vt:lpstr>Arial</vt:lpstr>
      <vt:lpstr>Calibri</vt:lpstr>
      <vt:lpstr>Courier New</vt:lpstr>
      <vt:lpstr>Trebuchet MS</vt:lpstr>
      <vt:lpstr>Wingdings</vt:lpstr>
      <vt:lpstr>Office Theme</vt:lpstr>
      <vt:lpstr>PowerPoint Presentation</vt:lpstr>
      <vt:lpstr>Alignment of two genomes</vt:lpstr>
      <vt:lpstr>K-mers</vt:lpstr>
      <vt:lpstr>Using K-mers to seed alignments</vt:lpstr>
      <vt:lpstr>Using K-mers to seed alignments</vt:lpstr>
      <vt:lpstr>Using K-mers to seed alignments</vt:lpstr>
      <vt:lpstr>Using K-mers to seed alignments</vt:lpstr>
      <vt:lpstr>Using K-mers to seed alignments</vt:lpstr>
      <vt:lpstr>Method of minimizers</vt:lpstr>
      <vt:lpstr>Numerical value of a K-mer</vt:lpstr>
      <vt:lpstr>Minimizers</vt:lpstr>
      <vt:lpstr>Example of minimizers</vt:lpstr>
      <vt:lpstr>Example of minimizers</vt:lpstr>
      <vt:lpstr>Example of minimizers</vt:lpstr>
      <vt:lpstr>Example of minimizers</vt:lpstr>
      <vt:lpstr>Example of minimizers</vt:lpstr>
      <vt:lpstr>Example of minimizers</vt:lpstr>
      <vt:lpstr>Example of minimizers</vt:lpstr>
      <vt:lpstr>Example of minimizers</vt:lpstr>
      <vt:lpstr>Example of minimizers</vt:lpstr>
      <vt:lpstr>Example of minimizers</vt:lpstr>
      <vt:lpstr>Example of minimizers</vt:lpstr>
      <vt:lpstr>Seeding alignments with minimizers</vt:lpstr>
      <vt:lpstr>Seeding alignments with minimizers</vt:lpstr>
      <vt:lpstr>Seeding alignments with minimizers</vt:lpstr>
      <vt:lpstr>Seeding alignments with minimizers</vt:lpstr>
      <vt:lpstr>Seeding alignments with minimizers</vt:lpstr>
      <vt:lpstr>Using minimizers to compute candidate  alignments</vt:lpstr>
      <vt:lpstr>Lab 2: minimizers</vt:lpstr>
      <vt:lpstr>Data Structure: Suffix Array</vt:lpstr>
      <vt:lpstr>Building a suffix array</vt:lpstr>
      <vt:lpstr>Building a suffix array</vt:lpstr>
      <vt:lpstr>Looking up in suffix array</vt:lpstr>
      <vt:lpstr>Looking up in suffix array</vt:lpstr>
      <vt:lpstr>Looking up in suffix array</vt:lpstr>
      <vt:lpstr>Looking up in suffix array</vt:lpstr>
      <vt:lpstr>Looking up in suffix array</vt:lpstr>
      <vt:lpstr>Perfect and imperfect matches</vt:lpstr>
      <vt:lpstr>Looking up in suffix array</vt:lpstr>
      <vt:lpstr>Example of alignment of two sequences</vt:lpstr>
      <vt:lpstr>Alignment of two sequences</vt:lpstr>
      <vt:lpstr>Alignment of two sequences</vt:lpstr>
      <vt:lpstr>Alignment of two sequences</vt:lpstr>
      <vt:lpstr>Alignment of two sequences</vt:lpstr>
      <vt:lpstr>Alignment of two sequences</vt:lpstr>
      <vt:lpstr>Burrows-Wheeler Transform</vt:lpstr>
      <vt:lpstr>Burrows-Wheeler Transform</vt:lpstr>
      <vt:lpstr>Burrows-Wheeler Transform</vt:lpstr>
      <vt:lpstr>BWT rationale</vt:lpstr>
      <vt:lpstr>BWT reversibility</vt:lpstr>
      <vt:lpstr>BWT reversibility</vt:lpstr>
      <vt:lpstr>BWT reversibility</vt:lpstr>
      <vt:lpstr>Using BWT and SA for sequence alignments</vt:lpstr>
      <vt:lpstr>Using BWT and SA for sequence alignments</vt:lpstr>
      <vt:lpstr>Using BWT and SA for sequence alignments</vt:lpstr>
      <vt:lpstr>Using BWT and SA for sequence alignments</vt:lpstr>
      <vt:lpstr>Using BWT and SA for sequence alignments</vt:lpstr>
      <vt:lpstr>Using BWT and SA for sequence alignments</vt:lpstr>
      <vt:lpstr>Save memory with BWT/SA</vt:lpstr>
      <vt:lpstr>Save memory with BWT/SA</vt:lpstr>
      <vt:lpstr>Save memory with BWT/SA</vt:lpstr>
      <vt:lpstr>Save memory with BWT/SA</vt:lpstr>
      <vt:lpstr>Save memory with BWT/SA</vt:lpstr>
      <vt:lpstr>Save memory with BWT/SA</vt:lpstr>
      <vt:lpstr>Save memory with BWT/SA</vt:lpstr>
      <vt:lpstr>Save memory with BWT/SA</vt:lpstr>
      <vt:lpstr>Save memory with BWT/SA</vt:lpstr>
      <vt:lpstr>Speed up BWT/SA</vt:lpstr>
      <vt:lpstr>Alignment programs</vt:lpstr>
      <vt:lpstr>NCBI Blast online</vt:lpstr>
      <vt:lpstr>NCBI Blast online</vt:lpstr>
      <vt:lpstr>NCBI Blast online</vt:lpstr>
      <vt:lpstr>Local blast suite</vt:lpstr>
      <vt:lpstr>Alignment programs</vt:lpstr>
      <vt:lpstr>Nucmer aligner</vt:lpstr>
      <vt:lpstr>Nucmer usage</vt:lpstr>
      <vt:lpstr>Filtering/viewing nucmer output</vt:lpstr>
      <vt:lpstr>show-aligns output</vt:lpstr>
      <vt:lpstr>delta/coords format</vt:lpstr>
      <vt:lpstr>Filtering/viewing nucmer output</vt:lpstr>
      <vt:lpstr>Filtering/viewing nucmer output</vt:lpstr>
      <vt:lpstr>Filtering/viewing nucmer output</vt:lpstr>
      <vt:lpstr>Alignment programs</vt:lpstr>
      <vt:lpstr>minimap2</vt:lpstr>
      <vt:lpstr>PAF format</vt:lpstr>
      <vt:lpstr>Alignment programs</vt:lpstr>
      <vt:lpstr>Alignment file formats</vt:lpstr>
      <vt:lpstr>BED format</vt:lpstr>
      <vt:lpstr>SAM format</vt:lpstr>
      <vt:lpstr>SAM format</vt:lpstr>
      <vt:lpstr>SAM format</vt:lpstr>
      <vt:lpstr>SAM format</vt:lpstr>
      <vt:lpstr>SAM format</vt:lpstr>
      <vt:lpstr>SAM format</vt:lpstr>
      <vt:lpstr>SAM format           https://samtools.github.io/hts-specs/SAMv1.pdf</vt:lpstr>
      <vt:lpstr>SAM format           https://samtools.github.io/hts-specs/SAMv1.pdf</vt:lpstr>
      <vt:lpstr>SAM format           https://samtools.github.io/hts-specs/SAMv1.pdf</vt:lpstr>
      <vt:lpstr>SAM format</vt:lpstr>
      <vt:lpstr>SAM format           https://samtools.github.io/hts-specs/SAMv1.pdf</vt:lpstr>
      <vt:lpstr>SAM format           https://samtools.github.io/hts-specs/SAMv1.pdf</vt:lpstr>
      <vt:lpstr>SAM format           https://samtools.github.io/hts-specs/SAMv1.pdf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34</cp:revision>
  <dcterms:created xsi:type="dcterms:W3CDTF">2013-08-21T19:17:07Z</dcterms:created>
  <dcterms:modified xsi:type="dcterms:W3CDTF">2025-09-19T18:09:54Z</dcterms:modified>
</cp:coreProperties>
</file>