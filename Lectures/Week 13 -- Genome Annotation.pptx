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72" r:id="rId2"/>
    <p:sldId id="273" r:id="rId3"/>
    <p:sldId id="400" r:id="rId4"/>
    <p:sldId id="800" r:id="rId5"/>
    <p:sldId id="801" r:id="rId6"/>
    <p:sldId id="270" r:id="rId7"/>
    <p:sldId id="821" r:id="rId8"/>
    <p:sldId id="822" r:id="rId9"/>
    <p:sldId id="824" r:id="rId10"/>
    <p:sldId id="823" r:id="rId11"/>
    <p:sldId id="825" r:id="rId12"/>
    <p:sldId id="826" r:id="rId13"/>
    <p:sldId id="802" r:id="rId14"/>
    <p:sldId id="827" r:id="rId15"/>
    <p:sldId id="277" r:id="rId16"/>
    <p:sldId id="309" r:id="rId17"/>
    <p:sldId id="314" r:id="rId18"/>
    <p:sldId id="311" r:id="rId19"/>
    <p:sldId id="317" r:id="rId20"/>
    <p:sldId id="803" r:id="rId21"/>
    <p:sldId id="828" r:id="rId22"/>
    <p:sldId id="82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ACF"/>
    <a:srgbClr val="BE0260"/>
    <a:srgbClr val="D0005E"/>
    <a:srgbClr val="D68B1C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1EE36-EDB8-45B6-BDFA-6DEDA0212C1F}" v="925" dt="2025-12-04T14:34:12.8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4" autoAdjust="0"/>
    <p:restoredTop sz="94660"/>
  </p:normalViewPr>
  <p:slideViewPr>
    <p:cSldViewPr snapToGrid="0">
      <p:cViewPr varScale="1">
        <p:scale>
          <a:sx n="79" d="100"/>
          <a:sy n="79" d="100"/>
        </p:scale>
        <p:origin x="787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1C363C82-C939-44FC-A8A5-AEBBD531DAF7}"/>
    <pc:docChg chg="undo custSel addSld delSld modSld sldOrd">
      <pc:chgData name="Aleksey Zimin" userId="7f2637d0bc515791" providerId="LiveId" clId="{1C363C82-C939-44FC-A8A5-AEBBD531DAF7}" dt="2025-12-04T14:35:56.710" v="4548" actId="20577"/>
      <pc:docMkLst>
        <pc:docMk/>
      </pc:docMkLst>
      <pc:sldChg chg="del">
        <pc:chgData name="Aleksey Zimin" userId="7f2637d0bc515791" providerId="LiveId" clId="{1C363C82-C939-44FC-A8A5-AEBBD531DAF7}" dt="2025-12-04T13:52:37.998" v="3146" actId="47"/>
        <pc:sldMkLst>
          <pc:docMk/>
          <pc:sldMk cId="2537393782" sldId="257"/>
        </pc:sldMkLst>
      </pc:sldChg>
      <pc:sldChg chg="del">
        <pc:chgData name="Aleksey Zimin" userId="7f2637d0bc515791" providerId="LiveId" clId="{1C363C82-C939-44FC-A8A5-AEBBD531DAF7}" dt="2025-12-04T13:53:13.026" v="3150" actId="47"/>
        <pc:sldMkLst>
          <pc:docMk/>
          <pc:sldMk cId="208986471" sldId="258"/>
        </pc:sldMkLst>
      </pc:sldChg>
      <pc:sldChg chg="del">
        <pc:chgData name="Aleksey Zimin" userId="7f2637d0bc515791" providerId="LiveId" clId="{1C363C82-C939-44FC-A8A5-AEBBD531DAF7}" dt="2025-12-04T13:52:54.844" v="3149" actId="47"/>
        <pc:sldMkLst>
          <pc:docMk/>
          <pc:sldMk cId="1529027372" sldId="260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3671892915" sldId="261"/>
        </pc:sldMkLst>
      </pc:sldChg>
      <pc:sldChg chg="ord">
        <pc:chgData name="Aleksey Zimin" userId="7f2637d0bc515791" providerId="LiveId" clId="{1C363C82-C939-44FC-A8A5-AEBBD531DAF7}" dt="2025-12-04T13:00:28.694" v="99"/>
        <pc:sldMkLst>
          <pc:docMk/>
          <pc:sldMk cId="1183394471" sldId="270"/>
        </pc:sldMkLst>
      </pc:sldChg>
      <pc:sldChg chg="modSp mod">
        <pc:chgData name="Aleksey Zimin" userId="7f2637d0bc515791" providerId="LiveId" clId="{1C363C82-C939-44FC-A8A5-AEBBD531DAF7}" dt="2025-12-04T12:58:13.087" v="16" actId="20577"/>
        <pc:sldMkLst>
          <pc:docMk/>
          <pc:sldMk cId="1052403946" sldId="272"/>
        </pc:sldMkLst>
        <pc:spChg chg="mod">
          <ac:chgData name="Aleksey Zimin" userId="7f2637d0bc515791" providerId="LiveId" clId="{1C363C82-C939-44FC-A8A5-AEBBD531DAF7}" dt="2025-12-04T12:58:13.087" v="16" actId="20577"/>
          <ac:spMkLst>
            <pc:docMk/>
            <pc:sldMk cId="1052403946" sldId="272"/>
            <ac:spMk id="2" creationId="{5C89679F-F038-40F8-96EA-47D38F6DFC66}"/>
          </ac:spMkLst>
        </pc:spChg>
      </pc:sldChg>
      <pc:sldChg chg="modSp mod">
        <pc:chgData name="Aleksey Zimin" userId="7f2637d0bc515791" providerId="LiveId" clId="{1C363C82-C939-44FC-A8A5-AEBBD531DAF7}" dt="2025-12-04T12:59:50.921" v="97" actId="20577"/>
        <pc:sldMkLst>
          <pc:docMk/>
          <pc:sldMk cId="50508882" sldId="273"/>
        </pc:sldMkLst>
        <pc:spChg chg="mod">
          <ac:chgData name="Aleksey Zimin" userId="7f2637d0bc515791" providerId="LiveId" clId="{1C363C82-C939-44FC-A8A5-AEBBD531DAF7}" dt="2025-12-04T12:59:50.921" v="97" actId="20577"/>
          <ac:spMkLst>
            <pc:docMk/>
            <pc:sldMk cId="50508882" sldId="273"/>
            <ac:spMk id="8" creationId="{5FF32045-ACFE-C90B-55E9-64B7BCB7BC9E}"/>
          </ac:spMkLst>
        </pc:spChg>
      </pc:sldChg>
      <pc:sldChg chg="del">
        <pc:chgData name="Aleksey Zimin" userId="7f2637d0bc515791" providerId="LiveId" clId="{1C363C82-C939-44FC-A8A5-AEBBD531DAF7}" dt="2025-12-04T13:52:35.768" v="3145" actId="47"/>
        <pc:sldMkLst>
          <pc:docMk/>
          <pc:sldMk cId="756526095" sldId="275"/>
        </pc:sldMkLst>
      </pc:sldChg>
      <pc:sldChg chg="delSp modSp mod">
        <pc:chgData name="Aleksey Zimin" userId="7f2637d0bc515791" providerId="LiveId" clId="{1C363C82-C939-44FC-A8A5-AEBBD531DAF7}" dt="2025-12-04T14:09:36.027" v="3650" actId="20577"/>
        <pc:sldMkLst>
          <pc:docMk/>
          <pc:sldMk cId="523957853" sldId="277"/>
        </pc:sldMkLst>
        <pc:spChg chg="mod">
          <ac:chgData name="Aleksey Zimin" userId="7f2637d0bc515791" providerId="LiveId" clId="{1C363C82-C939-44FC-A8A5-AEBBD531DAF7}" dt="2025-12-04T14:09:36.027" v="3650" actId="20577"/>
          <ac:spMkLst>
            <pc:docMk/>
            <pc:sldMk cId="523957853" sldId="277"/>
            <ac:spMk id="3" creationId="{D36914CA-1925-432B-8D1D-7091868454D7}"/>
          </ac:spMkLst>
        </pc:spChg>
        <pc:picChg chg="del">
          <ac:chgData name="Aleksey Zimin" userId="7f2637d0bc515791" providerId="LiveId" clId="{1C363C82-C939-44FC-A8A5-AEBBD531DAF7}" dt="2025-12-04T14:09:26.448" v="3648" actId="478"/>
          <ac:picMkLst>
            <pc:docMk/>
            <pc:sldMk cId="523957853" sldId="277"/>
            <ac:picMk id="6" creationId="{9D427A2F-651D-3B3D-A67A-8105C34EF284}"/>
          </ac:picMkLst>
        </pc:picChg>
      </pc:sldChg>
      <pc:sldChg chg="del">
        <pc:chgData name="Aleksey Zimin" userId="7f2637d0bc515791" providerId="LiveId" clId="{1C363C82-C939-44FC-A8A5-AEBBD531DAF7}" dt="2025-12-04T14:09:49.542" v="3651" actId="47"/>
        <pc:sldMkLst>
          <pc:docMk/>
          <pc:sldMk cId="3142641771" sldId="303"/>
        </pc:sldMkLst>
      </pc:sldChg>
      <pc:sldChg chg="modSp mod">
        <pc:chgData name="Aleksey Zimin" userId="7f2637d0bc515791" providerId="LiveId" clId="{1C363C82-C939-44FC-A8A5-AEBBD531DAF7}" dt="2025-12-04T14:10:01.588" v="3654" actId="20577"/>
        <pc:sldMkLst>
          <pc:docMk/>
          <pc:sldMk cId="1408559752" sldId="309"/>
        </pc:sldMkLst>
        <pc:spChg chg="mod">
          <ac:chgData name="Aleksey Zimin" userId="7f2637d0bc515791" providerId="LiveId" clId="{1C363C82-C939-44FC-A8A5-AEBBD531DAF7}" dt="2025-12-04T14:10:01.588" v="3654" actId="20577"/>
          <ac:spMkLst>
            <pc:docMk/>
            <pc:sldMk cId="1408559752" sldId="309"/>
            <ac:spMk id="2" creationId="{A25E2D58-63A0-4A8B-9C36-5D2450E45E6D}"/>
          </ac:spMkLst>
        </pc:spChg>
      </pc:sldChg>
      <pc:sldChg chg="del">
        <pc:chgData name="Aleksey Zimin" userId="7f2637d0bc515791" providerId="LiveId" clId="{1C363C82-C939-44FC-A8A5-AEBBD531DAF7}" dt="2025-12-04T14:14:39.787" v="3666" actId="47"/>
        <pc:sldMkLst>
          <pc:docMk/>
          <pc:sldMk cId="1950894293" sldId="310"/>
        </pc:sldMkLst>
      </pc:sldChg>
      <pc:sldChg chg="addSp delSp modSp mod">
        <pc:chgData name="Aleksey Zimin" userId="7f2637d0bc515791" providerId="LiveId" clId="{1C363C82-C939-44FC-A8A5-AEBBD531DAF7}" dt="2025-12-04T14:15:37.200" v="3672" actId="1076"/>
        <pc:sldMkLst>
          <pc:docMk/>
          <pc:sldMk cId="2624482687" sldId="311"/>
        </pc:sldMkLst>
        <pc:spChg chg="mod">
          <ac:chgData name="Aleksey Zimin" userId="7f2637d0bc515791" providerId="LiveId" clId="{1C363C82-C939-44FC-A8A5-AEBBD531DAF7}" dt="2025-12-04T14:14:50.802" v="3670" actId="20577"/>
          <ac:spMkLst>
            <pc:docMk/>
            <pc:sldMk cId="2624482687" sldId="311"/>
            <ac:spMk id="7" creationId="{1F425CB1-4E62-EFE5-6A32-BFC592965CD3}"/>
          </ac:spMkLst>
        </pc:spChg>
        <pc:picChg chg="del">
          <ac:chgData name="Aleksey Zimin" userId="7f2637d0bc515791" providerId="LiveId" clId="{1C363C82-C939-44FC-A8A5-AEBBD531DAF7}" dt="2025-12-04T14:14:42.651" v="3667" actId="478"/>
          <ac:picMkLst>
            <pc:docMk/>
            <pc:sldMk cId="2624482687" sldId="311"/>
            <ac:picMk id="5" creationId="{02FF3C65-71CD-B9DF-BA99-13BDC47516CF}"/>
          </ac:picMkLst>
        </pc:picChg>
        <pc:picChg chg="add mod">
          <ac:chgData name="Aleksey Zimin" userId="7f2637d0bc515791" providerId="LiveId" clId="{1C363C82-C939-44FC-A8A5-AEBBD531DAF7}" dt="2025-12-04T14:15:37.200" v="3672" actId="1076"/>
          <ac:picMkLst>
            <pc:docMk/>
            <pc:sldMk cId="2624482687" sldId="311"/>
            <ac:picMk id="6" creationId="{BA2961CE-120F-81E7-4550-603691335951}"/>
          </ac:picMkLst>
        </pc:picChg>
      </pc:sldChg>
      <pc:sldChg chg="addSp delSp modSp mod">
        <pc:chgData name="Aleksey Zimin" userId="7f2637d0bc515791" providerId="LiveId" clId="{1C363C82-C939-44FC-A8A5-AEBBD531DAF7}" dt="2025-12-04T14:14:22.903" v="3665" actId="1076"/>
        <pc:sldMkLst>
          <pc:docMk/>
          <pc:sldMk cId="16709535" sldId="314"/>
        </pc:sldMkLst>
        <pc:picChg chg="add del mod">
          <ac:chgData name="Aleksey Zimin" userId="7f2637d0bc515791" providerId="LiveId" clId="{1C363C82-C939-44FC-A8A5-AEBBD531DAF7}" dt="2025-12-04T14:13:19.843" v="3663" actId="22"/>
          <ac:picMkLst>
            <pc:docMk/>
            <pc:sldMk cId="16709535" sldId="314"/>
            <ac:picMk id="5" creationId="{6584E4CE-FC50-F255-ADCE-5FB27B300A7F}"/>
          </ac:picMkLst>
        </pc:picChg>
        <pc:picChg chg="del">
          <ac:chgData name="Aleksey Zimin" userId="7f2637d0bc515791" providerId="LiveId" clId="{1C363C82-C939-44FC-A8A5-AEBBD531DAF7}" dt="2025-12-04T14:10:25.289" v="3655" actId="478"/>
          <ac:picMkLst>
            <pc:docMk/>
            <pc:sldMk cId="16709535" sldId="314"/>
            <ac:picMk id="6" creationId="{E0CCC657-955C-CB69-40FF-FDEAF511D840}"/>
          </ac:picMkLst>
        </pc:picChg>
        <pc:picChg chg="add mod">
          <ac:chgData name="Aleksey Zimin" userId="7f2637d0bc515791" providerId="LiveId" clId="{1C363C82-C939-44FC-A8A5-AEBBD531DAF7}" dt="2025-12-04T14:14:22.903" v="3665" actId="1076"/>
          <ac:picMkLst>
            <pc:docMk/>
            <pc:sldMk cId="16709535" sldId="314"/>
            <ac:picMk id="9" creationId="{D18A5C5A-E418-A15A-E3E1-80D201A8D0EC}"/>
          </ac:picMkLst>
        </pc:picChg>
      </pc:sldChg>
      <pc:sldChg chg="modSp mod">
        <pc:chgData name="Aleksey Zimin" userId="7f2637d0bc515791" providerId="LiveId" clId="{1C363C82-C939-44FC-A8A5-AEBBD531DAF7}" dt="2025-12-04T14:20:59.760" v="3827" actId="255"/>
        <pc:sldMkLst>
          <pc:docMk/>
          <pc:sldMk cId="1938093343" sldId="317"/>
        </pc:sldMkLst>
        <pc:graphicFrameChg chg="mod modGraphic">
          <ac:chgData name="Aleksey Zimin" userId="7f2637d0bc515791" providerId="LiveId" clId="{1C363C82-C939-44FC-A8A5-AEBBD531DAF7}" dt="2025-12-04T14:20:59.760" v="3827" actId="255"/>
          <ac:graphicFrameMkLst>
            <pc:docMk/>
            <pc:sldMk cId="1938093343" sldId="317"/>
            <ac:graphicFrameMk id="6" creationId="{EBF9A4AC-0E8F-7AF2-6AE7-ACB59F7D12BC}"/>
          </ac:graphicFrameMkLst>
        </pc:graphicFrameChg>
      </pc:sldChg>
      <pc:sldChg chg="del">
        <pc:chgData name="Aleksey Zimin" userId="7f2637d0bc515791" providerId="LiveId" clId="{1C363C82-C939-44FC-A8A5-AEBBD531DAF7}" dt="2025-12-04T13:53:13.026" v="3150" actId="47"/>
        <pc:sldMkLst>
          <pc:docMk/>
          <pc:sldMk cId="3778175787" sldId="380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2134237133" sldId="385"/>
        </pc:sldMkLst>
      </pc:sldChg>
      <pc:sldChg chg="del">
        <pc:chgData name="Aleksey Zimin" userId="7f2637d0bc515791" providerId="LiveId" clId="{1C363C82-C939-44FC-A8A5-AEBBD531DAF7}" dt="2025-12-04T13:53:13.026" v="3150" actId="47"/>
        <pc:sldMkLst>
          <pc:docMk/>
          <pc:sldMk cId="4242459523" sldId="387"/>
        </pc:sldMkLst>
      </pc:sldChg>
      <pc:sldChg chg="del">
        <pc:chgData name="Aleksey Zimin" userId="7f2637d0bc515791" providerId="LiveId" clId="{1C363C82-C939-44FC-A8A5-AEBBD531DAF7}" dt="2025-12-04T13:53:13.026" v="3150" actId="47"/>
        <pc:sldMkLst>
          <pc:docMk/>
          <pc:sldMk cId="1051301793" sldId="388"/>
        </pc:sldMkLst>
      </pc:sldChg>
      <pc:sldChg chg="del">
        <pc:chgData name="Aleksey Zimin" userId="7f2637d0bc515791" providerId="LiveId" clId="{1C363C82-C939-44FC-A8A5-AEBBD531DAF7}" dt="2025-12-04T13:53:13.026" v="3150" actId="47"/>
        <pc:sldMkLst>
          <pc:docMk/>
          <pc:sldMk cId="952623230" sldId="393"/>
        </pc:sldMkLst>
      </pc:sldChg>
      <pc:sldChg chg="del">
        <pc:chgData name="Aleksey Zimin" userId="7f2637d0bc515791" providerId="LiveId" clId="{1C363C82-C939-44FC-A8A5-AEBBD531DAF7}" dt="2025-12-04T13:53:13.026" v="3150" actId="47"/>
        <pc:sldMkLst>
          <pc:docMk/>
          <pc:sldMk cId="72048438" sldId="394"/>
        </pc:sldMkLst>
      </pc:sldChg>
      <pc:sldChg chg="del">
        <pc:chgData name="Aleksey Zimin" userId="7f2637d0bc515791" providerId="LiveId" clId="{1C363C82-C939-44FC-A8A5-AEBBD531DAF7}" dt="2025-12-04T13:53:13.026" v="3150" actId="47"/>
        <pc:sldMkLst>
          <pc:docMk/>
          <pc:sldMk cId="285272752" sldId="399"/>
        </pc:sldMkLst>
      </pc:sldChg>
      <pc:sldChg chg="modSp mod ord">
        <pc:chgData name="Aleksey Zimin" userId="7f2637d0bc515791" providerId="LiveId" clId="{1C363C82-C939-44FC-A8A5-AEBBD531DAF7}" dt="2025-12-04T13:01:28.113" v="183" actId="20577"/>
        <pc:sldMkLst>
          <pc:docMk/>
          <pc:sldMk cId="2318503019" sldId="400"/>
        </pc:sldMkLst>
        <pc:spChg chg="mod">
          <ac:chgData name="Aleksey Zimin" userId="7f2637d0bc515791" providerId="LiveId" clId="{1C363C82-C939-44FC-A8A5-AEBBD531DAF7}" dt="2025-12-04T13:00:51.230" v="124" actId="20577"/>
          <ac:spMkLst>
            <pc:docMk/>
            <pc:sldMk cId="2318503019" sldId="400"/>
            <ac:spMk id="2" creationId="{C37D6459-8636-46A5-97C6-EE5A44542EA3}"/>
          </ac:spMkLst>
        </pc:spChg>
        <pc:spChg chg="mod">
          <ac:chgData name="Aleksey Zimin" userId="7f2637d0bc515791" providerId="LiveId" clId="{1C363C82-C939-44FC-A8A5-AEBBD531DAF7}" dt="2025-12-04T13:01:28.113" v="183" actId="20577"/>
          <ac:spMkLst>
            <pc:docMk/>
            <pc:sldMk cId="2318503019" sldId="400"/>
            <ac:spMk id="3" creationId="{D36914CA-1925-432B-8D1D-7091868454D7}"/>
          </ac:spMkLst>
        </pc:spChg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3036709670" sldId="573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394316976" sldId="575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235884276" sldId="578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1358377955" sldId="792"/>
        </pc:sldMkLst>
      </pc:sldChg>
      <pc:sldChg chg="addSp delSp modSp mod ord">
        <pc:chgData name="Aleksey Zimin" userId="7f2637d0bc515791" providerId="LiveId" clId="{1C363C82-C939-44FC-A8A5-AEBBD531DAF7}" dt="2025-12-04T14:31:35.655" v="4463" actId="1076"/>
        <pc:sldMkLst>
          <pc:docMk/>
          <pc:sldMk cId="1942387069" sldId="800"/>
        </pc:sldMkLst>
        <pc:spChg chg="mod">
          <ac:chgData name="Aleksey Zimin" userId="7f2637d0bc515791" providerId="LiveId" clId="{1C363C82-C939-44FC-A8A5-AEBBD531DAF7}" dt="2025-12-04T13:02:47.768" v="209" actId="20577"/>
          <ac:spMkLst>
            <pc:docMk/>
            <pc:sldMk cId="1942387069" sldId="800"/>
            <ac:spMk id="2" creationId="{032E4CD6-2875-FDFF-7915-3B5BC5ED0452}"/>
          </ac:spMkLst>
        </pc:spChg>
        <pc:spChg chg="mod">
          <ac:chgData name="Aleksey Zimin" userId="7f2637d0bc515791" providerId="LiveId" clId="{1C363C82-C939-44FC-A8A5-AEBBD531DAF7}" dt="2025-12-04T13:05:01.324" v="236" actId="14100"/>
          <ac:spMkLst>
            <pc:docMk/>
            <pc:sldMk cId="1942387069" sldId="800"/>
            <ac:spMk id="5" creationId="{82CE131A-8F86-E8C2-F884-2B211290AF52}"/>
          </ac:spMkLst>
        </pc:spChg>
        <pc:spChg chg="add del mod">
          <ac:chgData name="Aleksey Zimin" userId="7f2637d0bc515791" providerId="LiveId" clId="{1C363C82-C939-44FC-A8A5-AEBBD531DAF7}" dt="2025-12-04T13:02:58.257" v="213" actId="478"/>
          <ac:spMkLst>
            <pc:docMk/>
            <pc:sldMk cId="1942387069" sldId="800"/>
            <ac:spMk id="6" creationId="{8E6989CC-F401-9C7F-BE81-57FCE2113215}"/>
          </ac:spMkLst>
        </pc:spChg>
        <pc:spChg chg="add del mod">
          <ac:chgData name="Aleksey Zimin" userId="7f2637d0bc515791" providerId="LiveId" clId="{1C363C82-C939-44FC-A8A5-AEBBD531DAF7}" dt="2025-12-04T13:10:27.675" v="316" actId="478"/>
          <ac:spMkLst>
            <pc:docMk/>
            <pc:sldMk cId="1942387069" sldId="800"/>
            <ac:spMk id="9" creationId="{90C432D2-52D6-6C14-750A-66C7F06F264E}"/>
          </ac:spMkLst>
        </pc:spChg>
        <pc:spChg chg="mod">
          <ac:chgData name="Aleksey Zimin" userId="7f2637d0bc515791" providerId="LiveId" clId="{1C363C82-C939-44FC-A8A5-AEBBD531DAF7}" dt="2025-12-04T13:07:25.497" v="259" actId="14100"/>
          <ac:spMkLst>
            <pc:docMk/>
            <pc:sldMk cId="1942387069" sldId="800"/>
            <ac:spMk id="10" creationId="{01D0666F-C125-07AA-33E8-B22D4B7CA9A0}"/>
          </ac:spMkLst>
        </pc:spChg>
        <pc:spChg chg="add mod">
          <ac:chgData name="Aleksey Zimin" userId="7f2637d0bc515791" providerId="LiveId" clId="{1C363C82-C939-44FC-A8A5-AEBBD531DAF7}" dt="2025-12-04T13:06:12.602" v="243" actId="1076"/>
          <ac:spMkLst>
            <pc:docMk/>
            <pc:sldMk cId="1942387069" sldId="800"/>
            <ac:spMk id="11" creationId="{FBEEB11A-41C6-6C5D-AAC0-F384D098C6F9}"/>
          </ac:spMkLst>
        </pc:spChg>
        <pc:spChg chg="add del">
          <ac:chgData name="Aleksey Zimin" userId="7f2637d0bc515791" providerId="LiveId" clId="{1C363C82-C939-44FC-A8A5-AEBBD531DAF7}" dt="2025-12-04T13:02:59.672" v="214" actId="478"/>
          <ac:spMkLst>
            <pc:docMk/>
            <pc:sldMk cId="1942387069" sldId="800"/>
            <ac:spMk id="12" creationId="{D2244EA0-0956-D2AA-7CA8-9A33C6844948}"/>
          </ac:spMkLst>
        </pc:spChg>
        <pc:spChg chg="add del">
          <ac:chgData name="Aleksey Zimin" userId="7f2637d0bc515791" providerId="LiveId" clId="{1C363C82-C939-44FC-A8A5-AEBBD531DAF7}" dt="2025-12-04T13:02:54.864" v="211" actId="478"/>
          <ac:spMkLst>
            <pc:docMk/>
            <pc:sldMk cId="1942387069" sldId="800"/>
            <ac:spMk id="13" creationId="{6A58A096-7FB8-C20C-8676-197D29A15AAC}"/>
          </ac:spMkLst>
        </pc:spChg>
        <pc:spChg chg="add mod">
          <ac:chgData name="Aleksey Zimin" userId="7f2637d0bc515791" providerId="LiveId" clId="{1C363C82-C939-44FC-A8A5-AEBBD531DAF7}" dt="2025-12-04T13:05:30.205" v="238" actId="1076"/>
          <ac:spMkLst>
            <pc:docMk/>
            <pc:sldMk cId="1942387069" sldId="800"/>
            <ac:spMk id="14" creationId="{868D6555-9BA8-CCD9-A7E5-48E989E13DAD}"/>
          </ac:spMkLst>
        </pc:spChg>
        <pc:spChg chg="add mod">
          <ac:chgData name="Aleksey Zimin" userId="7f2637d0bc515791" providerId="LiveId" clId="{1C363C82-C939-44FC-A8A5-AEBBD531DAF7}" dt="2025-12-04T13:04:50.413" v="235" actId="1076"/>
          <ac:spMkLst>
            <pc:docMk/>
            <pc:sldMk cId="1942387069" sldId="800"/>
            <ac:spMk id="15" creationId="{98627425-EEC5-95A0-A126-679328A84F98}"/>
          </ac:spMkLst>
        </pc:spChg>
        <pc:spChg chg="del">
          <ac:chgData name="Aleksey Zimin" userId="7f2637d0bc515791" providerId="LiveId" clId="{1C363C82-C939-44FC-A8A5-AEBBD531DAF7}" dt="2025-12-04T13:10:24.748" v="314" actId="478"/>
          <ac:spMkLst>
            <pc:docMk/>
            <pc:sldMk cId="1942387069" sldId="800"/>
            <ac:spMk id="16" creationId="{17CDFED2-9BFA-6C60-CFCC-DC6F19359FDA}"/>
          </ac:spMkLst>
        </pc:spChg>
        <pc:spChg chg="add mod">
          <ac:chgData name="Aleksey Zimin" userId="7f2637d0bc515791" providerId="LiveId" clId="{1C363C82-C939-44FC-A8A5-AEBBD531DAF7}" dt="2025-12-04T13:07:14.513" v="256" actId="14100"/>
          <ac:spMkLst>
            <pc:docMk/>
            <pc:sldMk cId="1942387069" sldId="800"/>
            <ac:spMk id="17" creationId="{9EEC6DA1-2F32-A483-1838-C18C430274AA}"/>
          </ac:spMkLst>
        </pc:spChg>
        <pc:spChg chg="add del mod">
          <ac:chgData name="Aleksey Zimin" userId="7f2637d0bc515791" providerId="LiveId" clId="{1C363C82-C939-44FC-A8A5-AEBBD531DAF7}" dt="2025-12-04T13:06:46.755" v="248" actId="478"/>
          <ac:spMkLst>
            <pc:docMk/>
            <pc:sldMk cId="1942387069" sldId="800"/>
            <ac:spMk id="18" creationId="{FA7DFAEA-C8E0-92F0-4482-DDF35CE7397B}"/>
          </ac:spMkLst>
        </pc:spChg>
        <pc:spChg chg="add mod">
          <ac:chgData name="Aleksey Zimin" userId="7f2637d0bc515791" providerId="LiveId" clId="{1C363C82-C939-44FC-A8A5-AEBBD531DAF7}" dt="2025-12-04T13:13:02.227" v="342" actId="1076"/>
          <ac:spMkLst>
            <pc:docMk/>
            <pc:sldMk cId="1942387069" sldId="800"/>
            <ac:spMk id="19" creationId="{582D3A9B-39F7-6DF3-EF5A-D85A6D18D325}"/>
          </ac:spMkLst>
        </pc:spChg>
        <pc:spChg chg="add mod">
          <ac:chgData name="Aleksey Zimin" userId="7f2637d0bc515791" providerId="LiveId" clId="{1C363C82-C939-44FC-A8A5-AEBBD531DAF7}" dt="2025-12-04T13:05:41.813" v="240" actId="14100"/>
          <ac:spMkLst>
            <pc:docMk/>
            <pc:sldMk cId="1942387069" sldId="800"/>
            <ac:spMk id="20" creationId="{CD3CB083-08CD-24AE-556A-8DAC4DF69925}"/>
          </ac:spMkLst>
        </pc:spChg>
        <pc:spChg chg="add mod">
          <ac:chgData name="Aleksey Zimin" userId="7f2637d0bc515791" providerId="LiveId" clId="{1C363C82-C939-44FC-A8A5-AEBBD531DAF7}" dt="2025-12-04T13:05:44.610" v="241" actId="14100"/>
          <ac:spMkLst>
            <pc:docMk/>
            <pc:sldMk cId="1942387069" sldId="800"/>
            <ac:spMk id="21" creationId="{1F977E3B-E257-CF0B-1C79-B99F5A174935}"/>
          </ac:spMkLst>
        </pc:spChg>
        <pc:spChg chg="add mod">
          <ac:chgData name="Aleksey Zimin" userId="7f2637d0bc515791" providerId="LiveId" clId="{1C363C82-C939-44FC-A8A5-AEBBD531DAF7}" dt="2025-12-04T13:06:55.047" v="250" actId="14100"/>
          <ac:spMkLst>
            <pc:docMk/>
            <pc:sldMk cId="1942387069" sldId="800"/>
            <ac:spMk id="22" creationId="{48B66C70-34DF-B19E-BFEA-59E92456DB49}"/>
          </ac:spMkLst>
        </pc:spChg>
        <pc:spChg chg="add mod">
          <ac:chgData name="Aleksey Zimin" userId="7f2637d0bc515791" providerId="LiveId" clId="{1C363C82-C939-44FC-A8A5-AEBBD531DAF7}" dt="2025-12-04T13:07:22.583" v="258" actId="14100"/>
          <ac:spMkLst>
            <pc:docMk/>
            <pc:sldMk cId="1942387069" sldId="800"/>
            <ac:spMk id="24" creationId="{BEBB6665-B8E1-73E2-5DF4-F742D56DDA36}"/>
          </ac:spMkLst>
        </pc:spChg>
        <pc:spChg chg="add mod ord">
          <ac:chgData name="Aleksey Zimin" userId="7f2637d0bc515791" providerId="LiveId" clId="{1C363C82-C939-44FC-A8A5-AEBBD531DAF7}" dt="2025-12-04T13:12:26.441" v="338" actId="14100"/>
          <ac:spMkLst>
            <pc:docMk/>
            <pc:sldMk cId="1942387069" sldId="800"/>
            <ac:spMk id="25" creationId="{8B661731-4E9B-FD60-663E-792A37529949}"/>
          </ac:spMkLst>
        </pc:spChg>
        <pc:spChg chg="add del mod ord">
          <ac:chgData name="Aleksey Zimin" userId="7f2637d0bc515791" providerId="LiveId" clId="{1C363C82-C939-44FC-A8A5-AEBBD531DAF7}" dt="2025-12-04T13:13:11.996" v="343" actId="478"/>
          <ac:spMkLst>
            <pc:docMk/>
            <pc:sldMk cId="1942387069" sldId="800"/>
            <ac:spMk id="26" creationId="{47F1A899-FB3E-D904-7A84-8D851A12F051}"/>
          </ac:spMkLst>
        </pc:spChg>
        <pc:spChg chg="add mod ord">
          <ac:chgData name="Aleksey Zimin" userId="7f2637d0bc515791" providerId="LiveId" clId="{1C363C82-C939-44FC-A8A5-AEBBD531DAF7}" dt="2025-12-04T13:13:48.640" v="350" actId="167"/>
          <ac:spMkLst>
            <pc:docMk/>
            <pc:sldMk cId="1942387069" sldId="800"/>
            <ac:spMk id="27" creationId="{8B90E5EF-EB02-9D95-EAF2-124E359C8CEE}"/>
          </ac:spMkLst>
        </pc:spChg>
        <pc:spChg chg="add mod ord">
          <ac:chgData name="Aleksey Zimin" userId="7f2637d0bc515791" providerId="LiveId" clId="{1C363C82-C939-44FC-A8A5-AEBBD531DAF7}" dt="2025-12-04T13:13:50.528" v="351" actId="167"/>
          <ac:spMkLst>
            <pc:docMk/>
            <pc:sldMk cId="1942387069" sldId="800"/>
            <ac:spMk id="28" creationId="{1271DDDD-FE34-BFF8-E3AF-A064C1026623}"/>
          </ac:spMkLst>
        </pc:spChg>
        <pc:spChg chg="del mod">
          <ac:chgData name="Aleksey Zimin" userId="7f2637d0bc515791" providerId="LiveId" clId="{1C363C82-C939-44FC-A8A5-AEBBD531DAF7}" dt="2025-12-04T13:04:32.892" v="231" actId="478"/>
          <ac:spMkLst>
            <pc:docMk/>
            <pc:sldMk cId="1942387069" sldId="800"/>
            <ac:spMk id="29" creationId="{0370C6CE-81CA-6CCD-65EE-69ADDAC38234}"/>
          </ac:spMkLst>
        </pc:spChg>
        <pc:spChg chg="mod">
          <ac:chgData name="Aleksey Zimin" userId="7f2637d0bc515791" providerId="LiveId" clId="{1C363C82-C939-44FC-A8A5-AEBBD531DAF7}" dt="2025-12-04T13:05:55.563" v="242" actId="1076"/>
          <ac:spMkLst>
            <pc:docMk/>
            <pc:sldMk cId="1942387069" sldId="800"/>
            <ac:spMk id="30" creationId="{D54955FC-436E-ABF6-AE14-A372900D7D37}"/>
          </ac:spMkLst>
        </pc:spChg>
        <pc:spChg chg="mod">
          <ac:chgData name="Aleksey Zimin" userId="7f2637d0bc515791" providerId="LiveId" clId="{1C363C82-C939-44FC-A8A5-AEBBD531DAF7}" dt="2025-12-04T13:05:55.563" v="242" actId="1076"/>
          <ac:spMkLst>
            <pc:docMk/>
            <pc:sldMk cId="1942387069" sldId="800"/>
            <ac:spMk id="31" creationId="{FB063514-D8A9-C932-48C1-F4561C3CC214}"/>
          </ac:spMkLst>
        </pc:spChg>
        <pc:spChg chg="mod">
          <ac:chgData name="Aleksey Zimin" userId="7f2637d0bc515791" providerId="LiveId" clId="{1C363C82-C939-44FC-A8A5-AEBBD531DAF7}" dt="2025-12-04T14:31:35.655" v="4463" actId="1076"/>
          <ac:spMkLst>
            <pc:docMk/>
            <pc:sldMk cId="1942387069" sldId="800"/>
            <ac:spMk id="32" creationId="{14A35B60-FA54-FCB1-742D-B12EE37E77DD}"/>
          </ac:spMkLst>
        </pc:spChg>
        <pc:spChg chg="mod">
          <ac:chgData name="Aleksey Zimin" userId="7f2637d0bc515791" providerId="LiveId" clId="{1C363C82-C939-44FC-A8A5-AEBBD531DAF7}" dt="2025-12-04T13:05:55.563" v="242" actId="1076"/>
          <ac:spMkLst>
            <pc:docMk/>
            <pc:sldMk cId="1942387069" sldId="800"/>
            <ac:spMk id="33" creationId="{F31BB656-58F9-7621-B1CE-332DF54FEA8E}"/>
          </ac:spMkLst>
        </pc:spChg>
        <pc:spChg chg="add mod ord">
          <ac:chgData name="Aleksey Zimin" userId="7f2637d0bc515791" providerId="LiveId" clId="{1C363C82-C939-44FC-A8A5-AEBBD531DAF7}" dt="2025-12-04T13:13:53.879" v="352" actId="167"/>
          <ac:spMkLst>
            <pc:docMk/>
            <pc:sldMk cId="1942387069" sldId="800"/>
            <ac:spMk id="34" creationId="{A5B709A6-71FE-8AE7-AC93-90D8598C67F2}"/>
          </ac:spMkLst>
        </pc:spChg>
        <pc:spChg chg="mod">
          <ac:chgData name="Aleksey Zimin" userId="7f2637d0bc515791" providerId="LiveId" clId="{1C363C82-C939-44FC-A8A5-AEBBD531DAF7}" dt="2025-12-04T13:05:55.563" v="242" actId="1076"/>
          <ac:spMkLst>
            <pc:docMk/>
            <pc:sldMk cId="1942387069" sldId="800"/>
            <ac:spMk id="35" creationId="{9EFD9D4C-CA1B-2EDF-A1FE-946CD0FCF595}"/>
          </ac:spMkLst>
        </pc:spChg>
        <pc:spChg chg="mod">
          <ac:chgData name="Aleksey Zimin" userId="7f2637d0bc515791" providerId="LiveId" clId="{1C363C82-C939-44FC-A8A5-AEBBD531DAF7}" dt="2025-12-04T13:05:55.563" v="242" actId="1076"/>
          <ac:spMkLst>
            <pc:docMk/>
            <pc:sldMk cId="1942387069" sldId="800"/>
            <ac:spMk id="37" creationId="{4094E4C5-C7A3-E092-294C-0D9DD1F37B42}"/>
          </ac:spMkLst>
        </pc:spChg>
        <pc:spChg chg="mod">
          <ac:chgData name="Aleksey Zimin" userId="7f2637d0bc515791" providerId="LiveId" clId="{1C363C82-C939-44FC-A8A5-AEBBD531DAF7}" dt="2025-12-04T13:05:55.563" v="242" actId="1076"/>
          <ac:spMkLst>
            <pc:docMk/>
            <pc:sldMk cId="1942387069" sldId="800"/>
            <ac:spMk id="38" creationId="{DF2EB241-1E1B-C811-B334-4FEB236BCD15}"/>
          </ac:spMkLst>
        </pc:spChg>
        <pc:spChg chg="mod">
          <ac:chgData name="Aleksey Zimin" userId="7f2637d0bc515791" providerId="LiveId" clId="{1C363C82-C939-44FC-A8A5-AEBBD531DAF7}" dt="2025-12-04T13:05:55.563" v="242" actId="1076"/>
          <ac:spMkLst>
            <pc:docMk/>
            <pc:sldMk cId="1942387069" sldId="800"/>
            <ac:spMk id="39" creationId="{9DBEBE1D-4A2E-4D05-67A7-FFB4902707D7}"/>
          </ac:spMkLst>
        </pc:spChg>
        <pc:spChg chg="mod">
          <ac:chgData name="Aleksey Zimin" userId="7f2637d0bc515791" providerId="LiveId" clId="{1C363C82-C939-44FC-A8A5-AEBBD531DAF7}" dt="2025-12-04T13:04:41.899" v="233" actId="1076"/>
          <ac:spMkLst>
            <pc:docMk/>
            <pc:sldMk cId="1942387069" sldId="800"/>
            <ac:spMk id="40" creationId="{786D510E-FE24-4A85-C78F-9F091043147F}"/>
          </ac:spMkLst>
        </pc:spChg>
        <pc:spChg chg="mod">
          <ac:chgData name="Aleksey Zimin" userId="7f2637d0bc515791" providerId="LiveId" clId="{1C363C82-C939-44FC-A8A5-AEBBD531DAF7}" dt="2025-12-04T13:05:55.563" v="242" actId="1076"/>
          <ac:spMkLst>
            <pc:docMk/>
            <pc:sldMk cId="1942387069" sldId="800"/>
            <ac:spMk id="41" creationId="{3A1FFBC8-C0D0-936E-682D-2BF90662D638}"/>
          </ac:spMkLst>
        </pc:spChg>
        <pc:spChg chg="add del mod">
          <ac:chgData name="Aleksey Zimin" userId="7f2637d0bc515791" providerId="LiveId" clId="{1C363C82-C939-44FC-A8A5-AEBBD531DAF7}" dt="2025-12-04T13:07:05.380" v="252" actId="478"/>
          <ac:spMkLst>
            <pc:docMk/>
            <pc:sldMk cId="1942387069" sldId="800"/>
            <ac:spMk id="42" creationId="{8ACE45AD-F52B-FFC3-1723-E991FA166FCC}"/>
          </ac:spMkLst>
        </pc:spChg>
        <pc:spChg chg="add mod ord">
          <ac:chgData name="Aleksey Zimin" userId="7f2637d0bc515791" providerId="LiveId" clId="{1C363C82-C939-44FC-A8A5-AEBBD531DAF7}" dt="2025-12-04T13:14:08.506" v="355" actId="167"/>
          <ac:spMkLst>
            <pc:docMk/>
            <pc:sldMk cId="1942387069" sldId="800"/>
            <ac:spMk id="43" creationId="{B028F6D4-4FAB-5DAF-76E6-FC8BA837107B}"/>
          </ac:spMkLst>
        </pc:spChg>
        <pc:spChg chg="mod">
          <ac:chgData name="Aleksey Zimin" userId="7f2637d0bc515791" providerId="LiveId" clId="{1C363C82-C939-44FC-A8A5-AEBBD531DAF7}" dt="2025-12-04T13:04:06.599" v="227" actId="1076"/>
          <ac:spMkLst>
            <pc:docMk/>
            <pc:sldMk cId="1942387069" sldId="800"/>
            <ac:spMk id="46" creationId="{60072C10-6691-3471-5CFE-C3D2214AE3AA}"/>
          </ac:spMkLst>
        </pc:spChg>
        <pc:spChg chg="mod">
          <ac:chgData name="Aleksey Zimin" userId="7f2637d0bc515791" providerId="LiveId" clId="{1C363C82-C939-44FC-A8A5-AEBBD531DAF7}" dt="2025-12-04T13:04:16.985" v="229" actId="1076"/>
          <ac:spMkLst>
            <pc:docMk/>
            <pc:sldMk cId="1942387069" sldId="800"/>
            <ac:spMk id="49" creationId="{172C458D-7A2E-36C9-00EB-45D4A5F4735D}"/>
          </ac:spMkLst>
        </pc:spChg>
        <pc:cxnChg chg="add del mod">
          <ac:chgData name="Aleksey Zimin" userId="7f2637d0bc515791" providerId="LiveId" clId="{1C363C82-C939-44FC-A8A5-AEBBD531DAF7}" dt="2025-12-04T13:05:03.920" v="237" actId="478"/>
          <ac:cxnSpMkLst>
            <pc:docMk/>
            <pc:sldMk cId="1942387069" sldId="800"/>
            <ac:cxnSpMk id="8" creationId="{C6E6592B-A895-0274-FBE9-7791705A327B}"/>
          </ac:cxnSpMkLst>
        </pc:cxnChg>
        <pc:cxnChg chg="mod">
          <ac:chgData name="Aleksey Zimin" userId="7f2637d0bc515791" providerId="LiveId" clId="{1C363C82-C939-44FC-A8A5-AEBBD531DAF7}" dt="2025-12-04T13:04:09.448" v="228" actId="1076"/>
          <ac:cxnSpMkLst>
            <pc:docMk/>
            <pc:sldMk cId="1942387069" sldId="800"/>
            <ac:cxnSpMk id="44" creationId="{2CCF03DF-1787-C9C4-3011-3A1E0B1F5466}"/>
          </ac:cxnSpMkLst>
        </pc:cxnChg>
        <pc:cxnChg chg="mod">
          <ac:chgData name="Aleksey Zimin" userId="7f2637d0bc515791" providerId="LiveId" clId="{1C363C82-C939-44FC-A8A5-AEBBD531DAF7}" dt="2025-12-04T13:04:21.949" v="230" actId="1076"/>
          <ac:cxnSpMkLst>
            <pc:docMk/>
            <pc:sldMk cId="1942387069" sldId="800"/>
            <ac:cxnSpMk id="48" creationId="{B6BAFE07-0244-24EF-14C3-2083ABAA9386}"/>
          </ac:cxnSpMkLst>
        </pc:cxnChg>
      </pc:sldChg>
      <pc:sldChg chg="addSp delSp modSp mod ord delAnim">
        <pc:chgData name="Aleksey Zimin" userId="7f2637d0bc515791" providerId="LiveId" clId="{1C363C82-C939-44FC-A8A5-AEBBD531DAF7}" dt="2025-12-04T13:11:27.438" v="325" actId="1076"/>
        <pc:sldMkLst>
          <pc:docMk/>
          <pc:sldMk cId="869239991" sldId="801"/>
        </pc:sldMkLst>
        <pc:spChg chg="mod">
          <ac:chgData name="Aleksey Zimin" userId="7f2637d0bc515791" providerId="LiveId" clId="{1C363C82-C939-44FC-A8A5-AEBBD531DAF7}" dt="2025-12-04T13:08:26.439" v="295" actId="1076"/>
          <ac:spMkLst>
            <pc:docMk/>
            <pc:sldMk cId="869239991" sldId="801"/>
            <ac:spMk id="2" creationId="{032E4CD6-2875-FDFF-7915-3B5BC5ED0452}"/>
          </ac:spMkLst>
        </pc:spChg>
        <pc:spChg chg="add mod">
          <ac:chgData name="Aleksey Zimin" userId="7f2637d0bc515791" providerId="LiveId" clId="{1C363C82-C939-44FC-A8A5-AEBBD531DAF7}" dt="2025-12-04T13:10:09.415" v="312" actId="14100"/>
          <ac:spMkLst>
            <pc:docMk/>
            <pc:sldMk cId="869239991" sldId="801"/>
            <ac:spMk id="4" creationId="{77582D4F-9EB4-8634-B4E5-461C363FB9B9}"/>
          </ac:spMkLst>
        </pc:spChg>
        <pc:spChg chg="mod">
          <ac:chgData name="Aleksey Zimin" userId="7f2637d0bc515791" providerId="LiveId" clId="{1C363C82-C939-44FC-A8A5-AEBBD531DAF7}" dt="2025-12-04T13:09:30.227" v="301" actId="1076"/>
          <ac:spMkLst>
            <pc:docMk/>
            <pc:sldMk cId="869239991" sldId="801"/>
            <ac:spMk id="6" creationId="{8E6989CC-F401-9C7F-BE81-57FCE2113215}"/>
          </ac:spMkLst>
        </pc:spChg>
        <pc:spChg chg="add mod">
          <ac:chgData name="Aleksey Zimin" userId="7f2637d0bc515791" providerId="LiveId" clId="{1C363C82-C939-44FC-A8A5-AEBBD531DAF7}" dt="2025-12-04T13:10:43.503" v="318" actId="1076"/>
          <ac:spMkLst>
            <pc:docMk/>
            <pc:sldMk cId="869239991" sldId="801"/>
            <ac:spMk id="7" creationId="{9114A2BF-5F93-1EED-292F-E462EA8AD84E}"/>
          </ac:spMkLst>
        </pc:spChg>
        <pc:spChg chg="add mod">
          <ac:chgData name="Aleksey Zimin" userId="7f2637d0bc515791" providerId="LiveId" clId="{1C363C82-C939-44FC-A8A5-AEBBD531DAF7}" dt="2025-12-04T13:10:49.295" v="319" actId="1076"/>
          <ac:spMkLst>
            <pc:docMk/>
            <pc:sldMk cId="869239991" sldId="801"/>
            <ac:spMk id="9" creationId="{5D87136E-96D2-CB98-2400-988B2BCB7E8E}"/>
          </ac:spMkLst>
        </pc:spChg>
        <pc:spChg chg="add mod">
          <ac:chgData name="Aleksey Zimin" userId="7f2637d0bc515791" providerId="LiveId" clId="{1C363C82-C939-44FC-A8A5-AEBBD531DAF7}" dt="2025-12-04T13:10:55.524" v="320" actId="1076"/>
          <ac:spMkLst>
            <pc:docMk/>
            <pc:sldMk cId="869239991" sldId="801"/>
            <ac:spMk id="10" creationId="{70CC4D0D-D6FA-0A7F-829C-7E82559C185F}"/>
          </ac:spMkLst>
        </pc:spChg>
        <pc:spChg chg="add mod">
          <ac:chgData name="Aleksey Zimin" userId="7f2637d0bc515791" providerId="LiveId" clId="{1C363C82-C939-44FC-A8A5-AEBBD531DAF7}" dt="2025-12-04T13:10:59.611" v="321" actId="1076"/>
          <ac:spMkLst>
            <pc:docMk/>
            <pc:sldMk cId="869239991" sldId="801"/>
            <ac:spMk id="11" creationId="{52FE5945-15D9-B68F-3770-5E0275482CBC}"/>
          </ac:spMkLst>
        </pc:spChg>
        <pc:spChg chg="del">
          <ac:chgData name="Aleksey Zimin" userId="7f2637d0bc515791" providerId="LiveId" clId="{1C363C82-C939-44FC-A8A5-AEBBD531DAF7}" dt="2025-12-04T13:09:11.972" v="297" actId="478"/>
          <ac:spMkLst>
            <pc:docMk/>
            <pc:sldMk cId="869239991" sldId="801"/>
            <ac:spMk id="12" creationId="{D2244EA0-0956-D2AA-7CA8-9A33C6844948}"/>
          </ac:spMkLst>
        </pc:spChg>
        <pc:spChg chg="del">
          <ac:chgData name="Aleksey Zimin" userId="7f2637d0bc515791" providerId="LiveId" clId="{1C363C82-C939-44FC-A8A5-AEBBD531DAF7}" dt="2025-12-04T13:09:14.657" v="298" actId="478"/>
          <ac:spMkLst>
            <pc:docMk/>
            <pc:sldMk cId="869239991" sldId="801"/>
            <ac:spMk id="13" creationId="{6A58A096-7FB8-C20C-8676-197D29A15AAC}"/>
          </ac:spMkLst>
        </pc:spChg>
        <pc:spChg chg="add mod">
          <ac:chgData name="Aleksey Zimin" userId="7f2637d0bc515791" providerId="LiveId" clId="{1C363C82-C939-44FC-A8A5-AEBBD531DAF7}" dt="2025-12-04T13:10:43.503" v="318" actId="1076"/>
          <ac:spMkLst>
            <pc:docMk/>
            <pc:sldMk cId="869239991" sldId="801"/>
            <ac:spMk id="14" creationId="{CE9C22BE-FD0D-C687-06F7-28D353DAE1AC}"/>
          </ac:spMkLst>
        </pc:spChg>
        <pc:spChg chg="add mod">
          <ac:chgData name="Aleksey Zimin" userId="7f2637d0bc515791" providerId="LiveId" clId="{1C363C82-C939-44FC-A8A5-AEBBD531DAF7}" dt="2025-12-04T13:11:17.427" v="323" actId="1076"/>
          <ac:spMkLst>
            <pc:docMk/>
            <pc:sldMk cId="869239991" sldId="801"/>
            <ac:spMk id="15" creationId="{35E411EF-72E1-9DD7-B084-9C023D0A26F0}"/>
          </ac:spMkLst>
        </pc:spChg>
        <pc:spChg chg="add mod">
          <ac:chgData name="Aleksey Zimin" userId="7f2637d0bc515791" providerId="LiveId" clId="{1C363C82-C939-44FC-A8A5-AEBBD531DAF7}" dt="2025-12-04T13:11:24.326" v="324" actId="1076"/>
          <ac:spMkLst>
            <pc:docMk/>
            <pc:sldMk cId="869239991" sldId="801"/>
            <ac:spMk id="16" creationId="{DE9BB117-F22D-DDA6-9B90-2F9CB1BE3742}"/>
          </ac:spMkLst>
        </pc:spChg>
        <pc:spChg chg="add mod">
          <ac:chgData name="Aleksey Zimin" userId="7f2637d0bc515791" providerId="LiveId" clId="{1C363C82-C939-44FC-A8A5-AEBBD531DAF7}" dt="2025-12-04T13:11:27.438" v="325" actId="1076"/>
          <ac:spMkLst>
            <pc:docMk/>
            <pc:sldMk cId="869239991" sldId="801"/>
            <ac:spMk id="17" creationId="{E4CF067C-4392-AC1D-E2E4-9BE7EE559AB6}"/>
          </ac:spMkLst>
        </pc:spChg>
        <pc:spChg chg="add mod">
          <ac:chgData name="Aleksey Zimin" userId="7f2637d0bc515791" providerId="LiveId" clId="{1C363C82-C939-44FC-A8A5-AEBBD531DAF7}" dt="2025-12-04T13:11:06.872" v="322" actId="1076"/>
          <ac:spMkLst>
            <pc:docMk/>
            <pc:sldMk cId="869239991" sldId="801"/>
            <ac:spMk id="18" creationId="{CAF5AFF6-AAC4-FD7D-0B80-980ADCE458AF}"/>
          </ac:spMkLst>
        </pc:spChg>
        <pc:spChg chg="add mod">
          <ac:chgData name="Aleksey Zimin" userId="7f2637d0bc515791" providerId="LiveId" clId="{1C363C82-C939-44FC-A8A5-AEBBD531DAF7}" dt="2025-12-04T13:10:43.503" v="318" actId="1076"/>
          <ac:spMkLst>
            <pc:docMk/>
            <pc:sldMk cId="869239991" sldId="801"/>
            <ac:spMk id="19" creationId="{7071FDA3-1AFE-58F5-6A1B-43D1BBDAAA01}"/>
          </ac:spMkLst>
        </pc:spChg>
        <pc:spChg chg="del mod">
          <ac:chgData name="Aleksey Zimin" userId="7f2637d0bc515791" providerId="LiveId" clId="{1C363C82-C939-44FC-A8A5-AEBBD531DAF7}" dt="2025-12-04T13:09:43.904" v="305" actId="478"/>
          <ac:spMkLst>
            <pc:docMk/>
            <pc:sldMk cId="869239991" sldId="801"/>
            <ac:spMk id="29" creationId="{0370C6CE-81CA-6CCD-65EE-69ADDAC38234}"/>
          </ac:spMkLst>
        </pc:spChg>
        <pc:spChg chg="mod">
          <ac:chgData name="Aleksey Zimin" userId="7f2637d0bc515791" providerId="LiveId" clId="{1C363C82-C939-44FC-A8A5-AEBBD531DAF7}" dt="2025-12-04T13:09:51.684" v="306" actId="1076"/>
          <ac:spMkLst>
            <pc:docMk/>
            <pc:sldMk cId="869239991" sldId="801"/>
            <ac:spMk id="30" creationId="{D54955FC-436E-ABF6-AE14-A372900D7D37}"/>
          </ac:spMkLst>
        </pc:spChg>
        <pc:spChg chg="mod">
          <ac:chgData name="Aleksey Zimin" userId="7f2637d0bc515791" providerId="LiveId" clId="{1C363C82-C939-44FC-A8A5-AEBBD531DAF7}" dt="2025-12-04T13:09:51.684" v="306" actId="1076"/>
          <ac:spMkLst>
            <pc:docMk/>
            <pc:sldMk cId="869239991" sldId="801"/>
            <ac:spMk id="31" creationId="{FB063514-D8A9-C932-48C1-F4561C3CC214}"/>
          </ac:spMkLst>
        </pc:spChg>
        <pc:spChg chg="mod">
          <ac:chgData name="Aleksey Zimin" userId="7f2637d0bc515791" providerId="LiveId" clId="{1C363C82-C939-44FC-A8A5-AEBBD531DAF7}" dt="2025-12-04T13:09:51.684" v="306" actId="1076"/>
          <ac:spMkLst>
            <pc:docMk/>
            <pc:sldMk cId="869239991" sldId="801"/>
            <ac:spMk id="32" creationId="{14A35B60-FA54-FCB1-742D-B12EE37E77DD}"/>
          </ac:spMkLst>
        </pc:spChg>
        <pc:spChg chg="mod">
          <ac:chgData name="Aleksey Zimin" userId="7f2637d0bc515791" providerId="LiveId" clId="{1C363C82-C939-44FC-A8A5-AEBBD531DAF7}" dt="2025-12-04T13:09:51.684" v="306" actId="1076"/>
          <ac:spMkLst>
            <pc:docMk/>
            <pc:sldMk cId="869239991" sldId="801"/>
            <ac:spMk id="35" creationId="{9EFD9D4C-CA1B-2EDF-A1FE-946CD0FCF595}"/>
          </ac:spMkLst>
        </pc:spChg>
        <pc:spChg chg="mod">
          <ac:chgData name="Aleksey Zimin" userId="7f2637d0bc515791" providerId="LiveId" clId="{1C363C82-C939-44FC-A8A5-AEBBD531DAF7}" dt="2025-12-04T13:09:51.684" v="306" actId="1076"/>
          <ac:spMkLst>
            <pc:docMk/>
            <pc:sldMk cId="869239991" sldId="801"/>
            <ac:spMk id="36" creationId="{53C13542-4436-33FE-8C48-A5674CFAA7D4}"/>
          </ac:spMkLst>
        </pc:spChg>
        <pc:spChg chg="mod">
          <ac:chgData name="Aleksey Zimin" userId="7f2637d0bc515791" providerId="LiveId" clId="{1C363C82-C939-44FC-A8A5-AEBBD531DAF7}" dt="2025-12-04T13:09:51.684" v="306" actId="1076"/>
          <ac:spMkLst>
            <pc:docMk/>
            <pc:sldMk cId="869239991" sldId="801"/>
            <ac:spMk id="37" creationId="{4094E4C5-C7A3-E092-294C-0D9DD1F37B42}"/>
          </ac:spMkLst>
        </pc:spChg>
        <pc:spChg chg="mod">
          <ac:chgData name="Aleksey Zimin" userId="7f2637d0bc515791" providerId="LiveId" clId="{1C363C82-C939-44FC-A8A5-AEBBD531DAF7}" dt="2025-12-04T13:09:51.684" v="306" actId="1076"/>
          <ac:spMkLst>
            <pc:docMk/>
            <pc:sldMk cId="869239991" sldId="801"/>
            <ac:spMk id="39" creationId="{9DBEBE1D-4A2E-4D05-67A7-FFB4902707D7}"/>
          </ac:spMkLst>
        </pc:spChg>
        <pc:spChg chg="mod">
          <ac:chgData name="Aleksey Zimin" userId="7f2637d0bc515791" providerId="LiveId" clId="{1C363C82-C939-44FC-A8A5-AEBBD531DAF7}" dt="2025-12-04T13:09:51.684" v="306" actId="1076"/>
          <ac:spMkLst>
            <pc:docMk/>
            <pc:sldMk cId="869239991" sldId="801"/>
            <ac:spMk id="40" creationId="{786D510E-FE24-4A85-C78F-9F091043147F}"/>
          </ac:spMkLst>
        </pc:spChg>
        <pc:spChg chg="mod">
          <ac:chgData name="Aleksey Zimin" userId="7f2637d0bc515791" providerId="LiveId" clId="{1C363C82-C939-44FC-A8A5-AEBBD531DAF7}" dt="2025-12-04T13:09:22.717" v="299" actId="1076"/>
          <ac:spMkLst>
            <pc:docMk/>
            <pc:sldMk cId="869239991" sldId="801"/>
            <ac:spMk id="41" creationId="{3A1FFBC8-C0D0-936E-682D-2BF90662D638}"/>
          </ac:spMkLst>
        </pc:spChg>
        <pc:spChg chg="mod">
          <ac:chgData name="Aleksey Zimin" userId="7f2637d0bc515791" providerId="LiveId" clId="{1C363C82-C939-44FC-A8A5-AEBBD531DAF7}" dt="2025-12-04T13:09:51.684" v="306" actId="1076"/>
          <ac:spMkLst>
            <pc:docMk/>
            <pc:sldMk cId="869239991" sldId="801"/>
            <ac:spMk id="42" creationId="{8ACE45AD-F52B-FFC3-1723-E991FA166FCC}"/>
          </ac:spMkLst>
        </pc:spChg>
        <pc:spChg chg="del">
          <ac:chgData name="Aleksey Zimin" userId="7f2637d0bc515791" providerId="LiveId" clId="{1C363C82-C939-44FC-A8A5-AEBBD531DAF7}" dt="2025-12-04T13:10:01.849" v="310" actId="478"/>
          <ac:spMkLst>
            <pc:docMk/>
            <pc:sldMk cId="869239991" sldId="801"/>
            <ac:spMk id="46" creationId="{60072C10-6691-3471-5CFE-C3D2214AE3AA}"/>
          </ac:spMkLst>
        </pc:spChg>
        <pc:spChg chg="del mod">
          <ac:chgData name="Aleksey Zimin" userId="7f2637d0bc515791" providerId="LiveId" clId="{1C363C82-C939-44FC-A8A5-AEBBD531DAF7}" dt="2025-12-04T13:09:57.469" v="307" actId="478"/>
          <ac:spMkLst>
            <pc:docMk/>
            <pc:sldMk cId="869239991" sldId="801"/>
            <ac:spMk id="49" creationId="{172C458D-7A2E-36C9-00EB-45D4A5F4735D}"/>
          </ac:spMkLst>
        </pc:spChg>
        <pc:picChg chg="del">
          <ac:chgData name="Aleksey Zimin" userId="7f2637d0bc515791" providerId="LiveId" clId="{1C363C82-C939-44FC-A8A5-AEBBD531DAF7}" dt="2025-12-04T13:09:06.561" v="296" actId="478"/>
          <ac:picMkLst>
            <pc:docMk/>
            <pc:sldMk cId="869239991" sldId="801"/>
            <ac:picMk id="3" creationId="{1C32671D-0127-95B6-D8BE-06B7F6D81884}"/>
          </ac:picMkLst>
        </pc:picChg>
        <pc:cxnChg chg="del mod">
          <ac:chgData name="Aleksey Zimin" userId="7f2637d0bc515791" providerId="LiveId" clId="{1C363C82-C939-44FC-A8A5-AEBBD531DAF7}" dt="2025-12-04T13:09:27.362" v="300" actId="478"/>
          <ac:cxnSpMkLst>
            <pc:docMk/>
            <pc:sldMk cId="869239991" sldId="801"/>
            <ac:cxnSpMk id="8" creationId="{C6E6592B-A895-0274-FBE9-7791705A327B}"/>
          </ac:cxnSpMkLst>
        </pc:cxnChg>
        <pc:cxnChg chg="del">
          <ac:chgData name="Aleksey Zimin" userId="7f2637d0bc515791" providerId="LiveId" clId="{1C363C82-C939-44FC-A8A5-AEBBD531DAF7}" dt="2025-12-04T13:09:59.802" v="309" actId="478"/>
          <ac:cxnSpMkLst>
            <pc:docMk/>
            <pc:sldMk cId="869239991" sldId="801"/>
            <ac:cxnSpMk id="44" creationId="{2CCF03DF-1787-C9C4-3011-3A1E0B1F5466}"/>
          </ac:cxnSpMkLst>
        </pc:cxnChg>
        <pc:cxnChg chg="del">
          <ac:chgData name="Aleksey Zimin" userId="7f2637d0bc515791" providerId="LiveId" clId="{1C363C82-C939-44FC-A8A5-AEBBD531DAF7}" dt="2025-12-04T13:09:58.825" v="308" actId="478"/>
          <ac:cxnSpMkLst>
            <pc:docMk/>
            <pc:sldMk cId="869239991" sldId="801"/>
            <ac:cxnSpMk id="48" creationId="{B6BAFE07-0244-24EF-14C3-2083ABAA9386}"/>
          </ac:cxnSpMkLst>
        </pc:cxnChg>
      </pc:sldChg>
      <pc:sldChg chg="modSp mod modAnim">
        <pc:chgData name="Aleksey Zimin" userId="7f2637d0bc515791" providerId="LiveId" clId="{1C363C82-C939-44FC-A8A5-AEBBD531DAF7}" dt="2025-12-04T14:33:48.525" v="4500" actId="20577"/>
        <pc:sldMkLst>
          <pc:docMk/>
          <pc:sldMk cId="4011026933" sldId="802"/>
        </pc:sldMkLst>
        <pc:spChg chg="mod">
          <ac:chgData name="Aleksey Zimin" userId="7f2637d0bc515791" providerId="LiveId" clId="{1C363C82-C939-44FC-A8A5-AEBBD531DAF7}" dt="2025-12-04T13:56:02.917" v="3344" actId="20577"/>
          <ac:spMkLst>
            <pc:docMk/>
            <pc:sldMk cId="4011026933" sldId="802"/>
            <ac:spMk id="2" creationId="{C37D6459-8636-46A5-97C6-EE5A44542EA3}"/>
          </ac:spMkLst>
        </pc:spChg>
        <pc:spChg chg="mod">
          <ac:chgData name="Aleksey Zimin" userId="7f2637d0bc515791" providerId="LiveId" clId="{1C363C82-C939-44FC-A8A5-AEBBD531DAF7}" dt="2025-12-04T14:33:48.525" v="4500" actId="20577"/>
          <ac:spMkLst>
            <pc:docMk/>
            <pc:sldMk cId="4011026933" sldId="802"/>
            <ac:spMk id="3" creationId="{D36914CA-1925-432B-8D1D-7091868454D7}"/>
          </ac:spMkLst>
        </pc:spChg>
      </pc:sldChg>
      <pc:sldChg chg="addSp modSp mod">
        <pc:chgData name="Aleksey Zimin" userId="7f2637d0bc515791" providerId="LiveId" clId="{1C363C82-C939-44FC-A8A5-AEBBD531DAF7}" dt="2025-12-04T14:35:32.416" v="4546" actId="1076"/>
        <pc:sldMkLst>
          <pc:docMk/>
          <pc:sldMk cId="1404261591" sldId="803"/>
        </pc:sldMkLst>
        <pc:spChg chg="mod">
          <ac:chgData name="Aleksey Zimin" userId="7f2637d0bc515791" providerId="LiveId" clId="{1C363C82-C939-44FC-A8A5-AEBBD531DAF7}" dt="2025-12-04T14:16:47.251" v="3693" actId="20577"/>
          <ac:spMkLst>
            <pc:docMk/>
            <pc:sldMk cId="1404261591" sldId="803"/>
            <ac:spMk id="2" creationId="{97316BFC-11D1-375A-F338-F23DA095DEF7}"/>
          </ac:spMkLst>
        </pc:spChg>
        <pc:spChg chg="mod">
          <ac:chgData name="Aleksey Zimin" userId="7f2637d0bc515791" providerId="LiveId" clId="{1C363C82-C939-44FC-A8A5-AEBBD531DAF7}" dt="2025-12-04T14:35:20.012" v="4545" actId="114"/>
          <ac:spMkLst>
            <pc:docMk/>
            <pc:sldMk cId="1404261591" sldId="803"/>
            <ac:spMk id="3" creationId="{0DE7D492-7132-E3BA-E4AC-6A4420D0B96A}"/>
          </ac:spMkLst>
        </pc:spChg>
        <pc:picChg chg="add mod">
          <ac:chgData name="Aleksey Zimin" userId="7f2637d0bc515791" providerId="LiveId" clId="{1C363C82-C939-44FC-A8A5-AEBBD531DAF7}" dt="2025-12-04T14:35:32.416" v="4546" actId="1076"/>
          <ac:picMkLst>
            <pc:docMk/>
            <pc:sldMk cId="1404261591" sldId="803"/>
            <ac:picMk id="6" creationId="{21FBB739-224B-CE4A-4232-54FD5DEE5DE1}"/>
          </ac:picMkLst>
        </pc:picChg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956790767" sldId="804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3290900985" sldId="805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3203920474" sldId="806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3306208152" sldId="807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2100410490" sldId="808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1948845254" sldId="809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2365587154" sldId="810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4026382479" sldId="811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3470251671" sldId="812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2483292449" sldId="813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1735646170" sldId="814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3188783672" sldId="815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3253899548" sldId="816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209962889" sldId="817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1689580940" sldId="818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2030003799" sldId="819"/>
        </pc:sldMkLst>
      </pc:sldChg>
      <pc:sldChg chg="del">
        <pc:chgData name="Aleksey Zimin" userId="7f2637d0bc515791" providerId="LiveId" clId="{1C363C82-C939-44FC-A8A5-AEBBD531DAF7}" dt="2025-12-04T14:21:22.607" v="3828" actId="47"/>
        <pc:sldMkLst>
          <pc:docMk/>
          <pc:sldMk cId="430895515" sldId="820"/>
        </pc:sldMkLst>
      </pc:sldChg>
      <pc:sldChg chg="modSp add mod ord modAnim">
        <pc:chgData name="Aleksey Zimin" userId="7f2637d0bc515791" providerId="LiveId" clId="{1C363C82-C939-44FC-A8A5-AEBBD531DAF7}" dt="2025-12-04T13:31:12.275" v="1354"/>
        <pc:sldMkLst>
          <pc:docMk/>
          <pc:sldMk cId="529025866" sldId="821"/>
        </pc:sldMkLst>
        <pc:spChg chg="mod">
          <ac:chgData name="Aleksey Zimin" userId="7f2637d0bc515791" providerId="LiveId" clId="{1C363C82-C939-44FC-A8A5-AEBBD531DAF7}" dt="2025-12-04T13:16:26.604" v="394" actId="20577"/>
          <ac:spMkLst>
            <pc:docMk/>
            <pc:sldMk cId="529025866" sldId="821"/>
            <ac:spMk id="2" creationId="{3661DFBF-892C-C987-38E3-973DFB4FAF48}"/>
          </ac:spMkLst>
        </pc:spChg>
        <pc:spChg chg="mod">
          <ac:chgData name="Aleksey Zimin" userId="7f2637d0bc515791" providerId="LiveId" clId="{1C363C82-C939-44FC-A8A5-AEBBD531DAF7}" dt="2025-12-04T13:20:20.760" v="757" actId="20577"/>
          <ac:spMkLst>
            <pc:docMk/>
            <pc:sldMk cId="529025866" sldId="821"/>
            <ac:spMk id="8" creationId="{58EDCF22-AF22-1068-3C6F-EDD26F770744}"/>
          </ac:spMkLst>
        </pc:spChg>
      </pc:sldChg>
      <pc:sldChg chg="new del">
        <pc:chgData name="Aleksey Zimin" userId="7f2637d0bc515791" providerId="LiveId" clId="{1C363C82-C939-44FC-A8A5-AEBBD531DAF7}" dt="2025-12-04T13:16:00.289" v="357" actId="47"/>
        <pc:sldMkLst>
          <pc:docMk/>
          <pc:sldMk cId="838377987" sldId="821"/>
        </pc:sldMkLst>
      </pc:sldChg>
      <pc:sldChg chg="modSp new mod modAnim">
        <pc:chgData name="Aleksey Zimin" userId="7f2637d0bc515791" providerId="LiveId" clId="{1C363C82-C939-44FC-A8A5-AEBBD531DAF7}" dt="2025-12-04T14:32:17.928" v="4465"/>
        <pc:sldMkLst>
          <pc:docMk/>
          <pc:sldMk cId="1438845018" sldId="822"/>
        </pc:sldMkLst>
        <pc:spChg chg="mod">
          <ac:chgData name="Aleksey Zimin" userId="7f2637d0bc515791" providerId="LiveId" clId="{1C363C82-C939-44FC-A8A5-AEBBD531DAF7}" dt="2025-12-04T13:31:17.302" v="1355" actId="313"/>
          <ac:spMkLst>
            <pc:docMk/>
            <pc:sldMk cId="1438845018" sldId="822"/>
            <ac:spMk id="2" creationId="{35CA633F-277A-8AAC-EA33-CF7258CCCFC4}"/>
          </ac:spMkLst>
        </pc:spChg>
        <pc:spChg chg="mod">
          <ac:chgData name="Aleksey Zimin" userId="7f2637d0bc515791" providerId="LiveId" clId="{1C363C82-C939-44FC-A8A5-AEBBD531DAF7}" dt="2025-12-04T13:30:57.783" v="1352" actId="20577"/>
          <ac:spMkLst>
            <pc:docMk/>
            <pc:sldMk cId="1438845018" sldId="822"/>
            <ac:spMk id="3" creationId="{E6280F7B-2DE6-2347-2CFD-77843B6CAD83}"/>
          </ac:spMkLst>
        </pc:spChg>
      </pc:sldChg>
      <pc:sldChg chg="modSp add mod modAnim">
        <pc:chgData name="Aleksey Zimin" userId="7f2637d0bc515791" providerId="LiveId" clId="{1C363C82-C939-44FC-A8A5-AEBBD531DAF7}" dt="2025-12-04T14:32:47.914" v="4495" actId="20577"/>
        <pc:sldMkLst>
          <pc:docMk/>
          <pc:sldMk cId="3621534083" sldId="823"/>
        </pc:sldMkLst>
        <pc:spChg chg="mod">
          <ac:chgData name="Aleksey Zimin" userId="7f2637d0bc515791" providerId="LiveId" clId="{1C363C82-C939-44FC-A8A5-AEBBD531DAF7}" dt="2025-12-04T13:31:43.675" v="1373" actId="20577"/>
          <ac:spMkLst>
            <pc:docMk/>
            <pc:sldMk cId="3621534083" sldId="823"/>
            <ac:spMk id="2" creationId="{F59B101D-1C18-1675-89BE-4B2894CFA4ED}"/>
          </ac:spMkLst>
        </pc:spChg>
        <pc:spChg chg="mod">
          <ac:chgData name="Aleksey Zimin" userId="7f2637d0bc515791" providerId="LiveId" clId="{1C363C82-C939-44FC-A8A5-AEBBD531DAF7}" dt="2025-12-04T14:32:47.914" v="4495" actId="20577"/>
          <ac:spMkLst>
            <pc:docMk/>
            <pc:sldMk cId="3621534083" sldId="823"/>
            <ac:spMk id="3" creationId="{11B3A9D0-2EA6-5437-760B-132A254E6811}"/>
          </ac:spMkLst>
        </pc:spChg>
      </pc:sldChg>
      <pc:sldChg chg="addSp delSp modSp add mod delAnim">
        <pc:chgData name="Aleksey Zimin" userId="7f2637d0bc515791" providerId="LiveId" clId="{1C363C82-C939-44FC-A8A5-AEBBD531DAF7}" dt="2025-12-04T13:39:03.202" v="1696" actId="14100"/>
        <pc:sldMkLst>
          <pc:docMk/>
          <pc:sldMk cId="1081243359" sldId="824"/>
        </pc:sldMkLst>
        <pc:spChg chg="mod">
          <ac:chgData name="Aleksey Zimin" userId="7f2637d0bc515791" providerId="LiveId" clId="{1C363C82-C939-44FC-A8A5-AEBBD531DAF7}" dt="2025-12-04T13:38:27.421" v="1692" actId="20577"/>
          <ac:spMkLst>
            <pc:docMk/>
            <pc:sldMk cId="1081243359" sldId="824"/>
            <ac:spMk id="2" creationId="{B9DD28A8-9EE5-C36B-AC9B-0D90709CB6E6}"/>
          </ac:spMkLst>
        </pc:spChg>
        <pc:spChg chg="del">
          <ac:chgData name="Aleksey Zimin" userId="7f2637d0bc515791" providerId="LiveId" clId="{1C363C82-C939-44FC-A8A5-AEBBD531DAF7}" dt="2025-12-04T13:38:30.998" v="1693" actId="478"/>
          <ac:spMkLst>
            <pc:docMk/>
            <pc:sldMk cId="1081243359" sldId="824"/>
            <ac:spMk id="3" creationId="{928F20DD-4610-B3D3-83F5-59A4B3CD46F3}"/>
          </ac:spMkLst>
        </pc:spChg>
        <pc:spChg chg="add del mod">
          <ac:chgData name="Aleksey Zimin" userId="7f2637d0bc515791" providerId="LiveId" clId="{1C363C82-C939-44FC-A8A5-AEBBD531DAF7}" dt="2025-12-04T13:38:34.054" v="1694" actId="478"/>
          <ac:spMkLst>
            <pc:docMk/>
            <pc:sldMk cId="1081243359" sldId="824"/>
            <ac:spMk id="6" creationId="{74B39F23-6A1E-8D9B-C9AF-6A3A79B6A42C}"/>
          </ac:spMkLst>
        </pc:spChg>
        <pc:picChg chg="add mod">
          <ac:chgData name="Aleksey Zimin" userId="7f2637d0bc515791" providerId="LiveId" clId="{1C363C82-C939-44FC-A8A5-AEBBD531DAF7}" dt="2025-12-04T13:39:03.202" v="1696" actId="14100"/>
          <ac:picMkLst>
            <pc:docMk/>
            <pc:sldMk cId="1081243359" sldId="824"/>
            <ac:picMk id="1026" creationId="{AE6F8313-4AAE-EC06-873F-3C569D0C00C8}"/>
          </ac:picMkLst>
        </pc:picChg>
      </pc:sldChg>
      <pc:sldChg chg="modSp add mod modAnim">
        <pc:chgData name="Aleksey Zimin" userId="7f2637d0bc515791" providerId="LiveId" clId="{1C363C82-C939-44FC-A8A5-AEBBD531DAF7}" dt="2025-12-04T14:33:08.133" v="4496"/>
        <pc:sldMkLst>
          <pc:docMk/>
          <pc:sldMk cId="1911887092" sldId="825"/>
        </pc:sldMkLst>
        <pc:spChg chg="mod">
          <ac:chgData name="Aleksey Zimin" userId="7f2637d0bc515791" providerId="LiveId" clId="{1C363C82-C939-44FC-A8A5-AEBBD531DAF7}" dt="2025-12-04T13:42:12.742" v="1852" actId="20577"/>
          <ac:spMkLst>
            <pc:docMk/>
            <pc:sldMk cId="1911887092" sldId="825"/>
            <ac:spMk id="2" creationId="{C87D9267-0207-BDF0-BEBC-FFACDFC33FC2}"/>
          </ac:spMkLst>
        </pc:spChg>
        <pc:spChg chg="mod">
          <ac:chgData name="Aleksey Zimin" userId="7f2637d0bc515791" providerId="LiveId" clId="{1C363C82-C939-44FC-A8A5-AEBBD531DAF7}" dt="2025-12-04T13:47:55.674" v="2648" actId="27636"/>
          <ac:spMkLst>
            <pc:docMk/>
            <pc:sldMk cId="1911887092" sldId="825"/>
            <ac:spMk id="3" creationId="{37A7ADDD-C145-EBBD-C59B-EE01B7F9DF42}"/>
          </ac:spMkLst>
        </pc:spChg>
      </pc:sldChg>
      <pc:sldChg chg="modSp add del mod modAnim">
        <pc:chgData name="Aleksey Zimin" userId="7f2637d0bc515791" providerId="LiveId" clId="{1C363C82-C939-44FC-A8A5-AEBBD531DAF7}" dt="2025-12-04T13:52:48.991" v="3148" actId="47"/>
        <pc:sldMkLst>
          <pc:docMk/>
          <pc:sldMk cId="977785246" sldId="826"/>
        </pc:sldMkLst>
        <pc:spChg chg="mod">
          <ac:chgData name="Aleksey Zimin" userId="7f2637d0bc515791" providerId="LiveId" clId="{1C363C82-C939-44FC-A8A5-AEBBD531DAF7}" dt="2025-12-04T13:51:51.044" v="3142" actId="20577"/>
          <ac:spMkLst>
            <pc:docMk/>
            <pc:sldMk cId="977785246" sldId="826"/>
            <ac:spMk id="3" creationId="{CFE7C372-2CEF-93C7-7F6C-829F5BA03332}"/>
          </ac:spMkLst>
        </pc:spChg>
      </pc:sldChg>
      <pc:sldChg chg="modSp add mod modAnim">
        <pc:chgData name="Aleksey Zimin" userId="7f2637d0bc515791" providerId="LiveId" clId="{1C363C82-C939-44FC-A8A5-AEBBD531DAF7}" dt="2025-12-04T14:34:12.861" v="4510"/>
        <pc:sldMkLst>
          <pc:docMk/>
          <pc:sldMk cId="3388167018" sldId="827"/>
        </pc:sldMkLst>
        <pc:spChg chg="mod">
          <ac:chgData name="Aleksey Zimin" userId="7f2637d0bc515791" providerId="LiveId" clId="{1C363C82-C939-44FC-A8A5-AEBBD531DAF7}" dt="2025-12-04T13:58:08.038" v="3630" actId="20577"/>
          <ac:spMkLst>
            <pc:docMk/>
            <pc:sldMk cId="3388167018" sldId="827"/>
            <ac:spMk id="2" creationId="{0643C711-C118-0D61-F466-5805FDE51F3E}"/>
          </ac:spMkLst>
        </pc:spChg>
        <pc:spChg chg="mod">
          <ac:chgData name="Aleksey Zimin" userId="7f2637d0bc515791" providerId="LiveId" clId="{1C363C82-C939-44FC-A8A5-AEBBD531DAF7}" dt="2025-12-04T14:09:04.609" v="3635" actId="20577"/>
          <ac:spMkLst>
            <pc:docMk/>
            <pc:sldMk cId="3388167018" sldId="827"/>
            <ac:spMk id="3" creationId="{36549EC0-02D7-EF98-6348-140979B00370}"/>
          </ac:spMkLst>
        </pc:spChg>
      </pc:sldChg>
      <pc:sldChg chg="addSp modSp new mod">
        <pc:chgData name="Aleksey Zimin" userId="7f2637d0bc515791" providerId="LiveId" clId="{1C363C82-C939-44FC-A8A5-AEBBD531DAF7}" dt="2025-12-04T14:26:27.649" v="3992" actId="20577"/>
        <pc:sldMkLst>
          <pc:docMk/>
          <pc:sldMk cId="1642839769" sldId="828"/>
        </pc:sldMkLst>
        <pc:spChg chg="mod">
          <ac:chgData name="Aleksey Zimin" userId="7f2637d0bc515791" providerId="LiveId" clId="{1C363C82-C939-44FC-A8A5-AEBBD531DAF7}" dt="2025-12-04T14:26:27.649" v="3992" actId="20577"/>
          <ac:spMkLst>
            <pc:docMk/>
            <pc:sldMk cId="1642839769" sldId="828"/>
            <ac:spMk id="2" creationId="{E07246EE-C233-CF3D-2CF5-CD342BA3F75B}"/>
          </ac:spMkLst>
        </pc:spChg>
        <pc:spChg chg="mod">
          <ac:chgData name="Aleksey Zimin" userId="7f2637d0bc515791" providerId="LiveId" clId="{1C363C82-C939-44FC-A8A5-AEBBD531DAF7}" dt="2025-12-04T14:24:51.428" v="3975" actId="14100"/>
          <ac:spMkLst>
            <pc:docMk/>
            <pc:sldMk cId="1642839769" sldId="828"/>
            <ac:spMk id="3" creationId="{9593ECBE-A7DC-5D13-8F84-80D7C5DA53A5}"/>
          </ac:spMkLst>
        </pc:spChg>
        <pc:picChg chg="add mod">
          <ac:chgData name="Aleksey Zimin" userId="7f2637d0bc515791" providerId="LiveId" clId="{1C363C82-C939-44FC-A8A5-AEBBD531DAF7}" dt="2025-12-04T14:26:03.685" v="3980" actId="1076"/>
          <ac:picMkLst>
            <pc:docMk/>
            <pc:sldMk cId="1642839769" sldId="828"/>
            <ac:picMk id="6" creationId="{7E55025B-1540-3EF0-809D-A4657E784A6E}"/>
          </ac:picMkLst>
        </pc:picChg>
        <pc:picChg chg="add mod">
          <ac:chgData name="Aleksey Zimin" userId="7f2637d0bc515791" providerId="LiveId" clId="{1C363C82-C939-44FC-A8A5-AEBBD531DAF7}" dt="2025-12-04T14:26:13.632" v="3983" actId="1076"/>
          <ac:picMkLst>
            <pc:docMk/>
            <pc:sldMk cId="1642839769" sldId="828"/>
            <ac:picMk id="8" creationId="{9E525A91-208D-FC5E-742D-E9E76BD6DA1F}"/>
          </ac:picMkLst>
        </pc:picChg>
      </pc:sldChg>
      <pc:sldChg chg="modSp new mod">
        <pc:chgData name="Aleksey Zimin" userId="7f2637d0bc515791" providerId="LiveId" clId="{1C363C82-C939-44FC-A8A5-AEBBD531DAF7}" dt="2025-12-04T14:35:56.710" v="4548" actId="20577"/>
        <pc:sldMkLst>
          <pc:docMk/>
          <pc:sldMk cId="16163245" sldId="829"/>
        </pc:sldMkLst>
        <pc:spChg chg="mod">
          <ac:chgData name="Aleksey Zimin" userId="7f2637d0bc515791" providerId="LiveId" clId="{1C363C82-C939-44FC-A8A5-AEBBD531DAF7}" dt="2025-12-04T14:27:12.705" v="4046" actId="27636"/>
          <ac:spMkLst>
            <pc:docMk/>
            <pc:sldMk cId="16163245" sldId="829"/>
            <ac:spMk id="2" creationId="{CE4609FC-CE90-2D40-2F38-E5D5D612E3AC}"/>
          </ac:spMkLst>
        </pc:spChg>
        <pc:spChg chg="mod">
          <ac:chgData name="Aleksey Zimin" userId="7f2637d0bc515791" providerId="LiveId" clId="{1C363C82-C939-44FC-A8A5-AEBBD531DAF7}" dt="2025-12-04T14:35:56.710" v="4548" actId="20577"/>
          <ac:spMkLst>
            <pc:docMk/>
            <pc:sldMk cId="16163245" sldId="829"/>
            <ac:spMk id="3" creationId="{A1FF3B30-06E1-AFF8-020E-40D313651B5A}"/>
          </ac:spMkLst>
        </pc:spChg>
      </pc:sldChg>
      <pc:sldMasterChg chg="delSldLayout">
        <pc:chgData name="Aleksey Zimin" userId="7f2637d0bc515791" providerId="LiveId" clId="{1C363C82-C939-44FC-A8A5-AEBBD531DAF7}" dt="2025-12-04T14:21:22.607" v="3828" actId="47"/>
        <pc:sldMasterMkLst>
          <pc:docMk/>
          <pc:sldMasterMk cId="1944039382" sldId="2147483648"/>
        </pc:sldMasterMkLst>
        <pc:sldLayoutChg chg="del">
          <pc:chgData name="Aleksey Zimin" userId="7f2637d0bc515791" providerId="LiveId" clId="{1C363C82-C939-44FC-A8A5-AEBBD531DAF7}" dt="2025-12-04T14:21:22.607" v="3828" actId="47"/>
          <pc:sldLayoutMkLst>
            <pc:docMk/>
            <pc:sldMasterMk cId="1944039382" sldId="2147483648"/>
            <pc:sldLayoutMk cId="3216626273" sldId="2147483668"/>
          </pc:sldLayoutMkLst>
        </pc:sldLayoutChg>
        <pc:sldLayoutChg chg="del">
          <pc:chgData name="Aleksey Zimin" userId="7f2637d0bc515791" providerId="LiveId" clId="{1C363C82-C939-44FC-A8A5-AEBBD531DAF7}" dt="2025-12-04T14:21:22.607" v="3828" actId="47"/>
          <pc:sldLayoutMkLst>
            <pc:docMk/>
            <pc:sldMasterMk cId="1944039382" sldId="2147483648"/>
            <pc:sldLayoutMk cId="4185035436" sldId="214748366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</a:t>
            </a:r>
          </a:p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42EB-4C0B-4B2B-93C3-10ED0970E4ED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D5F6E-2DCB-415D-84E7-B628E9D8A108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B858-4317-451A-9BDC-D8E69797B57B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E8256-B7B8-467E-945E-1804BD8DFB73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5277-C60E-4927-8CB2-AE9BADDF2A63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8DC06-1A19-4D6C-907F-9D8FBE516A80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EFA-2CDE-4AB2-8AA6-ADD562640288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1FBDB-D8A3-4751-A420-ED431DCF85DE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CE40-1F6D-474A-9698-308C593AA8EB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85AC7-D432-4E89-B645-4D4C4EDA1755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AF69-2F49-428E-86F6-1ABE6AB4111A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0C14-22D4-4580-ADA1-EC9983590833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3E996-B09A-4A96-BC8E-13DD70580EE9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-Sequence-Ontology/Specifications/blob/master/gff3.md" TargetMode="External"/><Relationship Id="rId2" Type="http://schemas.openxmlformats.org/officeDocument/2006/relationships/hyperlink" Target="https://mblab.wustl.edu/GTF2.html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7074-6C76-4B66-80C9-856F75BD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0520F-6299-4676-8176-653C51F4D7A4}"/>
              </a:ext>
            </a:extLst>
          </p:cNvPr>
          <p:cNvSpPr txBox="1"/>
          <p:nvPr/>
        </p:nvSpPr>
        <p:spPr>
          <a:xfrm>
            <a:off x="1308659" y="2437886"/>
            <a:ext cx="967702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 dirty="0">
                <a:solidFill>
                  <a:srgbClr val="BE0260"/>
                </a:solidFill>
              </a:rPr>
              <a:t>Genome Annotation</a:t>
            </a:r>
            <a:br>
              <a:rPr lang="en-US" sz="3200" b="1" dirty="0">
                <a:solidFill>
                  <a:srgbClr val="BE0260"/>
                </a:solidFill>
              </a:rPr>
            </a:br>
            <a:endParaRPr lang="en-US" sz="3200" b="1" dirty="0">
              <a:solidFill>
                <a:srgbClr val="BE02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9679F-F038-40F8-96EA-47D38F6DFC66}"/>
              </a:ext>
            </a:extLst>
          </p:cNvPr>
          <p:cNvSpPr txBox="1"/>
          <p:nvPr/>
        </p:nvSpPr>
        <p:spPr>
          <a:xfrm>
            <a:off x="1308659" y="3867758"/>
            <a:ext cx="9574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Alexey V. Zimin</a:t>
            </a:r>
            <a:br>
              <a:rPr lang="en-US" sz="2400" dirty="0"/>
            </a:br>
            <a:r>
              <a:rPr lang="en-US" sz="2400" dirty="0"/>
              <a:t> </a:t>
            </a:r>
          </a:p>
          <a:p>
            <a:r>
              <a:rPr lang="en-US" sz="2400" dirty="0"/>
              <a:t>BME580.417(707)</a:t>
            </a:r>
          </a:p>
        </p:txBody>
      </p:sp>
    </p:spTree>
    <p:extLst>
      <p:ext uri="{BB962C8B-B14F-4D97-AF65-F5344CB8AC3E}">
        <p14:creationId xmlns:p14="http://schemas.microsoft.com/office/powerpoint/2010/main" val="105240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6459-8636-46A5-97C6-EE5A4454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Genome annotation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87CF0-2D45-44CE-885B-429A57BA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FF32045-ACFE-C90B-55E9-64B7BCB7B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851" y="1919965"/>
            <a:ext cx="11525020" cy="46796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Protein coding gene annotation solves two main  problems: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Locate </a:t>
            </a:r>
            <a:r>
              <a:rPr lang="en-US" i="1" dirty="0">
                <a:solidFill>
                  <a:schemeClr val="tx1"/>
                </a:solidFill>
              </a:rPr>
              <a:t>transcripts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Locate </a:t>
            </a:r>
            <a:r>
              <a:rPr lang="en-US" i="1" dirty="0">
                <a:solidFill>
                  <a:schemeClr val="tx1"/>
                </a:solidFill>
              </a:rPr>
              <a:t>protein coding regions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i="1" u="sng" dirty="0">
                <a:solidFill>
                  <a:schemeClr val="tx1"/>
                </a:solidFill>
              </a:rPr>
              <a:t>O</a:t>
            </a:r>
            <a:r>
              <a:rPr lang="en-US" i="1" dirty="0">
                <a:solidFill>
                  <a:schemeClr val="tx1"/>
                </a:solidFill>
              </a:rPr>
              <a:t>pen </a:t>
            </a:r>
            <a:r>
              <a:rPr lang="en-US" i="1" u="sng" dirty="0">
                <a:solidFill>
                  <a:schemeClr val="tx1"/>
                </a:solidFill>
              </a:rPr>
              <a:t>R</a:t>
            </a:r>
            <a:r>
              <a:rPr lang="en-US" i="1" dirty="0">
                <a:solidFill>
                  <a:schemeClr val="tx1"/>
                </a:solidFill>
              </a:rPr>
              <a:t>eading </a:t>
            </a:r>
            <a:r>
              <a:rPr lang="en-US" i="1" u="sng" dirty="0">
                <a:solidFill>
                  <a:schemeClr val="tx1"/>
                </a:solidFill>
              </a:rPr>
              <a:t>F</a:t>
            </a:r>
            <a:r>
              <a:rPr lang="en-US" i="1" dirty="0">
                <a:solidFill>
                  <a:schemeClr val="tx1"/>
                </a:solidFill>
              </a:rPr>
              <a:t>rames</a:t>
            </a:r>
            <a:r>
              <a:rPr lang="en-US" dirty="0">
                <a:solidFill>
                  <a:schemeClr val="tx1"/>
                </a:solidFill>
              </a:rPr>
              <a:t>, or </a:t>
            </a:r>
            <a:r>
              <a:rPr lang="en-US" i="1" u="sng" dirty="0">
                <a:solidFill>
                  <a:schemeClr val="tx1"/>
                </a:solidFill>
              </a:rPr>
              <a:t>C</a:t>
            </a:r>
            <a:r>
              <a:rPr lang="en-US" i="1" dirty="0">
                <a:solidFill>
                  <a:schemeClr val="tx1"/>
                </a:solidFill>
              </a:rPr>
              <a:t>o</a:t>
            </a:r>
            <a:r>
              <a:rPr lang="en-US" i="1" u="sng" dirty="0">
                <a:solidFill>
                  <a:schemeClr val="tx1"/>
                </a:solidFill>
              </a:rPr>
              <a:t>D</a:t>
            </a:r>
            <a:r>
              <a:rPr lang="en-US" i="1" dirty="0">
                <a:solidFill>
                  <a:schemeClr val="tx1"/>
                </a:solidFill>
              </a:rPr>
              <a:t>ing </a:t>
            </a:r>
            <a:r>
              <a:rPr lang="en-US" i="1" u="sng" dirty="0">
                <a:solidFill>
                  <a:schemeClr val="tx1"/>
                </a:solidFill>
              </a:rPr>
              <a:t>S</a:t>
            </a:r>
            <a:r>
              <a:rPr lang="en-US" i="1" dirty="0">
                <a:solidFill>
                  <a:schemeClr val="tx1"/>
                </a:solidFill>
              </a:rPr>
              <a:t>equences</a:t>
            </a:r>
            <a:r>
              <a:rPr lang="en-US" dirty="0">
                <a:solidFill>
                  <a:schemeClr val="tx1"/>
                </a:solidFill>
              </a:rPr>
              <a:t>) within transcripts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Other kinds of annotations: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Long non-coding RNA annotations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Repeat annotation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Short RNA annotations (tRNA, miRNA, </a:t>
            </a: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08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6459-8636-46A5-97C6-EE5A4454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Protein coding and lncRNA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914CA-1925-432B-8D1D-709186845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194" y="1723832"/>
            <a:ext cx="4425052" cy="4632518"/>
          </a:xfrm>
        </p:spPr>
        <p:txBody>
          <a:bodyPr>
            <a:normAutofit fontScale="92500"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Protein coding and lncRNA annotation locates on the genome the coordinates of: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genes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transcripts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protein coding sequences</a:t>
            </a: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Usually reported in GFF3 or GTF format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87CF0-2D45-44CE-885B-429A57BA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D59F4DCE-F2EB-4F96-A6DD-2CF1C8E885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99" b="24212"/>
          <a:stretch/>
        </p:blipFill>
        <p:spPr>
          <a:xfrm>
            <a:off x="5023672" y="1690688"/>
            <a:ext cx="7482545" cy="498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0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B028F6D4-4FAB-5DAF-76E6-FC8BA837107B}"/>
              </a:ext>
            </a:extLst>
          </p:cNvPr>
          <p:cNvSpPr txBox="1"/>
          <p:nvPr/>
        </p:nvSpPr>
        <p:spPr>
          <a:xfrm>
            <a:off x="25161" y="1690688"/>
            <a:ext cx="1195529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709A6-71FE-8AE7-AC93-90D8598C67F2}"/>
              </a:ext>
            </a:extLst>
          </p:cNvPr>
          <p:cNvSpPr txBox="1"/>
          <p:nvPr/>
        </p:nvSpPr>
        <p:spPr>
          <a:xfrm>
            <a:off x="-5641" y="5203932"/>
            <a:ext cx="1195529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71DDDD-FE34-BFF8-E3AF-A064C1026623}"/>
              </a:ext>
            </a:extLst>
          </p:cNvPr>
          <p:cNvSpPr txBox="1"/>
          <p:nvPr/>
        </p:nvSpPr>
        <p:spPr>
          <a:xfrm>
            <a:off x="-5641" y="4550976"/>
            <a:ext cx="1195529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90E5EF-EB02-9D95-EAF2-124E359C8CEE}"/>
              </a:ext>
            </a:extLst>
          </p:cNvPr>
          <p:cNvSpPr txBox="1"/>
          <p:nvPr/>
        </p:nvSpPr>
        <p:spPr>
          <a:xfrm>
            <a:off x="0" y="3403465"/>
            <a:ext cx="1195529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661731-4E9B-FD60-663E-792A37529949}"/>
              </a:ext>
            </a:extLst>
          </p:cNvPr>
          <p:cNvSpPr txBox="1"/>
          <p:nvPr/>
        </p:nvSpPr>
        <p:spPr>
          <a:xfrm>
            <a:off x="0" y="2726883"/>
            <a:ext cx="1195529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2E4CD6-2875-FDFF-7915-3B5BC5ED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 structure on the genome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E131A-8F86-E8C2-F884-2B211290AF52}"/>
              </a:ext>
            </a:extLst>
          </p:cNvPr>
          <p:cNvSpPr txBox="1"/>
          <p:nvPr/>
        </p:nvSpPr>
        <p:spPr>
          <a:xfrm>
            <a:off x="1231391" y="1690688"/>
            <a:ext cx="972921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4955FC-436E-ABF6-AE14-A372900D7D37}"/>
              </a:ext>
            </a:extLst>
          </p:cNvPr>
          <p:cNvSpPr txBox="1"/>
          <p:nvPr/>
        </p:nvSpPr>
        <p:spPr>
          <a:xfrm>
            <a:off x="1255776" y="4552627"/>
            <a:ext cx="97536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063514-D8A9-C932-48C1-F4561C3CC214}"/>
              </a:ext>
            </a:extLst>
          </p:cNvPr>
          <p:cNvSpPr txBox="1"/>
          <p:nvPr/>
        </p:nvSpPr>
        <p:spPr>
          <a:xfrm>
            <a:off x="2651760" y="4552627"/>
            <a:ext cx="97536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A35B60-FA54-FCB1-742D-B12EE37E77DD}"/>
              </a:ext>
            </a:extLst>
          </p:cNvPr>
          <p:cNvSpPr txBox="1"/>
          <p:nvPr/>
        </p:nvSpPr>
        <p:spPr>
          <a:xfrm>
            <a:off x="4072128" y="4557601"/>
            <a:ext cx="15300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1BB656-58F9-7621-B1CE-332DF54FEA8E}"/>
              </a:ext>
            </a:extLst>
          </p:cNvPr>
          <p:cNvSpPr txBox="1"/>
          <p:nvPr/>
        </p:nvSpPr>
        <p:spPr>
          <a:xfrm>
            <a:off x="6219995" y="4552627"/>
            <a:ext cx="134721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FD9D4C-CA1B-2EDF-A1FE-946CD0FCF595}"/>
              </a:ext>
            </a:extLst>
          </p:cNvPr>
          <p:cNvSpPr txBox="1"/>
          <p:nvPr/>
        </p:nvSpPr>
        <p:spPr>
          <a:xfrm>
            <a:off x="8839200" y="4552627"/>
            <a:ext cx="212140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C13542-4436-33FE-8C48-A5674CFAA7D4}"/>
              </a:ext>
            </a:extLst>
          </p:cNvPr>
          <p:cNvSpPr txBox="1"/>
          <p:nvPr/>
        </p:nvSpPr>
        <p:spPr>
          <a:xfrm>
            <a:off x="1243584" y="5217519"/>
            <a:ext cx="97536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94E4C5-C7A3-E092-294C-0D9DD1F37B42}"/>
              </a:ext>
            </a:extLst>
          </p:cNvPr>
          <p:cNvSpPr txBox="1"/>
          <p:nvPr/>
        </p:nvSpPr>
        <p:spPr>
          <a:xfrm>
            <a:off x="2651760" y="5217519"/>
            <a:ext cx="97536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2EB241-1E1B-C811-B334-4FEB236BCD15}"/>
              </a:ext>
            </a:extLst>
          </p:cNvPr>
          <p:cNvSpPr txBox="1"/>
          <p:nvPr/>
        </p:nvSpPr>
        <p:spPr>
          <a:xfrm>
            <a:off x="4084320" y="5217519"/>
            <a:ext cx="89001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5’UTR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BEBE1D-4A2E-4D05-67A7-FFB4902707D7}"/>
              </a:ext>
            </a:extLst>
          </p:cNvPr>
          <p:cNvSpPr txBox="1"/>
          <p:nvPr/>
        </p:nvSpPr>
        <p:spPr>
          <a:xfrm>
            <a:off x="6230112" y="5217519"/>
            <a:ext cx="135940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6D510E-FE24-4A85-C78F-9F091043147F}"/>
              </a:ext>
            </a:extLst>
          </p:cNvPr>
          <p:cNvSpPr txBox="1"/>
          <p:nvPr/>
        </p:nvSpPr>
        <p:spPr>
          <a:xfrm>
            <a:off x="8851392" y="5180374"/>
            <a:ext cx="121920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1FFBC8-C0D0-936E-682D-2BF90662D638}"/>
              </a:ext>
            </a:extLst>
          </p:cNvPr>
          <p:cNvSpPr txBox="1"/>
          <p:nvPr/>
        </p:nvSpPr>
        <p:spPr>
          <a:xfrm>
            <a:off x="10070592" y="5185017"/>
            <a:ext cx="89001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3’ UTR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CE45AD-F52B-FFC3-1723-E991FA166FCC}"/>
              </a:ext>
            </a:extLst>
          </p:cNvPr>
          <p:cNvSpPr txBox="1"/>
          <p:nvPr/>
        </p:nvSpPr>
        <p:spPr>
          <a:xfrm>
            <a:off x="4974336" y="5217519"/>
            <a:ext cx="62788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CF03DF-1787-C9C4-3011-3A1E0B1F5466}"/>
              </a:ext>
            </a:extLst>
          </p:cNvPr>
          <p:cNvCxnSpPr>
            <a:cxnSpLocks/>
          </p:cNvCxnSpPr>
          <p:nvPr/>
        </p:nvCxnSpPr>
        <p:spPr>
          <a:xfrm flipV="1">
            <a:off x="5004557" y="5573264"/>
            <a:ext cx="0" cy="40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0072C10-6691-3471-5CFE-C3D2214AE3AA}"/>
              </a:ext>
            </a:extLst>
          </p:cNvPr>
          <p:cNvSpPr txBox="1"/>
          <p:nvPr/>
        </p:nvSpPr>
        <p:spPr>
          <a:xfrm>
            <a:off x="4282440" y="5975600"/>
            <a:ext cx="135940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Start codon (ATG)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6BAFE07-0244-24EF-14C3-2083ABAA9386}"/>
              </a:ext>
            </a:extLst>
          </p:cNvPr>
          <p:cNvCxnSpPr>
            <a:cxnSpLocks/>
          </p:cNvCxnSpPr>
          <p:nvPr/>
        </p:nvCxnSpPr>
        <p:spPr>
          <a:xfrm flipV="1">
            <a:off x="10058400" y="5573264"/>
            <a:ext cx="0" cy="40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72C458D-7A2E-36C9-00EB-45D4A5F4735D}"/>
              </a:ext>
            </a:extLst>
          </p:cNvPr>
          <p:cNvSpPr txBox="1"/>
          <p:nvPr/>
        </p:nvSpPr>
        <p:spPr>
          <a:xfrm>
            <a:off x="9141795" y="5975600"/>
            <a:ext cx="174345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Stop codon (TAA,TAG,TGA)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D0666F-C125-07AA-33E8-B22D4B7CA9A0}"/>
              </a:ext>
            </a:extLst>
          </p:cNvPr>
          <p:cNvSpPr txBox="1"/>
          <p:nvPr/>
        </p:nvSpPr>
        <p:spPr>
          <a:xfrm>
            <a:off x="2651760" y="2723357"/>
            <a:ext cx="142036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EEB11A-41C6-6C5D-AAC0-F384D098C6F9}"/>
              </a:ext>
            </a:extLst>
          </p:cNvPr>
          <p:cNvSpPr txBox="1"/>
          <p:nvPr/>
        </p:nvSpPr>
        <p:spPr>
          <a:xfrm>
            <a:off x="4386072" y="2726883"/>
            <a:ext cx="15300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8D6555-9BA8-CCD9-A7E5-48E989E13DAD}"/>
              </a:ext>
            </a:extLst>
          </p:cNvPr>
          <p:cNvSpPr txBox="1"/>
          <p:nvPr/>
        </p:nvSpPr>
        <p:spPr>
          <a:xfrm>
            <a:off x="6547104" y="2722815"/>
            <a:ext cx="134721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627425-EEC5-95A0-A126-679328A84F98}"/>
              </a:ext>
            </a:extLst>
          </p:cNvPr>
          <p:cNvSpPr txBox="1"/>
          <p:nvPr/>
        </p:nvSpPr>
        <p:spPr>
          <a:xfrm>
            <a:off x="8839200" y="2744061"/>
            <a:ext cx="212140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EC6DA1-2F32-A483-1838-C18C430274AA}"/>
              </a:ext>
            </a:extLst>
          </p:cNvPr>
          <p:cNvSpPr txBox="1"/>
          <p:nvPr/>
        </p:nvSpPr>
        <p:spPr>
          <a:xfrm>
            <a:off x="2651760" y="3408953"/>
            <a:ext cx="789432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2D3A9B-39F7-6DF3-EF5A-D85A6D18D325}"/>
              </a:ext>
            </a:extLst>
          </p:cNvPr>
          <p:cNvSpPr txBox="1"/>
          <p:nvPr/>
        </p:nvSpPr>
        <p:spPr>
          <a:xfrm>
            <a:off x="6555924" y="3410604"/>
            <a:ext cx="135940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3CB083-08CD-24AE-556A-8DAC4DF69925}"/>
              </a:ext>
            </a:extLst>
          </p:cNvPr>
          <p:cNvSpPr txBox="1"/>
          <p:nvPr/>
        </p:nvSpPr>
        <p:spPr>
          <a:xfrm>
            <a:off x="8851392" y="3371808"/>
            <a:ext cx="76926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977E3B-E257-CF0B-1C79-B99F5A174935}"/>
              </a:ext>
            </a:extLst>
          </p:cNvPr>
          <p:cNvSpPr txBox="1"/>
          <p:nvPr/>
        </p:nvSpPr>
        <p:spPr>
          <a:xfrm>
            <a:off x="9620655" y="3376451"/>
            <a:ext cx="133995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3’ UTR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B66C70-34DF-B19E-BFEA-59E92456DB49}"/>
              </a:ext>
            </a:extLst>
          </p:cNvPr>
          <p:cNvSpPr txBox="1"/>
          <p:nvPr/>
        </p:nvSpPr>
        <p:spPr>
          <a:xfrm>
            <a:off x="4386072" y="3408953"/>
            <a:ext cx="153009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BB6665-B8E1-73E2-5DF4-F742D56DDA36}"/>
              </a:ext>
            </a:extLst>
          </p:cNvPr>
          <p:cNvSpPr txBox="1"/>
          <p:nvPr/>
        </p:nvSpPr>
        <p:spPr>
          <a:xfrm>
            <a:off x="3441193" y="3408953"/>
            <a:ext cx="63093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</p:spTree>
    <p:extLst>
      <p:ext uri="{BB962C8B-B14F-4D97-AF65-F5344CB8AC3E}">
        <p14:creationId xmlns:p14="http://schemas.microsoft.com/office/powerpoint/2010/main" val="1942387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E4CD6-2875-FDFF-7915-3B5BC5ED0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88" y="284648"/>
            <a:ext cx="10972800" cy="458115"/>
          </a:xfrm>
        </p:spPr>
        <p:txBody>
          <a:bodyPr>
            <a:normAutofit fontScale="90000"/>
          </a:bodyPr>
          <a:lstStyle/>
          <a:p>
            <a:r>
              <a:rPr lang="en-US" dirty="0"/>
              <a:t>Gene structure in transcript(spliced) coords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E131A-8F86-E8C2-F884-2B211290AF52}"/>
              </a:ext>
            </a:extLst>
          </p:cNvPr>
          <p:cNvSpPr txBox="1"/>
          <p:nvPr/>
        </p:nvSpPr>
        <p:spPr>
          <a:xfrm>
            <a:off x="1231392" y="1690688"/>
            <a:ext cx="693724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89CC-F401-9C7F-BE81-57FCE2113215}"/>
              </a:ext>
            </a:extLst>
          </p:cNvPr>
          <p:cNvSpPr txBox="1"/>
          <p:nvPr/>
        </p:nvSpPr>
        <p:spPr>
          <a:xfrm>
            <a:off x="1243584" y="2504873"/>
            <a:ext cx="6937248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transcript or mRNA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4955FC-436E-ABF6-AE14-A372900D7D37}"/>
              </a:ext>
            </a:extLst>
          </p:cNvPr>
          <p:cNvSpPr txBox="1"/>
          <p:nvPr/>
        </p:nvSpPr>
        <p:spPr>
          <a:xfrm>
            <a:off x="1243584" y="3217540"/>
            <a:ext cx="97536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063514-D8A9-C932-48C1-F4561C3CC214}"/>
              </a:ext>
            </a:extLst>
          </p:cNvPr>
          <p:cNvSpPr txBox="1"/>
          <p:nvPr/>
        </p:nvSpPr>
        <p:spPr>
          <a:xfrm>
            <a:off x="2218944" y="3217540"/>
            <a:ext cx="97536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A35B60-FA54-FCB1-742D-B12EE37E77DD}"/>
              </a:ext>
            </a:extLst>
          </p:cNvPr>
          <p:cNvSpPr txBox="1"/>
          <p:nvPr/>
        </p:nvSpPr>
        <p:spPr>
          <a:xfrm>
            <a:off x="3182112" y="3217540"/>
            <a:ext cx="15300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1BB656-58F9-7621-B1CE-332DF54FEA8E}"/>
              </a:ext>
            </a:extLst>
          </p:cNvPr>
          <p:cNvSpPr txBox="1"/>
          <p:nvPr/>
        </p:nvSpPr>
        <p:spPr>
          <a:xfrm>
            <a:off x="4700016" y="3217540"/>
            <a:ext cx="134721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FD9D4C-CA1B-2EDF-A1FE-946CD0FCF595}"/>
              </a:ext>
            </a:extLst>
          </p:cNvPr>
          <p:cNvSpPr txBox="1"/>
          <p:nvPr/>
        </p:nvSpPr>
        <p:spPr>
          <a:xfrm>
            <a:off x="6047232" y="3217540"/>
            <a:ext cx="212140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C13542-4436-33FE-8C48-A5674CFAA7D4}"/>
              </a:ext>
            </a:extLst>
          </p:cNvPr>
          <p:cNvSpPr txBox="1"/>
          <p:nvPr/>
        </p:nvSpPr>
        <p:spPr>
          <a:xfrm>
            <a:off x="1231392" y="3882432"/>
            <a:ext cx="97536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94E4C5-C7A3-E092-294C-0D9DD1F37B42}"/>
              </a:ext>
            </a:extLst>
          </p:cNvPr>
          <p:cNvSpPr txBox="1"/>
          <p:nvPr/>
        </p:nvSpPr>
        <p:spPr>
          <a:xfrm>
            <a:off x="2206752" y="3882432"/>
            <a:ext cx="97536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2EB241-1E1B-C811-B334-4FEB236BCD15}"/>
              </a:ext>
            </a:extLst>
          </p:cNvPr>
          <p:cNvSpPr txBox="1"/>
          <p:nvPr/>
        </p:nvSpPr>
        <p:spPr>
          <a:xfrm>
            <a:off x="3169920" y="3882432"/>
            <a:ext cx="89001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5’UTR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BEBE1D-4A2E-4D05-67A7-FFB4902707D7}"/>
              </a:ext>
            </a:extLst>
          </p:cNvPr>
          <p:cNvSpPr txBox="1"/>
          <p:nvPr/>
        </p:nvSpPr>
        <p:spPr>
          <a:xfrm>
            <a:off x="4687824" y="3882432"/>
            <a:ext cx="135940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6D510E-FE24-4A85-C78F-9F091043147F}"/>
              </a:ext>
            </a:extLst>
          </p:cNvPr>
          <p:cNvSpPr txBox="1"/>
          <p:nvPr/>
        </p:nvSpPr>
        <p:spPr>
          <a:xfrm>
            <a:off x="6047232" y="3882432"/>
            <a:ext cx="121920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1FFBC8-C0D0-936E-682D-2BF90662D638}"/>
              </a:ext>
            </a:extLst>
          </p:cNvPr>
          <p:cNvSpPr txBox="1"/>
          <p:nvPr/>
        </p:nvSpPr>
        <p:spPr>
          <a:xfrm>
            <a:off x="7266432" y="3882432"/>
            <a:ext cx="89001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3’ UTR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CE45AD-F52B-FFC3-1723-E991FA166FCC}"/>
              </a:ext>
            </a:extLst>
          </p:cNvPr>
          <p:cNvSpPr txBox="1"/>
          <p:nvPr/>
        </p:nvSpPr>
        <p:spPr>
          <a:xfrm>
            <a:off x="4059936" y="3882432"/>
            <a:ext cx="62788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582D4F-9EB4-8634-B4E5-461C363FB9B9}"/>
              </a:ext>
            </a:extLst>
          </p:cNvPr>
          <p:cNvSpPr txBox="1"/>
          <p:nvPr/>
        </p:nvSpPr>
        <p:spPr>
          <a:xfrm>
            <a:off x="1750978" y="4696617"/>
            <a:ext cx="6405469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transcript or mRNA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14A2BF-5F93-1EED-292F-E462EA8AD84E}"/>
              </a:ext>
            </a:extLst>
          </p:cNvPr>
          <p:cNvSpPr txBox="1"/>
          <p:nvPr/>
        </p:nvSpPr>
        <p:spPr>
          <a:xfrm>
            <a:off x="1749552" y="5259991"/>
            <a:ext cx="142036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87136E-96D2-CB98-2400-988B2BCB7E8E}"/>
              </a:ext>
            </a:extLst>
          </p:cNvPr>
          <p:cNvSpPr txBox="1"/>
          <p:nvPr/>
        </p:nvSpPr>
        <p:spPr>
          <a:xfrm>
            <a:off x="3157728" y="5259449"/>
            <a:ext cx="15300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CC4D0D-D6FA-0A7F-829C-7E82559C185F}"/>
              </a:ext>
            </a:extLst>
          </p:cNvPr>
          <p:cNvSpPr txBox="1"/>
          <p:nvPr/>
        </p:nvSpPr>
        <p:spPr>
          <a:xfrm>
            <a:off x="4687824" y="5259449"/>
            <a:ext cx="134721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FE5945-15D9-B68F-3770-5E0275482CBC}"/>
              </a:ext>
            </a:extLst>
          </p:cNvPr>
          <p:cNvSpPr txBox="1"/>
          <p:nvPr/>
        </p:nvSpPr>
        <p:spPr>
          <a:xfrm>
            <a:off x="6035039" y="5259449"/>
            <a:ext cx="212140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9C22BE-FD0D-C687-06F7-28D353DAE1AC}"/>
              </a:ext>
            </a:extLst>
          </p:cNvPr>
          <p:cNvSpPr txBox="1"/>
          <p:nvPr/>
        </p:nvSpPr>
        <p:spPr>
          <a:xfrm>
            <a:off x="1749552" y="5945587"/>
            <a:ext cx="789432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E411EF-72E1-9DD7-B084-9C023D0A26F0}"/>
              </a:ext>
            </a:extLst>
          </p:cNvPr>
          <p:cNvSpPr txBox="1"/>
          <p:nvPr/>
        </p:nvSpPr>
        <p:spPr>
          <a:xfrm>
            <a:off x="4712208" y="5941059"/>
            <a:ext cx="135940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9BB117-F22D-DDA6-9B90-2F9CB1BE3742}"/>
              </a:ext>
            </a:extLst>
          </p:cNvPr>
          <p:cNvSpPr txBox="1"/>
          <p:nvPr/>
        </p:nvSpPr>
        <p:spPr>
          <a:xfrm>
            <a:off x="6071616" y="5941059"/>
            <a:ext cx="76926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CF067C-4392-AC1D-E2E4-9BE7EE559AB6}"/>
              </a:ext>
            </a:extLst>
          </p:cNvPr>
          <p:cNvSpPr txBox="1"/>
          <p:nvPr/>
        </p:nvSpPr>
        <p:spPr>
          <a:xfrm>
            <a:off x="6840879" y="5941059"/>
            <a:ext cx="133995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3’ UTR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F5AFF6-AAC4-FD7D-0B80-980ADCE458AF}"/>
              </a:ext>
            </a:extLst>
          </p:cNvPr>
          <p:cNvSpPr txBox="1"/>
          <p:nvPr/>
        </p:nvSpPr>
        <p:spPr>
          <a:xfrm>
            <a:off x="3182112" y="5941059"/>
            <a:ext cx="153009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71FDA3-1AFE-58F5-6A1B-43D1BBDAAA01}"/>
              </a:ext>
            </a:extLst>
          </p:cNvPr>
          <p:cNvSpPr txBox="1"/>
          <p:nvPr/>
        </p:nvSpPr>
        <p:spPr>
          <a:xfrm>
            <a:off x="2538985" y="5945587"/>
            <a:ext cx="63093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</p:spTree>
    <p:extLst>
      <p:ext uri="{BB962C8B-B14F-4D97-AF65-F5344CB8AC3E}">
        <p14:creationId xmlns:p14="http://schemas.microsoft.com/office/powerpoint/2010/main" val="869239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 txBox="1"/>
          <p:nvPr/>
        </p:nvSpPr>
        <p:spPr>
          <a:xfrm>
            <a:off x="180940" y="18979"/>
            <a:ext cx="6862916" cy="1180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9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 defTabSz="410766" hangingPunct="0"/>
            <a:r>
              <a:rPr sz="3600" b="0" kern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G</a:t>
            </a:r>
            <a:r>
              <a:rPr lang="en-US" sz="3600" b="0" kern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FF/GTF</a:t>
            </a:r>
            <a:r>
              <a:rPr sz="3600" b="0" kern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 files provide a map for all known genome features</a:t>
            </a:r>
          </a:p>
        </p:txBody>
      </p:sp>
      <p:graphicFrame>
        <p:nvGraphicFramePr>
          <p:cNvPr id="358" name="Table 358"/>
          <p:cNvGraphicFramePr/>
          <p:nvPr>
            <p:extLst>
              <p:ext uri="{D42A27DB-BD31-4B8C-83A1-F6EECF244321}">
                <p14:modId xmlns:p14="http://schemas.microsoft.com/office/powerpoint/2010/main" val="1414254673"/>
              </p:ext>
            </p:extLst>
          </p:nvPr>
        </p:nvGraphicFramePr>
        <p:xfrm>
          <a:off x="303278" y="1547491"/>
          <a:ext cx="6147561" cy="3763018"/>
        </p:xfrm>
        <a:graphic>
          <a:graphicData uri="http://schemas.openxmlformats.org/drawingml/2006/table">
            <a:tbl>
              <a:tblPr firstRow="1" firstCol="1"/>
              <a:tblGrid>
                <a:gridCol w="991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 b="1">
                          <a:latin typeface="+mn-lt"/>
                          <a:ea typeface="+mn-ea"/>
                          <a:cs typeface="+mn-cs"/>
                        </a:rPr>
                        <a:t>Column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 b="1"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 err="1">
                          <a:sym typeface="Helvetica Neue Medium"/>
                        </a:rPr>
                        <a:t>Seqname</a:t>
                      </a:r>
                      <a:endParaRPr sz="1600">
                        <a:sym typeface="Helvetica Neue Medium"/>
                      </a:endParaRP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Name of chromosome, scaffold or contig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Source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Name of the datasource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Feature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Feature type (e.g. gene, exon, transcript, CDS, five_prime_UTR)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Start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 dirty="0"/>
                        <a:t>Start position of the feature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End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End position of the feature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Empty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‘.’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Strand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Defined as + (forward) or - (reverse)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Frame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Either ‘0’, ‘1’, or ‘2’ - indicating reading frame by base position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Attribute</a:t>
                      </a:r>
                    </a:p>
                  </a:txBody>
                  <a:tcPr marL="25400" marR="25400" marT="25400" marB="25400" anchor="ctr" horzOverflow="overflow">
                    <a:lnB w="12700">
                      <a:solidFill>
                        <a:srgbClr val="4D4D4D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 dirty="0"/>
                        <a:t>A semicolon separated list of other info about the feature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  <a:lnB w="12700">
                      <a:solidFill>
                        <a:srgbClr val="4D4D4D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85234F3-B2E6-5841-AF5C-70B4F0B320BD}"/>
              </a:ext>
            </a:extLst>
          </p:cNvPr>
          <p:cNvSpPr/>
          <p:nvPr/>
        </p:nvSpPr>
        <p:spPr>
          <a:xfrm>
            <a:off x="304039" y="5383485"/>
            <a:ext cx="668197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GFF has many versions, but the two most popular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GTF2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(Gene Transfer Format):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hlinkClick r:id="rId2"/>
              </a:rPr>
              <a:t>https://mblab.wustl.edu/GTF2.html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GFF3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(</a:t>
            </a:r>
            <a:r>
              <a:rPr lang="en-US" dirty="0"/>
              <a:t>Generic Feature Format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):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hlinkClick r:id="rId3"/>
              </a:rPr>
              <a:t>https://github.com/The-Sequence-Ontology/Specifications/blob/master/gff3.md</a:t>
            </a:r>
            <a:endParaRPr lang="en-US" dirty="0"/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086458E7-D221-7E7A-B73C-78B2F3AE858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99" b="24212"/>
          <a:stretch/>
        </p:blipFill>
        <p:spPr>
          <a:xfrm>
            <a:off x="6601340" y="1428890"/>
            <a:ext cx="7482545" cy="520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9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AE243-F4C6-EEE9-457D-AEB33C43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DFBF-892C-C987-38E3-973DFB4FA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Locating transcripts on the genome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4FD93-A619-1933-64A3-B9E11B6C0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EDCF22-AF22-1068-3C6F-EDD26F770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851" y="1919965"/>
            <a:ext cx="11525020" cy="46796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Two ways to find protein coding and long non-coding RNA transcripts on the genome: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Align RNA-seq data(HISAT,STAR) + assemble(StringTie)</a:t>
            </a:r>
            <a:endParaRPr lang="en-US" i="1" dirty="0">
              <a:solidFill>
                <a:schemeClr val="tx1"/>
              </a:solidFill>
            </a:endParaRPr>
          </a:p>
          <a:p>
            <a:pPr lvl="1"/>
            <a:r>
              <a:rPr lang="en-US" i="1" dirty="0">
                <a:solidFill>
                  <a:schemeClr val="tx1"/>
                </a:solidFill>
              </a:rPr>
              <a:t>Ab initio </a:t>
            </a:r>
            <a:r>
              <a:rPr lang="en-US" dirty="0">
                <a:solidFill>
                  <a:schemeClr val="tx1"/>
                </a:solidFill>
              </a:rPr>
              <a:t>(AUGUSTUS, SNAP, </a:t>
            </a:r>
            <a:r>
              <a:rPr lang="en-US" dirty="0" err="1">
                <a:solidFill>
                  <a:schemeClr val="tx1"/>
                </a:solidFill>
              </a:rPr>
              <a:t>GeneMark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Only for protein coding transcripts, only find CDS (</a:t>
            </a:r>
            <a:r>
              <a:rPr lang="en-US" dirty="0" err="1">
                <a:solidFill>
                  <a:schemeClr val="tx1"/>
                </a:solidFill>
              </a:rPr>
              <a:t>CoDing</a:t>
            </a:r>
            <a:r>
              <a:rPr lang="en-US" dirty="0">
                <a:solidFill>
                  <a:schemeClr val="tx1"/>
                </a:solidFill>
              </a:rPr>
              <a:t> Sequence)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Other RNA annotations: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Repeat annotation (</a:t>
            </a:r>
            <a:r>
              <a:rPr lang="en-US" dirty="0" err="1">
                <a:solidFill>
                  <a:schemeClr val="tx1"/>
                </a:solidFill>
              </a:rPr>
              <a:t>RepeatFinder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Short RNA annotations (tRNA, miRNA, </a:t>
            </a: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) -- (</a:t>
            </a:r>
            <a:r>
              <a:rPr lang="en-US" dirty="0" err="1">
                <a:solidFill>
                  <a:schemeClr val="tx1"/>
                </a:solidFill>
              </a:rPr>
              <a:t>tRNAScan</a:t>
            </a:r>
            <a:r>
              <a:rPr lang="en-US" dirty="0">
                <a:solidFill>
                  <a:schemeClr val="tx1"/>
                </a:solidFill>
              </a:rPr>
              <a:t>, Infernal)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02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A633F-277A-8AAC-EA33-CF7258CCC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in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80F7B-2DE6-2347-2CFD-77843B6CA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3344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Alternative isoforms:</a:t>
            </a:r>
          </a:p>
          <a:p>
            <a:pPr lvl="1"/>
            <a:r>
              <a:rPr lang="en-US" dirty="0"/>
              <a:t>Identifying all of them from the data can be algorithmically challenging</a:t>
            </a:r>
          </a:p>
          <a:p>
            <a:pPr lvl="1"/>
            <a:r>
              <a:rPr lang="en-US" dirty="0"/>
              <a:t>Not all isoforms are expressed in all tissues under all conditions, which requires many RNA-seq experiments to produce comprehensive annotation</a:t>
            </a:r>
          </a:p>
          <a:p>
            <a:r>
              <a:rPr lang="en-US" dirty="0"/>
              <a:t>Coding vs. non-coding, and if coding where is the CDS:</a:t>
            </a:r>
          </a:p>
          <a:p>
            <a:pPr lvl="1"/>
            <a:r>
              <a:rPr lang="en-US" dirty="0"/>
              <a:t>How do we tell which assembled transcripts are coding for functional proteins?</a:t>
            </a:r>
          </a:p>
          <a:p>
            <a:pPr lvl="1"/>
            <a:r>
              <a:rPr lang="en-US" dirty="0"/>
              <a:t>Typically one can find several different ORFs in different frames on a transcript -- which frame is the right one?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E1196-78B2-554A-CDB3-F101EC5F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4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C4982-C3E1-8544-9877-802798B6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28A8-9EE5-C36B-AC9B-0D90709CB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 amino-acid translation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3AFCD-B4B9-C053-E602-E471A861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 descr="DNA and RNA codon tables - Wikipedia">
            <a:extLst>
              <a:ext uri="{FF2B5EF4-FFF2-40B4-BE49-F238E27FC236}">
                <a16:creationId xmlns:a16="http://schemas.microsoft.com/office/drawing/2014/main" id="{AE6F8313-4AAE-EC06-873F-3C569D0C0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177398"/>
            <a:ext cx="5767388" cy="568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1243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F957-9525-00EB-EEE4-B8794BCD5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101D-1C18-1675-89BE-4B2894CFA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Where is the ORF?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3A9D0-2EA6-5437-760B-132A254E6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33443"/>
          </a:xfrm>
        </p:spPr>
        <p:txBody>
          <a:bodyPr>
            <a:normAutofit/>
          </a:bodyPr>
          <a:lstStyle/>
          <a:p>
            <a:r>
              <a:rPr lang="en-US" dirty="0"/>
              <a:t>Finding the ORF requires:</a:t>
            </a:r>
          </a:p>
          <a:p>
            <a:pPr lvl="1"/>
            <a:r>
              <a:rPr lang="en-US" dirty="0"/>
              <a:t>Identifying the frame (out of 3 if strand is known)</a:t>
            </a:r>
          </a:p>
          <a:p>
            <a:pPr lvl="1"/>
            <a:r>
              <a:rPr lang="en-US" dirty="0"/>
              <a:t>Identifying start</a:t>
            </a:r>
          </a:p>
          <a:p>
            <a:pPr lvl="1"/>
            <a:r>
              <a:rPr lang="en-US" dirty="0"/>
              <a:t>The two conditions above specify the stop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Sequence: AACATGGGATGGAATAATTCGTGAAG</a:t>
            </a:r>
            <a:br>
              <a:rPr lang="en-US" dirty="0"/>
            </a:br>
            <a:r>
              <a:rPr lang="en-US" dirty="0"/>
              <a:t>Frame 0:    AAC </a:t>
            </a:r>
            <a:r>
              <a:rPr lang="en-US" dirty="0">
                <a:solidFill>
                  <a:srgbClr val="FF0000"/>
                </a:solidFill>
              </a:rPr>
              <a:t>ATG GGA TGG AAT </a:t>
            </a:r>
            <a:r>
              <a:rPr lang="en-US" dirty="0" err="1">
                <a:solidFill>
                  <a:srgbClr val="FF0000"/>
                </a:solidFill>
              </a:rPr>
              <a:t>AAT</a:t>
            </a:r>
            <a:r>
              <a:rPr lang="en-US" dirty="0">
                <a:solidFill>
                  <a:srgbClr val="FF0000"/>
                </a:solidFill>
              </a:rPr>
              <a:t> TCG TGA </a:t>
            </a:r>
            <a:r>
              <a:rPr lang="en-US" dirty="0"/>
              <a:t>AG</a:t>
            </a:r>
            <a:br>
              <a:rPr lang="en-US" dirty="0"/>
            </a:br>
            <a:r>
              <a:rPr lang="en-US" dirty="0"/>
              <a:t>Protein:                M      G    W      N     </a:t>
            </a:r>
            <a:r>
              <a:rPr lang="en-US" dirty="0" err="1"/>
              <a:t>N</a:t>
            </a:r>
            <a:r>
              <a:rPr lang="en-US" dirty="0"/>
              <a:t>      S     *  </a:t>
            </a:r>
            <a:br>
              <a:rPr lang="en-US" dirty="0"/>
            </a:br>
            <a:r>
              <a:rPr lang="en-US" dirty="0"/>
              <a:t>Frame 1:    AA </a:t>
            </a:r>
            <a:r>
              <a:rPr lang="en-US" dirty="0">
                <a:solidFill>
                  <a:schemeClr val="tx1"/>
                </a:solidFill>
              </a:rPr>
              <a:t>CAT GGG </a:t>
            </a:r>
            <a:r>
              <a:rPr lang="en-US" dirty="0">
                <a:solidFill>
                  <a:srgbClr val="FF0000"/>
                </a:solidFill>
              </a:rPr>
              <a:t>ATG GAA TAA </a:t>
            </a:r>
            <a:r>
              <a:rPr lang="en-US" dirty="0">
                <a:solidFill>
                  <a:schemeClr val="tx1"/>
                </a:solidFill>
              </a:rPr>
              <a:t>TTC GTG AAG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Protein:                               M     E      *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8A043-8AA1-E7CD-DA41-39CA014CA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34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2B833-5782-E54B-04E4-35528083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D9267-0207-BDF0-BEBC-FFACDFC3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find the right ORF?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ADDD-C145-EBBD-C59B-EE01B7F9D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3344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ORF finder software -- TransDecoder, input spliced transcripts, output ORFs</a:t>
            </a:r>
          </a:p>
          <a:p>
            <a:pPr lvl="1"/>
            <a:r>
              <a:rPr lang="en-US" dirty="0"/>
              <a:t>Makes mistakes in cases when there are two ORFs of comparable length in two different frames</a:t>
            </a:r>
          </a:p>
          <a:p>
            <a:pPr lvl="1"/>
            <a:r>
              <a:rPr lang="en-US" dirty="0"/>
              <a:t>Will find ORFs in non-coding transcripts</a:t>
            </a:r>
          </a:p>
          <a:p>
            <a:r>
              <a:rPr lang="en-US" i="1" dirty="0"/>
              <a:t>Ab initio </a:t>
            </a:r>
            <a:r>
              <a:rPr lang="en-US" dirty="0"/>
              <a:t>gene finders -- AUGUSTUS, </a:t>
            </a:r>
            <a:r>
              <a:rPr lang="en-US" dirty="0" err="1"/>
              <a:t>GeneMark</a:t>
            </a:r>
            <a:r>
              <a:rPr lang="en-US" dirty="0"/>
              <a:t>, SNAP  </a:t>
            </a:r>
          </a:p>
          <a:p>
            <a:pPr lvl="1"/>
            <a:r>
              <a:rPr lang="en-US" dirty="0"/>
              <a:t>Work on </a:t>
            </a:r>
            <a:r>
              <a:rPr lang="en-US" dirty="0" err="1"/>
              <a:t>unspliced</a:t>
            </a:r>
            <a:r>
              <a:rPr lang="en-US" dirty="0"/>
              <a:t> DNA</a:t>
            </a:r>
          </a:p>
          <a:p>
            <a:pPr lvl="1"/>
            <a:r>
              <a:rPr lang="en-US" dirty="0"/>
              <a:t>Many false positives</a:t>
            </a:r>
          </a:p>
          <a:p>
            <a:pPr lvl="1"/>
            <a:r>
              <a:rPr lang="en-US" dirty="0"/>
              <a:t>CDSs they find may not be intron-chain compatible with transcripts -- which one is correct?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70357-F2DF-4E1A-164C-95D9A334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8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172F4-113A-52C3-4F1C-9BC42DF37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E204-FEB1-BFBA-5569-CDB00A76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find the right ORF?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7C372-2CEF-93C7-7F6C-829F5BA03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3344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Protein homology:</a:t>
            </a:r>
          </a:p>
          <a:p>
            <a:pPr lvl="1"/>
            <a:r>
              <a:rPr lang="en-US" dirty="0"/>
              <a:t>Proteins are conserved over large evolutionary distances</a:t>
            </a:r>
          </a:p>
          <a:p>
            <a:r>
              <a:rPr lang="en-US" dirty="0"/>
              <a:t>Proteins can be aligned to the DNA:</a:t>
            </a:r>
          </a:p>
          <a:p>
            <a:pPr lvl="1"/>
            <a:r>
              <a:rPr lang="en-US" dirty="0"/>
              <a:t>Alignments must be done in Amino Acid space because  </a:t>
            </a:r>
            <a:br>
              <a:rPr lang="en-US" dirty="0"/>
            </a:br>
            <a:r>
              <a:rPr lang="en-US" dirty="0"/>
              <a:t>DNA-&gt;Protein is unique, but Protein-&gt;DNA is not</a:t>
            </a:r>
          </a:p>
          <a:p>
            <a:pPr lvl="1"/>
            <a:r>
              <a:rPr lang="en-US" dirty="0"/>
              <a:t>Translate genome to AA in six frames (three forward and three reverse) and then align AA sequences</a:t>
            </a:r>
          </a:p>
          <a:p>
            <a:pPr lvl="1"/>
            <a:r>
              <a:rPr lang="en-US" dirty="0"/>
              <a:t>Can use Smith-Waterman, minimizers, suffix arrays</a:t>
            </a:r>
          </a:p>
          <a:p>
            <a:pPr lvl="1"/>
            <a:r>
              <a:rPr lang="en-US" dirty="0"/>
              <a:t>Once AA are aligned, can go back to DNA coordinates</a:t>
            </a:r>
          </a:p>
          <a:p>
            <a:r>
              <a:rPr lang="en-US" dirty="0"/>
              <a:t>Protein alignment can provide the ORF and can tell which transcripts are protein 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1B558-C7F8-031B-6066-3875E12EF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8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6459-8636-46A5-97C6-EE5A44542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0" y="69490"/>
            <a:ext cx="7024430" cy="1221640"/>
          </a:xfrm>
        </p:spPr>
        <p:txBody>
          <a:bodyPr>
            <a:normAutofit/>
          </a:bodyPr>
          <a:lstStyle/>
          <a:p>
            <a:r>
              <a:rPr lang="en-US" dirty="0"/>
              <a:t>What is an annotation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914CA-1925-432B-8D1D-709186845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2054654"/>
            <a:ext cx="11300170" cy="4428446"/>
          </a:xfrm>
        </p:spPr>
        <p:txBody>
          <a:bodyPr>
            <a:normAutofit/>
          </a:bodyPr>
          <a:lstStyle/>
          <a:p>
            <a:r>
              <a:rPr lang="en-US" dirty="0"/>
              <a:t>Annotation pipeline is a software product that employs a collection of programs that locate functional elements on the genome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Input: Genome, RNA-seq data, Protein sequences from related species</a:t>
            </a:r>
          </a:p>
          <a:p>
            <a:endParaRPr lang="en-US" dirty="0"/>
          </a:p>
          <a:p>
            <a:r>
              <a:rPr lang="en-US" dirty="0"/>
              <a:t>Output: Gene annotation in GFF/GTF format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81A2B-A5E9-40CE-AF20-F1C916E0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2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B6889-FB3D-DB77-A92B-F3258AD6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C711-C118-0D61-F466-5805FDE51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0" y="69490"/>
            <a:ext cx="7024430" cy="1221640"/>
          </a:xfrm>
        </p:spPr>
        <p:txBody>
          <a:bodyPr>
            <a:normAutofit/>
          </a:bodyPr>
          <a:lstStyle/>
          <a:p>
            <a:r>
              <a:rPr lang="en-US" dirty="0"/>
              <a:t>Eukaryotic annotation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49EC0-02D7-EF98-6348-140979B0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2054654"/>
            <a:ext cx="11300170" cy="4428446"/>
          </a:xfrm>
        </p:spPr>
        <p:txBody>
          <a:bodyPr>
            <a:normAutofit/>
          </a:bodyPr>
          <a:lstStyle/>
          <a:p>
            <a:r>
              <a:rPr lang="en-US" dirty="0"/>
              <a:t>Evidence-based (alignments of transcripts and proteins):</a:t>
            </a:r>
          </a:p>
          <a:p>
            <a:pPr lvl="1"/>
            <a:r>
              <a:rPr lang="en-US" dirty="0"/>
              <a:t>EviAnn by Zimin et al.</a:t>
            </a:r>
          </a:p>
          <a:p>
            <a:r>
              <a:rPr lang="en-US" i="1" dirty="0"/>
              <a:t>Ab initio</a:t>
            </a:r>
            <a:r>
              <a:rPr lang="en-US" dirty="0"/>
              <a:t>-based </a:t>
            </a:r>
          </a:p>
          <a:p>
            <a:pPr lvl="1"/>
            <a:r>
              <a:rPr lang="en-US" dirty="0"/>
              <a:t>BRAKER3 by </a:t>
            </a:r>
            <a:r>
              <a:rPr lang="en-US" dirty="0" err="1"/>
              <a:t>Borodovsky</a:t>
            </a:r>
            <a:r>
              <a:rPr lang="en-US" dirty="0"/>
              <a:t> et al.</a:t>
            </a:r>
          </a:p>
          <a:p>
            <a:r>
              <a:rPr lang="en-US" dirty="0"/>
              <a:t>Mix of evidence and </a:t>
            </a:r>
            <a:r>
              <a:rPr lang="en-US" i="1" dirty="0"/>
              <a:t>ab initio:</a:t>
            </a:r>
          </a:p>
          <a:p>
            <a:pPr lvl="1"/>
            <a:r>
              <a:rPr lang="en-US" dirty="0"/>
              <a:t>MAKER{2,3} by Yandell et al.</a:t>
            </a:r>
          </a:p>
          <a:p>
            <a:pPr lvl="1"/>
            <a:r>
              <a:rPr lang="en-US" dirty="0" err="1"/>
              <a:t>EGAPx</a:t>
            </a:r>
            <a:r>
              <a:rPr lang="en-US" dirty="0"/>
              <a:t> by NCBI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F1AE6-CAD6-3AE9-E314-F3F57A10B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6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6459-8636-46A5-97C6-EE5A44542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0" y="69490"/>
            <a:ext cx="6566315" cy="1221640"/>
          </a:xfrm>
        </p:spPr>
        <p:txBody>
          <a:bodyPr>
            <a:normAutofit/>
          </a:bodyPr>
          <a:lstStyle/>
          <a:p>
            <a:r>
              <a:rPr lang="en-US" dirty="0"/>
              <a:t>Test data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914CA-1925-432B-8D1D-709186845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066" y="1762950"/>
            <a:ext cx="11015836" cy="4958526"/>
          </a:xfrm>
        </p:spPr>
        <p:txBody>
          <a:bodyPr>
            <a:normAutofit/>
          </a:bodyPr>
          <a:lstStyle/>
          <a:p>
            <a:r>
              <a:rPr lang="en-US" i="1" dirty="0"/>
              <a:t>A. thaliana, D. melanogaster</a:t>
            </a:r>
            <a:r>
              <a:rPr lang="en-US" dirty="0"/>
              <a:t>: 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5-6 RNA-seq experiments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Proteins from 5-10 close relatives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Compare EviAnn, BRAKER3, MAKER2+SNAP, </a:t>
            </a:r>
            <a:r>
              <a:rPr lang="en-US" dirty="0" err="1"/>
              <a:t>EGAPx</a:t>
            </a:r>
            <a:endParaRPr lang="en-US" dirty="0"/>
          </a:p>
          <a:p>
            <a:pPr lvl="1"/>
            <a:r>
              <a:rPr lang="en-US" u="sng" dirty="0"/>
              <a:t>EviAnn, BRAKER3 and </a:t>
            </a:r>
            <a:r>
              <a:rPr lang="en-US" u="sng" dirty="0" err="1"/>
              <a:t>EGAPx</a:t>
            </a:r>
            <a:r>
              <a:rPr lang="en-US" dirty="0"/>
              <a:t>: aligned BAM files + proteins </a:t>
            </a:r>
          </a:p>
          <a:p>
            <a:pPr lvl="1"/>
            <a:r>
              <a:rPr lang="en-US" u="sng" dirty="0"/>
              <a:t>MAKER2</a:t>
            </a:r>
            <a:r>
              <a:rPr lang="en-US" dirty="0"/>
              <a:t>: transcript assemblies by StringTie2 as evidence + proteins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1B06-ADFB-4FCC-93E0-75C1413C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57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2D58-63A0-4A8B-9C36-5D2450E45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0" y="395664"/>
            <a:ext cx="10972800" cy="458115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Evaluations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DA60F-4A96-4183-90E2-1BF0FE228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A249EB7B-8436-47AF-AEC3-F0E2C7A8A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496" y="4701439"/>
            <a:ext cx="5115535" cy="12375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3E8D3F-80CB-4BE0-9E27-0EFE00D693A7}"/>
                  </a:ext>
                </a:extLst>
              </p:cNvPr>
              <p:cNvSpPr txBox="1"/>
              <p:nvPr/>
            </p:nvSpPr>
            <p:spPr>
              <a:xfrm>
                <a:off x="6379450" y="1777659"/>
                <a:ext cx="5503301" cy="671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/>
                  <a:t>Sn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𝑓𝑒𝑎𝑡𝑢𝑟𝑒𝑠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𝑚𝑎𝑡𝑐h𝑖𝑛𝑔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𝑅𝑒𝑓𝑆𝑒𝑞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𝑎𝑛𝑛𝑜𝑡𝑎𝑡𝑖𝑜𝑛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𝑓𝑒𝑎𝑡𝑢𝑟𝑒𝑠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𝑅𝑒𝑓𝑆𝑒𝑞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𝑎𝑛𝑛𝑜𝑡𝑎𝑡𝑖𝑜𝑛</m:t>
                        </m:r>
                      </m:den>
                    </m:f>
                  </m:oMath>
                </a14:m>
                <a:r>
                  <a:rPr lang="en-US" sz="2400" dirty="0"/>
                  <a:t>%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3E8D3F-80CB-4BE0-9E27-0EFE00D69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1777659"/>
                <a:ext cx="5503301" cy="671338"/>
              </a:xfrm>
              <a:prstGeom prst="rect">
                <a:avLst/>
              </a:prstGeom>
              <a:blipFill>
                <a:blip r:embed="rId3"/>
                <a:stretch>
                  <a:fillRect l="-1661" r="-1107" b="-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3E835C-715E-42E5-BC6D-EF4C27C35140}"/>
                  </a:ext>
                </a:extLst>
              </p:cNvPr>
              <p:cNvSpPr txBox="1"/>
              <p:nvPr/>
            </p:nvSpPr>
            <p:spPr>
              <a:xfrm>
                <a:off x="6379450" y="2402279"/>
                <a:ext cx="5419945" cy="671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/>
                  <a:t>Pr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𝑓𝑒𝑎𝑡𝑢𝑟𝑒𝑠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𝑚𝑎𝑡𝑐h𝑖𝑛𝑔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𝑅𝑒𝑓𝑠𝑒𝑞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𝑎𝑛𝑛𝑜𝑡𝑎𝑡𝑖𝑜𝑛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#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𝑎𝑛𝑛𝑜𝑡𝑎𝑡𝑒𝑑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𝑓𝑒𝑎𝑡𝑢𝑟𝑒𝑠</m:t>
                        </m:r>
                      </m:den>
                    </m:f>
                  </m:oMath>
                </a14:m>
                <a:r>
                  <a:rPr lang="en-US" sz="2400" dirty="0"/>
                  <a:t>%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3E835C-715E-42E5-BC6D-EF4C27C35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2402279"/>
                <a:ext cx="5419945" cy="671338"/>
              </a:xfrm>
              <a:prstGeom prst="rect">
                <a:avLst/>
              </a:prstGeom>
              <a:blipFill>
                <a:blip r:embed="rId4"/>
                <a:stretch>
                  <a:fillRect l="-1685" r="-674" b="-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35D36E8-CBE9-4ABD-A7FE-A862D86803D8}"/>
              </a:ext>
            </a:extLst>
          </p:cNvPr>
          <p:cNvSpPr txBox="1"/>
          <p:nvPr/>
        </p:nvSpPr>
        <p:spPr>
          <a:xfrm>
            <a:off x="1639856" y="3966071"/>
            <a:ext cx="6772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Evaluate quality of </a:t>
            </a:r>
            <a:r>
              <a:rPr lang="en-US" sz="2400" i="1" dirty="0"/>
              <a:t>transcripts</a:t>
            </a:r>
            <a:r>
              <a:rPr lang="en-US" sz="2400" dirty="0"/>
              <a:t>, </a:t>
            </a:r>
            <a:r>
              <a:rPr lang="en-US" sz="2400" i="1" dirty="0"/>
              <a:t>gene loci </a:t>
            </a:r>
            <a:r>
              <a:rPr lang="en-US" sz="2400" dirty="0"/>
              <a:t>and </a:t>
            </a:r>
            <a:r>
              <a:rPr lang="en-US" sz="2400" i="1" dirty="0"/>
              <a:t>proteins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23DA9-8C01-9831-F902-EE3CAAE1B6A5}"/>
              </a:ext>
            </a:extLst>
          </p:cNvPr>
          <p:cNvSpPr txBox="1"/>
          <p:nvPr/>
        </p:nvSpPr>
        <p:spPr>
          <a:xfrm>
            <a:off x="309249" y="1777659"/>
            <a:ext cx="5129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gffcompare</a:t>
            </a:r>
            <a:r>
              <a:rPr lang="en-US" sz="2400" dirty="0"/>
              <a:t> to RefSeq annotations of:</a:t>
            </a:r>
          </a:p>
          <a:p>
            <a:r>
              <a:rPr lang="en-US" sz="2400" dirty="0"/>
              <a:t>-- protein coding genes</a:t>
            </a:r>
          </a:p>
          <a:p>
            <a:r>
              <a:rPr lang="en-US" sz="2400" dirty="0"/>
              <a:t>-- long non-coding RNA’s</a:t>
            </a:r>
          </a:p>
        </p:txBody>
      </p:sp>
    </p:spTree>
    <p:extLst>
      <p:ext uri="{BB962C8B-B14F-4D97-AF65-F5344CB8AC3E}">
        <p14:creationId xmlns:p14="http://schemas.microsoft.com/office/powerpoint/2010/main" val="1408559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2D58-63A0-4A8B-9C36-5D2450E45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0" y="395664"/>
            <a:ext cx="10972800" cy="458115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i="1" dirty="0"/>
              <a:t>genes (gene loci)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DA60F-4A96-4183-90E2-1BF0FE228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B7E23-99C1-7316-DEEE-335399B19CC1}"/>
              </a:ext>
            </a:extLst>
          </p:cNvPr>
          <p:cNvSpPr txBox="1"/>
          <p:nvPr/>
        </p:nvSpPr>
        <p:spPr>
          <a:xfrm>
            <a:off x="293210" y="3072384"/>
            <a:ext cx="2193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gene or gene locus counts as annotated </a:t>
            </a:r>
            <a:r>
              <a:rPr lang="en-US" b="1" dirty="0"/>
              <a:t>correctly</a:t>
            </a:r>
            <a:r>
              <a:rPr lang="en-US" dirty="0"/>
              <a:t> if a </a:t>
            </a:r>
            <a:r>
              <a:rPr lang="en-US" b="1" dirty="0"/>
              <a:t>transcript or </a:t>
            </a:r>
            <a:r>
              <a:rPr lang="en-US" dirty="0"/>
              <a:t>a</a:t>
            </a:r>
            <a:r>
              <a:rPr lang="en-US" b="1" dirty="0"/>
              <a:t> CDS </a:t>
            </a:r>
            <a:r>
              <a:rPr lang="en-US" dirty="0"/>
              <a:t>match the reference at the locus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8A5C5A-E418-A15A-E3E1-80D201A8D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1371784"/>
            <a:ext cx="9688277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2D58-63A0-4A8B-9C36-5D2450E45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0" y="395664"/>
            <a:ext cx="10972800" cy="458115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i="1" dirty="0"/>
              <a:t>proteins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DA60F-4A96-4183-90E2-1BF0FE228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25CB1-4E62-EFE5-6A32-BFC592965CD3}"/>
              </a:ext>
            </a:extLst>
          </p:cNvPr>
          <p:cNvSpPr txBox="1"/>
          <p:nvPr/>
        </p:nvSpPr>
        <p:spPr>
          <a:xfrm>
            <a:off x="293210" y="3072384"/>
            <a:ext cx="2440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protein</a:t>
            </a:r>
            <a:r>
              <a:rPr lang="en-US" dirty="0"/>
              <a:t> is </a:t>
            </a:r>
            <a:r>
              <a:rPr lang="en-US" b="1" dirty="0"/>
              <a:t>correctly</a:t>
            </a:r>
            <a:r>
              <a:rPr lang="en-US" dirty="0"/>
              <a:t> annotated if CDS </a:t>
            </a:r>
            <a:r>
              <a:rPr lang="en-US" b="1" dirty="0"/>
              <a:t>matches</a:t>
            </a:r>
            <a:r>
              <a:rPr lang="en-US" dirty="0"/>
              <a:t> </a:t>
            </a:r>
            <a:r>
              <a:rPr lang="en-US" b="1" dirty="0"/>
              <a:t>exactly</a:t>
            </a:r>
            <a:r>
              <a:rPr lang="en-US" dirty="0"/>
              <a:t> to a reference protein.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2961CE-120F-81E7-4550-603691335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670" y="1310018"/>
            <a:ext cx="9707330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82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2D58-63A0-4A8B-9C36-5D2450E45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0" y="395664"/>
            <a:ext cx="10972800" cy="458115"/>
          </a:xfrm>
        </p:spPr>
        <p:txBody>
          <a:bodyPr>
            <a:normAutofit fontScale="90000"/>
          </a:bodyPr>
          <a:lstStyle/>
          <a:p>
            <a:r>
              <a:rPr lang="en-US" dirty="0"/>
              <a:t>EviAnn timings (24-core Intel Xeon Gold)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DA60F-4A96-4183-90E2-1BF0FE228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F9A4AC-0E8F-7AF2-6AE7-ACB59F7D1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029636"/>
              </p:ext>
            </p:extLst>
          </p:nvPr>
        </p:nvGraphicFramePr>
        <p:xfrm>
          <a:off x="1237591" y="2514601"/>
          <a:ext cx="9608750" cy="2963623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2868446">
                  <a:extLst>
                    <a:ext uri="{9D8B030D-6E8A-4147-A177-3AD203B41FA5}">
                      <a16:colId xmlns:a16="http://schemas.microsoft.com/office/drawing/2014/main" val="653262675"/>
                    </a:ext>
                  </a:extLst>
                </a:gridCol>
                <a:gridCol w="2903349">
                  <a:extLst>
                    <a:ext uri="{9D8B030D-6E8A-4147-A177-3AD203B41FA5}">
                      <a16:colId xmlns:a16="http://schemas.microsoft.com/office/drawing/2014/main" val="3058211626"/>
                    </a:ext>
                  </a:extLst>
                </a:gridCol>
                <a:gridCol w="3836955">
                  <a:extLst>
                    <a:ext uri="{9D8B030D-6E8A-4147-A177-3AD203B41FA5}">
                      <a16:colId xmlns:a16="http://schemas.microsoft.com/office/drawing/2014/main" val="2138461192"/>
                    </a:ext>
                  </a:extLst>
                </a:gridCol>
              </a:tblGrid>
              <a:tr h="660637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Wall-clock time in hours, </a:t>
                      </a:r>
                      <a:r>
                        <a:rPr lang="en-US" sz="2000" u="sng" dirty="0">
                          <a:effectLst/>
                        </a:rPr>
                        <a:t>excluding</a:t>
                      </a:r>
                      <a:r>
                        <a:rPr lang="en-US" sz="2000" dirty="0">
                          <a:effectLst/>
                        </a:rPr>
                        <a:t> the time spent on alignment of RNA-seq data.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92114"/>
                  </a:ext>
                </a:extLst>
              </a:tr>
              <a:tr h="77949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i="1" dirty="0">
                          <a:effectLst/>
                        </a:rPr>
                        <a:t>A.thaliana</a:t>
                      </a:r>
                      <a:endParaRPr lang="en-US" sz="24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i="1" dirty="0">
                          <a:effectLst/>
                        </a:rPr>
                        <a:t>D.melanogaster</a:t>
                      </a:r>
                      <a:endParaRPr lang="en-US" sz="24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6978648"/>
                  </a:ext>
                </a:extLst>
              </a:tr>
              <a:tr h="3808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EviAnn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b="1" dirty="0">
                          <a:effectLst/>
                        </a:rPr>
                        <a:t>0.3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b="1" dirty="0">
                          <a:effectLst/>
                        </a:rPr>
                        <a:t>0.3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0425669"/>
                  </a:ext>
                </a:extLst>
              </a:tr>
              <a:tr h="3808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BRAKER3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13.2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7.3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6452403"/>
                  </a:ext>
                </a:extLst>
              </a:tr>
              <a:tr h="3808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 err="1">
                          <a:effectLst/>
                        </a:rPr>
                        <a:t>EGAPx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6.8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8.4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126331"/>
                  </a:ext>
                </a:extLst>
              </a:tr>
              <a:tr h="3808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MAKER2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168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34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001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093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16BFC-11D1-375A-F338-F23DA095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EviAnn Shortcomings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7D492-7132-E3BA-E4AC-6A4420D0B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1136180" cy="2223619"/>
          </a:xfrm>
        </p:spPr>
        <p:txBody>
          <a:bodyPr>
            <a:normAutofit/>
          </a:bodyPr>
          <a:lstStyle/>
          <a:p>
            <a:r>
              <a:rPr lang="en-US" dirty="0"/>
              <a:t>No proteins from close relatives (neighboring taxonomic Tribe of Family) available -- BRAKER3 will work better, e.g. </a:t>
            </a:r>
            <a:r>
              <a:rPr lang="en-US" i="1" dirty="0" err="1"/>
              <a:t>A.thaliana</a:t>
            </a:r>
            <a:r>
              <a:rPr lang="en-US" i="1" dirty="0"/>
              <a:t> </a:t>
            </a:r>
            <a:r>
              <a:rPr lang="en-US" dirty="0"/>
              <a:t>order removed: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2924E-9C77-FF01-88AB-A3E6100A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FBB739-224B-CE4A-4232-54FD5DEE5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750" y="2584260"/>
            <a:ext cx="8684166" cy="427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61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46EE-C233-CF3D-2CF5-CD342BA3F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Obtaining EviAnn and BRAKER3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3ECBE-A7DC-5D13-8F84-80D7C5DA5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6127301" cy="3918803"/>
          </a:xfrm>
        </p:spPr>
        <p:txBody>
          <a:bodyPr/>
          <a:lstStyle/>
          <a:p>
            <a:r>
              <a:rPr lang="en-US" dirty="0"/>
              <a:t>Both programs available from </a:t>
            </a:r>
            <a:r>
              <a:rPr lang="en-US" dirty="0" err="1"/>
              <a:t>Bioconda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conda</a:t>
            </a:r>
            <a:r>
              <a:rPr lang="en-US" dirty="0"/>
              <a:t> install </a:t>
            </a:r>
            <a:r>
              <a:rPr lang="en-US" dirty="0" err="1"/>
              <a:t>eviann</a:t>
            </a:r>
            <a:endParaRPr lang="en-US" dirty="0"/>
          </a:p>
          <a:p>
            <a:pPr lvl="1"/>
            <a:r>
              <a:rPr lang="en-US" dirty="0" err="1"/>
              <a:t>conda</a:t>
            </a:r>
            <a:r>
              <a:rPr lang="en-US" dirty="0"/>
              <a:t> install braker3</a:t>
            </a:r>
          </a:p>
          <a:p>
            <a:r>
              <a:rPr lang="en-US" dirty="0"/>
              <a:t>Or from github: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E7C0D-878C-56BE-CE6C-F29134AD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55025B-1540-3EF0-809D-A4657E784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40" y="0"/>
            <a:ext cx="5384800" cy="36483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525A91-208D-FC5E-742D-E9E76BD6D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81" y="3875732"/>
            <a:ext cx="5667319" cy="419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839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609FC-CE90-2D40-2F38-E5D5D612E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4"/>
            <a:ext cx="6113465" cy="1001901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Summary: how to annotate a eukaryotic genome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F3B30-06E1-AFF8-020E-40D313651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668073"/>
          </a:xfrm>
        </p:spPr>
        <p:txBody>
          <a:bodyPr>
            <a:normAutofit/>
          </a:bodyPr>
          <a:lstStyle/>
          <a:p>
            <a:r>
              <a:rPr lang="en-US" dirty="0"/>
              <a:t>Sequence &gt;5 RNA-seq datasets from different tissues</a:t>
            </a:r>
          </a:p>
          <a:p>
            <a:r>
              <a:rPr lang="en-US" dirty="0"/>
              <a:t>Check NCBI taxonomy for related species’ proteins:</a:t>
            </a:r>
          </a:p>
          <a:p>
            <a:pPr lvl="1"/>
            <a:r>
              <a:rPr lang="en-US" dirty="0"/>
              <a:t>Search for species in NCBI Taxonomy</a:t>
            </a:r>
          </a:p>
          <a:p>
            <a:pPr lvl="1"/>
            <a:r>
              <a:rPr lang="en-US" dirty="0"/>
              <a:t>Use EviAnn if &gt;~ 400K proteins are available from species of neighboring Tribe or Family </a:t>
            </a:r>
          </a:p>
          <a:p>
            <a:pPr lvl="1"/>
            <a:r>
              <a:rPr lang="en-US" dirty="0"/>
              <a:t>Use BRAKER3 </a:t>
            </a:r>
            <a:r>
              <a:rPr lang="en-US"/>
              <a:t>if ~&lt; </a:t>
            </a:r>
            <a:r>
              <a:rPr lang="en-US" dirty="0"/>
              <a:t>400K proteins are available from species of neighboring Tribe or Family</a:t>
            </a:r>
          </a:p>
          <a:p>
            <a:r>
              <a:rPr lang="en-US" dirty="0"/>
              <a:t>Or you can use both: </a:t>
            </a:r>
          </a:p>
          <a:p>
            <a:pPr lvl="1"/>
            <a:r>
              <a:rPr lang="en-US" dirty="0"/>
              <a:t>Run BRAKER3, then run EviAnn inputting BRAKER3 annotation with -c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69BF6-0E66-4273-F00C-963912C9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4901</TotalTime>
  <Words>1183</Words>
  <Application>Microsoft Office PowerPoint</Application>
  <PresentationFormat>Widescreen</PresentationFormat>
  <Paragraphs>222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</vt:lpstr>
      <vt:lpstr>Calibri</vt:lpstr>
      <vt:lpstr>Cambria Math</vt:lpstr>
      <vt:lpstr>Helvetica Neue Medium</vt:lpstr>
      <vt:lpstr>Trebuchet MS</vt:lpstr>
      <vt:lpstr>Office Theme</vt:lpstr>
      <vt:lpstr>PowerPoint Presentation</vt:lpstr>
      <vt:lpstr>Genome annotation</vt:lpstr>
      <vt:lpstr>Protein coding and lncRNA annotation</vt:lpstr>
      <vt:lpstr>Gene structure on the genome</vt:lpstr>
      <vt:lpstr>Gene structure in transcript(spliced) coords</vt:lpstr>
      <vt:lpstr>PowerPoint Presentation</vt:lpstr>
      <vt:lpstr>Locating transcripts on the genome</vt:lpstr>
      <vt:lpstr>Challenges in annotation</vt:lpstr>
      <vt:lpstr>Recall amino-acid translation table</vt:lpstr>
      <vt:lpstr>Where is the ORF?</vt:lpstr>
      <vt:lpstr>How do we find the right ORF?</vt:lpstr>
      <vt:lpstr>How do we find the right ORF?</vt:lpstr>
      <vt:lpstr>What is an annotation pipeline</vt:lpstr>
      <vt:lpstr>Eukaryotic annotation pipelines</vt:lpstr>
      <vt:lpstr>Test data sets</vt:lpstr>
      <vt:lpstr>Evaluations</vt:lpstr>
      <vt:lpstr>Evaluation of genes (gene loci)</vt:lpstr>
      <vt:lpstr>Evaluation of proteins</vt:lpstr>
      <vt:lpstr>EviAnn timings (24-core Intel Xeon Gold)</vt:lpstr>
      <vt:lpstr>EviAnn Shortcomings</vt:lpstr>
      <vt:lpstr>Obtaining EviAnn and BRAKER3</vt:lpstr>
      <vt:lpstr>Summary: how to annotate a eukaryotic genome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4</cp:revision>
  <dcterms:created xsi:type="dcterms:W3CDTF">2013-08-21T19:17:07Z</dcterms:created>
  <dcterms:modified xsi:type="dcterms:W3CDTF">2025-12-04T14:36:03Z</dcterms:modified>
</cp:coreProperties>
</file>