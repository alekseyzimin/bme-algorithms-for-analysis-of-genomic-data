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72" r:id="rId2"/>
    <p:sldId id="850" r:id="rId3"/>
    <p:sldId id="572" r:id="rId4"/>
    <p:sldId id="823" r:id="rId5"/>
    <p:sldId id="825" r:id="rId6"/>
    <p:sldId id="827" r:id="rId7"/>
    <p:sldId id="826" r:id="rId8"/>
    <p:sldId id="828" r:id="rId9"/>
    <p:sldId id="831" r:id="rId10"/>
    <p:sldId id="824" r:id="rId11"/>
    <p:sldId id="832" r:id="rId12"/>
    <p:sldId id="833" r:id="rId13"/>
    <p:sldId id="834" r:id="rId14"/>
    <p:sldId id="835" r:id="rId15"/>
    <p:sldId id="836" r:id="rId16"/>
    <p:sldId id="883" r:id="rId17"/>
    <p:sldId id="837" r:id="rId18"/>
    <p:sldId id="838" r:id="rId19"/>
    <p:sldId id="839" r:id="rId20"/>
    <p:sldId id="840" r:id="rId21"/>
    <p:sldId id="842" r:id="rId22"/>
    <p:sldId id="844" r:id="rId23"/>
    <p:sldId id="845" r:id="rId24"/>
    <p:sldId id="843" r:id="rId25"/>
    <p:sldId id="846" r:id="rId26"/>
    <p:sldId id="841" r:id="rId27"/>
    <p:sldId id="851" r:id="rId28"/>
    <p:sldId id="880" r:id="rId29"/>
    <p:sldId id="881" r:id="rId30"/>
    <p:sldId id="854" r:id="rId31"/>
    <p:sldId id="855" r:id="rId32"/>
    <p:sldId id="811" r:id="rId33"/>
    <p:sldId id="857" r:id="rId34"/>
    <p:sldId id="858" r:id="rId35"/>
    <p:sldId id="859" r:id="rId36"/>
    <p:sldId id="860" r:id="rId37"/>
    <p:sldId id="856" r:id="rId38"/>
    <p:sldId id="852" r:id="rId39"/>
    <p:sldId id="866" r:id="rId40"/>
    <p:sldId id="868" r:id="rId41"/>
    <p:sldId id="869" r:id="rId42"/>
    <p:sldId id="853" r:id="rId43"/>
    <p:sldId id="861" r:id="rId44"/>
    <p:sldId id="862" r:id="rId45"/>
    <p:sldId id="870" r:id="rId46"/>
    <p:sldId id="863" r:id="rId47"/>
    <p:sldId id="864" r:id="rId48"/>
    <p:sldId id="865" r:id="rId49"/>
    <p:sldId id="871" r:id="rId50"/>
    <p:sldId id="872" r:id="rId51"/>
    <p:sldId id="873" r:id="rId52"/>
    <p:sldId id="874" r:id="rId53"/>
    <p:sldId id="875" r:id="rId54"/>
    <p:sldId id="876" r:id="rId55"/>
    <p:sldId id="877" r:id="rId56"/>
    <p:sldId id="878" r:id="rId57"/>
    <p:sldId id="879" r:id="rId58"/>
    <p:sldId id="882" r:id="rId59"/>
    <p:sldId id="557" r:id="rId60"/>
    <p:sldId id="559" r:id="rId61"/>
    <p:sldId id="560"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8B1C"/>
    <a:srgbClr val="BE0260"/>
    <a:srgbClr val="D0005E"/>
    <a:srgbClr val="018ACF"/>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0EF65A-C7A9-4852-A8A2-8D1EED7FC51A}" v="1314" dt="2025-10-30T16:49:06.1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27" autoAdjust="0"/>
    <p:restoredTop sz="93721" autoAdjust="0"/>
  </p:normalViewPr>
  <p:slideViewPr>
    <p:cSldViewPr snapToGrid="0">
      <p:cViewPr varScale="1">
        <p:scale>
          <a:sx n="106" d="100"/>
          <a:sy n="106" d="100"/>
        </p:scale>
        <p:origin x="948" y="96"/>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1C363C82-C939-44FC-A8A5-AEBBD531DAF7}"/>
    <pc:docChg chg="undo custSel addSld delSld modSld sldOrd">
      <pc:chgData name="Aleksey Zimin" userId="7f2637d0bc515791" providerId="LiveId" clId="{1C363C82-C939-44FC-A8A5-AEBBD531DAF7}" dt="2025-10-30T16:49:06.165" v="6598" actId="20577"/>
      <pc:docMkLst>
        <pc:docMk/>
      </pc:docMkLst>
      <pc:sldChg chg="modSp mod">
        <pc:chgData name="Aleksey Zimin" userId="7f2637d0bc515791" providerId="LiveId" clId="{1C363C82-C939-44FC-A8A5-AEBBD531DAF7}" dt="2025-10-30T16:44:48.708" v="6339" actId="20577"/>
        <pc:sldMkLst>
          <pc:docMk/>
          <pc:sldMk cId="523482158" sldId="851"/>
        </pc:sldMkLst>
        <pc:spChg chg="mod">
          <ac:chgData name="Aleksey Zimin" userId="7f2637d0bc515791" providerId="LiveId" clId="{1C363C82-C939-44FC-A8A5-AEBBD531DAF7}" dt="2025-10-30T16:44:48.708" v="6339" actId="20577"/>
          <ac:spMkLst>
            <pc:docMk/>
            <pc:sldMk cId="523482158" sldId="851"/>
            <ac:spMk id="3" creationId="{5387AFB0-4CD4-49AE-5635-A884EF4A400C}"/>
          </ac:spMkLst>
        </pc:spChg>
      </pc:sldChg>
      <pc:sldChg chg="modSp">
        <pc:chgData name="Aleksey Zimin" userId="7f2637d0bc515791" providerId="LiveId" clId="{1C363C82-C939-44FC-A8A5-AEBBD531DAF7}" dt="2025-10-30T14:32:49.953" v="845" actId="20577"/>
        <pc:sldMkLst>
          <pc:docMk/>
          <pc:sldMk cId="688161546" sldId="853"/>
        </pc:sldMkLst>
        <pc:spChg chg="mod">
          <ac:chgData name="Aleksey Zimin" userId="7f2637d0bc515791" providerId="LiveId" clId="{1C363C82-C939-44FC-A8A5-AEBBD531DAF7}" dt="2025-10-30T14:32:49.953" v="845" actId="20577"/>
          <ac:spMkLst>
            <pc:docMk/>
            <pc:sldMk cId="688161546" sldId="853"/>
            <ac:spMk id="3" creationId="{A241362D-6289-93C2-9175-08BB8693B456}"/>
          </ac:spMkLst>
        </pc:spChg>
      </pc:sldChg>
      <pc:sldChg chg="modSp">
        <pc:chgData name="Aleksey Zimin" userId="7f2637d0bc515791" providerId="LiveId" clId="{1C363C82-C939-44FC-A8A5-AEBBD531DAF7}" dt="2025-10-30T14:06:27.655" v="1" actId="20577"/>
        <pc:sldMkLst>
          <pc:docMk/>
          <pc:sldMk cId="1582605635" sldId="854"/>
        </pc:sldMkLst>
        <pc:spChg chg="mod">
          <ac:chgData name="Aleksey Zimin" userId="7f2637d0bc515791" providerId="LiveId" clId="{1C363C82-C939-44FC-A8A5-AEBBD531DAF7}" dt="2025-10-30T14:06:27.655" v="1" actId="20577"/>
          <ac:spMkLst>
            <pc:docMk/>
            <pc:sldMk cId="1582605635" sldId="854"/>
            <ac:spMk id="3" creationId="{23E685EC-5ECB-37DE-E37B-36FD6BAC8698}"/>
          </ac:spMkLst>
        </pc:spChg>
      </pc:sldChg>
      <pc:sldChg chg="modSp mod modAnim">
        <pc:chgData name="Aleksey Zimin" userId="7f2637d0bc515791" providerId="LiveId" clId="{1C363C82-C939-44FC-A8A5-AEBBD531DAF7}" dt="2025-10-30T16:49:06.165" v="6598" actId="20577"/>
        <pc:sldMkLst>
          <pc:docMk/>
          <pc:sldMk cId="3349687225" sldId="860"/>
        </pc:sldMkLst>
        <pc:spChg chg="mod">
          <ac:chgData name="Aleksey Zimin" userId="7f2637d0bc515791" providerId="LiveId" clId="{1C363C82-C939-44FC-A8A5-AEBBD531DAF7}" dt="2025-10-30T16:49:06.165" v="6598" actId="20577"/>
          <ac:spMkLst>
            <pc:docMk/>
            <pc:sldMk cId="3349687225" sldId="860"/>
            <ac:spMk id="3" creationId="{5244FEAC-25B3-ADFF-A8CA-95514D172D76}"/>
          </ac:spMkLst>
        </pc:spChg>
      </pc:sldChg>
      <pc:sldChg chg="modSp mod">
        <pc:chgData name="Aleksey Zimin" userId="7f2637d0bc515791" providerId="LiveId" clId="{1C363C82-C939-44FC-A8A5-AEBBD531DAF7}" dt="2025-10-30T15:05:36.953" v="1210" actId="1076"/>
        <pc:sldMkLst>
          <pc:docMk/>
          <pc:sldMk cId="1777305015" sldId="861"/>
        </pc:sldMkLst>
        <pc:spChg chg="mod">
          <ac:chgData name="Aleksey Zimin" userId="7f2637d0bc515791" providerId="LiveId" clId="{1C363C82-C939-44FC-A8A5-AEBBD531DAF7}" dt="2025-10-30T15:04:50.460" v="1101" actId="20577"/>
          <ac:spMkLst>
            <pc:docMk/>
            <pc:sldMk cId="1777305015" sldId="861"/>
            <ac:spMk id="2" creationId="{AF2437D8-7DD7-C7AD-D3ED-0A62003EA336}"/>
          </ac:spMkLst>
        </pc:spChg>
        <pc:spChg chg="mod">
          <ac:chgData name="Aleksey Zimin" userId="7f2637d0bc515791" providerId="LiveId" clId="{1C363C82-C939-44FC-A8A5-AEBBD531DAF7}" dt="2025-10-30T15:05:29.733" v="1208" actId="20577"/>
          <ac:spMkLst>
            <pc:docMk/>
            <pc:sldMk cId="1777305015" sldId="861"/>
            <ac:spMk id="3" creationId="{12CE0587-976A-8645-BAF8-D412EA4D0C31}"/>
          </ac:spMkLst>
        </pc:spChg>
        <pc:spChg chg="mod">
          <ac:chgData name="Aleksey Zimin" userId="7f2637d0bc515791" providerId="LiveId" clId="{1C363C82-C939-44FC-A8A5-AEBBD531DAF7}" dt="2025-10-30T15:05:36.953" v="1210" actId="1076"/>
          <ac:spMkLst>
            <pc:docMk/>
            <pc:sldMk cId="1777305015" sldId="861"/>
            <ac:spMk id="5" creationId="{5EF8DDE3-56D6-EF6B-9117-DDB8731FFFEF}"/>
          </ac:spMkLst>
        </pc:spChg>
        <pc:spChg chg="mod">
          <ac:chgData name="Aleksey Zimin" userId="7f2637d0bc515791" providerId="LiveId" clId="{1C363C82-C939-44FC-A8A5-AEBBD531DAF7}" dt="2025-10-30T15:05:34.097" v="1209" actId="1076"/>
          <ac:spMkLst>
            <pc:docMk/>
            <pc:sldMk cId="1777305015" sldId="861"/>
            <ac:spMk id="7" creationId="{7B95C70B-BFD2-B94D-1FD5-8C83078724A2}"/>
          </ac:spMkLst>
        </pc:spChg>
      </pc:sldChg>
      <pc:sldChg chg="modSp modAnim">
        <pc:chgData name="Aleksey Zimin" userId="7f2637d0bc515791" providerId="LiveId" clId="{1C363C82-C939-44FC-A8A5-AEBBD531DAF7}" dt="2025-10-30T15:06:37.333" v="1234"/>
        <pc:sldMkLst>
          <pc:docMk/>
          <pc:sldMk cId="3443782089" sldId="862"/>
        </pc:sldMkLst>
        <pc:spChg chg="mod">
          <ac:chgData name="Aleksey Zimin" userId="7f2637d0bc515791" providerId="LiveId" clId="{1C363C82-C939-44FC-A8A5-AEBBD531DAF7}" dt="2025-10-30T15:06:03.273" v="1233" actId="20577"/>
          <ac:spMkLst>
            <pc:docMk/>
            <pc:sldMk cId="3443782089" sldId="862"/>
            <ac:spMk id="3" creationId="{A353E0F9-6B84-78E0-8AA7-8A09E45285D9}"/>
          </ac:spMkLst>
        </pc:spChg>
      </pc:sldChg>
      <pc:sldChg chg="addSp modSp mod">
        <pc:chgData name="Aleksey Zimin" userId="7f2637d0bc515791" providerId="LiveId" clId="{1C363C82-C939-44FC-A8A5-AEBBD531DAF7}" dt="2025-10-30T15:27:44.502" v="2414" actId="20577"/>
        <pc:sldMkLst>
          <pc:docMk/>
          <pc:sldMk cId="2634646025" sldId="865"/>
        </pc:sldMkLst>
        <pc:spChg chg="mod">
          <ac:chgData name="Aleksey Zimin" userId="7f2637d0bc515791" providerId="LiveId" clId="{1C363C82-C939-44FC-A8A5-AEBBD531DAF7}" dt="2025-10-30T15:27:44.502" v="2414" actId="20577"/>
          <ac:spMkLst>
            <pc:docMk/>
            <pc:sldMk cId="2634646025" sldId="865"/>
            <ac:spMk id="3" creationId="{FDF225FF-F196-D470-BDE3-7F2595F6DA2B}"/>
          </ac:spMkLst>
        </pc:spChg>
        <pc:spChg chg="add mod">
          <ac:chgData name="Aleksey Zimin" userId="7f2637d0bc515791" providerId="LiveId" clId="{1C363C82-C939-44FC-A8A5-AEBBD531DAF7}" dt="2025-10-30T15:27:40.677" v="2405" actId="1076"/>
          <ac:spMkLst>
            <pc:docMk/>
            <pc:sldMk cId="2634646025" sldId="865"/>
            <ac:spMk id="5" creationId="{539A4F1F-7A20-26AC-FE40-91C37AA1F624}"/>
          </ac:spMkLst>
        </pc:spChg>
        <pc:spChg chg="add mod">
          <ac:chgData name="Aleksey Zimin" userId="7f2637d0bc515791" providerId="LiveId" clId="{1C363C82-C939-44FC-A8A5-AEBBD531DAF7}" dt="2025-10-30T15:27:40.677" v="2405" actId="1076"/>
          <ac:spMkLst>
            <pc:docMk/>
            <pc:sldMk cId="2634646025" sldId="865"/>
            <ac:spMk id="6" creationId="{F4252672-5240-96D1-B041-84A73062D82D}"/>
          </ac:spMkLst>
        </pc:spChg>
        <pc:spChg chg="add mod">
          <ac:chgData name="Aleksey Zimin" userId="7f2637d0bc515791" providerId="LiveId" clId="{1C363C82-C939-44FC-A8A5-AEBBD531DAF7}" dt="2025-10-30T15:27:40.677" v="2405" actId="1076"/>
          <ac:spMkLst>
            <pc:docMk/>
            <pc:sldMk cId="2634646025" sldId="865"/>
            <ac:spMk id="11" creationId="{2B2250BE-9C6E-1116-B192-21813B8F8A40}"/>
          </ac:spMkLst>
        </pc:spChg>
        <pc:spChg chg="add mod">
          <ac:chgData name="Aleksey Zimin" userId="7f2637d0bc515791" providerId="LiveId" clId="{1C363C82-C939-44FC-A8A5-AEBBD531DAF7}" dt="2025-10-30T15:27:40.677" v="2405" actId="1076"/>
          <ac:spMkLst>
            <pc:docMk/>
            <pc:sldMk cId="2634646025" sldId="865"/>
            <ac:spMk id="12" creationId="{46949013-ED6B-462D-858D-88698E8EF942}"/>
          </ac:spMkLst>
        </pc:spChg>
        <pc:spChg chg="add mod">
          <ac:chgData name="Aleksey Zimin" userId="7f2637d0bc515791" providerId="LiveId" clId="{1C363C82-C939-44FC-A8A5-AEBBD531DAF7}" dt="2025-10-30T15:27:40.677" v="2405" actId="1076"/>
          <ac:spMkLst>
            <pc:docMk/>
            <pc:sldMk cId="2634646025" sldId="865"/>
            <ac:spMk id="13" creationId="{392D2B55-E3E6-344F-363B-931C99B21FEF}"/>
          </ac:spMkLst>
        </pc:spChg>
        <pc:spChg chg="add mod">
          <ac:chgData name="Aleksey Zimin" userId="7f2637d0bc515791" providerId="LiveId" clId="{1C363C82-C939-44FC-A8A5-AEBBD531DAF7}" dt="2025-10-30T15:27:40.677" v="2405" actId="1076"/>
          <ac:spMkLst>
            <pc:docMk/>
            <pc:sldMk cId="2634646025" sldId="865"/>
            <ac:spMk id="14" creationId="{9ECC6130-52AC-9110-4D7D-BD535EBEE328}"/>
          </ac:spMkLst>
        </pc:spChg>
        <pc:inkChg chg="add mod">
          <ac:chgData name="Aleksey Zimin" userId="7f2637d0bc515791" providerId="LiveId" clId="{1C363C82-C939-44FC-A8A5-AEBBD531DAF7}" dt="2025-10-30T15:27:40.677" v="2405" actId="1076"/>
          <ac:inkMkLst>
            <pc:docMk/>
            <pc:sldMk cId="2634646025" sldId="865"/>
            <ac:inkMk id="7" creationId="{1FF51F26-1599-C12B-FE80-3291D29F99CB}"/>
          </ac:inkMkLst>
        </pc:inkChg>
        <pc:inkChg chg="add mod">
          <ac:chgData name="Aleksey Zimin" userId="7f2637d0bc515791" providerId="LiveId" clId="{1C363C82-C939-44FC-A8A5-AEBBD531DAF7}" dt="2025-10-30T15:27:40.677" v="2405" actId="1076"/>
          <ac:inkMkLst>
            <pc:docMk/>
            <pc:sldMk cId="2634646025" sldId="865"/>
            <ac:inkMk id="8" creationId="{15E8C6D2-7495-622D-7520-FA7113ECCA2B}"/>
          </ac:inkMkLst>
        </pc:inkChg>
        <pc:inkChg chg="add mod">
          <ac:chgData name="Aleksey Zimin" userId="7f2637d0bc515791" providerId="LiveId" clId="{1C363C82-C939-44FC-A8A5-AEBBD531DAF7}" dt="2025-10-30T15:27:40.677" v="2405" actId="1076"/>
          <ac:inkMkLst>
            <pc:docMk/>
            <pc:sldMk cId="2634646025" sldId="865"/>
            <ac:inkMk id="9" creationId="{68D7ECD4-15F5-F3BC-3E1A-614291CC5092}"/>
          </ac:inkMkLst>
        </pc:inkChg>
        <pc:inkChg chg="add mod">
          <ac:chgData name="Aleksey Zimin" userId="7f2637d0bc515791" providerId="LiveId" clId="{1C363C82-C939-44FC-A8A5-AEBBD531DAF7}" dt="2025-10-30T15:27:40.677" v="2405" actId="1076"/>
          <ac:inkMkLst>
            <pc:docMk/>
            <pc:sldMk cId="2634646025" sldId="865"/>
            <ac:inkMk id="10" creationId="{8E054F4F-C2FE-D616-6B8E-5E49C125446C}"/>
          </ac:inkMkLst>
        </pc:inkChg>
      </pc:sldChg>
      <pc:sldChg chg="addSp delSp modSp new mod modAnim">
        <pc:chgData name="Aleksey Zimin" userId="7f2637d0bc515791" providerId="LiveId" clId="{1C363C82-C939-44FC-A8A5-AEBBD531DAF7}" dt="2025-10-30T15:44:13.843" v="3418" actId="20577"/>
        <pc:sldMkLst>
          <pc:docMk/>
          <pc:sldMk cId="3640467478" sldId="866"/>
        </pc:sldMkLst>
        <pc:spChg chg="mod">
          <ac:chgData name="Aleksey Zimin" userId="7f2637d0bc515791" providerId="LiveId" clId="{1C363C82-C939-44FC-A8A5-AEBBD531DAF7}" dt="2025-10-30T14:13:29.025" v="112" actId="20577"/>
          <ac:spMkLst>
            <pc:docMk/>
            <pc:sldMk cId="3640467478" sldId="866"/>
            <ac:spMk id="2" creationId="{2850BA50-468B-9A7B-2055-9462DED1B608}"/>
          </ac:spMkLst>
        </pc:spChg>
        <pc:spChg chg="del">
          <ac:chgData name="Aleksey Zimin" userId="7f2637d0bc515791" providerId="LiveId" clId="{1C363C82-C939-44FC-A8A5-AEBBD531DAF7}" dt="2025-10-30T14:07:53.728" v="18" actId="478"/>
          <ac:spMkLst>
            <pc:docMk/>
            <pc:sldMk cId="3640467478" sldId="866"/>
            <ac:spMk id="3" creationId="{B89F5702-0166-B899-4D5C-71D64BFDFA5D}"/>
          </ac:spMkLst>
        </pc:spChg>
        <pc:spChg chg="add mod">
          <ac:chgData name="Aleksey Zimin" userId="7f2637d0bc515791" providerId="LiveId" clId="{1C363C82-C939-44FC-A8A5-AEBBD531DAF7}" dt="2025-10-30T14:13:46.726" v="113" actId="1076"/>
          <ac:spMkLst>
            <pc:docMk/>
            <pc:sldMk cId="3640467478" sldId="866"/>
            <ac:spMk id="5" creationId="{CB03D258-65BC-1899-A9DE-78941C62335D}"/>
          </ac:spMkLst>
        </pc:spChg>
        <pc:spChg chg="add mod">
          <ac:chgData name="Aleksey Zimin" userId="7f2637d0bc515791" providerId="LiveId" clId="{1C363C82-C939-44FC-A8A5-AEBBD531DAF7}" dt="2025-10-30T14:13:46.726" v="113" actId="1076"/>
          <ac:spMkLst>
            <pc:docMk/>
            <pc:sldMk cId="3640467478" sldId="866"/>
            <ac:spMk id="6" creationId="{5F43DE0B-A74A-1BFE-4832-6070FE0945FB}"/>
          </ac:spMkLst>
        </pc:spChg>
        <pc:spChg chg="add del mod">
          <ac:chgData name="Aleksey Zimin" userId="7f2637d0bc515791" providerId="LiveId" clId="{1C363C82-C939-44FC-A8A5-AEBBD531DAF7}" dt="2025-10-30T14:08:43.136" v="29" actId="478"/>
          <ac:spMkLst>
            <pc:docMk/>
            <pc:sldMk cId="3640467478" sldId="866"/>
            <ac:spMk id="7" creationId="{B76E36DB-2A99-A99B-628D-6DA13F344181}"/>
          </ac:spMkLst>
        </pc:spChg>
        <pc:spChg chg="add mod">
          <ac:chgData name="Aleksey Zimin" userId="7f2637d0bc515791" providerId="LiveId" clId="{1C363C82-C939-44FC-A8A5-AEBBD531DAF7}" dt="2025-10-30T14:13:46.726" v="113" actId="1076"/>
          <ac:spMkLst>
            <pc:docMk/>
            <pc:sldMk cId="3640467478" sldId="866"/>
            <ac:spMk id="16" creationId="{7BD87FAF-6FC2-ED8F-985E-B67DB59F1172}"/>
          </ac:spMkLst>
        </pc:spChg>
        <pc:spChg chg="add mod">
          <ac:chgData name="Aleksey Zimin" userId="7f2637d0bc515791" providerId="LiveId" clId="{1C363C82-C939-44FC-A8A5-AEBBD531DAF7}" dt="2025-10-30T14:13:46.726" v="113" actId="1076"/>
          <ac:spMkLst>
            <pc:docMk/>
            <pc:sldMk cId="3640467478" sldId="866"/>
            <ac:spMk id="17" creationId="{DE78BEF8-AF42-0D49-94F4-10DEF6780D95}"/>
          </ac:spMkLst>
        </pc:spChg>
        <pc:spChg chg="add mod">
          <ac:chgData name="Aleksey Zimin" userId="7f2637d0bc515791" providerId="LiveId" clId="{1C363C82-C939-44FC-A8A5-AEBBD531DAF7}" dt="2025-10-30T14:13:46.726" v="113" actId="1076"/>
          <ac:spMkLst>
            <pc:docMk/>
            <pc:sldMk cId="3640467478" sldId="866"/>
            <ac:spMk id="18" creationId="{F7B9C477-3A97-9117-F829-B7BEBAA1ED59}"/>
          </ac:spMkLst>
        </pc:spChg>
        <pc:spChg chg="add mod">
          <ac:chgData name="Aleksey Zimin" userId="7f2637d0bc515791" providerId="LiveId" clId="{1C363C82-C939-44FC-A8A5-AEBBD531DAF7}" dt="2025-10-30T14:13:46.726" v="113" actId="1076"/>
          <ac:spMkLst>
            <pc:docMk/>
            <pc:sldMk cId="3640467478" sldId="866"/>
            <ac:spMk id="19" creationId="{A2189685-645B-1507-7902-1342429B1033}"/>
          </ac:spMkLst>
        </pc:spChg>
        <pc:spChg chg="add mod">
          <ac:chgData name="Aleksey Zimin" userId="7f2637d0bc515791" providerId="LiveId" clId="{1C363C82-C939-44FC-A8A5-AEBBD531DAF7}" dt="2025-10-30T14:13:52.423" v="114" actId="1076"/>
          <ac:spMkLst>
            <pc:docMk/>
            <pc:sldMk cId="3640467478" sldId="866"/>
            <ac:spMk id="20" creationId="{FDEE1BCD-2B6A-0177-D5DE-D8080229269E}"/>
          </ac:spMkLst>
        </pc:spChg>
        <pc:spChg chg="add mod">
          <ac:chgData name="Aleksey Zimin" userId="7f2637d0bc515791" providerId="LiveId" clId="{1C363C82-C939-44FC-A8A5-AEBBD531DAF7}" dt="2025-10-30T15:44:13.843" v="3418" actId="20577"/>
          <ac:spMkLst>
            <pc:docMk/>
            <pc:sldMk cId="3640467478" sldId="866"/>
            <ac:spMk id="21" creationId="{BB50C94E-B231-39D3-72F0-7360E8C5C211}"/>
          </ac:spMkLst>
        </pc:spChg>
        <pc:inkChg chg="add del">
          <ac:chgData name="Aleksey Zimin" userId="7f2637d0bc515791" providerId="LiveId" clId="{1C363C82-C939-44FC-A8A5-AEBBD531DAF7}" dt="2025-10-30T14:09:43.736" v="37" actId="9405"/>
          <ac:inkMkLst>
            <pc:docMk/>
            <pc:sldMk cId="3640467478" sldId="866"/>
            <ac:inkMk id="8" creationId="{10AC7A6A-CFD7-0C58-72C1-F3E1B1BCBA98}"/>
          </ac:inkMkLst>
        </pc:inkChg>
        <pc:inkChg chg="add del">
          <ac:chgData name="Aleksey Zimin" userId="7f2637d0bc515791" providerId="LiveId" clId="{1C363C82-C939-44FC-A8A5-AEBBD531DAF7}" dt="2025-10-30T14:09:43.342" v="36" actId="9405"/>
          <ac:inkMkLst>
            <pc:docMk/>
            <pc:sldMk cId="3640467478" sldId="866"/>
            <ac:inkMk id="9" creationId="{AC6D9815-DCA6-9AF0-96D1-71E622D79067}"/>
          </ac:inkMkLst>
        </pc:inkChg>
        <pc:inkChg chg="add del">
          <ac:chgData name="Aleksey Zimin" userId="7f2637d0bc515791" providerId="LiveId" clId="{1C363C82-C939-44FC-A8A5-AEBBD531DAF7}" dt="2025-10-30T14:09:41.331" v="35" actId="9405"/>
          <ac:inkMkLst>
            <pc:docMk/>
            <pc:sldMk cId="3640467478" sldId="866"/>
            <ac:inkMk id="10" creationId="{C68A273C-D3A9-405A-C6C0-3DBE5B0A298B}"/>
          </ac:inkMkLst>
        </pc:inkChg>
        <pc:inkChg chg="add del">
          <ac:chgData name="Aleksey Zimin" userId="7f2637d0bc515791" providerId="LiveId" clId="{1C363C82-C939-44FC-A8A5-AEBBD531DAF7}" dt="2025-10-30T14:09:40.638" v="34" actId="9405"/>
          <ac:inkMkLst>
            <pc:docMk/>
            <pc:sldMk cId="3640467478" sldId="866"/>
            <ac:inkMk id="11" creationId="{5D1DE253-D4F3-8F95-44E4-A1CB00055367}"/>
          </ac:inkMkLst>
        </pc:inkChg>
        <pc:inkChg chg="add mod">
          <ac:chgData name="Aleksey Zimin" userId="7f2637d0bc515791" providerId="LiveId" clId="{1C363C82-C939-44FC-A8A5-AEBBD531DAF7}" dt="2025-10-30T14:13:46.726" v="113" actId="1076"/>
          <ac:inkMkLst>
            <pc:docMk/>
            <pc:sldMk cId="3640467478" sldId="866"/>
            <ac:inkMk id="12" creationId="{A3DAD338-3529-0BA9-BF9D-04D50CC07251}"/>
          </ac:inkMkLst>
        </pc:inkChg>
        <pc:inkChg chg="add mod">
          <ac:chgData name="Aleksey Zimin" userId="7f2637d0bc515791" providerId="LiveId" clId="{1C363C82-C939-44FC-A8A5-AEBBD531DAF7}" dt="2025-10-30T14:13:46.726" v="113" actId="1076"/>
          <ac:inkMkLst>
            <pc:docMk/>
            <pc:sldMk cId="3640467478" sldId="866"/>
            <ac:inkMk id="13" creationId="{0286670F-611A-8C09-FC4B-6073AD8420D3}"/>
          </ac:inkMkLst>
        </pc:inkChg>
        <pc:inkChg chg="add">
          <ac:chgData name="Aleksey Zimin" userId="7f2637d0bc515791" providerId="LiveId" clId="{1C363C82-C939-44FC-A8A5-AEBBD531DAF7}" dt="2025-10-30T14:10:27.757" v="41" actId="9405"/>
          <ac:inkMkLst>
            <pc:docMk/>
            <pc:sldMk cId="3640467478" sldId="866"/>
            <ac:inkMk id="14" creationId="{E88A6678-029B-DE86-4569-5EB1C2527D45}"/>
          </ac:inkMkLst>
        </pc:inkChg>
        <pc:inkChg chg="add mod">
          <ac:chgData name="Aleksey Zimin" userId="7f2637d0bc515791" providerId="LiveId" clId="{1C363C82-C939-44FC-A8A5-AEBBD531DAF7}" dt="2025-10-30T14:13:46.726" v="113" actId="1076"/>
          <ac:inkMkLst>
            <pc:docMk/>
            <pc:sldMk cId="3640467478" sldId="866"/>
            <ac:inkMk id="15" creationId="{B318501D-3BFA-1759-BAC7-3D2CCD418F07}"/>
          </ac:inkMkLst>
        </pc:inkChg>
      </pc:sldChg>
      <pc:sldChg chg="add del">
        <pc:chgData name="Aleksey Zimin" userId="7f2637d0bc515791" providerId="LiveId" clId="{1C363C82-C939-44FC-A8A5-AEBBD531DAF7}" dt="2025-10-30T14:15:53.487" v="243" actId="47"/>
        <pc:sldMkLst>
          <pc:docMk/>
          <pc:sldMk cId="673915989" sldId="867"/>
        </pc:sldMkLst>
      </pc:sldChg>
      <pc:sldChg chg="modSp add del modAnim">
        <pc:chgData name="Aleksey Zimin" userId="7f2637d0bc515791" providerId="LiveId" clId="{1C363C82-C939-44FC-A8A5-AEBBD531DAF7}" dt="2025-10-30T14:27:28.169" v="677" actId="47"/>
        <pc:sldMkLst>
          <pc:docMk/>
          <pc:sldMk cId="2220266485" sldId="867"/>
        </pc:sldMkLst>
        <pc:spChg chg="mod">
          <ac:chgData name="Aleksey Zimin" userId="7f2637d0bc515791" providerId="LiveId" clId="{1C363C82-C939-44FC-A8A5-AEBBD531DAF7}" dt="2025-10-30T14:27:14.894" v="676" actId="20577"/>
          <ac:spMkLst>
            <pc:docMk/>
            <pc:sldMk cId="2220266485" sldId="867"/>
            <ac:spMk id="21" creationId="{A1F0640A-9582-A43A-F14D-65F2904BFB01}"/>
          </ac:spMkLst>
        </pc:spChg>
      </pc:sldChg>
      <pc:sldChg chg="modSp add del modAnim">
        <pc:chgData name="Aleksey Zimin" userId="7f2637d0bc515791" providerId="LiveId" clId="{1C363C82-C939-44FC-A8A5-AEBBD531DAF7}" dt="2025-10-30T14:58:50.067" v="930" actId="47"/>
        <pc:sldMkLst>
          <pc:docMk/>
          <pc:sldMk cId="3594743113" sldId="867"/>
        </pc:sldMkLst>
        <pc:spChg chg="mod">
          <ac:chgData name="Aleksey Zimin" userId="7f2637d0bc515791" providerId="LiveId" clId="{1C363C82-C939-44FC-A8A5-AEBBD531DAF7}" dt="2025-10-30T14:34:47.664" v="852" actId="20577"/>
          <ac:spMkLst>
            <pc:docMk/>
            <pc:sldMk cId="3594743113" sldId="867"/>
            <ac:spMk id="21" creationId="{A87AEB64-8557-4CBC-C25E-AE7212EDF951}"/>
          </ac:spMkLst>
        </pc:spChg>
      </pc:sldChg>
      <pc:sldChg chg="add del">
        <pc:chgData name="Aleksey Zimin" userId="7f2637d0bc515791" providerId="LiveId" clId="{1C363C82-C939-44FC-A8A5-AEBBD531DAF7}" dt="2025-10-30T14:34:59.650" v="853" actId="47"/>
        <pc:sldMkLst>
          <pc:docMk/>
          <pc:sldMk cId="702633034" sldId="868"/>
        </pc:sldMkLst>
      </pc:sldChg>
      <pc:sldChg chg="delSp modSp add mod modAnim">
        <pc:chgData name="Aleksey Zimin" userId="7f2637d0bc515791" providerId="LiveId" clId="{1C363C82-C939-44FC-A8A5-AEBBD531DAF7}" dt="2025-10-30T14:59:11.413" v="932" actId="478"/>
        <pc:sldMkLst>
          <pc:docMk/>
          <pc:sldMk cId="749512955" sldId="868"/>
        </pc:sldMkLst>
        <pc:spChg chg="del">
          <ac:chgData name="Aleksey Zimin" userId="7f2637d0bc515791" providerId="LiveId" clId="{1C363C82-C939-44FC-A8A5-AEBBD531DAF7}" dt="2025-10-30T14:59:11.413" v="932" actId="478"/>
          <ac:spMkLst>
            <pc:docMk/>
            <pc:sldMk cId="749512955" sldId="868"/>
            <ac:spMk id="20" creationId="{D72E623F-DA87-3468-EEF3-6FFCBAC88B72}"/>
          </ac:spMkLst>
        </pc:spChg>
        <pc:spChg chg="mod">
          <ac:chgData name="Aleksey Zimin" userId="7f2637d0bc515791" providerId="LiveId" clId="{1C363C82-C939-44FC-A8A5-AEBBD531DAF7}" dt="2025-10-30T14:57:12.524" v="922" actId="20577"/>
          <ac:spMkLst>
            <pc:docMk/>
            <pc:sldMk cId="749512955" sldId="868"/>
            <ac:spMk id="21" creationId="{63EB80CD-B586-BD85-55F4-B87AF6C1ED9C}"/>
          </ac:spMkLst>
        </pc:spChg>
      </pc:sldChg>
      <pc:sldChg chg="addSp delSp modSp add mod">
        <pc:chgData name="Aleksey Zimin" userId="7f2637d0bc515791" providerId="LiveId" clId="{1C363C82-C939-44FC-A8A5-AEBBD531DAF7}" dt="2025-10-30T15:03:13.322" v="1078" actId="20577"/>
        <pc:sldMkLst>
          <pc:docMk/>
          <pc:sldMk cId="1007581351" sldId="869"/>
        </pc:sldMkLst>
        <pc:spChg chg="add mod">
          <ac:chgData name="Aleksey Zimin" userId="7f2637d0bc515791" providerId="LiveId" clId="{1C363C82-C939-44FC-A8A5-AEBBD531DAF7}" dt="2025-10-30T15:00:00.540" v="942" actId="1076"/>
          <ac:spMkLst>
            <pc:docMk/>
            <pc:sldMk cId="1007581351" sldId="869"/>
            <ac:spMk id="3" creationId="{FA86C4D9-A4BF-3ACC-9AD4-5FAFF3380081}"/>
          </ac:spMkLst>
        </pc:spChg>
        <pc:spChg chg="mod">
          <ac:chgData name="Aleksey Zimin" userId="7f2637d0bc515791" providerId="LiveId" clId="{1C363C82-C939-44FC-A8A5-AEBBD531DAF7}" dt="2025-10-30T14:58:04.508" v="925" actId="1076"/>
          <ac:spMkLst>
            <pc:docMk/>
            <pc:sldMk cId="1007581351" sldId="869"/>
            <ac:spMk id="5" creationId="{81113835-B715-C26D-59BD-226355604F30}"/>
          </ac:spMkLst>
        </pc:spChg>
        <pc:spChg chg="mod">
          <ac:chgData name="Aleksey Zimin" userId="7f2637d0bc515791" providerId="LiveId" clId="{1C363C82-C939-44FC-A8A5-AEBBD531DAF7}" dt="2025-10-30T14:58:04.508" v="925" actId="1076"/>
          <ac:spMkLst>
            <pc:docMk/>
            <pc:sldMk cId="1007581351" sldId="869"/>
            <ac:spMk id="6" creationId="{F00C92F4-0F58-11B9-09E6-9D718E0BB8A3}"/>
          </ac:spMkLst>
        </pc:spChg>
        <pc:spChg chg="add mod">
          <ac:chgData name="Aleksey Zimin" userId="7f2637d0bc515791" providerId="LiveId" clId="{1C363C82-C939-44FC-A8A5-AEBBD531DAF7}" dt="2025-10-30T15:00:00.540" v="942" actId="1076"/>
          <ac:spMkLst>
            <pc:docMk/>
            <pc:sldMk cId="1007581351" sldId="869"/>
            <ac:spMk id="7" creationId="{B246441C-F392-A1D1-463F-BCE3C903679F}"/>
          </ac:spMkLst>
        </pc:spChg>
        <pc:spChg chg="mod">
          <ac:chgData name="Aleksey Zimin" userId="7f2637d0bc515791" providerId="LiveId" clId="{1C363C82-C939-44FC-A8A5-AEBBD531DAF7}" dt="2025-10-30T14:58:04.508" v="925" actId="1076"/>
          <ac:spMkLst>
            <pc:docMk/>
            <pc:sldMk cId="1007581351" sldId="869"/>
            <ac:spMk id="16" creationId="{B1A913AE-D55F-950A-FACB-994181B8AF4A}"/>
          </ac:spMkLst>
        </pc:spChg>
        <pc:spChg chg="mod">
          <ac:chgData name="Aleksey Zimin" userId="7f2637d0bc515791" providerId="LiveId" clId="{1C363C82-C939-44FC-A8A5-AEBBD531DAF7}" dt="2025-10-30T14:58:04.508" v="925" actId="1076"/>
          <ac:spMkLst>
            <pc:docMk/>
            <pc:sldMk cId="1007581351" sldId="869"/>
            <ac:spMk id="17" creationId="{C3D6A795-49A8-5F69-E841-445E6BCEA305}"/>
          </ac:spMkLst>
        </pc:spChg>
        <pc:spChg chg="mod">
          <ac:chgData name="Aleksey Zimin" userId="7f2637d0bc515791" providerId="LiveId" clId="{1C363C82-C939-44FC-A8A5-AEBBD531DAF7}" dt="2025-10-30T14:58:04.508" v="925" actId="1076"/>
          <ac:spMkLst>
            <pc:docMk/>
            <pc:sldMk cId="1007581351" sldId="869"/>
            <ac:spMk id="18" creationId="{D42EA50E-9CC2-7B9E-3024-49DD7B9CD199}"/>
          </ac:spMkLst>
        </pc:spChg>
        <pc:spChg chg="mod">
          <ac:chgData name="Aleksey Zimin" userId="7f2637d0bc515791" providerId="LiveId" clId="{1C363C82-C939-44FC-A8A5-AEBBD531DAF7}" dt="2025-10-30T14:58:04.508" v="925" actId="1076"/>
          <ac:spMkLst>
            <pc:docMk/>
            <pc:sldMk cId="1007581351" sldId="869"/>
            <ac:spMk id="19" creationId="{1915ED56-5F6A-053C-CAC6-C35D01BEEF9F}"/>
          </ac:spMkLst>
        </pc:spChg>
        <pc:spChg chg="del">
          <ac:chgData name="Aleksey Zimin" userId="7f2637d0bc515791" providerId="LiveId" clId="{1C363C82-C939-44FC-A8A5-AEBBD531DAF7}" dt="2025-10-30T14:57:54.706" v="924" actId="478"/>
          <ac:spMkLst>
            <pc:docMk/>
            <pc:sldMk cId="1007581351" sldId="869"/>
            <ac:spMk id="20" creationId="{43169E9C-C2F6-3ED3-A8ED-39A27DFFAF51}"/>
          </ac:spMkLst>
        </pc:spChg>
        <pc:spChg chg="mod">
          <ac:chgData name="Aleksey Zimin" userId="7f2637d0bc515791" providerId="LiveId" clId="{1C363C82-C939-44FC-A8A5-AEBBD531DAF7}" dt="2025-10-30T15:03:13.322" v="1078" actId="20577"/>
          <ac:spMkLst>
            <pc:docMk/>
            <pc:sldMk cId="1007581351" sldId="869"/>
            <ac:spMk id="21" creationId="{0894BA7D-F776-4BF8-E677-A0F6BD73892D}"/>
          </ac:spMkLst>
        </pc:spChg>
        <pc:spChg chg="add mod">
          <ac:chgData name="Aleksey Zimin" userId="7f2637d0bc515791" providerId="LiveId" clId="{1C363C82-C939-44FC-A8A5-AEBBD531DAF7}" dt="2025-10-30T15:00:09.276" v="948" actId="20577"/>
          <ac:spMkLst>
            <pc:docMk/>
            <pc:sldMk cId="1007581351" sldId="869"/>
            <ac:spMk id="22" creationId="{B661DD2A-651A-E504-B6B9-053C3968D40C}"/>
          </ac:spMkLst>
        </pc:spChg>
        <pc:spChg chg="add mod">
          <ac:chgData name="Aleksey Zimin" userId="7f2637d0bc515791" providerId="LiveId" clId="{1C363C82-C939-44FC-A8A5-AEBBD531DAF7}" dt="2025-10-30T15:00:00.540" v="942" actId="1076"/>
          <ac:spMkLst>
            <pc:docMk/>
            <pc:sldMk cId="1007581351" sldId="869"/>
            <ac:spMk id="23" creationId="{DB8E3D20-DE82-E221-FC04-FFF6D9126165}"/>
          </ac:spMkLst>
        </pc:spChg>
        <pc:spChg chg="add mod">
          <ac:chgData name="Aleksey Zimin" userId="7f2637d0bc515791" providerId="LiveId" clId="{1C363C82-C939-44FC-A8A5-AEBBD531DAF7}" dt="2025-10-30T15:00:00.540" v="942" actId="1076"/>
          <ac:spMkLst>
            <pc:docMk/>
            <pc:sldMk cId="1007581351" sldId="869"/>
            <ac:spMk id="24" creationId="{85701581-6B4A-D1BC-1234-12A7EE2E6F44}"/>
          </ac:spMkLst>
        </pc:spChg>
        <pc:spChg chg="add mod">
          <ac:chgData name="Aleksey Zimin" userId="7f2637d0bc515791" providerId="LiveId" clId="{1C363C82-C939-44FC-A8A5-AEBBD531DAF7}" dt="2025-10-30T15:00:06.001" v="945" actId="20577"/>
          <ac:spMkLst>
            <pc:docMk/>
            <pc:sldMk cId="1007581351" sldId="869"/>
            <ac:spMk id="25" creationId="{90B85F7D-5A78-6D05-4A5E-C13E3A42E381}"/>
          </ac:spMkLst>
        </pc:spChg>
        <pc:spChg chg="add mod">
          <ac:chgData name="Aleksey Zimin" userId="7f2637d0bc515791" providerId="LiveId" clId="{1C363C82-C939-44FC-A8A5-AEBBD531DAF7}" dt="2025-10-30T15:01:06.556" v="1010" actId="1076"/>
          <ac:spMkLst>
            <pc:docMk/>
            <pc:sldMk cId="1007581351" sldId="869"/>
            <ac:spMk id="26" creationId="{FD668653-37D0-3DD2-1788-64D10F0F1F04}"/>
          </ac:spMkLst>
        </pc:spChg>
        <pc:spChg chg="add mod">
          <ac:chgData name="Aleksey Zimin" userId="7f2637d0bc515791" providerId="LiveId" clId="{1C363C82-C939-44FC-A8A5-AEBBD531DAF7}" dt="2025-10-30T15:01:22.986" v="1017" actId="20577"/>
          <ac:spMkLst>
            <pc:docMk/>
            <pc:sldMk cId="1007581351" sldId="869"/>
            <ac:spMk id="27" creationId="{F4B7DEF5-589C-BED9-D558-419B038A9C43}"/>
          </ac:spMkLst>
        </pc:spChg>
        <pc:inkChg chg="add mod">
          <ac:chgData name="Aleksey Zimin" userId="7f2637d0bc515791" providerId="LiveId" clId="{1C363C82-C939-44FC-A8A5-AEBBD531DAF7}" dt="2025-10-30T15:00:00.540" v="942" actId="1076"/>
          <ac:inkMkLst>
            <pc:docMk/>
            <pc:sldMk cId="1007581351" sldId="869"/>
            <ac:inkMk id="8" creationId="{C3927AD2-475D-60EA-9294-9FD2D429DD6D}"/>
          </ac:inkMkLst>
        </pc:inkChg>
        <pc:inkChg chg="add mod">
          <ac:chgData name="Aleksey Zimin" userId="7f2637d0bc515791" providerId="LiveId" clId="{1C363C82-C939-44FC-A8A5-AEBBD531DAF7}" dt="2025-10-30T15:00:00.540" v="942" actId="1076"/>
          <ac:inkMkLst>
            <pc:docMk/>
            <pc:sldMk cId="1007581351" sldId="869"/>
            <ac:inkMk id="9" creationId="{52C0C83D-57FC-39B6-FF1B-31AB71CBDD14}"/>
          </ac:inkMkLst>
        </pc:inkChg>
        <pc:inkChg chg="add mod">
          <ac:chgData name="Aleksey Zimin" userId="7f2637d0bc515791" providerId="LiveId" clId="{1C363C82-C939-44FC-A8A5-AEBBD531DAF7}" dt="2025-10-30T15:00:00.540" v="942" actId="1076"/>
          <ac:inkMkLst>
            <pc:docMk/>
            <pc:sldMk cId="1007581351" sldId="869"/>
            <ac:inkMk id="10" creationId="{3C9F6E6C-13D4-0E79-7A93-FEA024F8D1F2}"/>
          </ac:inkMkLst>
        </pc:inkChg>
        <pc:inkChg chg="add mod">
          <ac:chgData name="Aleksey Zimin" userId="7f2637d0bc515791" providerId="LiveId" clId="{1C363C82-C939-44FC-A8A5-AEBBD531DAF7}" dt="2025-10-30T15:00:00.540" v="942" actId="1076"/>
          <ac:inkMkLst>
            <pc:docMk/>
            <pc:sldMk cId="1007581351" sldId="869"/>
            <ac:inkMk id="11" creationId="{9C85D91A-D6E9-1E84-0338-6645A2494CD2}"/>
          </ac:inkMkLst>
        </pc:inkChg>
        <pc:inkChg chg="mod">
          <ac:chgData name="Aleksey Zimin" userId="7f2637d0bc515791" providerId="LiveId" clId="{1C363C82-C939-44FC-A8A5-AEBBD531DAF7}" dt="2025-10-30T14:58:04.508" v="925" actId="1076"/>
          <ac:inkMkLst>
            <pc:docMk/>
            <pc:sldMk cId="1007581351" sldId="869"/>
            <ac:inkMk id="12" creationId="{C9329504-1DD8-B0FE-2E48-0624DA49FD91}"/>
          </ac:inkMkLst>
        </pc:inkChg>
        <pc:inkChg chg="mod">
          <ac:chgData name="Aleksey Zimin" userId="7f2637d0bc515791" providerId="LiveId" clId="{1C363C82-C939-44FC-A8A5-AEBBD531DAF7}" dt="2025-10-30T14:58:04.508" v="925" actId="1076"/>
          <ac:inkMkLst>
            <pc:docMk/>
            <pc:sldMk cId="1007581351" sldId="869"/>
            <ac:inkMk id="13" creationId="{D951C65E-4C4F-A642-FD4F-C6D5BAF44BC0}"/>
          </ac:inkMkLst>
        </pc:inkChg>
        <pc:inkChg chg="mod">
          <ac:chgData name="Aleksey Zimin" userId="7f2637d0bc515791" providerId="LiveId" clId="{1C363C82-C939-44FC-A8A5-AEBBD531DAF7}" dt="2025-10-30T14:58:04.508" v="925" actId="1076"/>
          <ac:inkMkLst>
            <pc:docMk/>
            <pc:sldMk cId="1007581351" sldId="869"/>
            <ac:inkMk id="14" creationId="{76005D0E-8097-AB66-8EEA-D8268287C0D2}"/>
          </ac:inkMkLst>
        </pc:inkChg>
        <pc:inkChg chg="mod">
          <ac:chgData name="Aleksey Zimin" userId="7f2637d0bc515791" providerId="LiveId" clId="{1C363C82-C939-44FC-A8A5-AEBBD531DAF7}" dt="2025-10-30T14:58:04.508" v="925" actId="1076"/>
          <ac:inkMkLst>
            <pc:docMk/>
            <pc:sldMk cId="1007581351" sldId="869"/>
            <ac:inkMk id="15" creationId="{355B48FB-5374-575D-AF20-9027723CA999}"/>
          </ac:inkMkLst>
        </pc:inkChg>
      </pc:sldChg>
      <pc:sldChg chg="modSp new mod modAnim">
        <pc:chgData name="Aleksey Zimin" userId="7f2637d0bc515791" providerId="LiveId" clId="{1C363C82-C939-44FC-A8A5-AEBBD531DAF7}" dt="2025-10-30T15:15:39.550" v="2071"/>
        <pc:sldMkLst>
          <pc:docMk/>
          <pc:sldMk cId="2143161316" sldId="870"/>
        </pc:sldMkLst>
        <pc:spChg chg="mod">
          <ac:chgData name="Aleksey Zimin" userId="7f2637d0bc515791" providerId="LiveId" clId="{1C363C82-C939-44FC-A8A5-AEBBD531DAF7}" dt="2025-10-30T15:07:43.525" v="1279" actId="20577"/>
          <ac:spMkLst>
            <pc:docMk/>
            <pc:sldMk cId="2143161316" sldId="870"/>
            <ac:spMk id="2" creationId="{531C9B29-5164-3CD4-9FEC-7379FC421C1E}"/>
          </ac:spMkLst>
        </pc:spChg>
        <pc:spChg chg="mod">
          <ac:chgData name="Aleksey Zimin" userId="7f2637d0bc515791" providerId="LiveId" clId="{1C363C82-C939-44FC-A8A5-AEBBD531DAF7}" dt="2025-10-30T15:15:24.175" v="2070" actId="15"/>
          <ac:spMkLst>
            <pc:docMk/>
            <pc:sldMk cId="2143161316" sldId="870"/>
            <ac:spMk id="3" creationId="{46FDFBAF-8918-9EF7-DB9F-8779A3510868}"/>
          </ac:spMkLst>
        </pc:spChg>
      </pc:sldChg>
      <pc:sldChg chg="addSp delSp modSp new del mod">
        <pc:chgData name="Aleksey Zimin" userId="7f2637d0bc515791" providerId="LiveId" clId="{1C363C82-C939-44FC-A8A5-AEBBD531DAF7}" dt="2025-10-30T15:03:36.156" v="1079" actId="47"/>
        <pc:sldMkLst>
          <pc:docMk/>
          <pc:sldMk cId="4122494916" sldId="870"/>
        </pc:sldMkLst>
        <pc:spChg chg="mod">
          <ac:chgData name="Aleksey Zimin" userId="7f2637d0bc515791" providerId="LiveId" clId="{1C363C82-C939-44FC-A8A5-AEBBD531DAF7}" dt="2025-10-30T14:59:53.514" v="939" actId="27636"/>
          <ac:spMkLst>
            <pc:docMk/>
            <pc:sldMk cId="4122494916" sldId="870"/>
            <ac:spMk id="2" creationId="{5C317E52-3564-4CEE-7351-53B0109E635E}"/>
          </ac:spMkLst>
        </pc:spChg>
        <pc:spChg chg="del">
          <ac:chgData name="Aleksey Zimin" userId="7f2637d0bc515791" providerId="LiveId" clId="{1C363C82-C939-44FC-A8A5-AEBBD531DAF7}" dt="2025-10-30T14:58:29.283" v="927" actId="478"/>
          <ac:spMkLst>
            <pc:docMk/>
            <pc:sldMk cId="4122494916" sldId="870"/>
            <ac:spMk id="3" creationId="{F564180A-1545-8407-7FA8-05A2385530B3}"/>
          </ac:spMkLst>
        </pc:spChg>
        <pc:spChg chg="add del">
          <ac:chgData name="Aleksey Zimin" userId="7f2637d0bc515791" providerId="LiveId" clId="{1C363C82-C939-44FC-A8A5-AEBBD531DAF7}" dt="2025-10-30T14:58:34.340" v="929" actId="478"/>
          <ac:spMkLst>
            <pc:docMk/>
            <pc:sldMk cId="4122494916" sldId="870"/>
            <ac:spMk id="6" creationId="{90B3E0BC-4750-980A-560B-29F6636891B4}"/>
          </ac:spMkLst>
        </pc:spChg>
      </pc:sldChg>
      <pc:sldChg chg="modSp add mod">
        <pc:chgData name="Aleksey Zimin" userId="7f2637d0bc515791" providerId="LiveId" clId="{1C363C82-C939-44FC-A8A5-AEBBD531DAF7}" dt="2025-10-30T15:33:55.221" v="2747" actId="20577"/>
        <pc:sldMkLst>
          <pc:docMk/>
          <pc:sldMk cId="3261130923" sldId="871"/>
        </pc:sldMkLst>
        <pc:spChg chg="mod">
          <ac:chgData name="Aleksey Zimin" userId="7f2637d0bc515791" providerId="LiveId" clId="{1C363C82-C939-44FC-A8A5-AEBBD531DAF7}" dt="2025-10-30T15:33:55.221" v="2747" actId="20577"/>
          <ac:spMkLst>
            <pc:docMk/>
            <pc:sldMk cId="3261130923" sldId="871"/>
            <ac:spMk id="3" creationId="{E177515E-FD50-DFBC-DC5E-BF086D267559}"/>
          </ac:spMkLst>
        </pc:spChg>
        <pc:spChg chg="mod">
          <ac:chgData name="Aleksey Zimin" userId="7f2637d0bc515791" providerId="LiveId" clId="{1C363C82-C939-44FC-A8A5-AEBBD531DAF7}" dt="2025-10-30T15:31:59.548" v="2672" actId="1076"/>
          <ac:spMkLst>
            <pc:docMk/>
            <pc:sldMk cId="3261130923" sldId="871"/>
            <ac:spMk id="5" creationId="{C5029330-5B64-40F5-F23B-851D8E7B51C2}"/>
          </ac:spMkLst>
        </pc:spChg>
        <pc:spChg chg="mod">
          <ac:chgData name="Aleksey Zimin" userId="7f2637d0bc515791" providerId="LiveId" clId="{1C363C82-C939-44FC-A8A5-AEBBD531DAF7}" dt="2025-10-30T15:31:59.548" v="2672" actId="1076"/>
          <ac:spMkLst>
            <pc:docMk/>
            <pc:sldMk cId="3261130923" sldId="871"/>
            <ac:spMk id="6" creationId="{80138FAB-1C37-68E8-DC59-73F902AA8755}"/>
          </ac:spMkLst>
        </pc:spChg>
        <pc:spChg chg="mod">
          <ac:chgData name="Aleksey Zimin" userId="7f2637d0bc515791" providerId="LiveId" clId="{1C363C82-C939-44FC-A8A5-AEBBD531DAF7}" dt="2025-10-30T15:31:59.548" v="2672" actId="1076"/>
          <ac:spMkLst>
            <pc:docMk/>
            <pc:sldMk cId="3261130923" sldId="871"/>
            <ac:spMk id="11" creationId="{8E11B187-B37C-E90F-11EA-77A5C60BDC5E}"/>
          </ac:spMkLst>
        </pc:spChg>
        <pc:spChg chg="mod">
          <ac:chgData name="Aleksey Zimin" userId="7f2637d0bc515791" providerId="LiveId" clId="{1C363C82-C939-44FC-A8A5-AEBBD531DAF7}" dt="2025-10-30T15:31:59.548" v="2672" actId="1076"/>
          <ac:spMkLst>
            <pc:docMk/>
            <pc:sldMk cId="3261130923" sldId="871"/>
            <ac:spMk id="12" creationId="{71FFA82D-5863-61D8-77E5-08E2C891570F}"/>
          </ac:spMkLst>
        </pc:spChg>
        <pc:spChg chg="mod">
          <ac:chgData name="Aleksey Zimin" userId="7f2637d0bc515791" providerId="LiveId" clId="{1C363C82-C939-44FC-A8A5-AEBBD531DAF7}" dt="2025-10-30T15:31:59.548" v="2672" actId="1076"/>
          <ac:spMkLst>
            <pc:docMk/>
            <pc:sldMk cId="3261130923" sldId="871"/>
            <ac:spMk id="13" creationId="{1A70824C-F46F-D8E4-D876-688C21794D27}"/>
          </ac:spMkLst>
        </pc:spChg>
        <pc:spChg chg="mod">
          <ac:chgData name="Aleksey Zimin" userId="7f2637d0bc515791" providerId="LiveId" clId="{1C363C82-C939-44FC-A8A5-AEBBD531DAF7}" dt="2025-10-30T15:31:59.548" v="2672" actId="1076"/>
          <ac:spMkLst>
            <pc:docMk/>
            <pc:sldMk cId="3261130923" sldId="871"/>
            <ac:spMk id="14" creationId="{D685B373-DF56-97B4-DFE0-416EF22CA411}"/>
          </ac:spMkLst>
        </pc:spChg>
        <pc:inkChg chg="mod">
          <ac:chgData name="Aleksey Zimin" userId="7f2637d0bc515791" providerId="LiveId" clId="{1C363C82-C939-44FC-A8A5-AEBBD531DAF7}" dt="2025-10-30T15:31:59.548" v="2672" actId="1076"/>
          <ac:inkMkLst>
            <pc:docMk/>
            <pc:sldMk cId="3261130923" sldId="871"/>
            <ac:inkMk id="7" creationId="{7F9FB03D-231E-D48F-1FC2-F765BC6AF61A}"/>
          </ac:inkMkLst>
        </pc:inkChg>
        <pc:inkChg chg="mod">
          <ac:chgData name="Aleksey Zimin" userId="7f2637d0bc515791" providerId="LiveId" clId="{1C363C82-C939-44FC-A8A5-AEBBD531DAF7}" dt="2025-10-30T15:31:59.548" v="2672" actId="1076"/>
          <ac:inkMkLst>
            <pc:docMk/>
            <pc:sldMk cId="3261130923" sldId="871"/>
            <ac:inkMk id="8" creationId="{57B67913-6EEA-DE13-19E1-3571A72FDAF3}"/>
          </ac:inkMkLst>
        </pc:inkChg>
        <pc:inkChg chg="mod">
          <ac:chgData name="Aleksey Zimin" userId="7f2637d0bc515791" providerId="LiveId" clId="{1C363C82-C939-44FC-A8A5-AEBBD531DAF7}" dt="2025-10-30T15:31:59.548" v="2672" actId="1076"/>
          <ac:inkMkLst>
            <pc:docMk/>
            <pc:sldMk cId="3261130923" sldId="871"/>
            <ac:inkMk id="9" creationId="{B94BF825-DD48-0C51-4DDE-36833D49A6E5}"/>
          </ac:inkMkLst>
        </pc:inkChg>
        <pc:inkChg chg="mod">
          <ac:chgData name="Aleksey Zimin" userId="7f2637d0bc515791" providerId="LiveId" clId="{1C363C82-C939-44FC-A8A5-AEBBD531DAF7}" dt="2025-10-30T15:31:59.548" v="2672" actId="1076"/>
          <ac:inkMkLst>
            <pc:docMk/>
            <pc:sldMk cId="3261130923" sldId="871"/>
            <ac:inkMk id="10" creationId="{36608982-D253-41F2-B626-8BD9A1EB39E0}"/>
          </ac:inkMkLst>
        </pc:inkChg>
      </pc:sldChg>
      <pc:sldChg chg="addSp modSp add mod">
        <pc:chgData name="Aleksey Zimin" userId="7f2637d0bc515791" providerId="LiveId" clId="{1C363C82-C939-44FC-A8A5-AEBBD531DAF7}" dt="2025-10-30T15:41:56.676" v="3327" actId="20577"/>
        <pc:sldMkLst>
          <pc:docMk/>
          <pc:sldMk cId="415209501" sldId="872"/>
        </pc:sldMkLst>
        <pc:spChg chg="mod">
          <ac:chgData name="Aleksey Zimin" userId="7f2637d0bc515791" providerId="LiveId" clId="{1C363C82-C939-44FC-A8A5-AEBBD531DAF7}" dt="2025-10-30T15:41:00.320" v="3303" actId="20577"/>
          <ac:spMkLst>
            <pc:docMk/>
            <pc:sldMk cId="415209501" sldId="872"/>
            <ac:spMk id="3" creationId="{223AE1AC-CDE4-B4C2-0A21-47173E19A542}"/>
          </ac:spMkLst>
        </pc:spChg>
        <pc:spChg chg="mod">
          <ac:chgData name="Aleksey Zimin" userId="7f2637d0bc515791" providerId="LiveId" clId="{1C363C82-C939-44FC-A8A5-AEBBD531DAF7}" dt="2025-10-30T15:39:04.248" v="3150" actId="1076"/>
          <ac:spMkLst>
            <pc:docMk/>
            <pc:sldMk cId="415209501" sldId="872"/>
            <ac:spMk id="5" creationId="{93DB01BF-D79D-10CB-74F4-2D087991B988}"/>
          </ac:spMkLst>
        </pc:spChg>
        <pc:spChg chg="mod">
          <ac:chgData name="Aleksey Zimin" userId="7f2637d0bc515791" providerId="LiveId" clId="{1C363C82-C939-44FC-A8A5-AEBBD531DAF7}" dt="2025-10-30T15:39:04.248" v="3150" actId="1076"/>
          <ac:spMkLst>
            <pc:docMk/>
            <pc:sldMk cId="415209501" sldId="872"/>
            <ac:spMk id="6" creationId="{E0E227F6-38B9-61CE-281C-BC262468FA31}"/>
          </ac:spMkLst>
        </pc:spChg>
        <pc:spChg chg="mod">
          <ac:chgData name="Aleksey Zimin" userId="7f2637d0bc515791" providerId="LiveId" clId="{1C363C82-C939-44FC-A8A5-AEBBD531DAF7}" dt="2025-10-30T15:39:04.248" v="3150" actId="1076"/>
          <ac:spMkLst>
            <pc:docMk/>
            <pc:sldMk cId="415209501" sldId="872"/>
            <ac:spMk id="11" creationId="{10A503C6-5C8E-14BA-B5E4-1A6280A8A57C}"/>
          </ac:spMkLst>
        </pc:spChg>
        <pc:spChg chg="mod">
          <ac:chgData name="Aleksey Zimin" userId="7f2637d0bc515791" providerId="LiveId" clId="{1C363C82-C939-44FC-A8A5-AEBBD531DAF7}" dt="2025-10-30T15:39:04.248" v="3150" actId="1076"/>
          <ac:spMkLst>
            <pc:docMk/>
            <pc:sldMk cId="415209501" sldId="872"/>
            <ac:spMk id="12" creationId="{A34633C3-9234-65CA-6C0C-564B3DE63320}"/>
          </ac:spMkLst>
        </pc:spChg>
        <pc:spChg chg="mod">
          <ac:chgData name="Aleksey Zimin" userId="7f2637d0bc515791" providerId="LiveId" clId="{1C363C82-C939-44FC-A8A5-AEBBD531DAF7}" dt="2025-10-30T15:39:04.248" v="3150" actId="1076"/>
          <ac:spMkLst>
            <pc:docMk/>
            <pc:sldMk cId="415209501" sldId="872"/>
            <ac:spMk id="13" creationId="{9441D2A0-FA3F-A1E3-8CF2-5CD91BB32C7F}"/>
          </ac:spMkLst>
        </pc:spChg>
        <pc:spChg chg="mod">
          <ac:chgData name="Aleksey Zimin" userId="7f2637d0bc515791" providerId="LiveId" clId="{1C363C82-C939-44FC-A8A5-AEBBD531DAF7}" dt="2025-10-30T15:39:04.248" v="3150" actId="1076"/>
          <ac:spMkLst>
            <pc:docMk/>
            <pc:sldMk cId="415209501" sldId="872"/>
            <ac:spMk id="14" creationId="{9B6BB83F-94F6-CAFA-6FC1-23F9A55E16C0}"/>
          </ac:spMkLst>
        </pc:spChg>
        <pc:spChg chg="add mod">
          <ac:chgData name="Aleksey Zimin" userId="7f2637d0bc515791" providerId="LiveId" clId="{1C363C82-C939-44FC-A8A5-AEBBD531DAF7}" dt="2025-10-30T15:41:36.497" v="3315" actId="1076"/>
          <ac:spMkLst>
            <pc:docMk/>
            <pc:sldMk cId="415209501" sldId="872"/>
            <ac:spMk id="15" creationId="{AC74FC00-7F74-CDAB-A40E-CFEF423255BB}"/>
          </ac:spMkLst>
        </pc:spChg>
        <pc:spChg chg="add mod">
          <ac:chgData name="Aleksey Zimin" userId="7f2637d0bc515791" providerId="LiveId" clId="{1C363C82-C939-44FC-A8A5-AEBBD531DAF7}" dt="2025-10-30T15:41:56.676" v="3327" actId="20577"/>
          <ac:spMkLst>
            <pc:docMk/>
            <pc:sldMk cId="415209501" sldId="872"/>
            <ac:spMk id="16" creationId="{BF0187BE-DC35-BD8B-06FA-D82F328C9564}"/>
          </ac:spMkLst>
        </pc:spChg>
        <pc:inkChg chg="mod">
          <ac:chgData name="Aleksey Zimin" userId="7f2637d0bc515791" providerId="LiveId" clId="{1C363C82-C939-44FC-A8A5-AEBBD531DAF7}" dt="2025-10-30T15:39:04.248" v="3150" actId="1076"/>
          <ac:inkMkLst>
            <pc:docMk/>
            <pc:sldMk cId="415209501" sldId="872"/>
            <ac:inkMk id="7" creationId="{28E43E4B-FB25-6479-DA90-D0451598F2C3}"/>
          </ac:inkMkLst>
        </pc:inkChg>
        <pc:inkChg chg="mod">
          <ac:chgData name="Aleksey Zimin" userId="7f2637d0bc515791" providerId="LiveId" clId="{1C363C82-C939-44FC-A8A5-AEBBD531DAF7}" dt="2025-10-30T15:39:04.248" v="3150" actId="1076"/>
          <ac:inkMkLst>
            <pc:docMk/>
            <pc:sldMk cId="415209501" sldId="872"/>
            <ac:inkMk id="8" creationId="{462A546A-642C-77F7-7EE7-529E62872156}"/>
          </ac:inkMkLst>
        </pc:inkChg>
        <pc:inkChg chg="mod">
          <ac:chgData name="Aleksey Zimin" userId="7f2637d0bc515791" providerId="LiveId" clId="{1C363C82-C939-44FC-A8A5-AEBBD531DAF7}" dt="2025-10-30T15:39:04.248" v="3150" actId="1076"/>
          <ac:inkMkLst>
            <pc:docMk/>
            <pc:sldMk cId="415209501" sldId="872"/>
            <ac:inkMk id="9" creationId="{A84ABD6A-1698-6007-1C62-67FB8B6EB29A}"/>
          </ac:inkMkLst>
        </pc:inkChg>
        <pc:inkChg chg="mod">
          <ac:chgData name="Aleksey Zimin" userId="7f2637d0bc515791" providerId="LiveId" clId="{1C363C82-C939-44FC-A8A5-AEBBD531DAF7}" dt="2025-10-30T15:39:04.248" v="3150" actId="1076"/>
          <ac:inkMkLst>
            <pc:docMk/>
            <pc:sldMk cId="415209501" sldId="872"/>
            <ac:inkMk id="10" creationId="{F9214677-80B7-A650-4D6C-4C8D7236E00A}"/>
          </ac:inkMkLst>
        </pc:inkChg>
      </pc:sldChg>
      <pc:sldChg chg="modSp add mod">
        <pc:chgData name="Aleksey Zimin" userId="7f2637d0bc515791" providerId="LiveId" clId="{1C363C82-C939-44FC-A8A5-AEBBD531DAF7}" dt="2025-10-30T15:49:50.900" v="3580" actId="6549"/>
        <pc:sldMkLst>
          <pc:docMk/>
          <pc:sldMk cId="3041595195" sldId="873"/>
        </pc:sldMkLst>
        <pc:spChg chg="mod">
          <ac:chgData name="Aleksey Zimin" userId="7f2637d0bc515791" providerId="LiveId" clId="{1C363C82-C939-44FC-A8A5-AEBBD531DAF7}" dt="2025-10-30T15:49:50.900" v="3580" actId="6549"/>
          <ac:spMkLst>
            <pc:docMk/>
            <pc:sldMk cId="3041595195" sldId="873"/>
            <ac:spMk id="3" creationId="{FCD4D567-7692-99EC-0858-6D96C357AF73}"/>
          </ac:spMkLst>
        </pc:spChg>
      </pc:sldChg>
      <pc:sldChg chg="modSp add mod">
        <pc:chgData name="Aleksey Zimin" userId="7f2637d0bc515791" providerId="LiveId" clId="{1C363C82-C939-44FC-A8A5-AEBBD531DAF7}" dt="2025-10-30T15:52:31.526" v="3654" actId="20577"/>
        <pc:sldMkLst>
          <pc:docMk/>
          <pc:sldMk cId="841664835" sldId="874"/>
        </pc:sldMkLst>
        <pc:spChg chg="mod">
          <ac:chgData name="Aleksey Zimin" userId="7f2637d0bc515791" providerId="LiveId" clId="{1C363C82-C939-44FC-A8A5-AEBBD531DAF7}" dt="2025-10-30T15:52:31.526" v="3654" actId="20577"/>
          <ac:spMkLst>
            <pc:docMk/>
            <pc:sldMk cId="841664835" sldId="874"/>
            <ac:spMk id="3" creationId="{4AE122E6-B362-AFF3-6A31-4E7966D91717}"/>
          </ac:spMkLst>
        </pc:spChg>
      </pc:sldChg>
      <pc:sldChg chg="modSp add mod">
        <pc:chgData name="Aleksey Zimin" userId="7f2637d0bc515791" providerId="LiveId" clId="{1C363C82-C939-44FC-A8A5-AEBBD531DAF7}" dt="2025-10-30T15:54:48.562" v="3780" actId="20577"/>
        <pc:sldMkLst>
          <pc:docMk/>
          <pc:sldMk cId="749756353" sldId="875"/>
        </pc:sldMkLst>
        <pc:spChg chg="mod">
          <ac:chgData name="Aleksey Zimin" userId="7f2637d0bc515791" providerId="LiveId" clId="{1C363C82-C939-44FC-A8A5-AEBBD531DAF7}" dt="2025-10-30T15:54:48.562" v="3780" actId="20577"/>
          <ac:spMkLst>
            <pc:docMk/>
            <pc:sldMk cId="749756353" sldId="875"/>
            <ac:spMk id="3" creationId="{D29AC204-01C9-954A-CDCA-0CEB4C5ABBD0}"/>
          </ac:spMkLst>
        </pc:spChg>
      </pc:sldChg>
      <pc:sldChg chg="addSp delSp modSp add mod">
        <pc:chgData name="Aleksey Zimin" userId="7f2637d0bc515791" providerId="LiveId" clId="{1C363C82-C939-44FC-A8A5-AEBBD531DAF7}" dt="2025-10-30T16:07:14.723" v="4023" actId="20577"/>
        <pc:sldMkLst>
          <pc:docMk/>
          <pc:sldMk cId="1943159719" sldId="876"/>
        </pc:sldMkLst>
        <pc:spChg chg="del">
          <ac:chgData name="Aleksey Zimin" userId="7f2637d0bc515791" providerId="LiveId" clId="{1C363C82-C939-44FC-A8A5-AEBBD531DAF7}" dt="2025-10-30T15:55:31.654" v="3782" actId="478"/>
          <ac:spMkLst>
            <pc:docMk/>
            <pc:sldMk cId="1943159719" sldId="876"/>
            <ac:spMk id="3" creationId="{1F7018BA-3BBC-33B0-806F-3948EC071823}"/>
          </ac:spMkLst>
        </pc:spChg>
        <pc:spChg chg="add del mod">
          <ac:chgData name="Aleksey Zimin" userId="7f2637d0bc515791" providerId="LiveId" clId="{1C363C82-C939-44FC-A8A5-AEBBD531DAF7}" dt="2025-10-30T15:55:34.408" v="3783" actId="478"/>
          <ac:spMkLst>
            <pc:docMk/>
            <pc:sldMk cId="1943159719" sldId="876"/>
            <ac:spMk id="18" creationId="{B3AF2CA5-BAE2-D7A5-7D73-94E874E21051}"/>
          </ac:spMkLst>
        </pc:spChg>
        <pc:spChg chg="add mod">
          <ac:chgData name="Aleksey Zimin" userId="7f2637d0bc515791" providerId="LiveId" clId="{1C363C82-C939-44FC-A8A5-AEBBD531DAF7}" dt="2025-10-30T15:59:07.361" v="3832" actId="1076"/>
          <ac:spMkLst>
            <pc:docMk/>
            <pc:sldMk cId="1943159719" sldId="876"/>
            <ac:spMk id="25" creationId="{885F7F59-92A0-108A-C231-D82E7358C146}"/>
          </ac:spMkLst>
        </pc:spChg>
        <pc:spChg chg="add mod">
          <ac:chgData name="Aleksey Zimin" userId="7f2637d0bc515791" providerId="LiveId" clId="{1C363C82-C939-44FC-A8A5-AEBBD531DAF7}" dt="2025-10-30T16:04:34.269" v="3892" actId="1076"/>
          <ac:spMkLst>
            <pc:docMk/>
            <pc:sldMk cId="1943159719" sldId="876"/>
            <ac:spMk id="26" creationId="{A6B41A51-5584-AF95-46C4-8A3E56BBC18C}"/>
          </ac:spMkLst>
        </pc:spChg>
        <pc:spChg chg="add del mod">
          <ac:chgData name="Aleksey Zimin" userId="7f2637d0bc515791" providerId="LiveId" clId="{1C363C82-C939-44FC-A8A5-AEBBD531DAF7}" dt="2025-10-30T15:57:14.392" v="3812" actId="478"/>
          <ac:spMkLst>
            <pc:docMk/>
            <pc:sldMk cId="1943159719" sldId="876"/>
            <ac:spMk id="32" creationId="{315AF92B-7240-4A86-BEC4-04E922C1B2DA}"/>
          </ac:spMkLst>
        </pc:spChg>
        <pc:spChg chg="add del mod">
          <ac:chgData name="Aleksey Zimin" userId="7f2637d0bc515791" providerId="LiveId" clId="{1C363C82-C939-44FC-A8A5-AEBBD531DAF7}" dt="2025-10-30T15:57:14.392" v="3812" actId="478"/>
          <ac:spMkLst>
            <pc:docMk/>
            <pc:sldMk cId="1943159719" sldId="876"/>
            <ac:spMk id="33" creationId="{F29C8F62-AC35-D345-8AEF-DE35562494B2}"/>
          </ac:spMkLst>
        </pc:spChg>
        <pc:spChg chg="add del mod">
          <ac:chgData name="Aleksey Zimin" userId="7f2637d0bc515791" providerId="LiveId" clId="{1C363C82-C939-44FC-A8A5-AEBBD531DAF7}" dt="2025-10-30T15:57:12.603" v="3811" actId="478"/>
          <ac:spMkLst>
            <pc:docMk/>
            <pc:sldMk cId="1943159719" sldId="876"/>
            <ac:spMk id="36" creationId="{75C526F7-9D5E-7EE9-FD7A-58E34F5015B5}"/>
          </ac:spMkLst>
        </pc:spChg>
        <pc:spChg chg="add del mod">
          <ac:chgData name="Aleksey Zimin" userId="7f2637d0bc515791" providerId="LiveId" clId="{1C363C82-C939-44FC-A8A5-AEBBD531DAF7}" dt="2025-10-30T15:57:12.603" v="3811" actId="478"/>
          <ac:spMkLst>
            <pc:docMk/>
            <pc:sldMk cId="1943159719" sldId="876"/>
            <ac:spMk id="37" creationId="{CE821262-88B3-87E2-673F-8505EEF90F1E}"/>
          </ac:spMkLst>
        </pc:spChg>
        <pc:spChg chg="add del mod">
          <ac:chgData name="Aleksey Zimin" userId="7f2637d0bc515791" providerId="LiveId" clId="{1C363C82-C939-44FC-A8A5-AEBBD531DAF7}" dt="2025-10-30T15:57:53.303" v="3821" actId="478"/>
          <ac:spMkLst>
            <pc:docMk/>
            <pc:sldMk cId="1943159719" sldId="876"/>
            <ac:spMk id="42" creationId="{DC29FB88-D293-F0A3-ADFD-AEBDD24C9710}"/>
          </ac:spMkLst>
        </pc:spChg>
        <pc:spChg chg="add del mod">
          <ac:chgData name="Aleksey Zimin" userId="7f2637d0bc515791" providerId="LiveId" clId="{1C363C82-C939-44FC-A8A5-AEBBD531DAF7}" dt="2025-10-30T15:57:53.303" v="3821" actId="478"/>
          <ac:spMkLst>
            <pc:docMk/>
            <pc:sldMk cId="1943159719" sldId="876"/>
            <ac:spMk id="43" creationId="{B79F5781-1044-70EB-8E52-7101A80C36FD}"/>
          </ac:spMkLst>
        </pc:spChg>
        <pc:spChg chg="add mod">
          <ac:chgData name="Aleksey Zimin" userId="7f2637d0bc515791" providerId="LiveId" clId="{1C363C82-C939-44FC-A8A5-AEBBD531DAF7}" dt="2025-10-30T15:59:50.906" v="3842" actId="1076"/>
          <ac:spMkLst>
            <pc:docMk/>
            <pc:sldMk cId="1943159719" sldId="876"/>
            <ac:spMk id="46" creationId="{8594BEDE-2B6B-B365-8191-FEFDC6A2C5D1}"/>
          </ac:spMkLst>
        </pc:spChg>
        <pc:spChg chg="add mod">
          <ac:chgData name="Aleksey Zimin" userId="7f2637d0bc515791" providerId="LiveId" clId="{1C363C82-C939-44FC-A8A5-AEBBD531DAF7}" dt="2025-10-30T15:59:55.366" v="3843" actId="1076"/>
          <ac:spMkLst>
            <pc:docMk/>
            <pc:sldMk cId="1943159719" sldId="876"/>
            <ac:spMk id="47" creationId="{CE7E97F8-6B68-959D-4940-AD88F0300ACC}"/>
          </ac:spMkLst>
        </pc:spChg>
        <pc:spChg chg="add del mod">
          <ac:chgData name="Aleksey Zimin" userId="7f2637d0bc515791" providerId="LiveId" clId="{1C363C82-C939-44FC-A8A5-AEBBD531DAF7}" dt="2025-10-30T16:04:46.889" v="3894" actId="478"/>
          <ac:spMkLst>
            <pc:docMk/>
            <pc:sldMk cId="1943159719" sldId="876"/>
            <ac:spMk id="50" creationId="{FA84DE56-CEA2-86B2-7BD8-5C731789F5D0}"/>
          </ac:spMkLst>
        </pc:spChg>
        <pc:spChg chg="add del mod">
          <ac:chgData name="Aleksey Zimin" userId="7f2637d0bc515791" providerId="LiveId" clId="{1C363C82-C939-44FC-A8A5-AEBBD531DAF7}" dt="2025-10-30T16:04:46.889" v="3894" actId="478"/>
          <ac:spMkLst>
            <pc:docMk/>
            <pc:sldMk cId="1943159719" sldId="876"/>
            <ac:spMk id="51" creationId="{8CAA90B2-CAE4-1E4C-F0E6-55838A462092}"/>
          </ac:spMkLst>
        </pc:spChg>
        <pc:spChg chg="add mod">
          <ac:chgData name="Aleksey Zimin" userId="7f2637d0bc515791" providerId="LiveId" clId="{1C363C82-C939-44FC-A8A5-AEBBD531DAF7}" dt="2025-10-30T16:04:02.360" v="3889" actId="1076"/>
          <ac:spMkLst>
            <pc:docMk/>
            <pc:sldMk cId="1943159719" sldId="876"/>
            <ac:spMk id="60" creationId="{55A2ADD9-281F-00DE-EF14-9CCEAD2BE942}"/>
          </ac:spMkLst>
        </pc:spChg>
        <pc:spChg chg="add mod">
          <ac:chgData name="Aleksey Zimin" userId="7f2637d0bc515791" providerId="LiveId" clId="{1C363C82-C939-44FC-A8A5-AEBBD531DAF7}" dt="2025-10-30T16:04:37.649" v="3893" actId="1076"/>
          <ac:spMkLst>
            <pc:docMk/>
            <pc:sldMk cId="1943159719" sldId="876"/>
            <ac:spMk id="61" creationId="{657133D1-B946-E1EC-E694-B1462B688298}"/>
          </ac:spMkLst>
        </pc:spChg>
        <pc:spChg chg="add mod">
          <ac:chgData name="Aleksey Zimin" userId="7f2637d0bc515791" providerId="LiveId" clId="{1C363C82-C939-44FC-A8A5-AEBBD531DAF7}" dt="2025-10-30T16:01:52.234" v="3865" actId="1076"/>
          <ac:spMkLst>
            <pc:docMk/>
            <pc:sldMk cId="1943159719" sldId="876"/>
            <ac:spMk id="64" creationId="{2B3AE2B1-70EA-567F-677B-71FC41B041AF}"/>
          </ac:spMkLst>
        </pc:spChg>
        <pc:spChg chg="add mod">
          <ac:chgData name="Aleksey Zimin" userId="7f2637d0bc515791" providerId="LiveId" clId="{1C363C82-C939-44FC-A8A5-AEBBD531DAF7}" dt="2025-10-30T16:01:47.596" v="3864" actId="1076"/>
          <ac:spMkLst>
            <pc:docMk/>
            <pc:sldMk cId="1943159719" sldId="876"/>
            <ac:spMk id="65" creationId="{5F60D809-CE3A-9234-5EA0-F4DFB757F53C}"/>
          </ac:spMkLst>
        </pc:spChg>
        <pc:spChg chg="add del mod">
          <ac:chgData name="Aleksey Zimin" userId="7f2637d0bc515791" providerId="LiveId" clId="{1C363C82-C939-44FC-A8A5-AEBBD531DAF7}" dt="2025-10-30T16:01:56.971" v="3866" actId="478"/>
          <ac:spMkLst>
            <pc:docMk/>
            <pc:sldMk cId="1943159719" sldId="876"/>
            <ac:spMk id="71" creationId="{238D8D91-8E6C-9E01-9E5B-01A1EEF44E32}"/>
          </ac:spMkLst>
        </pc:spChg>
        <pc:spChg chg="add del mod">
          <ac:chgData name="Aleksey Zimin" userId="7f2637d0bc515791" providerId="LiveId" clId="{1C363C82-C939-44FC-A8A5-AEBBD531DAF7}" dt="2025-10-30T16:01:56.971" v="3866" actId="478"/>
          <ac:spMkLst>
            <pc:docMk/>
            <pc:sldMk cId="1943159719" sldId="876"/>
            <ac:spMk id="72" creationId="{7D3E9A15-B292-21DF-B858-E3108F7B3ECD}"/>
          </ac:spMkLst>
        </pc:spChg>
        <pc:spChg chg="add del mod">
          <ac:chgData name="Aleksey Zimin" userId="7f2637d0bc515791" providerId="LiveId" clId="{1C363C82-C939-44FC-A8A5-AEBBD531DAF7}" dt="2025-10-30T16:01:56.971" v="3866" actId="478"/>
          <ac:spMkLst>
            <pc:docMk/>
            <pc:sldMk cId="1943159719" sldId="876"/>
            <ac:spMk id="75" creationId="{2EFDBBA1-AEBD-7391-2F2C-3CC72F66ECF5}"/>
          </ac:spMkLst>
        </pc:spChg>
        <pc:spChg chg="add del mod">
          <ac:chgData name="Aleksey Zimin" userId="7f2637d0bc515791" providerId="LiveId" clId="{1C363C82-C939-44FC-A8A5-AEBBD531DAF7}" dt="2025-10-30T16:01:56.971" v="3866" actId="478"/>
          <ac:spMkLst>
            <pc:docMk/>
            <pc:sldMk cId="1943159719" sldId="876"/>
            <ac:spMk id="76" creationId="{ED770267-BBEA-3779-B712-8CA09A757D75}"/>
          </ac:spMkLst>
        </pc:spChg>
        <pc:spChg chg="add mod">
          <ac:chgData name="Aleksey Zimin" userId="7f2637d0bc515791" providerId="LiveId" clId="{1C363C82-C939-44FC-A8A5-AEBBD531DAF7}" dt="2025-10-30T16:02:16.264" v="3868" actId="1076"/>
          <ac:spMkLst>
            <pc:docMk/>
            <pc:sldMk cId="1943159719" sldId="876"/>
            <ac:spMk id="81" creationId="{7758A69F-7F15-B35A-3637-1FC576F1C1FE}"/>
          </ac:spMkLst>
        </pc:spChg>
        <pc:spChg chg="add mod">
          <ac:chgData name="Aleksey Zimin" userId="7f2637d0bc515791" providerId="LiveId" clId="{1C363C82-C939-44FC-A8A5-AEBBD531DAF7}" dt="2025-10-30T16:02:16.264" v="3868" actId="1076"/>
          <ac:spMkLst>
            <pc:docMk/>
            <pc:sldMk cId="1943159719" sldId="876"/>
            <ac:spMk id="82" creationId="{BF6BCE03-1696-4511-58D7-EDEE0428EEA4}"/>
          </ac:spMkLst>
        </pc:spChg>
        <pc:spChg chg="add mod">
          <ac:chgData name="Aleksey Zimin" userId="7f2637d0bc515791" providerId="LiveId" clId="{1C363C82-C939-44FC-A8A5-AEBBD531DAF7}" dt="2025-10-30T16:04:02.360" v="3889" actId="1076"/>
          <ac:spMkLst>
            <pc:docMk/>
            <pc:sldMk cId="1943159719" sldId="876"/>
            <ac:spMk id="85" creationId="{318B5CD3-6F16-1B16-72D1-3571933F78D1}"/>
          </ac:spMkLst>
        </pc:spChg>
        <pc:spChg chg="add mod">
          <ac:chgData name="Aleksey Zimin" userId="7f2637d0bc515791" providerId="LiveId" clId="{1C363C82-C939-44FC-A8A5-AEBBD531DAF7}" dt="2025-10-30T16:04:02.360" v="3889" actId="1076"/>
          <ac:spMkLst>
            <pc:docMk/>
            <pc:sldMk cId="1943159719" sldId="876"/>
            <ac:spMk id="86" creationId="{FF0417D5-DD9D-3E3A-4B08-574146D16637}"/>
          </ac:spMkLst>
        </pc:spChg>
        <pc:spChg chg="add mod">
          <ac:chgData name="Aleksey Zimin" userId="7f2637d0bc515791" providerId="LiveId" clId="{1C363C82-C939-44FC-A8A5-AEBBD531DAF7}" dt="2025-10-30T16:02:30.265" v="3872" actId="1076"/>
          <ac:spMkLst>
            <pc:docMk/>
            <pc:sldMk cId="1943159719" sldId="876"/>
            <ac:spMk id="89" creationId="{CA36C914-632F-5D2E-0D54-DA1CDE0BD284}"/>
          </ac:spMkLst>
        </pc:spChg>
        <pc:spChg chg="add mod">
          <ac:chgData name="Aleksey Zimin" userId="7f2637d0bc515791" providerId="LiveId" clId="{1C363C82-C939-44FC-A8A5-AEBBD531DAF7}" dt="2025-10-30T16:02:30.265" v="3872" actId="1076"/>
          <ac:spMkLst>
            <pc:docMk/>
            <pc:sldMk cId="1943159719" sldId="876"/>
            <ac:spMk id="90" creationId="{F1FEF200-7B9C-9B54-34FB-FA64335B2091}"/>
          </ac:spMkLst>
        </pc:spChg>
        <pc:spChg chg="add mod">
          <ac:chgData name="Aleksey Zimin" userId="7f2637d0bc515791" providerId="LiveId" clId="{1C363C82-C939-44FC-A8A5-AEBBD531DAF7}" dt="2025-10-30T16:02:37.576" v="3874" actId="1076"/>
          <ac:spMkLst>
            <pc:docMk/>
            <pc:sldMk cId="1943159719" sldId="876"/>
            <ac:spMk id="93" creationId="{C8770D27-1DFB-6C26-C4E4-5EC68F25BAAF}"/>
          </ac:spMkLst>
        </pc:spChg>
        <pc:spChg chg="add mod">
          <ac:chgData name="Aleksey Zimin" userId="7f2637d0bc515791" providerId="LiveId" clId="{1C363C82-C939-44FC-A8A5-AEBBD531DAF7}" dt="2025-10-30T16:02:37.576" v="3874" actId="1076"/>
          <ac:spMkLst>
            <pc:docMk/>
            <pc:sldMk cId="1943159719" sldId="876"/>
            <ac:spMk id="94" creationId="{AE8D0CCF-7DE4-EC7D-868E-42A18235F3B5}"/>
          </ac:spMkLst>
        </pc:spChg>
        <pc:spChg chg="add mod">
          <ac:chgData name="Aleksey Zimin" userId="7f2637d0bc515791" providerId="LiveId" clId="{1C363C82-C939-44FC-A8A5-AEBBD531DAF7}" dt="2025-10-30T16:02:44.201" v="3876" actId="1076"/>
          <ac:spMkLst>
            <pc:docMk/>
            <pc:sldMk cId="1943159719" sldId="876"/>
            <ac:spMk id="97" creationId="{FB31E9EC-7221-32DF-0185-DB96FEDB994A}"/>
          </ac:spMkLst>
        </pc:spChg>
        <pc:spChg chg="add mod">
          <ac:chgData name="Aleksey Zimin" userId="7f2637d0bc515791" providerId="LiveId" clId="{1C363C82-C939-44FC-A8A5-AEBBD531DAF7}" dt="2025-10-30T16:02:44.201" v="3876" actId="1076"/>
          <ac:spMkLst>
            <pc:docMk/>
            <pc:sldMk cId="1943159719" sldId="876"/>
            <ac:spMk id="98" creationId="{899890BF-D665-CB4C-2267-C3D98636592E}"/>
          </ac:spMkLst>
        </pc:spChg>
        <pc:spChg chg="add mod">
          <ac:chgData name="Aleksey Zimin" userId="7f2637d0bc515791" providerId="LiveId" clId="{1C363C82-C939-44FC-A8A5-AEBBD531DAF7}" dt="2025-10-30T16:02:57.588" v="3879" actId="1076"/>
          <ac:spMkLst>
            <pc:docMk/>
            <pc:sldMk cId="1943159719" sldId="876"/>
            <ac:spMk id="101" creationId="{54EDC359-9662-662F-480A-04DB7BE7564A}"/>
          </ac:spMkLst>
        </pc:spChg>
        <pc:spChg chg="add mod">
          <ac:chgData name="Aleksey Zimin" userId="7f2637d0bc515791" providerId="LiveId" clId="{1C363C82-C939-44FC-A8A5-AEBBD531DAF7}" dt="2025-10-30T16:02:57.588" v="3879" actId="1076"/>
          <ac:spMkLst>
            <pc:docMk/>
            <pc:sldMk cId="1943159719" sldId="876"/>
            <ac:spMk id="102" creationId="{F11A9C0F-45E2-8ACD-759A-995642DB329F}"/>
          </ac:spMkLst>
        </pc:spChg>
        <pc:spChg chg="add mod">
          <ac:chgData name="Aleksey Zimin" userId="7f2637d0bc515791" providerId="LiveId" clId="{1C363C82-C939-44FC-A8A5-AEBBD531DAF7}" dt="2025-10-30T16:03:04.820" v="3881" actId="1076"/>
          <ac:spMkLst>
            <pc:docMk/>
            <pc:sldMk cId="1943159719" sldId="876"/>
            <ac:spMk id="105" creationId="{CE7B6A6A-D55C-73F2-2752-AA4CAB8EFA31}"/>
          </ac:spMkLst>
        </pc:spChg>
        <pc:spChg chg="add mod">
          <ac:chgData name="Aleksey Zimin" userId="7f2637d0bc515791" providerId="LiveId" clId="{1C363C82-C939-44FC-A8A5-AEBBD531DAF7}" dt="2025-10-30T16:03:04.820" v="3881" actId="1076"/>
          <ac:spMkLst>
            <pc:docMk/>
            <pc:sldMk cId="1943159719" sldId="876"/>
            <ac:spMk id="106" creationId="{0C331DC9-4721-8181-87D7-65EA11CC3182}"/>
          </ac:spMkLst>
        </pc:spChg>
        <pc:spChg chg="add mod">
          <ac:chgData name="Aleksey Zimin" userId="7f2637d0bc515791" providerId="LiveId" clId="{1C363C82-C939-44FC-A8A5-AEBBD531DAF7}" dt="2025-10-30T16:03:18.398" v="3883" actId="1076"/>
          <ac:spMkLst>
            <pc:docMk/>
            <pc:sldMk cId="1943159719" sldId="876"/>
            <ac:spMk id="109" creationId="{E94349BB-F173-8FDC-4A94-BF4BE0283E9F}"/>
          </ac:spMkLst>
        </pc:spChg>
        <pc:spChg chg="add mod">
          <ac:chgData name="Aleksey Zimin" userId="7f2637d0bc515791" providerId="LiveId" clId="{1C363C82-C939-44FC-A8A5-AEBBD531DAF7}" dt="2025-10-30T16:03:18.398" v="3883" actId="1076"/>
          <ac:spMkLst>
            <pc:docMk/>
            <pc:sldMk cId="1943159719" sldId="876"/>
            <ac:spMk id="110" creationId="{00D73A51-FD40-01FA-F0CB-94BECAB18F81}"/>
          </ac:spMkLst>
        </pc:spChg>
        <pc:spChg chg="add mod">
          <ac:chgData name="Aleksey Zimin" userId="7f2637d0bc515791" providerId="LiveId" clId="{1C363C82-C939-44FC-A8A5-AEBBD531DAF7}" dt="2025-10-30T16:03:27.381" v="3885" actId="1076"/>
          <ac:spMkLst>
            <pc:docMk/>
            <pc:sldMk cId="1943159719" sldId="876"/>
            <ac:spMk id="113" creationId="{A1C1EB76-1FDC-1EAC-DEC5-5362F858DD4F}"/>
          </ac:spMkLst>
        </pc:spChg>
        <pc:spChg chg="add mod">
          <ac:chgData name="Aleksey Zimin" userId="7f2637d0bc515791" providerId="LiveId" clId="{1C363C82-C939-44FC-A8A5-AEBBD531DAF7}" dt="2025-10-30T16:03:27.381" v="3885" actId="1076"/>
          <ac:spMkLst>
            <pc:docMk/>
            <pc:sldMk cId="1943159719" sldId="876"/>
            <ac:spMk id="114" creationId="{D19814A4-549E-57B4-E220-9F23201D7AA0}"/>
          </ac:spMkLst>
        </pc:spChg>
        <pc:spChg chg="add mod">
          <ac:chgData name="Aleksey Zimin" userId="7f2637d0bc515791" providerId="LiveId" clId="{1C363C82-C939-44FC-A8A5-AEBBD531DAF7}" dt="2025-10-30T16:03:28.406" v="3886"/>
          <ac:spMkLst>
            <pc:docMk/>
            <pc:sldMk cId="1943159719" sldId="876"/>
            <ac:spMk id="117" creationId="{0274DE00-5400-9984-F091-B72419B0EE62}"/>
          </ac:spMkLst>
        </pc:spChg>
        <pc:spChg chg="add mod">
          <ac:chgData name="Aleksey Zimin" userId="7f2637d0bc515791" providerId="LiveId" clId="{1C363C82-C939-44FC-A8A5-AEBBD531DAF7}" dt="2025-10-30T16:03:28.406" v="3886"/>
          <ac:spMkLst>
            <pc:docMk/>
            <pc:sldMk cId="1943159719" sldId="876"/>
            <ac:spMk id="118" creationId="{8D15D79B-3E0B-18E1-A251-7A667890C30E}"/>
          </ac:spMkLst>
        </pc:spChg>
        <pc:spChg chg="add mod">
          <ac:chgData name="Aleksey Zimin" userId="7f2637d0bc515791" providerId="LiveId" clId="{1C363C82-C939-44FC-A8A5-AEBBD531DAF7}" dt="2025-10-30T16:04:18.058" v="3891" actId="1076"/>
          <ac:spMkLst>
            <pc:docMk/>
            <pc:sldMk cId="1943159719" sldId="876"/>
            <ac:spMk id="121" creationId="{B9FDE23E-54BA-5718-4479-BEF0CF76D019}"/>
          </ac:spMkLst>
        </pc:spChg>
        <pc:spChg chg="add mod">
          <ac:chgData name="Aleksey Zimin" userId="7f2637d0bc515791" providerId="LiveId" clId="{1C363C82-C939-44FC-A8A5-AEBBD531DAF7}" dt="2025-10-30T16:04:18.058" v="3891" actId="1076"/>
          <ac:spMkLst>
            <pc:docMk/>
            <pc:sldMk cId="1943159719" sldId="876"/>
            <ac:spMk id="122" creationId="{5DE760F0-101E-AE7A-7557-7DBDF8AD6336}"/>
          </ac:spMkLst>
        </pc:spChg>
        <pc:spChg chg="add mod">
          <ac:chgData name="Aleksey Zimin" userId="7f2637d0bc515791" providerId="LiveId" clId="{1C363C82-C939-44FC-A8A5-AEBBD531DAF7}" dt="2025-10-30T16:04:18.058" v="3891" actId="1076"/>
          <ac:spMkLst>
            <pc:docMk/>
            <pc:sldMk cId="1943159719" sldId="876"/>
            <ac:spMk id="125" creationId="{EB710DF3-3AEA-DF07-D3CA-17EEAC519A63}"/>
          </ac:spMkLst>
        </pc:spChg>
        <pc:spChg chg="add mod">
          <ac:chgData name="Aleksey Zimin" userId="7f2637d0bc515791" providerId="LiveId" clId="{1C363C82-C939-44FC-A8A5-AEBBD531DAF7}" dt="2025-10-30T16:04:18.058" v="3891" actId="1076"/>
          <ac:spMkLst>
            <pc:docMk/>
            <pc:sldMk cId="1943159719" sldId="876"/>
            <ac:spMk id="126" creationId="{1130D8EE-69DC-C586-4B34-20D937CA6A6A}"/>
          </ac:spMkLst>
        </pc:spChg>
        <pc:spChg chg="add mod">
          <ac:chgData name="Aleksey Zimin" userId="7f2637d0bc515791" providerId="LiveId" clId="{1C363C82-C939-44FC-A8A5-AEBBD531DAF7}" dt="2025-10-30T16:07:14.723" v="4023" actId="20577"/>
          <ac:spMkLst>
            <pc:docMk/>
            <pc:sldMk cId="1943159719" sldId="876"/>
            <ac:spMk id="127" creationId="{5EC5C4C3-8DB3-9E15-0F4A-BED8CB4DDFFC}"/>
          </ac:spMkLst>
        </pc:spChg>
        <pc:cxnChg chg="add mod">
          <ac:chgData name="Aleksey Zimin" userId="7f2637d0bc515791" providerId="LiveId" clId="{1C363C82-C939-44FC-A8A5-AEBBD531DAF7}" dt="2025-10-30T16:04:34.269" v="3892" actId="1076"/>
          <ac:cxnSpMkLst>
            <pc:docMk/>
            <pc:sldMk cId="1943159719" sldId="876"/>
            <ac:cxnSpMk id="20" creationId="{E8544100-A62F-C523-3AD0-4CC8E61D938C}"/>
          </ac:cxnSpMkLst>
        </pc:cxnChg>
        <pc:cxnChg chg="add mod">
          <ac:chgData name="Aleksey Zimin" userId="7f2637d0bc515791" providerId="LiveId" clId="{1C363C82-C939-44FC-A8A5-AEBBD531DAF7}" dt="2025-10-30T15:59:23.691" v="3835" actId="14100"/>
          <ac:cxnSpMkLst>
            <pc:docMk/>
            <pc:sldMk cId="1943159719" sldId="876"/>
            <ac:cxnSpMk id="21" creationId="{0DD4DF3E-91B5-006C-6AC5-F0A8C7EFA5E7}"/>
          </ac:cxnSpMkLst>
        </pc:cxnChg>
        <pc:cxnChg chg="add del mod">
          <ac:chgData name="Aleksey Zimin" userId="7f2637d0bc515791" providerId="LiveId" clId="{1C363C82-C939-44FC-A8A5-AEBBD531DAF7}" dt="2025-10-30T15:57:14.392" v="3812" actId="478"/>
          <ac:cxnSpMkLst>
            <pc:docMk/>
            <pc:sldMk cId="1943159719" sldId="876"/>
            <ac:cxnSpMk id="30" creationId="{B3255586-496B-9E4C-129A-A4C5621DA330}"/>
          </ac:cxnSpMkLst>
        </pc:cxnChg>
        <pc:cxnChg chg="add del mod">
          <ac:chgData name="Aleksey Zimin" userId="7f2637d0bc515791" providerId="LiveId" clId="{1C363C82-C939-44FC-A8A5-AEBBD531DAF7}" dt="2025-10-30T15:57:14.392" v="3812" actId="478"/>
          <ac:cxnSpMkLst>
            <pc:docMk/>
            <pc:sldMk cId="1943159719" sldId="876"/>
            <ac:cxnSpMk id="31" creationId="{C64B7913-7153-62A4-68AB-A68B187F3511}"/>
          </ac:cxnSpMkLst>
        </pc:cxnChg>
        <pc:cxnChg chg="add del mod">
          <ac:chgData name="Aleksey Zimin" userId="7f2637d0bc515791" providerId="LiveId" clId="{1C363C82-C939-44FC-A8A5-AEBBD531DAF7}" dt="2025-10-30T15:57:12.603" v="3811" actId="478"/>
          <ac:cxnSpMkLst>
            <pc:docMk/>
            <pc:sldMk cId="1943159719" sldId="876"/>
            <ac:cxnSpMk id="34" creationId="{D20F7FEE-1FC6-E63C-926F-12ED96101F61}"/>
          </ac:cxnSpMkLst>
        </pc:cxnChg>
        <pc:cxnChg chg="add del mod">
          <ac:chgData name="Aleksey Zimin" userId="7f2637d0bc515791" providerId="LiveId" clId="{1C363C82-C939-44FC-A8A5-AEBBD531DAF7}" dt="2025-10-30T15:57:12.603" v="3811" actId="478"/>
          <ac:cxnSpMkLst>
            <pc:docMk/>
            <pc:sldMk cId="1943159719" sldId="876"/>
            <ac:cxnSpMk id="35" creationId="{3A879BD5-C549-137D-4B61-7DDF5BE0CD38}"/>
          </ac:cxnSpMkLst>
        </pc:cxnChg>
        <pc:cxnChg chg="add del mod">
          <ac:chgData name="Aleksey Zimin" userId="7f2637d0bc515791" providerId="LiveId" clId="{1C363C82-C939-44FC-A8A5-AEBBD531DAF7}" dt="2025-10-30T15:57:53.303" v="3821" actId="478"/>
          <ac:cxnSpMkLst>
            <pc:docMk/>
            <pc:sldMk cId="1943159719" sldId="876"/>
            <ac:cxnSpMk id="40" creationId="{6805E170-DAE6-9BED-3356-A74A162F3B58}"/>
          </ac:cxnSpMkLst>
        </pc:cxnChg>
        <pc:cxnChg chg="add del mod">
          <ac:chgData name="Aleksey Zimin" userId="7f2637d0bc515791" providerId="LiveId" clId="{1C363C82-C939-44FC-A8A5-AEBBD531DAF7}" dt="2025-10-30T15:57:53.303" v="3821" actId="478"/>
          <ac:cxnSpMkLst>
            <pc:docMk/>
            <pc:sldMk cId="1943159719" sldId="876"/>
            <ac:cxnSpMk id="41" creationId="{29AFCF78-5E5E-6B6B-C128-41B585F99799}"/>
          </ac:cxnSpMkLst>
        </pc:cxnChg>
        <pc:cxnChg chg="add mod">
          <ac:chgData name="Aleksey Zimin" userId="7f2637d0bc515791" providerId="LiveId" clId="{1C363C82-C939-44FC-A8A5-AEBBD531DAF7}" dt="2025-10-30T15:59:35.181" v="3838" actId="14100"/>
          <ac:cxnSpMkLst>
            <pc:docMk/>
            <pc:sldMk cId="1943159719" sldId="876"/>
            <ac:cxnSpMk id="44" creationId="{47DF2FDD-6C92-50D9-B70B-E8D8B631BB69}"/>
          </ac:cxnSpMkLst>
        </pc:cxnChg>
        <pc:cxnChg chg="add mod">
          <ac:chgData name="Aleksey Zimin" userId="7f2637d0bc515791" providerId="LiveId" clId="{1C363C82-C939-44FC-A8A5-AEBBD531DAF7}" dt="2025-10-30T15:59:44.569" v="3841" actId="14100"/>
          <ac:cxnSpMkLst>
            <pc:docMk/>
            <pc:sldMk cId="1943159719" sldId="876"/>
            <ac:cxnSpMk id="45" creationId="{7830D506-CFCF-6E2B-6035-378B817F4A65}"/>
          </ac:cxnSpMkLst>
        </pc:cxnChg>
        <pc:cxnChg chg="add del mod">
          <ac:chgData name="Aleksey Zimin" userId="7f2637d0bc515791" providerId="LiveId" clId="{1C363C82-C939-44FC-A8A5-AEBBD531DAF7}" dt="2025-10-30T16:04:46.889" v="3894" actId="478"/>
          <ac:cxnSpMkLst>
            <pc:docMk/>
            <pc:sldMk cId="1943159719" sldId="876"/>
            <ac:cxnSpMk id="48" creationId="{4B76B17F-465C-AD61-DB46-249B8E9B91FE}"/>
          </ac:cxnSpMkLst>
        </pc:cxnChg>
        <pc:cxnChg chg="add del mod">
          <ac:chgData name="Aleksey Zimin" userId="7f2637d0bc515791" providerId="LiveId" clId="{1C363C82-C939-44FC-A8A5-AEBBD531DAF7}" dt="2025-10-30T16:04:46.889" v="3894" actId="478"/>
          <ac:cxnSpMkLst>
            <pc:docMk/>
            <pc:sldMk cId="1943159719" sldId="876"/>
            <ac:cxnSpMk id="49" creationId="{80223DA9-F09A-3507-7B38-E595BD3C7586}"/>
          </ac:cxnSpMkLst>
        </pc:cxnChg>
        <pc:cxnChg chg="add mod">
          <ac:chgData name="Aleksey Zimin" userId="7f2637d0bc515791" providerId="LiveId" clId="{1C363C82-C939-44FC-A8A5-AEBBD531DAF7}" dt="2025-10-30T16:04:34.269" v="3892" actId="1076"/>
          <ac:cxnSpMkLst>
            <pc:docMk/>
            <pc:sldMk cId="1943159719" sldId="876"/>
            <ac:cxnSpMk id="58" creationId="{95C44153-F2E4-FF49-72C3-FD639BBAC441}"/>
          </ac:cxnSpMkLst>
        </pc:cxnChg>
        <pc:cxnChg chg="add mod">
          <ac:chgData name="Aleksey Zimin" userId="7f2637d0bc515791" providerId="LiveId" clId="{1C363C82-C939-44FC-A8A5-AEBBD531DAF7}" dt="2025-10-30T16:04:34.269" v="3892" actId="1076"/>
          <ac:cxnSpMkLst>
            <pc:docMk/>
            <pc:sldMk cId="1943159719" sldId="876"/>
            <ac:cxnSpMk id="59" creationId="{993BE003-39D7-FD54-6B09-6DD3710576EE}"/>
          </ac:cxnSpMkLst>
        </pc:cxnChg>
        <pc:cxnChg chg="add mod">
          <ac:chgData name="Aleksey Zimin" userId="7f2637d0bc515791" providerId="LiveId" clId="{1C363C82-C939-44FC-A8A5-AEBBD531DAF7}" dt="2025-10-30T16:01:40.012" v="3862" actId="14100"/>
          <ac:cxnSpMkLst>
            <pc:docMk/>
            <pc:sldMk cId="1943159719" sldId="876"/>
            <ac:cxnSpMk id="62" creationId="{4ADA61D5-C87A-3E4E-F78B-A8C0A488C03D}"/>
          </ac:cxnSpMkLst>
        </pc:cxnChg>
        <pc:cxnChg chg="add mod">
          <ac:chgData name="Aleksey Zimin" userId="7f2637d0bc515791" providerId="LiveId" clId="{1C363C82-C939-44FC-A8A5-AEBBD531DAF7}" dt="2025-10-30T16:01:43.432" v="3863" actId="14100"/>
          <ac:cxnSpMkLst>
            <pc:docMk/>
            <pc:sldMk cId="1943159719" sldId="876"/>
            <ac:cxnSpMk id="63" creationId="{5277F3A6-A29F-18A7-7E8A-E3E0CBBA4FEB}"/>
          </ac:cxnSpMkLst>
        </pc:cxnChg>
        <pc:cxnChg chg="add del mod">
          <ac:chgData name="Aleksey Zimin" userId="7f2637d0bc515791" providerId="LiveId" clId="{1C363C82-C939-44FC-A8A5-AEBBD531DAF7}" dt="2025-10-30T16:01:56.971" v="3866" actId="478"/>
          <ac:cxnSpMkLst>
            <pc:docMk/>
            <pc:sldMk cId="1943159719" sldId="876"/>
            <ac:cxnSpMk id="69" creationId="{7EE77D94-194C-7394-6989-5F28D6244F7B}"/>
          </ac:cxnSpMkLst>
        </pc:cxnChg>
        <pc:cxnChg chg="add del mod">
          <ac:chgData name="Aleksey Zimin" userId="7f2637d0bc515791" providerId="LiveId" clId="{1C363C82-C939-44FC-A8A5-AEBBD531DAF7}" dt="2025-10-30T16:01:56.971" v="3866" actId="478"/>
          <ac:cxnSpMkLst>
            <pc:docMk/>
            <pc:sldMk cId="1943159719" sldId="876"/>
            <ac:cxnSpMk id="70" creationId="{D8999350-EF9C-4F1A-9242-BB49460A686B}"/>
          </ac:cxnSpMkLst>
        </pc:cxnChg>
        <pc:cxnChg chg="add del mod">
          <ac:chgData name="Aleksey Zimin" userId="7f2637d0bc515791" providerId="LiveId" clId="{1C363C82-C939-44FC-A8A5-AEBBD531DAF7}" dt="2025-10-30T16:01:56.971" v="3866" actId="478"/>
          <ac:cxnSpMkLst>
            <pc:docMk/>
            <pc:sldMk cId="1943159719" sldId="876"/>
            <ac:cxnSpMk id="73" creationId="{F4E14151-9FE4-7AE6-A2E9-A4E8CA7EAEA3}"/>
          </ac:cxnSpMkLst>
        </pc:cxnChg>
        <pc:cxnChg chg="add del mod">
          <ac:chgData name="Aleksey Zimin" userId="7f2637d0bc515791" providerId="LiveId" clId="{1C363C82-C939-44FC-A8A5-AEBBD531DAF7}" dt="2025-10-30T16:01:56.971" v="3866" actId="478"/>
          <ac:cxnSpMkLst>
            <pc:docMk/>
            <pc:sldMk cId="1943159719" sldId="876"/>
            <ac:cxnSpMk id="74" creationId="{D9DE773A-4507-E3A3-E606-051D38DDB37A}"/>
          </ac:cxnSpMkLst>
        </pc:cxnChg>
        <pc:cxnChg chg="add mod">
          <ac:chgData name="Aleksey Zimin" userId="7f2637d0bc515791" providerId="LiveId" clId="{1C363C82-C939-44FC-A8A5-AEBBD531DAF7}" dt="2025-10-30T16:02:16.264" v="3868" actId="1076"/>
          <ac:cxnSpMkLst>
            <pc:docMk/>
            <pc:sldMk cId="1943159719" sldId="876"/>
            <ac:cxnSpMk id="79" creationId="{713685AF-B62E-F060-05DB-06BA6A920117}"/>
          </ac:cxnSpMkLst>
        </pc:cxnChg>
        <pc:cxnChg chg="add mod">
          <ac:chgData name="Aleksey Zimin" userId="7f2637d0bc515791" providerId="LiveId" clId="{1C363C82-C939-44FC-A8A5-AEBBD531DAF7}" dt="2025-10-30T16:02:16.264" v="3868" actId="1076"/>
          <ac:cxnSpMkLst>
            <pc:docMk/>
            <pc:sldMk cId="1943159719" sldId="876"/>
            <ac:cxnSpMk id="80" creationId="{9E5E76BD-C7A7-4FBC-834A-F011E3E10EC5}"/>
          </ac:cxnSpMkLst>
        </pc:cxnChg>
        <pc:cxnChg chg="add mod">
          <ac:chgData name="Aleksey Zimin" userId="7f2637d0bc515791" providerId="LiveId" clId="{1C363C82-C939-44FC-A8A5-AEBBD531DAF7}" dt="2025-10-30T16:04:02.360" v="3889" actId="1076"/>
          <ac:cxnSpMkLst>
            <pc:docMk/>
            <pc:sldMk cId="1943159719" sldId="876"/>
            <ac:cxnSpMk id="83" creationId="{D684E74E-3D5E-197F-8F4D-7C7A21164D8B}"/>
          </ac:cxnSpMkLst>
        </pc:cxnChg>
        <pc:cxnChg chg="add mod">
          <ac:chgData name="Aleksey Zimin" userId="7f2637d0bc515791" providerId="LiveId" clId="{1C363C82-C939-44FC-A8A5-AEBBD531DAF7}" dt="2025-10-30T16:04:02.360" v="3889" actId="1076"/>
          <ac:cxnSpMkLst>
            <pc:docMk/>
            <pc:sldMk cId="1943159719" sldId="876"/>
            <ac:cxnSpMk id="84" creationId="{56A97F96-4CF9-D7B4-3D10-FABB67BA2C98}"/>
          </ac:cxnSpMkLst>
        </pc:cxnChg>
        <pc:cxnChg chg="add mod">
          <ac:chgData name="Aleksey Zimin" userId="7f2637d0bc515791" providerId="LiveId" clId="{1C363C82-C939-44FC-A8A5-AEBBD531DAF7}" dt="2025-10-30T16:02:30.265" v="3872" actId="1076"/>
          <ac:cxnSpMkLst>
            <pc:docMk/>
            <pc:sldMk cId="1943159719" sldId="876"/>
            <ac:cxnSpMk id="87" creationId="{5EFD062F-6722-5D8C-EABE-4F202AF28ABD}"/>
          </ac:cxnSpMkLst>
        </pc:cxnChg>
        <pc:cxnChg chg="add mod">
          <ac:chgData name="Aleksey Zimin" userId="7f2637d0bc515791" providerId="LiveId" clId="{1C363C82-C939-44FC-A8A5-AEBBD531DAF7}" dt="2025-10-30T16:02:30.265" v="3872" actId="1076"/>
          <ac:cxnSpMkLst>
            <pc:docMk/>
            <pc:sldMk cId="1943159719" sldId="876"/>
            <ac:cxnSpMk id="88" creationId="{9F4554D9-3164-70FD-14BA-AF1AE232D1CD}"/>
          </ac:cxnSpMkLst>
        </pc:cxnChg>
        <pc:cxnChg chg="add mod">
          <ac:chgData name="Aleksey Zimin" userId="7f2637d0bc515791" providerId="LiveId" clId="{1C363C82-C939-44FC-A8A5-AEBBD531DAF7}" dt="2025-10-30T16:02:37.576" v="3874" actId="1076"/>
          <ac:cxnSpMkLst>
            <pc:docMk/>
            <pc:sldMk cId="1943159719" sldId="876"/>
            <ac:cxnSpMk id="91" creationId="{4EA0E46A-7074-BD59-28E5-FED0E1A6F859}"/>
          </ac:cxnSpMkLst>
        </pc:cxnChg>
        <pc:cxnChg chg="add mod">
          <ac:chgData name="Aleksey Zimin" userId="7f2637d0bc515791" providerId="LiveId" clId="{1C363C82-C939-44FC-A8A5-AEBBD531DAF7}" dt="2025-10-30T16:02:37.576" v="3874" actId="1076"/>
          <ac:cxnSpMkLst>
            <pc:docMk/>
            <pc:sldMk cId="1943159719" sldId="876"/>
            <ac:cxnSpMk id="92" creationId="{BF371E66-1FBC-595E-2DAF-62CA0F5AFF7C}"/>
          </ac:cxnSpMkLst>
        </pc:cxnChg>
        <pc:cxnChg chg="add mod">
          <ac:chgData name="Aleksey Zimin" userId="7f2637d0bc515791" providerId="LiveId" clId="{1C363C82-C939-44FC-A8A5-AEBBD531DAF7}" dt="2025-10-30T16:02:44.201" v="3876" actId="1076"/>
          <ac:cxnSpMkLst>
            <pc:docMk/>
            <pc:sldMk cId="1943159719" sldId="876"/>
            <ac:cxnSpMk id="95" creationId="{1C5E2350-97CA-65D4-CD1E-EE6C091C33DE}"/>
          </ac:cxnSpMkLst>
        </pc:cxnChg>
        <pc:cxnChg chg="add mod">
          <ac:chgData name="Aleksey Zimin" userId="7f2637d0bc515791" providerId="LiveId" clId="{1C363C82-C939-44FC-A8A5-AEBBD531DAF7}" dt="2025-10-30T16:02:44.201" v="3876" actId="1076"/>
          <ac:cxnSpMkLst>
            <pc:docMk/>
            <pc:sldMk cId="1943159719" sldId="876"/>
            <ac:cxnSpMk id="96" creationId="{A4EC40E5-DE50-3F73-DFAF-7880D37339D5}"/>
          </ac:cxnSpMkLst>
        </pc:cxnChg>
        <pc:cxnChg chg="add mod">
          <ac:chgData name="Aleksey Zimin" userId="7f2637d0bc515791" providerId="LiveId" clId="{1C363C82-C939-44FC-A8A5-AEBBD531DAF7}" dt="2025-10-30T16:02:57.588" v="3879" actId="1076"/>
          <ac:cxnSpMkLst>
            <pc:docMk/>
            <pc:sldMk cId="1943159719" sldId="876"/>
            <ac:cxnSpMk id="99" creationId="{A26448AC-810F-D2B7-293D-A50274869F54}"/>
          </ac:cxnSpMkLst>
        </pc:cxnChg>
        <pc:cxnChg chg="add mod">
          <ac:chgData name="Aleksey Zimin" userId="7f2637d0bc515791" providerId="LiveId" clId="{1C363C82-C939-44FC-A8A5-AEBBD531DAF7}" dt="2025-10-30T16:02:57.588" v="3879" actId="1076"/>
          <ac:cxnSpMkLst>
            <pc:docMk/>
            <pc:sldMk cId="1943159719" sldId="876"/>
            <ac:cxnSpMk id="100" creationId="{F34B40D3-65F1-F4A7-2F94-C80F2805D5F1}"/>
          </ac:cxnSpMkLst>
        </pc:cxnChg>
        <pc:cxnChg chg="add mod">
          <ac:chgData name="Aleksey Zimin" userId="7f2637d0bc515791" providerId="LiveId" clId="{1C363C82-C939-44FC-A8A5-AEBBD531DAF7}" dt="2025-10-30T16:03:04.820" v="3881" actId="1076"/>
          <ac:cxnSpMkLst>
            <pc:docMk/>
            <pc:sldMk cId="1943159719" sldId="876"/>
            <ac:cxnSpMk id="103" creationId="{0BA7985D-6D52-E1A4-F03C-66711155101A}"/>
          </ac:cxnSpMkLst>
        </pc:cxnChg>
        <pc:cxnChg chg="add mod">
          <ac:chgData name="Aleksey Zimin" userId="7f2637d0bc515791" providerId="LiveId" clId="{1C363C82-C939-44FC-A8A5-AEBBD531DAF7}" dt="2025-10-30T16:03:04.820" v="3881" actId="1076"/>
          <ac:cxnSpMkLst>
            <pc:docMk/>
            <pc:sldMk cId="1943159719" sldId="876"/>
            <ac:cxnSpMk id="104" creationId="{60CAC981-9C5D-E0F3-1192-FE0AD61778D8}"/>
          </ac:cxnSpMkLst>
        </pc:cxnChg>
        <pc:cxnChg chg="add mod">
          <ac:chgData name="Aleksey Zimin" userId="7f2637d0bc515791" providerId="LiveId" clId="{1C363C82-C939-44FC-A8A5-AEBBD531DAF7}" dt="2025-10-30T16:03:18.398" v="3883" actId="1076"/>
          <ac:cxnSpMkLst>
            <pc:docMk/>
            <pc:sldMk cId="1943159719" sldId="876"/>
            <ac:cxnSpMk id="107" creationId="{39C59EEE-5962-12B0-9429-CA3F4E585410}"/>
          </ac:cxnSpMkLst>
        </pc:cxnChg>
        <pc:cxnChg chg="add mod">
          <ac:chgData name="Aleksey Zimin" userId="7f2637d0bc515791" providerId="LiveId" clId="{1C363C82-C939-44FC-A8A5-AEBBD531DAF7}" dt="2025-10-30T16:03:18.398" v="3883" actId="1076"/>
          <ac:cxnSpMkLst>
            <pc:docMk/>
            <pc:sldMk cId="1943159719" sldId="876"/>
            <ac:cxnSpMk id="108" creationId="{46282897-9A20-ED07-FB9E-72DE7861C289}"/>
          </ac:cxnSpMkLst>
        </pc:cxnChg>
        <pc:cxnChg chg="add mod">
          <ac:chgData name="Aleksey Zimin" userId="7f2637d0bc515791" providerId="LiveId" clId="{1C363C82-C939-44FC-A8A5-AEBBD531DAF7}" dt="2025-10-30T16:03:27.381" v="3885" actId="1076"/>
          <ac:cxnSpMkLst>
            <pc:docMk/>
            <pc:sldMk cId="1943159719" sldId="876"/>
            <ac:cxnSpMk id="111" creationId="{3D7E3C20-3DE9-7419-3348-7F7FD634BC52}"/>
          </ac:cxnSpMkLst>
        </pc:cxnChg>
        <pc:cxnChg chg="add mod">
          <ac:chgData name="Aleksey Zimin" userId="7f2637d0bc515791" providerId="LiveId" clId="{1C363C82-C939-44FC-A8A5-AEBBD531DAF7}" dt="2025-10-30T16:03:27.381" v="3885" actId="1076"/>
          <ac:cxnSpMkLst>
            <pc:docMk/>
            <pc:sldMk cId="1943159719" sldId="876"/>
            <ac:cxnSpMk id="112" creationId="{82ED2343-70C8-7BB3-E4FD-5D10045A632B}"/>
          </ac:cxnSpMkLst>
        </pc:cxnChg>
        <pc:cxnChg chg="add mod">
          <ac:chgData name="Aleksey Zimin" userId="7f2637d0bc515791" providerId="LiveId" clId="{1C363C82-C939-44FC-A8A5-AEBBD531DAF7}" dt="2025-10-30T16:03:28.406" v="3886"/>
          <ac:cxnSpMkLst>
            <pc:docMk/>
            <pc:sldMk cId="1943159719" sldId="876"/>
            <ac:cxnSpMk id="115" creationId="{DBB8EFBC-6416-6B23-954F-30217927B01C}"/>
          </ac:cxnSpMkLst>
        </pc:cxnChg>
        <pc:cxnChg chg="add mod">
          <ac:chgData name="Aleksey Zimin" userId="7f2637d0bc515791" providerId="LiveId" clId="{1C363C82-C939-44FC-A8A5-AEBBD531DAF7}" dt="2025-10-30T16:03:28.406" v="3886"/>
          <ac:cxnSpMkLst>
            <pc:docMk/>
            <pc:sldMk cId="1943159719" sldId="876"/>
            <ac:cxnSpMk id="116" creationId="{2920C96A-1EE8-FB89-4099-1659EB719C4C}"/>
          </ac:cxnSpMkLst>
        </pc:cxnChg>
        <pc:cxnChg chg="add mod">
          <ac:chgData name="Aleksey Zimin" userId="7f2637d0bc515791" providerId="LiveId" clId="{1C363C82-C939-44FC-A8A5-AEBBD531DAF7}" dt="2025-10-30T16:04:18.058" v="3891" actId="1076"/>
          <ac:cxnSpMkLst>
            <pc:docMk/>
            <pc:sldMk cId="1943159719" sldId="876"/>
            <ac:cxnSpMk id="119" creationId="{D82205B9-B8EC-0CA4-307D-9BCD391214A3}"/>
          </ac:cxnSpMkLst>
        </pc:cxnChg>
        <pc:cxnChg chg="add mod">
          <ac:chgData name="Aleksey Zimin" userId="7f2637d0bc515791" providerId="LiveId" clId="{1C363C82-C939-44FC-A8A5-AEBBD531DAF7}" dt="2025-10-30T16:04:18.058" v="3891" actId="1076"/>
          <ac:cxnSpMkLst>
            <pc:docMk/>
            <pc:sldMk cId="1943159719" sldId="876"/>
            <ac:cxnSpMk id="120" creationId="{160D731A-F1AB-7FEC-CE44-1F619384908A}"/>
          </ac:cxnSpMkLst>
        </pc:cxnChg>
        <pc:cxnChg chg="add mod">
          <ac:chgData name="Aleksey Zimin" userId="7f2637d0bc515791" providerId="LiveId" clId="{1C363C82-C939-44FC-A8A5-AEBBD531DAF7}" dt="2025-10-30T16:04:18.058" v="3891" actId="1076"/>
          <ac:cxnSpMkLst>
            <pc:docMk/>
            <pc:sldMk cId="1943159719" sldId="876"/>
            <ac:cxnSpMk id="123" creationId="{01C72E8A-B379-6671-23B3-957F1C8EB146}"/>
          </ac:cxnSpMkLst>
        </pc:cxnChg>
        <pc:cxnChg chg="add mod">
          <ac:chgData name="Aleksey Zimin" userId="7f2637d0bc515791" providerId="LiveId" clId="{1C363C82-C939-44FC-A8A5-AEBBD531DAF7}" dt="2025-10-30T16:04:18.058" v="3891" actId="1076"/>
          <ac:cxnSpMkLst>
            <pc:docMk/>
            <pc:sldMk cId="1943159719" sldId="876"/>
            <ac:cxnSpMk id="124" creationId="{F86E9E57-E0A2-C03E-5BB3-C00EF44D03C0}"/>
          </ac:cxnSpMkLst>
        </pc:cxnChg>
      </pc:sldChg>
      <pc:sldChg chg="modSp add mod ord">
        <pc:chgData name="Aleksey Zimin" userId="7f2637d0bc515791" providerId="LiveId" clId="{1C363C82-C939-44FC-A8A5-AEBBD531DAF7}" dt="2025-10-30T16:10:21.155" v="4198" actId="2711"/>
        <pc:sldMkLst>
          <pc:docMk/>
          <pc:sldMk cId="2131417150" sldId="877"/>
        </pc:sldMkLst>
        <pc:spChg chg="mod">
          <ac:chgData name="Aleksey Zimin" userId="7f2637d0bc515791" providerId="LiveId" clId="{1C363C82-C939-44FC-A8A5-AEBBD531DAF7}" dt="2025-10-30T16:10:21.155" v="4198" actId="2711"/>
          <ac:spMkLst>
            <pc:docMk/>
            <pc:sldMk cId="2131417150" sldId="877"/>
            <ac:spMk id="3" creationId="{8AB317FA-5AC5-854C-F5F8-6D1821D54B7C}"/>
          </ac:spMkLst>
        </pc:spChg>
        <pc:spChg chg="mod">
          <ac:chgData name="Aleksey Zimin" userId="7f2637d0bc515791" providerId="LiveId" clId="{1C363C82-C939-44FC-A8A5-AEBBD531DAF7}" dt="2025-10-30T16:09:27.190" v="4170" actId="1076"/>
          <ac:spMkLst>
            <pc:docMk/>
            <pc:sldMk cId="2131417150" sldId="877"/>
            <ac:spMk id="5" creationId="{5038FF10-107A-4C95-6B8F-542808F2A0CD}"/>
          </ac:spMkLst>
        </pc:spChg>
        <pc:spChg chg="mod">
          <ac:chgData name="Aleksey Zimin" userId="7f2637d0bc515791" providerId="LiveId" clId="{1C363C82-C939-44FC-A8A5-AEBBD531DAF7}" dt="2025-10-30T16:09:27.190" v="4170" actId="1076"/>
          <ac:spMkLst>
            <pc:docMk/>
            <pc:sldMk cId="2131417150" sldId="877"/>
            <ac:spMk id="6" creationId="{754732E7-07DF-738E-6014-B81CE824F0DF}"/>
          </ac:spMkLst>
        </pc:spChg>
        <pc:spChg chg="mod">
          <ac:chgData name="Aleksey Zimin" userId="7f2637d0bc515791" providerId="LiveId" clId="{1C363C82-C939-44FC-A8A5-AEBBD531DAF7}" dt="2025-10-30T16:09:27.190" v="4170" actId="1076"/>
          <ac:spMkLst>
            <pc:docMk/>
            <pc:sldMk cId="2131417150" sldId="877"/>
            <ac:spMk id="11" creationId="{A3CA6EC5-03AB-A87F-9D63-5E75D3619AE1}"/>
          </ac:spMkLst>
        </pc:spChg>
        <pc:spChg chg="mod">
          <ac:chgData name="Aleksey Zimin" userId="7f2637d0bc515791" providerId="LiveId" clId="{1C363C82-C939-44FC-A8A5-AEBBD531DAF7}" dt="2025-10-30T16:09:27.190" v="4170" actId="1076"/>
          <ac:spMkLst>
            <pc:docMk/>
            <pc:sldMk cId="2131417150" sldId="877"/>
            <ac:spMk id="12" creationId="{98985412-90C4-5868-BB41-94101C59E7DE}"/>
          </ac:spMkLst>
        </pc:spChg>
        <pc:spChg chg="mod">
          <ac:chgData name="Aleksey Zimin" userId="7f2637d0bc515791" providerId="LiveId" clId="{1C363C82-C939-44FC-A8A5-AEBBD531DAF7}" dt="2025-10-30T16:09:27.190" v="4170" actId="1076"/>
          <ac:spMkLst>
            <pc:docMk/>
            <pc:sldMk cId="2131417150" sldId="877"/>
            <ac:spMk id="13" creationId="{44685EB9-4E25-29D8-BC1C-4D85EAF4477D}"/>
          </ac:spMkLst>
        </pc:spChg>
        <pc:spChg chg="mod">
          <ac:chgData name="Aleksey Zimin" userId="7f2637d0bc515791" providerId="LiveId" clId="{1C363C82-C939-44FC-A8A5-AEBBD531DAF7}" dt="2025-10-30T16:09:27.190" v="4170" actId="1076"/>
          <ac:spMkLst>
            <pc:docMk/>
            <pc:sldMk cId="2131417150" sldId="877"/>
            <ac:spMk id="14" creationId="{E022A640-9A05-46AC-3404-B665E2C7C971}"/>
          </ac:spMkLst>
        </pc:spChg>
        <pc:spChg chg="mod">
          <ac:chgData name="Aleksey Zimin" userId="7f2637d0bc515791" providerId="LiveId" clId="{1C363C82-C939-44FC-A8A5-AEBBD531DAF7}" dt="2025-10-30T16:09:27.190" v="4170" actId="1076"/>
          <ac:spMkLst>
            <pc:docMk/>
            <pc:sldMk cId="2131417150" sldId="877"/>
            <ac:spMk id="15" creationId="{FF78BA12-5779-380B-B815-80A9BE84ED46}"/>
          </ac:spMkLst>
        </pc:spChg>
        <pc:spChg chg="mod">
          <ac:chgData name="Aleksey Zimin" userId="7f2637d0bc515791" providerId="LiveId" clId="{1C363C82-C939-44FC-A8A5-AEBBD531DAF7}" dt="2025-10-30T16:09:27.190" v="4170" actId="1076"/>
          <ac:spMkLst>
            <pc:docMk/>
            <pc:sldMk cId="2131417150" sldId="877"/>
            <ac:spMk id="16" creationId="{F8DB8FBA-2792-5873-D2FD-004660DA78C8}"/>
          </ac:spMkLst>
        </pc:spChg>
        <pc:inkChg chg="mod">
          <ac:chgData name="Aleksey Zimin" userId="7f2637d0bc515791" providerId="LiveId" clId="{1C363C82-C939-44FC-A8A5-AEBBD531DAF7}" dt="2025-10-30T16:09:27.190" v="4170" actId="1076"/>
          <ac:inkMkLst>
            <pc:docMk/>
            <pc:sldMk cId="2131417150" sldId="877"/>
            <ac:inkMk id="7" creationId="{A115967F-B6B0-C776-C325-78C6F3F98FAD}"/>
          </ac:inkMkLst>
        </pc:inkChg>
        <pc:inkChg chg="mod">
          <ac:chgData name="Aleksey Zimin" userId="7f2637d0bc515791" providerId="LiveId" clId="{1C363C82-C939-44FC-A8A5-AEBBD531DAF7}" dt="2025-10-30T16:09:27.190" v="4170" actId="1076"/>
          <ac:inkMkLst>
            <pc:docMk/>
            <pc:sldMk cId="2131417150" sldId="877"/>
            <ac:inkMk id="10" creationId="{32D41D02-7C53-37CE-3D83-5D114FC54EE6}"/>
          </ac:inkMkLst>
        </pc:inkChg>
      </pc:sldChg>
      <pc:sldChg chg="modSp new mod modAnim">
        <pc:chgData name="Aleksey Zimin" userId="7f2637d0bc515791" providerId="LiveId" clId="{1C363C82-C939-44FC-A8A5-AEBBD531DAF7}" dt="2025-10-30T16:21:06.634" v="4869"/>
        <pc:sldMkLst>
          <pc:docMk/>
          <pc:sldMk cId="323728444" sldId="878"/>
        </pc:sldMkLst>
        <pc:spChg chg="mod">
          <ac:chgData name="Aleksey Zimin" userId="7f2637d0bc515791" providerId="LiveId" clId="{1C363C82-C939-44FC-A8A5-AEBBD531DAF7}" dt="2025-10-30T16:10:39.677" v="4222" actId="20577"/>
          <ac:spMkLst>
            <pc:docMk/>
            <pc:sldMk cId="323728444" sldId="878"/>
            <ac:spMk id="2" creationId="{E6B02AD2-4470-E3A7-6098-7F8431AEF2A5}"/>
          </ac:spMkLst>
        </pc:spChg>
        <pc:spChg chg="mod">
          <ac:chgData name="Aleksey Zimin" userId="7f2637d0bc515791" providerId="LiveId" clId="{1C363C82-C939-44FC-A8A5-AEBBD531DAF7}" dt="2025-10-30T16:20:30.784" v="4866" actId="20577"/>
          <ac:spMkLst>
            <pc:docMk/>
            <pc:sldMk cId="323728444" sldId="878"/>
            <ac:spMk id="3" creationId="{3BDB5289-F96A-3ABB-8FA2-895A3D3DF6DC}"/>
          </ac:spMkLst>
        </pc:spChg>
      </pc:sldChg>
      <pc:sldChg chg="addSp modSp add mod modAnim">
        <pc:chgData name="Aleksey Zimin" userId="7f2637d0bc515791" providerId="LiveId" clId="{1C363C82-C939-44FC-A8A5-AEBBD531DAF7}" dt="2025-10-30T16:35:54.896" v="5517" actId="114"/>
        <pc:sldMkLst>
          <pc:docMk/>
          <pc:sldMk cId="1697097188" sldId="879"/>
        </pc:sldMkLst>
        <pc:spChg chg="mod">
          <ac:chgData name="Aleksey Zimin" userId="7f2637d0bc515791" providerId="LiveId" clId="{1C363C82-C939-44FC-A8A5-AEBBD531DAF7}" dt="2025-10-30T16:35:54.896" v="5517" actId="114"/>
          <ac:spMkLst>
            <pc:docMk/>
            <pc:sldMk cId="1697097188" sldId="879"/>
            <ac:spMk id="3" creationId="{E5603A78-2368-9F29-197B-E45A2D94E023}"/>
          </ac:spMkLst>
        </pc:spChg>
        <pc:spChg chg="add mod">
          <ac:chgData name="Aleksey Zimin" userId="7f2637d0bc515791" providerId="LiveId" clId="{1C363C82-C939-44FC-A8A5-AEBBD531DAF7}" dt="2025-10-30T16:34:45.580" v="5415" actId="1076"/>
          <ac:spMkLst>
            <pc:docMk/>
            <pc:sldMk cId="1697097188" sldId="879"/>
            <ac:spMk id="5" creationId="{AB9D89AB-EA6A-1F39-E4D1-D4C51956D421}"/>
          </ac:spMkLst>
        </pc:spChg>
        <pc:spChg chg="add mod">
          <ac:chgData name="Aleksey Zimin" userId="7f2637d0bc515791" providerId="LiveId" clId="{1C363C82-C939-44FC-A8A5-AEBBD531DAF7}" dt="2025-10-30T16:34:45.580" v="5415" actId="1076"/>
          <ac:spMkLst>
            <pc:docMk/>
            <pc:sldMk cId="1697097188" sldId="879"/>
            <ac:spMk id="6" creationId="{AE7AF0C9-E395-9EC2-D538-788120EB9A03}"/>
          </ac:spMkLst>
        </pc:spChg>
        <pc:spChg chg="add mod">
          <ac:chgData name="Aleksey Zimin" userId="7f2637d0bc515791" providerId="LiveId" clId="{1C363C82-C939-44FC-A8A5-AEBBD531DAF7}" dt="2025-10-30T16:34:45.580" v="5415" actId="1076"/>
          <ac:spMkLst>
            <pc:docMk/>
            <pc:sldMk cId="1697097188" sldId="879"/>
            <ac:spMk id="11" creationId="{2F423B44-7238-F22F-F7D1-13914ACE33F9}"/>
          </ac:spMkLst>
        </pc:spChg>
        <pc:spChg chg="add mod">
          <ac:chgData name="Aleksey Zimin" userId="7f2637d0bc515791" providerId="LiveId" clId="{1C363C82-C939-44FC-A8A5-AEBBD531DAF7}" dt="2025-10-30T16:34:45.580" v="5415" actId="1076"/>
          <ac:spMkLst>
            <pc:docMk/>
            <pc:sldMk cId="1697097188" sldId="879"/>
            <ac:spMk id="12" creationId="{CE0FE142-0C7E-E30F-BC28-91029A1E4C39}"/>
          </ac:spMkLst>
        </pc:spChg>
        <pc:spChg chg="add mod">
          <ac:chgData name="Aleksey Zimin" userId="7f2637d0bc515791" providerId="LiveId" clId="{1C363C82-C939-44FC-A8A5-AEBBD531DAF7}" dt="2025-10-30T16:34:45.580" v="5415" actId="1076"/>
          <ac:spMkLst>
            <pc:docMk/>
            <pc:sldMk cId="1697097188" sldId="879"/>
            <ac:spMk id="13" creationId="{C82245E6-446F-D6DD-D873-912928473E08}"/>
          </ac:spMkLst>
        </pc:spChg>
        <pc:spChg chg="add mod">
          <ac:chgData name="Aleksey Zimin" userId="7f2637d0bc515791" providerId="LiveId" clId="{1C363C82-C939-44FC-A8A5-AEBBD531DAF7}" dt="2025-10-30T16:34:45.580" v="5415" actId="1076"/>
          <ac:spMkLst>
            <pc:docMk/>
            <pc:sldMk cId="1697097188" sldId="879"/>
            <ac:spMk id="14" creationId="{D8F17330-0991-BB74-4E7D-D1CDA5DDEEC4}"/>
          </ac:spMkLst>
        </pc:spChg>
        <pc:spChg chg="add mod">
          <ac:chgData name="Aleksey Zimin" userId="7f2637d0bc515791" providerId="LiveId" clId="{1C363C82-C939-44FC-A8A5-AEBBD531DAF7}" dt="2025-10-30T16:34:45.580" v="5415" actId="1076"/>
          <ac:spMkLst>
            <pc:docMk/>
            <pc:sldMk cId="1697097188" sldId="879"/>
            <ac:spMk id="15" creationId="{64316D95-D1D9-C44D-88FA-F6DF5E9246E2}"/>
          </ac:spMkLst>
        </pc:spChg>
        <pc:spChg chg="add mod">
          <ac:chgData name="Aleksey Zimin" userId="7f2637d0bc515791" providerId="LiveId" clId="{1C363C82-C939-44FC-A8A5-AEBBD531DAF7}" dt="2025-10-30T16:34:45.580" v="5415" actId="1076"/>
          <ac:spMkLst>
            <pc:docMk/>
            <pc:sldMk cId="1697097188" sldId="879"/>
            <ac:spMk id="16" creationId="{2951EE45-B1D7-2130-A400-516514C91402}"/>
          </ac:spMkLst>
        </pc:spChg>
        <pc:inkChg chg="add mod">
          <ac:chgData name="Aleksey Zimin" userId="7f2637d0bc515791" providerId="LiveId" clId="{1C363C82-C939-44FC-A8A5-AEBBD531DAF7}" dt="2025-10-30T16:34:45.580" v="5415" actId="1076"/>
          <ac:inkMkLst>
            <pc:docMk/>
            <pc:sldMk cId="1697097188" sldId="879"/>
            <ac:inkMk id="7" creationId="{AAFF7EFF-ABAF-19F4-3A77-BC3AD834F069}"/>
          </ac:inkMkLst>
        </pc:inkChg>
        <pc:inkChg chg="mod">
          <ac:chgData name="Aleksey Zimin" userId="7f2637d0bc515791" providerId="LiveId" clId="{1C363C82-C939-44FC-A8A5-AEBBD531DAF7}" dt="2025-10-30T16:25:39.788" v="5073" actId="14100"/>
          <ac:inkMkLst>
            <pc:docMk/>
            <pc:sldMk cId="1697097188" sldId="879"/>
            <ac:inkMk id="8" creationId="{6C479AC8-80E6-FC31-7D49-3AE0F71873D8}"/>
          </ac:inkMkLst>
        </pc:inkChg>
        <pc:inkChg chg="mod">
          <ac:chgData name="Aleksey Zimin" userId="7f2637d0bc515791" providerId="LiveId" clId="{1C363C82-C939-44FC-A8A5-AEBBD531DAF7}" dt="2025-10-30T16:25:39.788" v="5073" actId="14100"/>
          <ac:inkMkLst>
            <pc:docMk/>
            <pc:sldMk cId="1697097188" sldId="879"/>
            <ac:inkMk id="9" creationId="{1613E774-4061-239B-26B6-96B72909AF0D}"/>
          </ac:inkMkLst>
        </pc:inkChg>
        <pc:inkChg chg="add mod">
          <ac:chgData name="Aleksey Zimin" userId="7f2637d0bc515791" providerId="LiveId" clId="{1C363C82-C939-44FC-A8A5-AEBBD531DAF7}" dt="2025-10-30T16:34:45.580" v="5415" actId="1076"/>
          <ac:inkMkLst>
            <pc:docMk/>
            <pc:sldMk cId="1697097188" sldId="879"/>
            <ac:inkMk id="10" creationId="{CDEFFE29-C076-070C-461D-52BA77EB6362}"/>
          </ac:inkMkLst>
        </pc:inkChg>
      </pc:sldChg>
      <pc:sldChg chg="modSp add del mod">
        <pc:chgData name="Aleksey Zimin" userId="7f2637d0bc515791" providerId="LiveId" clId="{1C363C82-C939-44FC-A8A5-AEBBD531DAF7}" dt="2025-10-30T16:30:18.692" v="5224" actId="47"/>
        <pc:sldMkLst>
          <pc:docMk/>
          <pc:sldMk cId="173283384" sldId="880"/>
        </pc:sldMkLst>
        <pc:spChg chg="mod">
          <ac:chgData name="Aleksey Zimin" userId="7f2637d0bc515791" providerId="LiveId" clId="{1C363C82-C939-44FC-A8A5-AEBBD531DAF7}" dt="2025-10-30T16:27:19.865" v="5131" actId="5793"/>
          <ac:spMkLst>
            <pc:docMk/>
            <pc:sldMk cId="173283384" sldId="880"/>
            <ac:spMk id="3" creationId="{479DEB21-7908-E4F7-C61E-A0F2C01DB23D}"/>
          </ac:spMkLst>
        </pc:spChg>
      </pc:sldChg>
      <pc:sldChg chg="modSp new mod">
        <pc:chgData name="Aleksey Zimin" userId="7f2637d0bc515791" providerId="LiveId" clId="{1C363C82-C939-44FC-A8A5-AEBBD531DAF7}" dt="2025-10-30T16:44:57.080" v="6354" actId="5793"/>
        <pc:sldMkLst>
          <pc:docMk/>
          <pc:sldMk cId="1972945173" sldId="880"/>
        </pc:sldMkLst>
        <pc:spChg chg="mod">
          <ac:chgData name="Aleksey Zimin" userId="7f2637d0bc515791" providerId="LiveId" clId="{1C363C82-C939-44FC-A8A5-AEBBD531DAF7}" dt="2025-10-30T16:38:32.487" v="5669" actId="20577"/>
          <ac:spMkLst>
            <pc:docMk/>
            <pc:sldMk cId="1972945173" sldId="880"/>
            <ac:spMk id="2" creationId="{4F657A19-48C7-CAB5-3B42-7AC453F63A94}"/>
          </ac:spMkLst>
        </pc:spChg>
        <pc:spChg chg="mod">
          <ac:chgData name="Aleksey Zimin" userId="7f2637d0bc515791" providerId="LiveId" clId="{1C363C82-C939-44FC-A8A5-AEBBD531DAF7}" dt="2025-10-30T16:44:57.080" v="6354" actId="5793"/>
          <ac:spMkLst>
            <pc:docMk/>
            <pc:sldMk cId="1972945173" sldId="880"/>
            <ac:spMk id="3" creationId="{0ED79247-BA8E-D544-D04F-7E5DFFA98AC1}"/>
          </ac:spMkLst>
        </pc:spChg>
      </pc:sldChg>
    </pc:docChg>
  </pc:docChgLst>
  <pc:docChgLst>
    <pc:chgData name="Aleksey Zimin" userId="7f2637d0bc515791" providerId="LiveId" clId="{8553A319-8433-4677-8F80-E28D63617D4C}"/>
    <pc:docChg chg="undo custSel addSld delSld modSld">
      <pc:chgData name="Aleksey Zimin" userId="7f2637d0bc515791" providerId="LiveId" clId="{8553A319-8433-4677-8F80-E28D63617D4C}" dt="2025-10-29T14:12:21.893" v="6348" actId="47"/>
      <pc:docMkLst>
        <pc:docMk/>
      </pc:docMkLst>
      <pc:sldChg chg="del">
        <pc:chgData name="Aleksey Zimin" userId="7f2637d0bc515791" providerId="LiveId" clId="{8553A319-8433-4677-8F80-E28D63617D4C}" dt="2025-10-24T18:17:30.537" v="2" actId="47"/>
        <pc:sldMkLst>
          <pc:docMk/>
          <pc:sldMk cId="208986471" sldId="258"/>
        </pc:sldMkLst>
      </pc:sldChg>
      <pc:sldChg chg="del">
        <pc:chgData name="Aleksey Zimin" userId="7f2637d0bc515791" providerId="LiveId" clId="{8553A319-8433-4677-8F80-E28D63617D4C}" dt="2025-10-24T18:17:30.537" v="2" actId="47"/>
        <pc:sldMkLst>
          <pc:docMk/>
          <pc:sldMk cId="1095696619" sldId="266"/>
        </pc:sldMkLst>
      </pc:sldChg>
      <pc:sldChg chg="del">
        <pc:chgData name="Aleksey Zimin" userId="7f2637d0bc515791" providerId="LiveId" clId="{8553A319-8433-4677-8F80-E28D63617D4C}" dt="2025-10-24T18:17:30.537" v="2" actId="47"/>
        <pc:sldMkLst>
          <pc:docMk/>
          <pc:sldMk cId="1183394471" sldId="270"/>
        </pc:sldMkLst>
      </pc:sldChg>
      <pc:sldChg chg="modSp mod">
        <pc:chgData name="Aleksey Zimin" userId="7f2637d0bc515791" providerId="LiveId" clId="{8553A319-8433-4677-8F80-E28D63617D4C}" dt="2025-10-24T18:17:20.396" v="1" actId="20577"/>
        <pc:sldMkLst>
          <pc:docMk/>
          <pc:sldMk cId="1052403946" sldId="272"/>
        </pc:sldMkLst>
        <pc:spChg chg="mod">
          <ac:chgData name="Aleksey Zimin" userId="7f2637d0bc515791" providerId="LiveId" clId="{8553A319-8433-4677-8F80-E28D63617D4C}" dt="2025-10-24T18:17:20.396" v="1" actId="20577"/>
          <ac:spMkLst>
            <pc:docMk/>
            <pc:sldMk cId="1052403946" sldId="272"/>
            <ac:spMk id="6" creationId="{3DF0520F-6299-4676-8176-653C51F4D7A4}"/>
          </ac:spMkLst>
        </pc:spChg>
      </pc:sldChg>
      <pc:sldChg chg="del">
        <pc:chgData name="Aleksey Zimin" userId="7f2637d0bc515791" providerId="LiveId" clId="{8553A319-8433-4677-8F80-E28D63617D4C}" dt="2025-10-24T18:17:30.537" v="2" actId="47"/>
        <pc:sldMkLst>
          <pc:docMk/>
          <pc:sldMk cId="285272752" sldId="399"/>
        </pc:sldMkLst>
      </pc:sldChg>
      <pc:sldChg chg="del">
        <pc:chgData name="Aleksey Zimin" userId="7f2637d0bc515791" providerId="LiveId" clId="{8553A319-8433-4677-8F80-E28D63617D4C}" dt="2025-10-24T18:17:30.537" v="2" actId="47"/>
        <pc:sldMkLst>
          <pc:docMk/>
          <pc:sldMk cId="2956323222" sldId="588"/>
        </pc:sldMkLst>
      </pc:sldChg>
      <pc:sldChg chg="del">
        <pc:chgData name="Aleksey Zimin" userId="7f2637d0bc515791" providerId="LiveId" clId="{8553A319-8433-4677-8F80-E28D63617D4C}" dt="2025-10-24T18:17:30.537" v="2" actId="47"/>
        <pc:sldMkLst>
          <pc:docMk/>
          <pc:sldMk cId="869239991" sldId="801"/>
        </pc:sldMkLst>
      </pc:sldChg>
      <pc:sldChg chg="del">
        <pc:chgData name="Aleksey Zimin" userId="7f2637d0bc515791" providerId="LiveId" clId="{8553A319-8433-4677-8F80-E28D63617D4C}" dt="2025-10-24T18:17:30.537" v="2" actId="47"/>
        <pc:sldMkLst>
          <pc:docMk/>
          <pc:sldMk cId="494252847" sldId="802"/>
        </pc:sldMkLst>
      </pc:sldChg>
      <pc:sldChg chg="del">
        <pc:chgData name="Aleksey Zimin" userId="7f2637d0bc515791" providerId="LiveId" clId="{8553A319-8433-4677-8F80-E28D63617D4C}" dt="2025-10-24T18:17:30.537" v="2" actId="47"/>
        <pc:sldMkLst>
          <pc:docMk/>
          <pc:sldMk cId="2724807813" sldId="803"/>
        </pc:sldMkLst>
      </pc:sldChg>
      <pc:sldChg chg="del">
        <pc:chgData name="Aleksey Zimin" userId="7f2637d0bc515791" providerId="LiveId" clId="{8553A319-8433-4677-8F80-E28D63617D4C}" dt="2025-10-24T18:17:30.537" v="2" actId="47"/>
        <pc:sldMkLst>
          <pc:docMk/>
          <pc:sldMk cId="1722923118" sldId="805"/>
        </pc:sldMkLst>
      </pc:sldChg>
      <pc:sldChg chg="add del">
        <pc:chgData name="Aleksey Zimin" userId="7f2637d0bc515791" providerId="LiveId" clId="{8553A319-8433-4677-8F80-E28D63617D4C}" dt="2025-10-29T14:12:19.861" v="6346"/>
        <pc:sldMkLst>
          <pc:docMk/>
          <pc:sldMk cId="3059937519" sldId="811"/>
        </pc:sldMkLst>
      </pc:sldChg>
      <pc:sldChg chg="del">
        <pc:chgData name="Aleksey Zimin" userId="7f2637d0bc515791" providerId="LiveId" clId="{8553A319-8433-4677-8F80-E28D63617D4C}" dt="2025-10-24T18:17:30.537" v="2" actId="47"/>
        <pc:sldMkLst>
          <pc:docMk/>
          <pc:sldMk cId="2608576022" sldId="812"/>
        </pc:sldMkLst>
      </pc:sldChg>
      <pc:sldChg chg="del">
        <pc:chgData name="Aleksey Zimin" userId="7f2637d0bc515791" providerId="LiveId" clId="{8553A319-8433-4677-8F80-E28D63617D4C}" dt="2025-10-24T18:17:30.537" v="2" actId="47"/>
        <pc:sldMkLst>
          <pc:docMk/>
          <pc:sldMk cId="1749372544" sldId="813"/>
        </pc:sldMkLst>
      </pc:sldChg>
      <pc:sldChg chg="del">
        <pc:chgData name="Aleksey Zimin" userId="7f2637d0bc515791" providerId="LiveId" clId="{8553A319-8433-4677-8F80-E28D63617D4C}" dt="2025-10-24T18:17:30.537" v="2" actId="47"/>
        <pc:sldMkLst>
          <pc:docMk/>
          <pc:sldMk cId="2465518171" sldId="814"/>
        </pc:sldMkLst>
      </pc:sldChg>
      <pc:sldChg chg="del">
        <pc:chgData name="Aleksey Zimin" userId="7f2637d0bc515791" providerId="LiveId" clId="{8553A319-8433-4677-8F80-E28D63617D4C}" dt="2025-10-24T18:17:30.537" v="2" actId="47"/>
        <pc:sldMkLst>
          <pc:docMk/>
          <pc:sldMk cId="2408950623" sldId="815"/>
        </pc:sldMkLst>
      </pc:sldChg>
      <pc:sldChg chg="del">
        <pc:chgData name="Aleksey Zimin" userId="7f2637d0bc515791" providerId="LiveId" clId="{8553A319-8433-4677-8F80-E28D63617D4C}" dt="2025-10-24T18:17:30.537" v="2" actId="47"/>
        <pc:sldMkLst>
          <pc:docMk/>
          <pc:sldMk cId="2474178406" sldId="816"/>
        </pc:sldMkLst>
      </pc:sldChg>
      <pc:sldChg chg="del">
        <pc:chgData name="Aleksey Zimin" userId="7f2637d0bc515791" providerId="LiveId" clId="{8553A319-8433-4677-8F80-E28D63617D4C}" dt="2025-10-24T18:17:30.537" v="2" actId="47"/>
        <pc:sldMkLst>
          <pc:docMk/>
          <pc:sldMk cId="1531555332" sldId="817"/>
        </pc:sldMkLst>
      </pc:sldChg>
      <pc:sldChg chg="del">
        <pc:chgData name="Aleksey Zimin" userId="7f2637d0bc515791" providerId="LiveId" clId="{8553A319-8433-4677-8F80-E28D63617D4C}" dt="2025-10-24T18:17:30.537" v="2" actId="47"/>
        <pc:sldMkLst>
          <pc:docMk/>
          <pc:sldMk cId="2666247001" sldId="818"/>
        </pc:sldMkLst>
      </pc:sldChg>
      <pc:sldChg chg="del">
        <pc:chgData name="Aleksey Zimin" userId="7f2637d0bc515791" providerId="LiveId" clId="{8553A319-8433-4677-8F80-E28D63617D4C}" dt="2025-10-24T18:17:30.537" v="2" actId="47"/>
        <pc:sldMkLst>
          <pc:docMk/>
          <pc:sldMk cId="1171435911" sldId="819"/>
        </pc:sldMkLst>
      </pc:sldChg>
      <pc:sldChg chg="del">
        <pc:chgData name="Aleksey Zimin" userId="7f2637d0bc515791" providerId="LiveId" clId="{8553A319-8433-4677-8F80-E28D63617D4C}" dt="2025-10-24T18:17:30.537" v="2" actId="47"/>
        <pc:sldMkLst>
          <pc:docMk/>
          <pc:sldMk cId="2740878212" sldId="820"/>
        </pc:sldMkLst>
      </pc:sldChg>
      <pc:sldChg chg="del">
        <pc:chgData name="Aleksey Zimin" userId="7f2637d0bc515791" providerId="LiveId" clId="{8553A319-8433-4677-8F80-E28D63617D4C}" dt="2025-10-24T18:17:30.537" v="2" actId="47"/>
        <pc:sldMkLst>
          <pc:docMk/>
          <pc:sldMk cId="2178426597" sldId="821"/>
        </pc:sldMkLst>
      </pc:sldChg>
      <pc:sldChg chg="del">
        <pc:chgData name="Aleksey Zimin" userId="7f2637d0bc515791" providerId="LiveId" clId="{8553A319-8433-4677-8F80-E28D63617D4C}" dt="2025-10-24T18:17:30.537" v="2" actId="47"/>
        <pc:sldMkLst>
          <pc:docMk/>
          <pc:sldMk cId="4009283481" sldId="822"/>
        </pc:sldMkLst>
      </pc:sldChg>
      <pc:sldChg chg="del">
        <pc:chgData name="Aleksey Zimin" userId="7f2637d0bc515791" providerId="LiveId" clId="{8553A319-8433-4677-8F80-E28D63617D4C}" dt="2025-10-24T18:17:30.537" v="2" actId="47"/>
        <pc:sldMkLst>
          <pc:docMk/>
          <pc:sldMk cId="4181278750" sldId="829"/>
        </pc:sldMkLst>
      </pc:sldChg>
      <pc:sldChg chg="del">
        <pc:chgData name="Aleksey Zimin" userId="7f2637d0bc515791" providerId="LiveId" clId="{8553A319-8433-4677-8F80-E28D63617D4C}" dt="2025-10-24T18:17:30.537" v="2" actId="47"/>
        <pc:sldMkLst>
          <pc:docMk/>
          <pc:sldMk cId="2374436574" sldId="830"/>
        </pc:sldMkLst>
      </pc:sldChg>
      <pc:sldChg chg="modSp mod modAnim">
        <pc:chgData name="Aleksey Zimin" userId="7f2637d0bc515791" providerId="LiveId" clId="{8553A319-8433-4677-8F80-E28D63617D4C}" dt="2025-10-29T14:11:37.537" v="6344" actId="20577"/>
        <pc:sldMkLst>
          <pc:docMk/>
          <pc:sldMk cId="763290966" sldId="841"/>
        </pc:sldMkLst>
        <pc:spChg chg="mod">
          <ac:chgData name="Aleksey Zimin" userId="7f2637d0bc515791" providerId="LiveId" clId="{8553A319-8433-4677-8F80-E28D63617D4C}" dt="2025-10-28T14:20:51.185" v="25" actId="114"/>
          <ac:spMkLst>
            <pc:docMk/>
            <pc:sldMk cId="763290966" sldId="841"/>
            <ac:spMk id="2" creationId="{833993AB-6DE7-8285-E0AC-5F1A18195D13}"/>
          </ac:spMkLst>
        </pc:spChg>
        <pc:spChg chg="mod">
          <ac:chgData name="Aleksey Zimin" userId="7f2637d0bc515791" providerId="LiveId" clId="{8553A319-8433-4677-8F80-E28D63617D4C}" dt="2025-10-29T14:11:37.537" v="6344" actId="20577"/>
          <ac:spMkLst>
            <pc:docMk/>
            <pc:sldMk cId="763290966" sldId="841"/>
            <ac:spMk id="3" creationId="{37266C4B-003F-16DC-7AF5-AFA961D396B3}"/>
          </ac:spMkLst>
        </pc:spChg>
      </pc:sldChg>
      <pc:sldChg chg="del">
        <pc:chgData name="Aleksey Zimin" userId="7f2637d0bc515791" providerId="LiveId" clId="{8553A319-8433-4677-8F80-E28D63617D4C}" dt="2025-10-24T18:17:30.537" v="2" actId="47"/>
        <pc:sldMkLst>
          <pc:docMk/>
          <pc:sldMk cId="1514994576" sldId="847"/>
        </pc:sldMkLst>
      </pc:sldChg>
      <pc:sldChg chg="del">
        <pc:chgData name="Aleksey Zimin" userId="7f2637d0bc515791" providerId="LiveId" clId="{8553A319-8433-4677-8F80-E28D63617D4C}" dt="2025-10-24T18:17:30.537" v="2" actId="47"/>
        <pc:sldMkLst>
          <pc:docMk/>
          <pc:sldMk cId="1311118566" sldId="848"/>
        </pc:sldMkLst>
      </pc:sldChg>
      <pc:sldChg chg="del">
        <pc:chgData name="Aleksey Zimin" userId="7f2637d0bc515791" providerId="LiveId" clId="{8553A319-8433-4677-8F80-E28D63617D4C}" dt="2025-10-24T18:17:30.537" v="2" actId="47"/>
        <pc:sldMkLst>
          <pc:docMk/>
          <pc:sldMk cId="3263766814" sldId="849"/>
        </pc:sldMkLst>
      </pc:sldChg>
      <pc:sldChg chg="modSp new mod">
        <pc:chgData name="Aleksey Zimin" userId="7f2637d0bc515791" providerId="LiveId" clId="{8553A319-8433-4677-8F80-E28D63617D4C}" dt="2025-10-29T13:34:49.893" v="5344" actId="114"/>
        <pc:sldMkLst>
          <pc:docMk/>
          <pc:sldMk cId="523482158" sldId="851"/>
        </pc:sldMkLst>
        <pc:spChg chg="mod">
          <ac:chgData name="Aleksey Zimin" userId="7f2637d0bc515791" providerId="LiveId" clId="{8553A319-8433-4677-8F80-E28D63617D4C}" dt="2025-10-28T14:27:10.138" v="733" actId="20577"/>
          <ac:spMkLst>
            <pc:docMk/>
            <pc:sldMk cId="523482158" sldId="851"/>
            <ac:spMk id="2" creationId="{0E25A960-9AED-42DD-A4CE-32DEB70A2854}"/>
          </ac:spMkLst>
        </pc:spChg>
        <pc:spChg chg="mod">
          <ac:chgData name="Aleksey Zimin" userId="7f2637d0bc515791" providerId="LiveId" clId="{8553A319-8433-4677-8F80-E28D63617D4C}" dt="2025-10-29T13:34:49.893" v="5344" actId="114"/>
          <ac:spMkLst>
            <pc:docMk/>
            <pc:sldMk cId="523482158" sldId="851"/>
            <ac:spMk id="3" creationId="{5387AFB0-4CD4-49AE-5635-A884EF4A400C}"/>
          </ac:spMkLst>
        </pc:spChg>
      </pc:sldChg>
      <pc:sldChg chg="addSp modSp new mod">
        <pc:chgData name="Aleksey Zimin" userId="7f2637d0bc515791" providerId="LiveId" clId="{8553A319-8433-4677-8F80-E28D63617D4C}" dt="2025-10-28T15:29:14.421" v="2959" actId="27636"/>
        <pc:sldMkLst>
          <pc:docMk/>
          <pc:sldMk cId="2628352046" sldId="852"/>
        </pc:sldMkLst>
        <pc:spChg chg="mod">
          <ac:chgData name="Aleksey Zimin" userId="7f2637d0bc515791" providerId="LiveId" clId="{8553A319-8433-4677-8F80-E28D63617D4C}" dt="2025-10-28T15:26:13.679" v="2855" actId="20577"/>
          <ac:spMkLst>
            <pc:docMk/>
            <pc:sldMk cId="2628352046" sldId="852"/>
            <ac:spMk id="2" creationId="{4F1B62A6-6CF6-33A1-9035-3D601E8263EB}"/>
          </ac:spMkLst>
        </pc:spChg>
        <pc:spChg chg="mod">
          <ac:chgData name="Aleksey Zimin" userId="7f2637d0bc515791" providerId="LiveId" clId="{8553A319-8433-4677-8F80-E28D63617D4C}" dt="2025-10-28T15:29:14.421" v="2959" actId="27636"/>
          <ac:spMkLst>
            <pc:docMk/>
            <pc:sldMk cId="2628352046" sldId="852"/>
            <ac:spMk id="3" creationId="{EA16B95C-02A4-9151-191B-9D8BCD6D1383}"/>
          </ac:spMkLst>
        </pc:spChg>
        <pc:picChg chg="add mod">
          <ac:chgData name="Aleksey Zimin" userId="7f2637d0bc515791" providerId="LiveId" clId="{8553A319-8433-4677-8F80-E28D63617D4C}" dt="2025-10-28T15:28:50.300" v="2954" actId="1076"/>
          <ac:picMkLst>
            <pc:docMk/>
            <pc:sldMk cId="2628352046" sldId="852"/>
            <ac:picMk id="6" creationId="{FA7806DA-61BA-845C-E315-7F828AE892FB}"/>
          </ac:picMkLst>
        </pc:picChg>
      </pc:sldChg>
      <pc:sldChg chg="addSp modSp new mod modAnim">
        <pc:chgData name="Aleksey Zimin" userId="7f2637d0bc515791" providerId="LiveId" clId="{8553A319-8433-4677-8F80-E28D63617D4C}" dt="2025-10-29T13:41:01.406" v="5665" actId="20577"/>
        <pc:sldMkLst>
          <pc:docMk/>
          <pc:sldMk cId="688161546" sldId="853"/>
        </pc:sldMkLst>
        <pc:spChg chg="mod">
          <ac:chgData name="Aleksey Zimin" userId="7f2637d0bc515791" providerId="LiveId" clId="{8553A319-8433-4677-8F80-E28D63617D4C}" dt="2025-10-28T14:32:34.433" v="1158" actId="20577"/>
          <ac:spMkLst>
            <pc:docMk/>
            <pc:sldMk cId="688161546" sldId="853"/>
            <ac:spMk id="2" creationId="{E9A01F76-B980-0774-3059-8D2F97F54932}"/>
          </ac:spMkLst>
        </pc:spChg>
        <pc:spChg chg="mod">
          <ac:chgData name="Aleksey Zimin" userId="7f2637d0bc515791" providerId="LiveId" clId="{8553A319-8433-4677-8F80-E28D63617D4C}" dt="2025-10-29T13:41:01.406" v="5665" actId="20577"/>
          <ac:spMkLst>
            <pc:docMk/>
            <pc:sldMk cId="688161546" sldId="853"/>
            <ac:spMk id="3" creationId="{A241362D-6289-93C2-9175-08BB8693B456}"/>
          </ac:spMkLst>
        </pc:spChg>
        <pc:picChg chg="add mod">
          <ac:chgData name="Aleksey Zimin" userId="7f2637d0bc515791" providerId="LiveId" clId="{8553A319-8433-4677-8F80-E28D63617D4C}" dt="2025-10-28T15:35:24.683" v="3303" actId="1076"/>
          <ac:picMkLst>
            <pc:docMk/>
            <pc:sldMk cId="688161546" sldId="853"/>
            <ac:picMk id="6" creationId="{96420FFC-EA14-08C2-EC8D-168F81626249}"/>
          </ac:picMkLst>
        </pc:picChg>
      </pc:sldChg>
      <pc:sldChg chg="modSp new mod">
        <pc:chgData name="Aleksey Zimin" userId="7f2637d0bc515791" providerId="LiveId" clId="{8553A319-8433-4677-8F80-E28D63617D4C}" dt="2025-10-28T16:37:08.487" v="4357" actId="27636"/>
        <pc:sldMkLst>
          <pc:docMk/>
          <pc:sldMk cId="1582605635" sldId="854"/>
        </pc:sldMkLst>
        <pc:spChg chg="mod">
          <ac:chgData name="Aleksey Zimin" userId="7f2637d0bc515791" providerId="LiveId" clId="{8553A319-8433-4677-8F80-E28D63617D4C}" dt="2025-10-28T14:38:03.772" v="1313" actId="20577"/>
          <ac:spMkLst>
            <pc:docMk/>
            <pc:sldMk cId="1582605635" sldId="854"/>
            <ac:spMk id="2" creationId="{10B41159-66B4-F802-51EF-D98F37AD60D7}"/>
          </ac:spMkLst>
        </pc:spChg>
        <pc:spChg chg="mod">
          <ac:chgData name="Aleksey Zimin" userId="7f2637d0bc515791" providerId="LiveId" clId="{8553A319-8433-4677-8F80-E28D63617D4C}" dt="2025-10-28T16:37:08.487" v="4357" actId="27636"/>
          <ac:spMkLst>
            <pc:docMk/>
            <pc:sldMk cId="1582605635" sldId="854"/>
            <ac:spMk id="3" creationId="{23E685EC-5ECB-37DE-E37B-36FD6BAC8698}"/>
          </ac:spMkLst>
        </pc:spChg>
      </pc:sldChg>
      <pc:sldChg chg="addSp delSp modSp new mod modAnim">
        <pc:chgData name="Aleksey Zimin" userId="7f2637d0bc515791" providerId="LiveId" clId="{8553A319-8433-4677-8F80-E28D63617D4C}" dt="2025-10-29T13:38:46.071" v="5660" actId="20577"/>
        <pc:sldMkLst>
          <pc:docMk/>
          <pc:sldMk cId="2893015969" sldId="855"/>
        </pc:sldMkLst>
        <pc:spChg chg="mod">
          <ac:chgData name="Aleksey Zimin" userId="7f2637d0bc515791" providerId="LiveId" clId="{8553A319-8433-4677-8F80-E28D63617D4C}" dt="2025-10-28T14:49:11.932" v="1589" actId="20577"/>
          <ac:spMkLst>
            <pc:docMk/>
            <pc:sldMk cId="2893015969" sldId="855"/>
            <ac:spMk id="2" creationId="{9918A2FC-970A-A62F-0E5E-09E462F1A8BE}"/>
          </ac:spMkLst>
        </pc:spChg>
        <pc:spChg chg="mod">
          <ac:chgData name="Aleksey Zimin" userId="7f2637d0bc515791" providerId="LiveId" clId="{8553A319-8433-4677-8F80-E28D63617D4C}" dt="2025-10-29T13:38:46.071" v="5660" actId="20577"/>
          <ac:spMkLst>
            <pc:docMk/>
            <pc:sldMk cId="2893015969" sldId="855"/>
            <ac:spMk id="3" creationId="{BB04FC8F-985A-EE0E-6C63-52322ABB34EB}"/>
          </ac:spMkLst>
        </pc:spChg>
        <pc:spChg chg="add mod">
          <ac:chgData name="Aleksey Zimin" userId="7f2637d0bc515791" providerId="LiveId" clId="{8553A319-8433-4677-8F80-E28D63617D4C}" dt="2025-10-29T13:36:26.430" v="5514" actId="571"/>
          <ac:spMkLst>
            <pc:docMk/>
            <pc:sldMk cId="2893015969" sldId="855"/>
            <ac:spMk id="5" creationId="{E21133BF-5CA1-FBE9-1A3D-56F7325C9651}"/>
          </ac:spMkLst>
        </pc:spChg>
        <pc:spChg chg="add mod">
          <ac:chgData name="Aleksey Zimin" userId="7f2637d0bc515791" providerId="LiveId" clId="{8553A319-8433-4677-8F80-E28D63617D4C}" dt="2025-10-29T13:36:26.430" v="5514" actId="571"/>
          <ac:spMkLst>
            <pc:docMk/>
            <pc:sldMk cId="2893015969" sldId="855"/>
            <ac:spMk id="7" creationId="{61BD3C13-68A4-A922-A7D3-0DAEAE6F670F}"/>
          </ac:spMkLst>
        </pc:spChg>
        <pc:spChg chg="add mod">
          <ac:chgData name="Aleksey Zimin" userId="7f2637d0bc515791" providerId="LiveId" clId="{8553A319-8433-4677-8F80-E28D63617D4C}" dt="2025-10-29T13:35:28.443" v="5411" actId="1076"/>
          <ac:spMkLst>
            <pc:docMk/>
            <pc:sldMk cId="2893015969" sldId="855"/>
            <ac:spMk id="8" creationId="{8D94426F-940C-D94F-F74D-3CCFED63F8DE}"/>
          </ac:spMkLst>
        </pc:spChg>
        <pc:picChg chg="add mod">
          <ac:chgData name="Aleksey Zimin" userId="7f2637d0bc515791" providerId="LiveId" clId="{8553A319-8433-4677-8F80-E28D63617D4C}" dt="2025-10-29T13:37:47.683" v="5633" actId="1076"/>
          <ac:picMkLst>
            <pc:docMk/>
            <pc:sldMk cId="2893015969" sldId="855"/>
            <ac:picMk id="6" creationId="{D235879F-E475-3C19-E172-10562D50147D}"/>
          </ac:picMkLst>
        </pc:picChg>
        <pc:picChg chg="add mod">
          <ac:chgData name="Aleksey Zimin" userId="7f2637d0bc515791" providerId="LiveId" clId="{8553A319-8433-4677-8F80-E28D63617D4C}" dt="2025-10-29T13:36:26.430" v="5514" actId="571"/>
          <ac:picMkLst>
            <pc:docMk/>
            <pc:sldMk cId="2893015969" sldId="855"/>
            <ac:picMk id="9" creationId="{5062C571-A9C4-4565-6BE9-4BD2E038E1F0}"/>
          </ac:picMkLst>
        </pc:picChg>
        <pc:picChg chg="add mod">
          <ac:chgData name="Aleksey Zimin" userId="7f2637d0bc515791" providerId="LiveId" clId="{8553A319-8433-4677-8F80-E28D63617D4C}" dt="2025-10-29T13:35:28.443" v="5411" actId="1076"/>
          <ac:picMkLst>
            <pc:docMk/>
            <pc:sldMk cId="2893015969" sldId="855"/>
            <ac:picMk id="14" creationId="{14E0D884-29BF-0786-A15C-4F3742D305CF}"/>
          </ac:picMkLst>
        </pc:picChg>
      </pc:sldChg>
      <pc:sldChg chg="modSp new mod">
        <pc:chgData name="Aleksey Zimin" userId="7f2637d0bc515791" providerId="LiveId" clId="{8553A319-8433-4677-8F80-E28D63617D4C}" dt="2025-10-28T15:25:16.896" v="2841" actId="20577"/>
        <pc:sldMkLst>
          <pc:docMk/>
          <pc:sldMk cId="2155246616" sldId="856"/>
        </pc:sldMkLst>
        <pc:spChg chg="mod">
          <ac:chgData name="Aleksey Zimin" userId="7f2637d0bc515791" providerId="LiveId" clId="{8553A319-8433-4677-8F80-E28D63617D4C}" dt="2025-10-28T15:25:16.896" v="2841" actId="20577"/>
          <ac:spMkLst>
            <pc:docMk/>
            <pc:sldMk cId="2155246616" sldId="856"/>
            <ac:spMk id="2" creationId="{CB5FE74E-4BE7-DCDD-CA7B-AC2E50DA2EF6}"/>
          </ac:spMkLst>
        </pc:spChg>
        <pc:spChg chg="mod">
          <ac:chgData name="Aleksey Zimin" userId="7f2637d0bc515791" providerId="LiveId" clId="{8553A319-8433-4677-8F80-E28D63617D4C}" dt="2025-10-28T15:24:09.541" v="2840" actId="20577"/>
          <ac:spMkLst>
            <pc:docMk/>
            <pc:sldMk cId="2155246616" sldId="856"/>
            <ac:spMk id="3" creationId="{BAAFADB7-8BC4-DA62-552C-EE4B427BA1F8}"/>
          </ac:spMkLst>
        </pc:spChg>
      </pc:sldChg>
      <pc:sldChg chg="addSp modSp new mod">
        <pc:chgData name="Aleksey Zimin" userId="7f2637d0bc515791" providerId="LiveId" clId="{8553A319-8433-4677-8F80-E28D63617D4C}" dt="2025-10-28T16:34:57.491" v="4285" actId="6549"/>
        <pc:sldMkLst>
          <pc:docMk/>
          <pc:sldMk cId="140951592" sldId="857"/>
        </pc:sldMkLst>
        <pc:spChg chg="mod">
          <ac:chgData name="Aleksey Zimin" userId="7f2637d0bc515791" providerId="LiveId" clId="{8553A319-8433-4677-8F80-E28D63617D4C}" dt="2025-10-28T14:52:37.810" v="1687" actId="20577"/>
          <ac:spMkLst>
            <pc:docMk/>
            <pc:sldMk cId="140951592" sldId="857"/>
            <ac:spMk id="2" creationId="{766460D9-C78E-CB19-C14B-DD84F9C0F686}"/>
          </ac:spMkLst>
        </pc:spChg>
        <pc:spChg chg="mod">
          <ac:chgData name="Aleksey Zimin" userId="7f2637d0bc515791" providerId="LiveId" clId="{8553A319-8433-4677-8F80-E28D63617D4C}" dt="2025-10-28T14:53:54.072" v="1704" actId="20577"/>
          <ac:spMkLst>
            <pc:docMk/>
            <pc:sldMk cId="140951592" sldId="857"/>
            <ac:spMk id="3" creationId="{CF82D7D5-8A36-45DC-A910-2A1EEAE735D1}"/>
          </ac:spMkLst>
        </pc:spChg>
        <pc:spChg chg="add mod">
          <ac:chgData name="Aleksey Zimin" userId="7f2637d0bc515791" providerId="LiveId" clId="{8553A319-8433-4677-8F80-E28D63617D4C}" dt="2025-10-28T16:34:57.491" v="4285" actId="6549"/>
          <ac:spMkLst>
            <pc:docMk/>
            <pc:sldMk cId="140951592" sldId="857"/>
            <ac:spMk id="5" creationId="{0CAEAE9E-A053-D0C9-B138-EB8D3E979FB0}"/>
          </ac:spMkLst>
        </pc:spChg>
        <pc:spChg chg="add mod">
          <ac:chgData name="Aleksey Zimin" userId="7f2637d0bc515791" providerId="LiveId" clId="{8553A319-8433-4677-8F80-E28D63617D4C}" dt="2025-10-28T16:34:37.545" v="4277" actId="20577"/>
          <ac:spMkLst>
            <pc:docMk/>
            <pc:sldMk cId="140951592" sldId="857"/>
            <ac:spMk id="8" creationId="{A775CB57-5E06-8286-ED2F-D213FA35F718}"/>
          </ac:spMkLst>
        </pc:spChg>
        <pc:picChg chg="add mod">
          <ac:chgData name="Aleksey Zimin" userId="7f2637d0bc515791" providerId="LiveId" clId="{8553A319-8433-4677-8F80-E28D63617D4C}" dt="2025-10-28T14:53:50.408" v="1701" actId="1076"/>
          <ac:picMkLst>
            <pc:docMk/>
            <pc:sldMk cId="140951592" sldId="857"/>
            <ac:picMk id="6" creationId="{6EAF85E8-95BD-654F-24B7-E3638372CD15}"/>
          </ac:picMkLst>
        </pc:picChg>
      </pc:sldChg>
      <pc:sldChg chg="addSp modSp new mod">
        <pc:chgData name="Aleksey Zimin" userId="7f2637d0bc515791" providerId="LiveId" clId="{8553A319-8433-4677-8F80-E28D63617D4C}" dt="2025-10-28T16:32:47.930" v="4222" actId="20577"/>
        <pc:sldMkLst>
          <pc:docMk/>
          <pc:sldMk cId="3851234347" sldId="858"/>
        </pc:sldMkLst>
        <pc:spChg chg="mod">
          <ac:chgData name="Aleksey Zimin" userId="7f2637d0bc515791" providerId="LiveId" clId="{8553A319-8433-4677-8F80-E28D63617D4C}" dt="2025-10-28T14:58:59.319" v="1887" actId="20577"/>
          <ac:spMkLst>
            <pc:docMk/>
            <pc:sldMk cId="3851234347" sldId="858"/>
            <ac:spMk id="2" creationId="{BCA271B0-2712-EE95-0A7B-7EDE2ECDA786}"/>
          </ac:spMkLst>
        </pc:spChg>
        <pc:spChg chg="mod">
          <ac:chgData name="Aleksey Zimin" userId="7f2637d0bc515791" providerId="LiveId" clId="{8553A319-8433-4677-8F80-E28D63617D4C}" dt="2025-10-28T15:08:33.400" v="2262" actId="20577"/>
          <ac:spMkLst>
            <pc:docMk/>
            <pc:sldMk cId="3851234347" sldId="858"/>
            <ac:spMk id="3" creationId="{7FD262FE-8C30-EE82-BA92-B49DAF2A1EE1}"/>
          </ac:spMkLst>
        </pc:spChg>
        <pc:spChg chg="add mod">
          <ac:chgData name="Aleksey Zimin" userId="7f2637d0bc515791" providerId="LiveId" clId="{8553A319-8433-4677-8F80-E28D63617D4C}" dt="2025-10-28T16:32:47.930" v="4222" actId="20577"/>
          <ac:spMkLst>
            <pc:docMk/>
            <pc:sldMk cId="3851234347" sldId="858"/>
            <ac:spMk id="10" creationId="{A4DF6BDB-B240-D97E-DDC4-E15C830694FC}"/>
          </ac:spMkLst>
        </pc:spChg>
        <pc:spChg chg="add mod">
          <ac:chgData name="Aleksey Zimin" userId="7f2637d0bc515791" providerId="LiveId" clId="{8553A319-8433-4677-8F80-E28D63617D4C}" dt="2025-10-28T15:08:55.559" v="2266" actId="255"/>
          <ac:spMkLst>
            <pc:docMk/>
            <pc:sldMk cId="3851234347" sldId="858"/>
            <ac:spMk id="13" creationId="{99275A70-8BBE-B71F-9E8C-13FD0BF1A837}"/>
          </ac:spMkLst>
        </pc:spChg>
        <pc:picChg chg="add mod">
          <ac:chgData name="Aleksey Zimin" userId="7f2637d0bc515791" providerId="LiveId" clId="{8553A319-8433-4677-8F80-E28D63617D4C}" dt="2025-10-28T15:09:15.127" v="2268" actId="1076"/>
          <ac:picMkLst>
            <pc:docMk/>
            <pc:sldMk cId="3851234347" sldId="858"/>
            <ac:picMk id="15" creationId="{B93BD07C-4CCB-B5A4-E63E-281E743B16F6}"/>
          </ac:picMkLst>
        </pc:picChg>
      </pc:sldChg>
      <pc:sldChg chg="addSp modSp new mod">
        <pc:chgData name="Aleksey Zimin" userId="7f2637d0bc515791" providerId="LiveId" clId="{8553A319-8433-4677-8F80-E28D63617D4C}" dt="2025-10-28T15:21:24.584" v="2645" actId="20577"/>
        <pc:sldMkLst>
          <pc:docMk/>
          <pc:sldMk cId="2509772218" sldId="859"/>
        </pc:sldMkLst>
        <pc:spChg chg="mod">
          <ac:chgData name="Aleksey Zimin" userId="7f2637d0bc515791" providerId="LiveId" clId="{8553A319-8433-4677-8F80-E28D63617D4C}" dt="2025-10-28T15:11:35.862" v="2457" actId="20577"/>
          <ac:spMkLst>
            <pc:docMk/>
            <pc:sldMk cId="2509772218" sldId="859"/>
            <ac:spMk id="2" creationId="{5A9DAF30-71A0-6C7B-822A-B6663A1103CA}"/>
          </ac:spMkLst>
        </pc:spChg>
        <pc:spChg chg="mod">
          <ac:chgData name="Aleksey Zimin" userId="7f2637d0bc515791" providerId="LiveId" clId="{8553A319-8433-4677-8F80-E28D63617D4C}" dt="2025-10-28T15:21:24.584" v="2645" actId="20577"/>
          <ac:spMkLst>
            <pc:docMk/>
            <pc:sldMk cId="2509772218" sldId="859"/>
            <ac:spMk id="3" creationId="{4A771B00-CD65-4A23-B7A9-D52ECBC4DD9C}"/>
          </ac:spMkLst>
        </pc:spChg>
        <pc:spChg chg="add mod">
          <ac:chgData name="Aleksey Zimin" userId="7f2637d0bc515791" providerId="LiveId" clId="{8553A319-8433-4677-8F80-E28D63617D4C}" dt="2025-10-28T15:16:48.125" v="2567" actId="1076"/>
          <ac:spMkLst>
            <pc:docMk/>
            <pc:sldMk cId="2509772218" sldId="859"/>
            <ac:spMk id="5" creationId="{52EA02DB-91A1-5DD1-CA58-5411B37B6D37}"/>
          </ac:spMkLst>
        </pc:spChg>
        <pc:picChg chg="add mod">
          <ac:chgData name="Aleksey Zimin" userId="7f2637d0bc515791" providerId="LiveId" clId="{8553A319-8433-4677-8F80-E28D63617D4C}" dt="2025-10-28T15:16:45.444" v="2566" actId="1076"/>
          <ac:picMkLst>
            <pc:docMk/>
            <pc:sldMk cId="2509772218" sldId="859"/>
            <ac:picMk id="6" creationId="{44E81110-8A80-C523-87BE-AC44E25026DB}"/>
          </ac:picMkLst>
        </pc:picChg>
      </pc:sldChg>
      <pc:sldChg chg="modSp new mod modAnim">
        <pc:chgData name="Aleksey Zimin" userId="7f2637d0bc515791" providerId="LiveId" clId="{8553A319-8433-4677-8F80-E28D63617D4C}" dt="2025-10-28T15:25:57.807" v="2842"/>
        <pc:sldMkLst>
          <pc:docMk/>
          <pc:sldMk cId="3349687225" sldId="860"/>
        </pc:sldMkLst>
        <pc:spChg chg="mod">
          <ac:chgData name="Aleksey Zimin" userId="7f2637d0bc515791" providerId="LiveId" clId="{8553A319-8433-4677-8F80-E28D63617D4C}" dt="2025-10-28T15:20:06.125" v="2588" actId="20577"/>
          <ac:spMkLst>
            <pc:docMk/>
            <pc:sldMk cId="3349687225" sldId="860"/>
            <ac:spMk id="2" creationId="{BC80AA63-EDD4-D4F9-4059-40F3AF78221F}"/>
          </ac:spMkLst>
        </pc:spChg>
        <pc:spChg chg="mod">
          <ac:chgData name="Aleksey Zimin" userId="7f2637d0bc515791" providerId="LiveId" clId="{8553A319-8433-4677-8F80-E28D63617D4C}" dt="2025-10-28T15:21:59.760" v="2647" actId="20577"/>
          <ac:spMkLst>
            <pc:docMk/>
            <pc:sldMk cId="3349687225" sldId="860"/>
            <ac:spMk id="3" creationId="{5244FEAC-25B3-ADFF-A8CA-95514D172D76}"/>
          </ac:spMkLst>
        </pc:spChg>
      </pc:sldChg>
      <pc:sldChg chg="addSp delSp modSp new mod">
        <pc:chgData name="Aleksey Zimin" userId="7f2637d0bc515791" providerId="LiveId" clId="{8553A319-8433-4677-8F80-E28D63617D4C}" dt="2025-10-28T16:47:32.605" v="4782" actId="20577"/>
        <pc:sldMkLst>
          <pc:docMk/>
          <pc:sldMk cId="1777305015" sldId="861"/>
        </pc:sldMkLst>
        <pc:spChg chg="mod">
          <ac:chgData name="Aleksey Zimin" userId="7f2637d0bc515791" providerId="LiveId" clId="{8553A319-8433-4677-8F80-E28D63617D4C}" dt="2025-10-28T15:36:46.090" v="3356" actId="27636"/>
          <ac:spMkLst>
            <pc:docMk/>
            <pc:sldMk cId="1777305015" sldId="861"/>
            <ac:spMk id="2" creationId="{AF2437D8-7DD7-C7AD-D3ED-0A62003EA336}"/>
          </ac:spMkLst>
        </pc:spChg>
        <pc:spChg chg="mod">
          <ac:chgData name="Aleksey Zimin" userId="7f2637d0bc515791" providerId="LiveId" clId="{8553A319-8433-4677-8F80-E28D63617D4C}" dt="2025-10-28T16:47:32.605" v="4782" actId="20577"/>
          <ac:spMkLst>
            <pc:docMk/>
            <pc:sldMk cId="1777305015" sldId="861"/>
            <ac:spMk id="3" creationId="{12CE0587-976A-8645-BAF8-D412EA4D0C31}"/>
          </ac:spMkLst>
        </pc:spChg>
        <pc:spChg chg="add mod">
          <ac:chgData name="Aleksey Zimin" userId="7f2637d0bc515791" providerId="LiveId" clId="{8553A319-8433-4677-8F80-E28D63617D4C}" dt="2025-10-28T16:46:12.469" v="4748" actId="1076"/>
          <ac:spMkLst>
            <pc:docMk/>
            <pc:sldMk cId="1777305015" sldId="861"/>
            <ac:spMk id="5" creationId="{5EF8DDE3-56D6-EF6B-9117-DDB8731FFFEF}"/>
          </ac:spMkLst>
        </pc:spChg>
        <pc:spChg chg="add mod">
          <ac:chgData name="Aleksey Zimin" userId="7f2637d0bc515791" providerId="LiveId" clId="{8553A319-8433-4677-8F80-E28D63617D4C}" dt="2025-10-28T16:47:25.422" v="4775" actId="1076"/>
          <ac:spMkLst>
            <pc:docMk/>
            <pc:sldMk cId="1777305015" sldId="861"/>
            <ac:spMk id="7" creationId="{7B95C70B-BFD2-B94D-1FD5-8C83078724A2}"/>
          </ac:spMkLst>
        </pc:spChg>
      </pc:sldChg>
      <pc:sldChg chg="delSp modSp add mod">
        <pc:chgData name="Aleksey Zimin" userId="7f2637d0bc515791" providerId="LiveId" clId="{8553A319-8433-4677-8F80-E28D63617D4C}" dt="2025-10-29T13:42:37.044" v="5687" actId="20577"/>
        <pc:sldMkLst>
          <pc:docMk/>
          <pc:sldMk cId="3443782089" sldId="862"/>
        </pc:sldMkLst>
        <pc:spChg chg="mod">
          <ac:chgData name="Aleksey Zimin" userId="7f2637d0bc515791" providerId="LiveId" clId="{8553A319-8433-4677-8F80-E28D63617D4C}" dt="2025-10-29T13:42:37.044" v="5687" actId="20577"/>
          <ac:spMkLst>
            <pc:docMk/>
            <pc:sldMk cId="3443782089" sldId="862"/>
            <ac:spMk id="3" creationId="{A353E0F9-6B84-78E0-8AA7-8A09E45285D9}"/>
          </ac:spMkLst>
        </pc:spChg>
        <pc:spChg chg="mod">
          <ac:chgData name="Aleksey Zimin" userId="7f2637d0bc515791" providerId="LiveId" clId="{8553A319-8433-4677-8F80-E28D63617D4C}" dt="2025-10-28T16:39:51.793" v="4399"/>
          <ac:spMkLst>
            <pc:docMk/>
            <pc:sldMk cId="3443782089" sldId="862"/>
            <ac:spMk id="6" creationId="{78DD4042-8A43-3B28-FB99-A424D208671D}"/>
          </ac:spMkLst>
        </pc:spChg>
      </pc:sldChg>
      <pc:sldChg chg="addSp modSp new mod">
        <pc:chgData name="Aleksey Zimin" userId="7f2637d0bc515791" providerId="LiveId" clId="{8553A319-8433-4677-8F80-E28D63617D4C}" dt="2025-10-29T13:44:38.373" v="5874" actId="20577"/>
        <pc:sldMkLst>
          <pc:docMk/>
          <pc:sldMk cId="1731479648" sldId="863"/>
        </pc:sldMkLst>
        <pc:spChg chg="mod">
          <ac:chgData name="Aleksey Zimin" userId="7f2637d0bc515791" providerId="LiveId" clId="{8553A319-8433-4677-8F80-E28D63617D4C}" dt="2025-10-28T16:57:02.924" v="5281" actId="1076"/>
          <ac:spMkLst>
            <pc:docMk/>
            <pc:sldMk cId="1731479648" sldId="863"/>
            <ac:spMk id="2" creationId="{9FA55D9D-9CFA-E3E5-F3E9-76BB0B94B400}"/>
          </ac:spMkLst>
        </pc:spChg>
        <pc:spChg chg="mod">
          <ac:chgData name="Aleksey Zimin" userId="7f2637d0bc515791" providerId="LiveId" clId="{8553A319-8433-4677-8F80-E28D63617D4C}" dt="2025-10-29T13:44:38.373" v="5874" actId="20577"/>
          <ac:spMkLst>
            <pc:docMk/>
            <pc:sldMk cId="1731479648" sldId="863"/>
            <ac:spMk id="3" creationId="{8014B6AC-11A8-4B13-35A2-65F3080A2081}"/>
          </ac:spMkLst>
        </pc:spChg>
        <pc:spChg chg="add mod">
          <ac:chgData name="Aleksey Zimin" userId="7f2637d0bc515791" providerId="LiveId" clId="{8553A319-8433-4677-8F80-E28D63617D4C}" dt="2025-10-28T16:54:18.140" v="5043" actId="1076"/>
          <ac:spMkLst>
            <pc:docMk/>
            <pc:sldMk cId="1731479648" sldId="863"/>
            <ac:spMk id="5" creationId="{E8A5BDDE-0405-DA21-B4BA-46E66DDFB1FF}"/>
          </ac:spMkLst>
        </pc:spChg>
      </pc:sldChg>
      <pc:sldChg chg="modSp new mod">
        <pc:chgData name="Aleksey Zimin" userId="7f2637d0bc515791" providerId="LiveId" clId="{8553A319-8433-4677-8F80-E28D63617D4C}" dt="2025-10-29T14:08:36.653" v="6272" actId="114"/>
        <pc:sldMkLst>
          <pc:docMk/>
          <pc:sldMk cId="80240427" sldId="864"/>
        </pc:sldMkLst>
        <pc:spChg chg="mod">
          <ac:chgData name="Aleksey Zimin" userId="7f2637d0bc515791" providerId="LiveId" clId="{8553A319-8433-4677-8F80-E28D63617D4C}" dt="2025-10-29T14:02:57.241" v="6258" actId="1076"/>
          <ac:spMkLst>
            <pc:docMk/>
            <pc:sldMk cId="80240427" sldId="864"/>
            <ac:spMk id="2" creationId="{733C5DCC-C520-670E-6642-CE9D0E7199CB}"/>
          </ac:spMkLst>
        </pc:spChg>
        <pc:spChg chg="mod">
          <ac:chgData name="Aleksey Zimin" userId="7f2637d0bc515791" providerId="LiveId" clId="{8553A319-8433-4677-8F80-E28D63617D4C}" dt="2025-10-29T14:08:36.653" v="6272" actId="114"/>
          <ac:spMkLst>
            <pc:docMk/>
            <pc:sldMk cId="80240427" sldId="864"/>
            <ac:spMk id="3" creationId="{CB50CE74-1411-C091-C2D9-3D46CF9D22E3}"/>
          </ac:spMkLst>
        </pc:spChg>
      </pc:sldChg>
      <pc:sldChg chg="modSp new mod">
        <pc:chgData name="Aleksey Zimin" userId="7f2637d0bc515791" providerId="LiveId" clId="{8553A319-8433-4677-8F80-E28D63617D4C}" dt="2025-10-29T13:49:54.262" v="6119" actId="20577"/>
        <pc:sldMkLst>
          <pc:docMk/>
          <pc:sldMk cId="2634646025" sldId="865"/>
        </pc:sldMkLst>
        <pc:spChg chg="mod">
          <ac:chgData name="Aleksey Zimin" userId="7f2637d0bc515791" providerId="LiveId" clId="{8553A319-8433-4677-8F80-E28D63617D4C}" dt="2025-10-29T13:49:54.262" v="6119" actId="20577"/>
          <ac:spMkLst>
            <pc:docMk/>
            <pc:sldMk cId="2634646025" sldId="865"/>
            <ac:spMk id="2" creationId="{86FE0712-84F4-9B72-B202-DCC6B2B0EA25}"/>
          </ac:spMkLst>
        </pc:spChg>
      </pc:sldChg>
      <pc:sldChg chg="modSp new del mod">
        <pc:chgData name="Aleksey Zimin" userId="7f2637d0bc515791" providerId="LiveId" clId="{8553A319-8433-4677-8F80-E28D63617D4C}" dt="2025-10-29T14:12:21.893" v="6348" actId="47"/>
        <pc:sldMkLst>
          <pc:docMk/>
          <pc:sldMk cId="2313355111" sldId="866"/>
        </pc:sldMkLst>
        <pc:spChg chg="mod">
          <ac:chgData name="Aleksey Zimin" userId="7f2637d0bc515791" providerId="LiveId" clId="{8553A319-8433-4677-8F80-E28D63617D4C}" dt="2025-10-29T14:12:19.922" v="6347" actId="27636"/>
          <ac:spMkLst>
            <pc:docMk/>
            <pc:sldMk cId="2313355111" sldId="866"/>
            <ac:spMk id="2" creationId="{8ADF2922-68CE-A0B6-32C8-B0C38A69E1D1}"/>
          </ac:spMkLst>
        </pc:spChg>
      </pc:sldChg>
    </pc:docChg>
  </pc:docChgLst>
</pc:chgInfo>
</file>

<file path=ppt/drawings/_rels/vmlDrawing1.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10.409"/>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18.130"/>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27.75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36.607"/>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10.409"/>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18.130"/>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27.75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36.607"/>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10.409"/>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18.130"/>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27.75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10:36.607"/>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59:53.481"/>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59:53.482"/>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59:53.483"/>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4:59:53.484"/>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6"/>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8"/>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6"/>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8"/>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6"/>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8"/>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6"/>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8"/>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6"/>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8"/>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6"/>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8"/>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6"/>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8"/>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6"/>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7"/>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5:17:00.378"/>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6:23:32.824"/>
    </inkml:context>
    <inkml:brush xml:id="br0">
      <inkml:brushProperty name="width" value="0.035" units="cm"/>
      <inkml:brushProperty name="height" value="0.035" units="cm"/>
    </inkml:brush>
  </inkml:definitions>
  <inkml:trace contextRef="#ctx0" brushRef="#br0">1 971 24575,'4'-2'0,"1"1"0,-1-1 0,0 0 0,1 0 0,-1 0 0,0-1 0,0 1 0,0-1 0,-1 0 0,1 0 0,-1-1 0,4-3 0,1-1 0,191-195 0,23-19 0,-173 180 0,2 2 0,2 3 0,1 2 0,66-32 0,-51 39 0,2 3 0,100-22 0,149-14 0,93 7 0,-183 27 0,121 6 0,-137 14 0,520-3 0,-454 12 0,-187 3 0,0 4 0,116 28 0,-126-21 0,299 65 0,-105-20 0,-22 7 0,-212-55 0,79 33 0,-19-4 0,12 6 0,6 3 0,-83-37 0,-1 1 0,-1 2 0,0 1 0,-1 3 0,-1 0 0,38 33 0,-14-13 0,-41-30 0,0 2 0,0 0 0,-1 0 0,15 18 0,10 13 0,3-1 0,88 67 0,-118-98 0,0 1 0,-1 1 0,18 24 0,5 5 0,73 92 0,-59-71 0,-46-59 0,12 18 0,-16-16 0,-14-8 0,11 0 0,0-1 0,1 1 0,-1-1 0,1 0 0,-1 1 0,1-1 0,-1 0 0,1 0 0,0-1 0,0 1 0,0 0 0,0-1 0,0 1 0,1-1 0,-1 0 0,-1-3 0,-20-56 0,13 29 0,6 20 0,0-1 0,1 0 0,1 0 0,0 0 0,1-21 0,-7-40 0,23 103 0,-9-19 0,0 2 0,-1-1 0,7 19 0,24 132 0,-36-161 0,0 0 0,0 1 0,1-1 0,-1 0 0,0 1 0,0-1 0,0 1 0,0-1 0,0 1 0,0-1 0,1 0 0,-1 1 0,0-1 0,0 1 0,0-1 0,0 1 0,-1-1 0,1 1 0,0-1 0,0 0 0,0 1 0,0-1 0,0 1 0,0-1 0,-1 1 0,1-1 0,0 0 0,0 1 0,-1-1 0,1 0 0,0 1 0,-1-1 0,1 0 0,0 1 0,-1-1 0,1 0 0,-1 1 0,-18-6 0,-27-24 0,40 25 0,-126-79 0,131 83 0,0-1 0,0 1 0,0 0 0,0-1 0,1 1 0,-1-1 0,0 0 0,0 1 0,1-1 0,-1 0 0,0 1 0,1-1 0,-1 0 0,0 0 0,1 1 0,-1-1 0,1 0 0,0 0 0,-1 0 0,1 0 0,0 0 0,-1 0 0,1 1 0,0-1 0,0 0 0,0-2 0,0 3 0,1-1 0,0 0 0,0 0 0,0 1 0,0-1 0,0 1 0,-1-1 0,1 1 0,0-1 0,0 1 0,0-1 0,0 1 0,1 0 0,-1 0 0,0 0 0,0-1 0,0 1 0,2 0 0,4 0 0,0 0 0,0 0 0,0 1 0,-1-1 0,1 2 0,13 3 0,-16-3-151,-1 0-1,0 0 0,1 0 0,-1 0 1,0 1-1,0 0 0,-1 0 1,5 4-1,4 9-6674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6:23:32.825"/>
    </inkml:context>
    <inkml:brush xml:id="br0">
      <inkml:brushProperty name="width" value="0.035" units="cm"/>
      <inkml:brushProperty name="height" value="0.035" units="cm"/>
    </inkml:brush>
  </inkml:definitions>
  <inkml:trace contextRef="#ctx0" brushRef="#br0">6951 62 24575,'-48'44'0,"-2"-1"0,-71 46 0,-114 58 0,234-147 0,-217 122 0,174-100 0,-1-3 0,-2-1 0,-49 12 0,-497 132 0,375-97 0,-135 31 0,4-31 0,-362 20 0,519-80 0,-54 6 0,-679 16 0,647-29 0,133-10 0,34 2 0,18 4 0,1-4 0,0-3 0,0-5 0,-118-39 0,131 32 0,23 8 0,-65-31 0,-298-133 0,391 165 0,0 0 0,1-2 0,0 0 0,-41-40 0,41 32 0,-30-39 0,-14-13 0,40 49 0,-16-15 0,1-2 0,2-2 0,-49-72 0,19-3 0,71 124 0,4 11 0,4 15 0,23 41 0,56 100 0,-14-41 0,-65-121 0,-3-8 0,-3-17 0,-6-26 0,1 24 0,-1-1 0,-1 2 0,0-1 0,-2 1 0,-1 0 0,0 1 0,-27-35 0,-19-31 0,53 78 0,1 1 0,0-1 0,0 0 0,0 0 0,0 0 0,1 0 0,-2-13 0,8 22 0,-1 1 0,0 0 0,0 0 0,0 0 0,0 0 0,0 0 0,0 0 0,-1 1 0,3 4 0,22 30 0,3 0 0,1-2 0,1-2 0,3 0 0,44 33 0,-53-43 0,-22-12 0,-22-11 0,11-3-170,1 0-1,-1 0 0,0-1 1,1 0-1,-1 0 0,1-1 1,-9-6-1,2 0-6655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6:23:32.82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16:23:32.827"/>
    </inkml:context>
    <inkml:brush xml:id="br0">
      <inkml:brushProperty name="width" value="0.035" units="cm"/>
      <inkml:brushProperty name="height" value="0.035" units="cm"/>
    </inkml:brush>
  </inkml:definitions>
  <inkml:trace contextRef="#ctx0" brushRef="#br0">3809 1271 24575,'0'-14'0,"-2"1"0,1 0 0,-2 0 0,0 0 0,0 0 0,-1 1 0,-10-21 0,-51-84 0,22 44 0,14 13 0,-3 2 0,-3 2 0,-2 1 0,-79-89 0,51 78 0,-132-103 0,166 150 0,0 2 0,-1 0 0,-1 2 0,-40-12 0,9 3 0,-69-27 0,-1 5 0,-3 7 0,-214-33 0,238 59 0,0 4 0,-148 9 0,-219 51 0,450-46 0,-1 1 0,1 1 0,0 2 0,0 0 0,1 2 0,1 2 0,0 0 0,0 2 0,1 1 0,-26 21 0,-3 7 0,1 2 0,2 3 0,3 1 0,2 3 0,2 2 0,2 2 0,-61 107 0,53-70 0,19-38 0,3 2 0,-43 113 0,-25 152 0,72-246 0,16-53 0,2 1 0,1 0 0,1 0 0,0 0 0,0 28 0,4-9 0,-14 514 0,17-513 0,3 0 0,1 0 0,2 0 0,2-1 0,25 72 0,-21-79 0,10 35 0,45 94 0,-33-107 0,2-1 0,3-1 0,78 83 0,-94-112 0,0-2 0,2 0 0,1-2 0,1-1 0,1-2 0,50 30 0,28 4 0,1-4 0,3-6 0,2-4 0,2-5 0,0-5 0,3-5 0,0-6 0,1-4 0,146-1 0,214-17 0,-458 0 0,0-1 0,0 0 0,0-2 0,-1 0 0,24-11 0,-17 7 0,40-16 0,97-52 0,-57 24 0,92-47 0,-169 83 0,-1-2 0,-1-1 0,-1-2 0,35-34 0,-27 23 0,61-45 0,-62 52 0,0-2 0,42-44 0,-45 40 0,-20 22 0,-1 0 0,0-2 0,15-22 0,-25 34 0,1 0 0,-1 0 0,0-1 0,0 1 0,0 0 0,1 0 0,-1 0 0,0-1 0,0 1 0,0 0 0,0 0 0,0 0 0,0-1 0,1 1 0,-1 0 0,0 0 0,0-1 0,0 1 0,0 0 0,0 0 0,0-1 0,0 1 0,0 0 0,0 0 0,0-1 0,0 1 0,0 0 0,0 0 0,-1-1 0,1 1 0,0 0 0,0 0 0,0-1 0,0 1 0,0 0 0,0 0 0,-1-1 0,1 1 0,0 0 0,0 0 0,0 0 0,-1-1 0,-13 2 0,-17 11 0,7 0 0,-1-2 0,1 2 0,1 1 0,0 1 0,-30 24 0,44-30 0,-25 21 0,32-23 0,22-16 0,74-57 0,-71 49 0,0 1 0,1 2 0,0 0 0,32-14 0,-56 29 0,1-1 0,0 1 0,0-1 0,0 1 0,-1-1 0,1 1 0,0 0 0,0 0 0,0-1 0,0 1 0,0 0 0,0 0 0,0 0 0,0 0 0,-1 0 0,1 0 0,0 0 0,0 0 0,0 0 0,0 1 0,0-1 0,0 0 0,0 1 0,-1-1 0,1 0 0,0 1 0,0-1 0,1 2 0,-2-1 0,1 0 0,-1 1 0,1-1 0,-1 1 0,1-1 0,-1 0 0,0 1 0,0-1 0,0 1 0,0-1 0,0 1 0,0-1 0,0 1 0,0-1 0,-1 3 0,-20 53 0,-39 81 0,21-51 0,39-87 0,0 0 0,1 0 0,-1 1 0,0-1 0,0 0 0,0 0 0,0 0 0,0 0 0,0 1 0,0-1 0,0 0 0,0 0 0,0 0 0,0 0 0,0 1 0,0-1 0,0 0 0,0 0 0,0 0 0,-1 0 0,1 1 0,0-1 0,0 0 0,0 0 0,0 0 0,0 0 0,0 0 0,0 1 0,0-1 0,-1 0 0,1 0 0,0 0 0,0 0 0,0 0 0,0 0 0,0 0 0,-1 0 0,1 0 0,0 0 0,0 1 0,0-1 0,0 0 0,0 0 0,-1 0 0,1 0 0,0 0 0,0 0 0,0 0 0,0 0 0,-1 0 0,1 0 0,0 0 0,0-1 0,0 1 0,0 0 0,-1 0 0,1 0 0,0 0 0,0 0 0,0 0 0,0 0 0,0 0 0,-1 0 0,1 0 0,0-1 0,0 1 0,0 0 0,-4-18 0,2-24 0,2 16-227,1 0-1,1 0 1,1 0-1,1 0 1,15-44-1,-14 56-6598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313FD6-7C7B-4426-BFC4-490AC0CFBE05}" type="slidenum">
              <a:rPr lang="en-US" smtClean="0"/>
              <a:t>21</a:t>
            </a:fld>
            <a:endParaRPr lang="en-US"/>
          </a:p>
        </p:txBody>
      </p:sp>
    </p:spTree>
    <p:extLst>
      <p:ext uri="{BB962C8B-B14F-4D97-AF65-F5344CB8AC3E}">
        <p14:creationId xmlns:p14="http://schemas.microsoft.com/office/powerpoint/2010/main" val="302781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F93E5-F2C6-7703-F603-1479BF5564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45217-3DBB-69F2-441F-5C61441BB7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185C6-F4D9-8DBA-32CD-2B750CF1A3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FD0F73-5C71-CA5C-7736-330387F70BF6}"/>
              </a:ext>
            </a:extLst>
          </p:cNvPr>
          <p:cNvSpPr>
            <a:spLocks noGrp="1"/>
          </p:cNvSpPr>
          <p:nvPr>
            <p:ph type="sldNum" sz="quarter" idx="5"/>
          </p:nvPr>
        </p:nvSpPr>
        <p:spPr/>
        <p:txBody>
          <a:bodyPr/>
          <a:lstStyle/>
          <a:p>
            <a:fld id="{A6313FD6-7C7B-4426-BFC4-490AC0CFBE05}" type="slidenum">
              <a:rPr lang="en-US" smtClean="0"/>
              <a:t>22</a:t>
            </a:fld>
            <a:endParaRPr lang="en-US"/>
          </a:p>
        </p:txBody>
      </p:sp>
    </p:spTree>
    <p:extLst>
      <p:ext uri="{BB962C8B-B14F-4D97-AF65-F5344CB8AC3E}">
        <p14:creationId xmlns:p14="http://schemas.microsoft.com/office/powerpoint/2010/main" val="52405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35789-7209-E4FA-78AE-28CAC5953A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51DF9-E25B-5888-C2A7-922517CCE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7F188-369C-D6E3-A338-D6B73A25C3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AC868F-AB89-2C0A-1EB7-F88661B5C956}"/>
              </a:ext>
            </a:extLst>
          </p:cNvPr>
          <p:cNvSpPr>
            <a:spLocks noGrp="1"/>
          </p:cNvSpPr>
          <p:nvPr>
            <p:ph type="sldNum" sz="quarter" idx="5"/>
          </p:nvPr>
        </p:nvSpPr>
        <p:spPr/>
        <p:txBody>
          <a:bodyPr/>
          <a:lstStyle/>
          <a:p>
            <a:fld id="{A6313FD6-7C7B-4426-BFC4-490AC0CFBE05}" type="slidenum">
              <a:rPr lang="en-US" smtClean="0"/>
              <a:t>23</a:t>
            </a:fld>
            <a:endParaRPr lang="en-US"/>
          </a:p>
        </p:txBody>
      </p:sp>
    </p:spTree>
    <p:extLst>
      <p:ext uri="{BB962C8B-B14F-4D97-AF65-F5344CB8AC3E}">
        <p14:creationId xmlns:p14="http://schemas.microsoft.com/office/powerpoint/2010/main" val="4281364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11/3/2025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1.emf"/><Relationship Id="rId5" Type="http://schemas.openxmlformats.org/officeDocument/2006/relationships/oleObject" Target="../embeddings/oleObject2.bin"/><Relationship Id="rId4" Type="http://schemas.openxmlformats.org/officeDocument/2006/relationships/image" Target="../media/image10.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3.emf"/><Relationship Id="rId5" Type="http://schemas.openxmlformats.org/officeDocument/2006/relationships/oleObject" Target="../embeddings/oleObject4.bin"/><Relationship Id="rId4" Type="http://schemas.openxmlformats.org/officeDocument/2006/relationships/image" Target="../media/image12.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hyperlink" Target="http://ccb.jhu.edu/software/stringtie/gff.shtml"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ccb.jhu.edu/software/stringtie/gff.shtml"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hyperlink" Target="http://ccb.jhu.edu/software/stringtie/gff.sht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hyperlink" Target="http://ccb.jhu.edu/software/stringtie/gff.shtml"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0.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250.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32.png"/><Relationship Id="rId7" Type="http://schemas.openxmlformats.org/officeDocument/2006/relationships/image" Target="../media/image34.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33.png"/><Relationship Id="rId4" Type="http://schemas.openxmlformats.org/officeDocument/2006/relationships/customXml" Target="../ink/ink2.xml"/><Relationship Id="rId9" Type="http://schemas.openxmlformats.org/officeDocument/2006/relationships/image" Target="../media/image35.png"/></Relationships>
</file>

<file path=ppt/slides/_rels/slide40.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customXml" Target="../ink/ink5.xml"/><Relationship Id="rId1" Type="http://schemas.openxmlformats.org/officeDocument/2006/relationships/slideLayout" Target="../slideLayouts/slideLayout2.xml"/><Relationship Id="rId6" Type="http://schemas.openxmlformats.org/officeDocument/2006/relationships/customXml" Target="../ink/ink7.xml"/><Relationship Id="rId5" Type="http://schemas.openxmlformats.org/officeDocument/2006/relationships/image" Target="../media/image37.png"/><Relationship Id="rId4" Type="http://schemas.openxmlformats.org/officeDocument/2006/relationships/customXml" Target="../ink/ink6.xml"/><Relationship Id="rId9" Type="http://schemas.openxmlformats.org/officeDocument/2006/relationships/image" Target="../media/image39.png"/></Relationships>
</file>

<file path=ppt/slides/_rels/slide41.xml.rels><?xml version="1.0" encoding="UTF-8" standalone="yes"?>
<Relationships xmlns="http://schemas.openxmlformats.org/package/2006/relationships"><Relationship Id="rId8" Type="http://schemas.openxmlformats.org/officeDocument/2006/relationships/customXml" Target="../ink/ink12.xml"/><Relationship Id="rId13" Type="http://schemas.openxmlformats.org/officeDocument/2006/relationships/customXml" Target="../ink/ink15.xml"/><Relationship Id="rId3" Type="http://schemas.openxmlformats.org/officeDocument/2006/relationships/image" Target="../media/image36.png"/><Relationship Id="rId7" Type="http://schemas.openxmlformats.org/officeDocument/2006/relationships/image" Target="../media/image38.png"/><Relationship Id="rId12" Type="http://schemas.openxmlformats.org/officeDocument/2006/relationships/customXml" Target="../ink/ink14.xml"/><Relationship Id="rId2" Type="http://schemas.openxmlformats.org/officeDocument/2006/relationships/customXml" Target="../ink/ink9.xml"/><Relationship Id="rId16"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customXml" Target="../ink/ink11.xml"/><Relationship Id="rId11" Type="http://schemas.openxmlformats.org/officeDocument/2006/relationships/image" Target="../media/image40.png"/><Relationship Id="rId5" Type="http://schemas.openxmlformats.org/officeDocument/2006/relationships/image" Target="../media/image37.png"/><Relationship Id="rId15" Type="http://schemas.openxmlformats.org/officeDocument/2006/relationships/customXml" Target="../ink/ink16.xml"/><Relationship Id="rId10" Type="http://schemas.openxmlformats.org/officeDocument/2006/relationships/customXml" Target="../ink/ink13.xml"/><Relationship Id="rId4" Type="http://schemas.openxmlformats.org/officeDocument/2006/relationships/customXml" Target="../ink/ink10.xml"/><Relationship Id="rId9" Type="http://schemas.openxmlformats.org/officeDocument/2006/relationships/image" Target="../media/image39.png"/><Relationship Id="rId14" Type="http://schemas.openxmlformats.org/officeDocument/2006/relationships/image" Target="../media/image41.png"/></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customXml" Target="../ink/ink20.xml"/><Relationship Id="rId3" Type="http://schemas.openxmlformats.org/officeDocument/2006/relationships/image" Target="../media/image32.png"/><Relationship Id="rId7" Type="http://schemas.openxmlformats.org/officeDocument/2006/relationships/image" Target="../media/image34.png"/><Relationship Id="rId2" Type="http://schemas.openxmlformats.org/officeDocument/2006/relationships/customXml" Target="../ink/ink17.xml"/><Relationship Id="rId1" Type="http://schemas.openxmlformats.org/officeDocument/2006/relationships/slideLayout" Target="../slideLayouts/slideLayout2.xml"/><Relationship Id="rId6" Type="http://schemas.openxmlformats.org/officeDocument/2006/relationships/customXml" Target="../ink/ink19.xml"/><Relationship Id="rId5" Type="http://schemas.openxmlformats.org/officeDocument/2006/relationships/image" Target="../media/image33.png"/><Relationship Id="rId4" Type="http://schemas.openxmlformats.org/officeDocument/2006/relationships/customXml" Target="../ink/ink18.xml"/><Relationship Id="rId9" Type="http://schemas.openxmlformats.org/officeDocument/2006/relationships/image" Target="../media/image35.png"/></Relationships>
</file>

<file path=ppt/slides/_rels/slide49.xml.rels><?xml version="1.0" encoding="UTF-8" standalone="yes"?>
<Relationships xmlns="http://schemas.openxmlformats.org/package/2006/relationships"><Relationship Id="rId8" Type="http://schemas.openxmlformats.org/officeDocument/2006/relationships/customXml" Target="../ink/ink24.xml"/><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customXml" Target="../ink/ink21.xml"/><Relationship Id="rId1" Type="http://schemas.openxmlformats.org/officeDocument/2006/relationships/slideLayout" Target="../slideLayouts/slideLayout2.xml"/><Relationship Id="rId6" Type="http://schemas.openxmlformats.org/officeDocument/2006/relationships/customXml" Target="../ink/ink23.xml"/><Relationship Id="rId5" Type="http://schemas.openxmlformats.org/officeDocument/2006/relationships/image" Target="../media/image37.png"/><Relationship Id="rId4" Type="http://schemas.openxmlformats.org/officeDocument/2006/relationships/customXml" Target="../ink/ink22.xml"/><Relationship Id="rId9" Type="http://schemas.openxmlformats.org/officeDocument/2006/relationships/image" Target="../media/image39.png"/></Relationships>
</file>

<file path=ppt/slides/_rels/slide50.xml.rels><?xml version="1.0" encoding="UTF-8" standalone="yes"?>
<Relationships xmlns="http://schemas.openxmlformats.org/package/2006/relationships"><Relationship Id="rId8" Type="http://schemas.openxmlformats.org/officeDocument/2006/relationships/customXml" Target="../ink/ink28.xml"/><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customXml" Target="../ink/ink25.xml"/><Relationship Id="rId1" Type="http://schemas.openxmlformats.org/officeDocument/2006/relationships/slideLayout" Target="../slideLayouts/slideLayout2.xml"/><Relationship Id="rId6" Type="http://schemas.openxmlformats.org/officeDocument/2006/relationships/customXml" Target="../ink/ink27.xml"/><Relationship Id="rId5" Type="http://schemas.openxmlformats.org/officeDocument/2006/relationships/image" Target="../media/image37.png"/><Relationship Id="rId4" Type="http://schemas.openxmlformats.org/officeDocument/2006/relationships/customXml" Target="../ink/ink26.xml"/><Relationship Id="rId9" Type="http://schemas.openxmlformats.org/officeDocument/2006/relationships/image" Target="../media/image39.png"/></Relationships>
</file>

<file path=ppt/slides/_rels/slide51.xml.rels><?xml version="1.0" encoding="UTF-8" standalone="yes"?>
<Relationships xmlns="http://schemas.openxmlformats.org/package/2006/relationships"><Relationship Id="rId8" Type="http://schemas.openxmlformats.org/officeDocument/2006/relationships/customXml" Target="../ink/ink32.xml"/><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customXml" Target="../ink/ink29.xml"/><Relationship Id="rId1" Type="http://schemas.openxmlformats.org/officeDocument/2006/relationships/slideLayout" Target="../slideLayouts/slideLayout2.xml"/><Relationship Id="rId6" Type="http://schemas.openxmlformats.org/officeDocument/2006/relationships/customXml" Target="../ink/ink31.xml"/><Relationship Id="rId5" Type="http://schemas.openxmlformats.org/officeDocument/2006/relationships/image" Target="../media/image37.png"/><Relationship Id="rId4" Type="http://schemas.openxmlformats.org/officeDocument/2006/relationships/customXml" Target="../ink/ink30.xml"/><Relationship Id="rId9" Type="http://schemas.openxmlformats.org/officeDocument/2006/relationships/image" Target="../media/image39.png"/></Relationships>
</file>

<file path=ppt/slides/_rels/slide52.xml.rels><?xml version="1.0" encoding="UTF-8" standalone="yes"?>
<Relationships xmlns="http://schemas.openxmlformats.org/package/2006/relationships"><Relationship Id="rId8" Type="http://schemas.openxmlformats.org/officeDocument/2006/relationships/customXml" Target="../ink/ink36.xml"/><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customXml" Target="../ink/ink33.xml"/><Relationship Id="rId1" Type="http://schemas.openxmlformats.org/officeDocument/2006/relationships/slideLayout" Target="../slideLayouts/slideLayout2.xml"/><Relationship Id="rId6" Type="http://schemas.openxmlformats.org/officeDocument/2006/relationships/customXml" Target="../ink/ink35.xml"/><Relationship Id="rId5" Type="http://schemas.openxmlformats.org/officeDocument/2006/relationships/image" Target="../media/image37.png"/><Relationship Id="rId4" Type="http://schemas.openxmlformats.org/officeDocument/2006/relationships/customXml" Target="../ink/ink34.xml"/><Relationship Id="rId9" Type="http://schemas.openxmlformats.org/officeDocument/2006/relationships/image" Target="../media/image39.png"/></Relationships>
</file>

<file path=ppt/slides/_rels/slide53.xml.rels><?xml version="1.0" encoding="UTF-8" standalone="yes"?>
<Relationships xmlns="http://schemas.openxmlformats.org/package/2006/relationships"><Relationship Id="rId8" Type="http://schemas.openxmlformats.org/officeDocument/2006/relationships/customXml" Target="../ink/ink40.xml"/><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customXml" Target="../ink/ink37.xml"/><Relationship Id="rId1" Type="http://schemas.openxmlformats.org/officeDocument/2006/relationships/slideLayout" Target="../slideLayouts/slideLayout2.xml"/><Relationship Id="rId6" Type="http://schemas.openxmlformats.org/officeDocument/2006/relationships/customXml" Target="../ink/ink39.xml"/><Relationship Id="rId5" Type="http://schemas.openxmlformats.org/officeDocument/2006/relationships/image" Target="../media/image37.png"/><Relationship Id="rId4" Type="http://schemas.openxmlformats.org/officeDocument/2006/relationships/customXml" Target="../ink/ink38.xml"/><Relationship Id="rId9" Type="http://schemas.openxmlformats.org/officeDocument/2006/relationships/image" Target="../media/image39.png"/></Relationships>
</file>

<file path=ppt/slides/_rels/slide54.xml.rels><?xml version="1.0" encoding="UTF-8" standalone="yes"?>
<Relationships xmlns="http://schemas.openxmlformats.org/package/2006/relationships"><Relationship Id="rId8" Type="http://schemas.openxmlformats.org/officeDocument/2006/relationships/customXml" Target="../ink/ink44.xml"/><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customXml" Target="../ink/ink41.xml"/><Relationship Id="rId1" Type="http://schemas.openxmlformats.org/officeDocument/2006/relationships/slideLayout" Target="../slideLayouts/slideLayout2.xml"/><Relationship Id="rId6" Type="http://schemas.openxmlformats.org/officeDocument/2006/relationships/customXml" Target="../ink/ink43.xml"/><Relationship Id="rId5" Type="http://schemas.openxmlformats.org/officeDocument/2006/relationships/image" Target="../media/image37.png"/><Relationship Id="rId4" Type="http://schemas.openxmlformats.org/officeDocument/2006/relationships/customXml" Target="../ink/ink42.xml"/><Relationship Id="rId9" Type="http://schemas.openxmlformats.org/officeDocument/2006/relationships/image" Target="../media/image39.png"/></Relationships>
</file>

<file path=ppt/slides/_rels/slide55.xml.rels><?xml version="1.0" encoding="UTF-8" standalone="yes"?>
<Relationships xmlns="http://schemas.openxmlformats.org/package/2006/relationships"><Relationship Id="rId8" Type="http://schemas.openxmlformats.org/officeDocument/2006/relationships/customXml" Target="../ink/ink48.xml"/><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customXml" Target="../ink/ink45.xml"/><Relationship Id="rId1" Type="http://schemas.openxmlformats.org/officeDocument/2006/relationships/slideLayout" Target="../slideLayouts/slideLayout2.xml"/><Relationship Id="rId6" Type="http://schemas.openxmlformats.org/officeDocument/2006/relationships/customXml" Target="../ink/ink47.xml"/><Relationship Id="rId5" Type="http://schemas.openxmlformats.org/officeDocument/2006/relationships/image" Target="../media/image37.png"/><Relationship Id="rId4" Type="http://schemas.openxmlformats.org/officeDocument/2006/relationships/customXml" Target="../ink/ink46.xml"/><Relationship Id="rId9" Type="http://schemas.openxmlformats.org/officeDocument/2006/relationships/image" Target="../media/image3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customXml" Target="../ink/ink52.xml"/><Relationship Id="rId3" Type="http://schemas.openxmlformats.org/officeDocument/2006/relationships/image" Target="../media/image36.png"/><Relationship Id="rId7" Type="http://schemas.openxmlformats.org/officeDocument/2006/relationships/image" Target="../media/image48.png"/><Relationship Id="rId2" Type="http://schemas.openxmlformats.org/officeDocument/2006/relationships/customXml" Target="../ink/ink49.xml"/><Relationship Id="rId1" Type="http://schemas.openxmlformats.org/officeDocument/2006/relationships/slideLayout" Target="../slideLayouts/slideLayout2.xml"/><Relationship Id="rId6" Type="http://schemas.openxmlformats.org/officeDocument/2006/relationships/customXml" Target="../ink/ink51.xml"/><Relationship Id="rId5" Type="http://schemas.openxmlformats.org/officeDocument/2006/relationships/image" Target="../media/image47.png"/><Relationship Id="rId4" Type="http://schemas.openxmlformats.org/officeDocument/2006/relationships/customXml" Target="../ink/ink50.xml"/><Relationship Id="rId9" Type="http://schemas.openxmlformats.org/officeDocument/2006/relationships/image" Target="../media/image4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27074-6C76-4B66-80C9-856F75BD8054}"/>
              </a:ext>
            </a:extLst>
          </p:cNvPr>
          <p:cNvSpPr>
            <a:spLocks noGrp="1"/>
          </p:cNvSpPr>
          <p:nvPr>
            <p:ph type="sldNum" sz="quarter" idx="12"/>
          </p:nvPr>
        </p:nvSpPr>
        <p:spPr/>
        <p:txBody>
          <a:bodyPr/>
          <a:lstStyle/>
          <a:p>
            <a:fld id="{B82CCC60-E8CD-4174-8B1A-7DF615B22EEF}" type="slidenum">
              <a:rPr lang="en-US" smtClean="0"/>
              <a:pPr/>
              <a:t>1</a:t>
            </a:fld>
            <a:endParaRPr lang="en-US"/>
          </a:p>
        </p:txBody>
      </p:sp>
      <p:sp>
        <p:nvSpPr>
          <p:cNvPr id="6" name="TextBox 5">
            <a:extLst>
              <a:ext uri="{FF2B5EF4-FFF2-40B4-BE49-F238E27FC236}">
                <a16:creationId xmlns:a16="http://schemas.microsoft.com/office/drawing/2014/main" id="{3DF0520F-6299-4676-8176-653C51F4D7A4}"/>
              </a:ext>
            </a:extLst>
          </p:cNvPr>
          <p:cNvSpPr txBox="1"/>
          <p:nvPr/>
        </p:nvSpPr>
        <p:spPr>
          <a:xfrm>
            <a:off x="1308659" y="2437886"/>
            <a:ext cx="9677025" cy="769441"/>
          </a:xfrm>
          <a:prstGeom prst="rect">
            <a:avLst/>
          </a:prstGeom>
          <a:noFill/>
        </p:spPr>
        <p:txBody>
          <a:bodyPr wrap="square">
            <a:spAutoFit/>
          </a:bodyPr>
          <a:lstStyle/>
          <a:p>
            <a:r>
              <a:rPr lang="en-US" sz="4400" b="1" i="1" dirty="0">
                <a:solidFill>
                  <a:srgbClr val="BE0260"/>
                </a:solidFill>
              </a:rPr>
              <a:t>Week 10</a:t>
            </a:r>
            <a:endParaRPr lang="en-US" sz="3200" b="1" dirty="0">
              <a:solidFill>
                <a:srgbClr val="BE0260"/>
              </a:solidFill>
            </a:endParaRPr>
          </a:p>
        </p:txBody>
      </p:sp>
      <p:sp>
        <p:nvSpPr>
          <p:cNvPr id="2" name="TextBox 1">
            <a:extLst>
              <a:ext uri="{FF2B5EF4-FFF2-40B4-BE49-F238E27FC236}">
                <a16:creationId xmlns:a16="http://schemas.microsoft.com/office/drawing/2014/main" id="{5C89679F-F038-40F8-96EA-47D38F6DFC66}"/>
              </a:ext>
            </a:extLst>
          </p:cNvPr>
          <p:cNvSpPr txBox="1"/>
          <p:nvPr/>
        </p:nvSpPr>
        <p:spPr>
          <a:xfrm>
            <a:off x="1308659" y="4376878"/>
            <a:ext cx="9574682" cy="1200329"/>
          </a:xfrm>
          <a:prstGeom prst="rect">
            <a:avLst/>
          </a:prstGeom>
          <a:noFill/>
        </p:spPr>
        <p:txBody>
          <a:bodyPr wrap="square" rtlCol="0">
            <a:spAutoFit/>
          </a:bodyPr>
          <a:lstStyle/>
          <a:p>
            <a:r>
              <a:rPr lang="en-US" sz="2400" dirty="0"/>
              <a:t>Alexey V. Zimin</a:t>
            </a:r>
            <a:br>
              <a:rPr lang="en-US" sz="2400" dirty="0"/>
            </a:br>
            <a:r>
              <a:rPr lang="en-US" sz="2400" dirty="0"/>
              <a:t> </a:t>
            </a:r>
          </a:p>
          <a:p>
            <a:pPr algn="just"/>
            <a:r>
              <a:rPr lang="en-US" sz="2400" dirty="0"/>
              <a:t>JHU </a:t>
            </a:r>
            <a:r>
              <a:rPr lang="en-US" sz="2400"/>
              <a:t>BME 580.417/707</a:t>
            </a:r>
            <a:endParaRPr lang="en-US" sz="2400" dirty="0"/>
          </a:p>
        </p:txBody>
      </p:sp>
    </p:spTree>
    <p:extLst>
      <p:ext uri="{BB962C8B-B14F-4D97-AF65-F5344CB8AC3E}">
        <p14:creationId xmlns:p14="http://schemas.microsoft.com/office/powerpoint/2010/main" val="1052403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958E8-6553-6846-4A14-22724CEEB930}"/>
              </a:ext>
            </a:extLst>
          </p:cNvPr>
          <p:cNvSpPr>
            <a:spLocks noGrp="1"/>
          </p:cNvSpPr>
          <p:nvPr>
            <p:ph type="title"/>
          </p:nvPr>
        </p:nvSpPr>
        <p:spPr/>
        <p:txBody>
          <a:bodyPr>
            <a:normAutofit fontScale="90000"/>
          </a:bodyPr>
          <a:lstStyle/>
          <a:p>
            <a:r>
              <a:rPr lang="en-US" dirty="0"/>
              <a:t>Lab #5: Jaccard similarity</a:t>
            </a:r>
          </a:p>
        </p:txBody>
      </p:sp>
      <p:sp>
        <p:nvSpPr>
          <p:cNvPr id="3" name="Content Placeholder 2">
            <a:extLst>
              <a:ext uri="{FF2B5EF4-FFF2-40B4-BE49-F238E27FC236}">
                <a16:creationId xmlns:a16="http://schemas.microsoft.com/office/drawing/2014/main" id="{15BAB270-8CBA-89C2-3120-EF8B9E1726C7}"/>
              </a:ext>
            </a:extLst>
          </p:cNvPr>
          <p:cNvSpPr>
            <a:spLocks noGrp="1"/>
          </p:cNvSpPr>
          <p:nvPr>
            <p:ph idx="1"/>
          </p:nvPr>
        </p:nvSpPr>
        <p:spPr>
          <a:xfrm>
            <a:off x="598620" y="1596540"/>
            <a:ext cx="10972800" cy="5261460"/>
          </a:xfrm>
        </p:spPr>
        <p:txBody>
          <a:bodyPr>
            <a:normAutofit fontScale="70000" lnSpcReduction="20000"/>
          </a:bodyPr>
          <a:lstStyle/>
          <a:p>
            <a:r>
              <a:rPr lang="en-US" dirty="0"/>
              <a:t>In this lab assignment you will write set of functions to compute Jaccard similarity between genomes based on comparison of their fixed size sketches. Due November 10</a:t>
            </a:r>
            <a:r>
              <a:rPr lang="en-US" baseline="30000" dirty="0"/>
              <a:t>th</a:t>
            </a:r>
            <a:r>
              <a:rPr lang="en-US" dirty="0"/>
              <a:t> at 8:00pm</a:t>
            </a:r>
          </a:p>
          <a:p>
            <a:r>
              <a:rPr lang="en-US" dirty="0"/>
              <a:t>The goal is to write a Python script named </a:t>
            </a:r>
            <a:r>
              <a:rPr lang="en-US" b="1" dirty="0"/>
              <a:t>jaccard.py</a:t>
            </a:r>
            <a:r>
              <a:rPr lang="en-US" dirty="0"/>
              <a:t> containing the following functions:</a:t>
            </a:r>
          </a:p>
          <a:p>
            <a:pPr lvl="1"/>
            <a:r>
              <a:rPr lang="en-US" i="1" dirty="0" err="1"/>
              <a:t>reverse_complement</a:t>
            </a:r>
            <a:r>
              <a:rPr lang="en-US" i="1" dirty="0"/>
              <a:t>(seq): </a:t>
            </a:r>
            <a:r>
              <a:rPr lang="en-US" dirty="0"/>
              <a:t>returns reverse complement of sequence seq; </a:t>
            </a:r>
            <a:r>
              <a:rPr lang="en-US" u="sng" dirty="0"/>
              <a:t>reuse this function from Lab #2</a:t>
            </a:r>
            <a:r>
              <a:rPr lang="en-US" dirty="0"/>
              <a:t>.</a:t>
            </a:r>
          </a:p>
          <a:p>
            <a:pPr lvl="1"/>
            <a:r>
              <a:rPr lang="en-US" i="1" dirty="0" err="1"/>
              <a:t>compute_num_value</a:t>
            </a:r>
            <a:r>
              <a:rPr lang="en-US" i="1" dirty="0"/>
              <a:t> (seq): </a:t>
            </a:r>
            <a:r>
              <a:rPr lang="en-US" dirty="0"/>
              <a:t>returns minimum numerical value between forward and reverse versions of the sequence </a:t>
            </a:r>
            <a:r>
              <a:rPr lang="en-US" i="1" dirty="0"/>
              <a:t>seq</a:t>
            </a:r>
            <a:r>
              <a:rPr lang="en-US" dirty="0"/>
              <a:t>; </a:t>
            </a:r>
            <a:r>
              <a:rPr lang="en-US" u="sng" dirty="0"/>
              <a:t>reuse this function from Lab #2</a:t>
            </a:r>
            <a:r>
              <a:rPr lang="en-US" dirty="0"/>
              <a:t>.</a:t>
            </a:r>
          </a:p>
          <a:p>
            <a:pPr lvl="1"/>
            <a:r>
              <a:rPr lang="en-US" dirty="0"/>
              <a:t>(G:30pt,U:30pt) </a:t>
            </a:r>
            <a:r>
              <a:rPr lang="en-US" i="1" dirty="0" err="1"/>
              <a:t>load_fasta_to_dict</a:t>
            </a:r>
            <a:r>
              <a:rPr lang="en-US" i="1" dirty="0"/>
              <a:t>(</a:t>
            </a:r>
            <a:r>
              <a:rPr lang="en-US" i="1" dirty="0" err="1"/>
              <a:t>fasta_path</a:t>
            </a:r>
            <a:r>
              <a:rPr lang="en-US" i="1" dirty="0"/>
              <a:t>): </a:t>
            </a:r>
            <a:r>
              <a:rPr lang="en-US" dirty="0"/>
              <a:t>parses fasta file </a:t>
            </a:r>
            <a:r>
              <a:rPr lang="en-US" i="1" dirty="0" err="1"/>
              <a:t>fasta_path</a:t>
            </a:r>
            <a:r>
              <a:rPr lang="en-US" i="1" dirty="0"/>
              <a:t> </a:t>
            </a:r>
            <a:r>
              <a:rPr lang="en-US" dirty="0"/>
              <a:t>and returns a dictionary where keys are names of fasta sequences, and values are the genome sequences</a:t>
            </a:r>
          </a:p>
          <a:p>
            <a:pPr lvl="1"/>
            <a:r>
              <a:rPr lang="en-US" dirty="0"/>
              <a:t>(G:30pt,U:30pt) </a:t>
            </a:r>
            <a:r>
              <a:rPr lang="en-US" i="1" dirty="0" err="1"/>
              <a:t>compute_sketch</a:t>
            </a:r>
            <a:r>
              <a:rPr lang="en-US" i="1" dirty="0"/>
              <a:t>(</a:t>
            </a:r>
            <a:r>
              <a:rPr lang="en-US" i="1" dirty="0" err="1"/>
              <a:t>seq_dict,k,s</a:t>
            </a:r>
            <a:r>
              <a:rPr lang="en-US" i="1" dirty="0"/>
              <a:t>): </a:t>
            </a:r>
            <a:r>
              <a:rPr lang="en-US" dirty="0"/>
              <a:t>returns a sketch, which is an array of </a:t>
            </a:r>
            <a:r>
              <a:rPr lang="en-US" i="1" dirty="0"/>
              <a:t>s</a:t>
            </a:r>
            <a:r>
              <a:rPr lang="en-US" dirty="0"/>
              <a:t> smallest distinct integer k-</a:t>
            </a:r>
            <a:r>
              <a:rPr lang="en-US" dirty="0" err="1"/>
              <a:t>mer</a:t>
            </a:r>
            <a:r>
              <a:rPr lang="en-US" dirty="0"/>
              <a:t> values sorted from </a:t>
            </a:r>
            <a:r>
              <a:rPr lang="en-US" b="1" dirty="0"/>
              <a:t>smallest to largest</a:t>
            </a:r>
            <a:r>
              <a:rPr lang="en-US" dirty="0"/>
              <a:t> for all k-</a:t>
            </a:r>
            <a:r>
              <a:rPr lang="en-US" dirty="0" err="1"/>
              <a:t>mers</a:t>
            </a:r>
            <a:r>
              <a:rPr lang="en-US" dirty="0"/>
              <a:t> of size </a:t>
            </a:r>
            <a:r>
              <a:rPr lang="en-US" i="1" dirty="0"/>
              <a:t>k</a:t>
            </a:r>
            <a:r>
              <a:rPr lang="en-US" dirty="0"/>
              <a:t> in all genome sequences in </a:t>
            </a:r>
            <a:r>
              <a:rPr lang="en-US" i="1" dirty="0" err="1"/>
              <a:t>seq_dict</a:t>
            </a:r>
            <a:endParaRPr lang="en-US" i="1" dirty="0"/>
          </a:p>
          <a:p>
            <a:pPr lvl="1"/>
            <a:r>
              <a:rPr lang="en-US" dirty="0"/>
              <a:t>(G:30pt,U:40pt) </a:t>
            </a:r>
            <a:r>
              <a:rPr lang="en-US" i="1" dirty="0" err="1"/>
              <a:t>compare_sketches</a:t>
            </a:r>
            <a:r>
              <a:rPr lang="en-US" i="1" dirty="0"/>
              <a:t>(sketch1,sketch2,s): </a:t>
            </a:r>
            <a:r>
              <a:rPr lang="en-US" dirty="0"/>
              <a:t>computes Jaccard similarity for sketches </a:t>
            </a:r>
            <a:r>
              <a:rPr lang="en-US" i="1" dirty="0"/>
              <a:t>sketch1</a:t>
            </a:r>
            <a:r>
              <a:rPr lang="en-US" dirty="0"/>
              <a:t> and </a:t>
            </a:r>
            <a:r>
              <a:rPr lang="en-US" i="1" dirty="0"/>
              <a:t>sketch2</a:t>
            </a:r>
            <a:r>
              <a:rPr lang="en-US" dirty="0"/>
              <a:t> of size </a:t>
            </a:r>
            <a:r>
              <a:rPr lang="en-US" i="1" dirty="0"/>
              <a:t>s, </a:t>
            </a:r>
            <a:r>
              <a:rPr lang="en-US" dirty="0"/>
              <a:t>returns a floating-point number between 0 and 1</a:t>
            </a:r>
            <a:r>
              <a:rPr lang="en-US" i="1" dirty="0"/>
              <a:t>.</a:t>
            </a:r>
          </a:p>
          <a:p>
            <a:r>
              <a:rPr lang="en-US" dirty="0"/>
              <a:t>Graduate students only: (10pt) download two HIV virus sequences from NCBI: accessions GCA_003109165.1 and GCA_003109225.1; use s=20, vary K from 6 to 101, plot Jaccard(K,s).  At what value of K Jaccard similarity becomes equal to 0? Upload a figure containing plot of Jaccard(K,s) as function of K. Add a box with value of K’ where Jaccard (K’,20)==0</a:t>
            </a:r>
          </a:p>
        </p:txBody>
      </p:sp>
      <p:sp>
        <p:nvSpPr>
          <p:cNvPr id="4" name="Slide Number Placeholder 3">
            <a:extLst>
              <a:ext uri="{FF2B5EF4-FFF2-40B4-BE49-F238E27FC236}">
                <a16:creationId xmlns:a16="http://schemas.microsoft.com/office/drawing/2014/main" id="{72CAADF0-F1F7-C3B8-ED06-EFFA1A9808E4}"/>
              </a:ext>
            </a:extLst>
          </p:cNvPr>
          <p:cNvSpPr>
            <a:spLocks noGrp="1"/>
          </p:cNvSpPr>
          <p:nvPr>
            <p:ph type="sldNum" sz="quarter" idx="12"/>
          </p:nvPr>
        </p:nvSpPr>
        <p:spPr/>
        <p:txBody>
          <a:bodyPr/>
          <a:lstStyle/>
          <a:p>
            <a:fld id="{B82CCC60-E8CD-4174-8B1A-7DF615B22EEF}" type="slidenum">
              <a:rPr lang="en-US" smtClean="0"/>
              <a:pPr/>
              <a:t>2</a:t>
            </a:fld>
            <a:endParaRPr lang="en-US" dirty="0"/>
          </a:p>
        </p:txBody>
      </p:sp>
    </p:spTree>
    <p:extLst>
      <p:ext uri="{BB962C8B-B14F-4D97-AF65-F5344CB8AC3E}">
        <p14:creationId xmlns:p14="http://schemas.microsoft.com/office/powerpoint/2010/main" val="1812347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4263-242C-6CC7-B01C-AFEB51159959}"/>
              </a:ext>
            </a:extLst>
          </p:cNvPr>
          <p:cNvSpPr>
            <a:spLocks noGrp="1"/>
          </p:cNvSpPr>
          <p:nvPr>
            <p:ph type="title"/>
          </p:nvPr>
        </p:nvSpPr>
        <p:spPr/>
        <p:txBody>
          <a:bodyPr>
            <a:normAutofit fontScale="90000"/>
          </a:bodyPr>
          <a:lstStyle/>
          <a:p>
            <a:r>
              <a:rPr lang="en-US"/>
              <a:t>Jaccard similarity </a:t>
            </a:r>
            <a:r>
              <a:rPr lang="en-US" dirty="0"/>
              <a:t>example</a:t>
            </a:r>
          </a:p>
        </p:txBody>
      </p:sp>
      <p:sp>
        <p:nvSpPr>
          <p:cNvPr id="4" name="Slide Number Placeholder 3">
            <a:extLst>
              <a:ext uri="{FF2B5EF4-FFF2-40B4-BE49-F238E27FC236}">
                <a16:creationId xmlns:a16="http://schemas.microsoft.com/office/drawing/2014/main" id="{DF16F097-DD93-03E1-4C18-E74BAA43F5DD}"/>
              </a:ext>
            </a:extLst>
          </p:cNvPr>
          <p:cNvSpPr>
            <a:spLocks noGrp="1"/>
          </p:cNvSpPr>
          <p:nvPr>
            <p:ph type="sldNum" sz="quarter" idx="12"/>
          </p:nvPr>
        </p:nvSpPr>
        <p:spPr/>
        <p:txBody>
          <a:bodyPr/>
          <a:lstStyle/>
          <a:p>
            <a:fld id="{B82CCC60-E8CD-4174-8B1A-7DF615B22EEF}" type="slidenum">
              <a:rPr lang="en-US" smtClean="0"/>
              <a:pPr/>
              <a:t>3</a:t>
            </a:fld>
            <a:endParaRPr lang="en-US"/>
          </a:p>
        </p:txBody>
      </p:sp>
      <p:pic>
        <p:nvPicPr>
          <p:cNvPr id="6" name="Picture 5">
            <a:extLst>
              <a:ext uri="{FF2B5EF4-FFF2-40B4-BE49-F238E27FC236}">
                <a16:creationId xmlns:a16="http://schemas.microsoft.com/office/drawing/2014/main" id="{7DF11E5F-D808-C7A6-A6C8-ABC8D0FF5E7F}"/>
              </a:ext>
            </a:extLst>
          </p:cNvPr>
          <p:cNvPicPr>
            <a:picLocks noChangeAspect="1"/>
          </p:cNvPicPr>
          <p:nvPr/>
        </p:nvPicPr>
        <p:blipFill>
          <a:blip r:embed="rId2"/>
          <a:stretch>
            <a:fillRect/>
          </a:stretch>
        </p:blipFill>
        <p:spPr>
          <a:xfrm>
            <a:off x="950685" y="2356839"/>
            <a:ext cx="7586294" cy="4501161"/>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09F9420-DCE3-AB8F-F68E-52DDC1D0B528}"/>
                  </a:ext>
                </a:extLst>
              </p:cNvPr>
              <p:cNvSpPr txBox="1"/>
              <p:nvPr/>
            </p:nvSpPr>
            <p:spPr>
              <a:xfrm>
                <a:off x="4743832" y="5074047"/>
                <a:ext cx="5783943" cy="90948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𝐽</m:t>
                      </m:r>
                      <m:r>
                        <a:rPr lang="en-US" sz="2800" b="0" i="1" smtClean="0">
                          <a:latin typeface="Cambria Math" panose="02040503050406030204" pitchFamily="18" charset="0"/>
                        </a:rPr>
                        <m:t>(</m:t>
                      </m:r>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𝐵</m:t>
                                  </m:r>
                                  <m:r>
                                    <a:rPr lang="en-US" sz="2800" b="0" i="1" smtClean="0">
                                      <a:latin typeface="Cambria Math" panose="02040503050406030204" pitchFamily="18" charset="0"/>
                                    </a:rPr>
                                    <m:t>)</m:t>
                                  </m:r>
                                  <m:nary>
                                    <m:naryPr>
                                      <m:chr m:val="⋂"/>
                                      <m:subHide m:val="on"/>
                                      <m:supHide m:val="on"/>
                                      <m:ctrlPr>
                                        <a:rPr lang="en-US" sz="2800" b="0" i="1" smtClean="0">
                                          <a:latin typeface="Cambria Math" panose="02040503050406030204" pitchFamily="18" charset="0"/>
                                        </a:rPr>
                                      </m:ctrlPr>
                                    </m:naryPr>
                                    <m:sub/>
                                    <m:sup/>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r>
                                        <a:rPr lang="en-US" sz="2800" b="0" i="1" smtClean="0">
                                          <a:latin typeface="Cambria Math" panose="02040503050406030204" pitchFamily="18" charset="0"/>
                                        </a:rPr>
                                        <m:t>)</m:t>
                                      </m:r>
                                    </m:e>
                                  </m:nary>
                                  <m:nary>
                                    <m:naryPr>
                                      <m:chr m:val="⋂"/>
                                      <m:subHide m:val="on"/>
                                      <m:supHide m:val="on"/>
                                      <m:ctrlPr>
                                        <a:rPr lang="en-US" sz="2800" b="0" i="1" smtClean="0">
                                          <a:latin typeface="Cambria Math" panose="02040503050406030204" pitchFamily="18" charset="0"/>
                                        </a:rPr>
                                      </m:ctrlPr>
                                    </m:naryPr>
                                    <m:sub/>
                                    <m:sup/>
                                    <m:e>
                                      <m:r>
                                        <a:rPr lang="en-US" sz="2800" b="0" i="1" smtClean="0">
                                          <a:latin typeface="Cambria Math" panose="02040503050406030204" pitchFamily="18" charset="0"/>
                                        </a:rPr>
                                        <m:t>𝑆</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e>
                              </m:nary>
                            </m:e>
                          </m:d>
                        </m:num>
                        <m:den>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a:latin typeface="Cambria Math" panose="02040503050406030204" pitchFamily="18" charset="0"/>
                                    </a:rPr>
                                  </m:ctrlPr>
                                </m:naryPr>
                                <m:sub/>
                                <m:sup/>
                                <m:e>
                                  <m:r>
                                    <a:rPr lang="en-US" sz="2800" i="1">
                                      <a:latin typeface="Cambria Math" panose="02040503050406030204" pitchFamily="18" charset="0"/>
                                    </a:rPr>
                                    <m:t>𝐵</m:t>
                                  </m:r>
                                  <m:r>
                                    <a:rPr lang="en-US" sz="2800" i="1">
                                      <a:latin typeface="Cambria Math" panose="02040503050406030204" pitchFamily="18" charset="0"/>
                                    </a:rPr>
                                    <m:t>) </m:t>
                                  </m:r>
                                </m:e>
                              </m:nary>
                            </m:e>
                          </m:d>
                        </m:den>
                      </m:f>
                    </m:oMath>
                  </m:oMathPara>
                </a14:m>
                <a:endParaRPr lang="en-US" sz="2800" dirty="0"/>
              </a:p>
            </p:txBody>
          </p:sp>
        </mc:Choice>
        <mc:Fallback xmlns="">
          <p:sp>
            <p:nvSpPr>
              <p:cNvPr id="7" name="TextBox 6">
                <a:extLst>
                  <a:ext uri="{FF2B5EF4-FFF2-40B4-BE49-F238E27FC236}">
                    <a16:creationId xmlns:a16="http://schemas.microsoft.com/office/drawing/2014/main" id="{509F9420-DCE3-AB8F-F68E-52DDC1D0B528}"/>
                  </a:ext>
                </a:extLst>
              </p:cNvPr>
              <p:cNvSpPr txBox="1">
                <a:spLocks noRot="1" noChangeAspect="1" noMove="1" noResize="1" noEditPoints="1" noAdjustHandles="1" noChangeArrowheads="1" noChangeShapeType="1" noTextEdit="1"/>
              </p:cNvSpPr>
              <p:nvPr/>
            </p:nvSpPr>
            <p:spPr>
              <a:xfrm>
                <a:off x="4743832" y="5074047"/>
                <a:ext cx="5783943" cy="909480"/>
              </a:xfrm>
              <a:prstGeom prst="rect">
                <a:avLst/>
              </a:prstGeom>
              <a:blipFill>
                <a:blip r:embed="rId3"/>
                <a:stretch>
                  <a:fillRect/>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7BF95251-9893-30FB-7630-A9AFBA80724F}"/>
              </a:ext>
            </a:extLst>
          </p:cNvPr>
          <p:cNvPicPr>
            <a:picLocks noChangeAspect="1"/>
          </p:cNvPicPr>
          <p:nvPr/>
        </p:nvPicPr>
        <p:blipFill>
          <a:blip r:embed="rId4"/>
          <a:stretch>
            <a:fillRect/>
          </a:stretch>
        </p:blipFill>
        <p:spPr>
          <a:xfrm>
            <a:off x="3077028" y="1329213"/>
            <a:ext cx="7679346" cy="980215"/>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C8472F7-10E2-DEB7-8AAB-3E44B78188C9}"/>
                  </a:ext>
                </a:extLst>
              </p:cNvPr>
              <p:cNvSpPr txBox="1"/>
              <p:nvPr/>
            </p:nvSpPr>
            <p:spPr>
              <a:xfrm>
                <a:off x="1531256" y="2309428"/>
                <a:ext cx="805543" cy="52322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𝑆</m:t>
                      </m:r>
                      <m:r>
                        <a:rPr lang="en-US" sz="2800" i="1" smtClean="0">
                          <a:latin typeface="Cambria Math" panose="02040503050406030204" pitchFamily="18" charset="0"/>
                        </a:rPr>
                        <m:t>(</m:t>
                      </m:r>
                      <m:r>
                        <a:rPr lang="en-US" sz="2800" i="1" smtClean="0">
                          <a:latin typeface="Cambria Math" panose="02040503050406030204" pitchFamily="18" charset="0"/>
                        </a:rPr>
                        <m:t>𝐴</m:t>
                      </m:r>
                      <m:r>
                        <a:rPr lang="en-US" sz="2800" i="1" smtClean="0">
                          <a:latin typeface="Cambria Math" panose="02040503050406030204" pitchFamily="18" charset="0"/>
                        </a:rPr>
                        <m:t>) </m:t>
                      </m:r>
                    </m:oMath>
                  </m:oMathPara>
                </a14:m>
                <a:endParaRPr lang="en-US" sz="2800" dirty="0"/>
              </a:p>
            </p:txBody>
          </p:sp>
        </mc:Choice>
        <mc:Fallback xmlns="">
          <p:sp>
            <p:nvSpPr>
              <p:cNvPr id="11" name="TextBox 10">
                <a:extLst>
                  <a:ext uri="{FF2B5EF4-FFF2-40B4-BE49-F238E27FC236}">
                    <a16:creationId xmlns:a16="http://schemas.microsoft.com/office/drawing/2014/main" id="{DC8472F7-10E2-DEB7-8AAB-3E44B78188C9}"/>
                  </a:ext>
                </a:extLst>
              </p:cNvPr>
              <p:cNvSpPr txBox="1">
                <a:spLocks noRot="1" noChangeAspect="1" noMove="1" noResize="1" noEditPoints="1" noAdjustHandles="1" noChangeArrowheads="1" noChangeShapeType="1" noTextEdit="1"/>
              </p:cNvSpPr>
              <p:nvPr/>
            </p:nvSpPr>
            <p:spPr>
              <a:xfrm>
                <a:off x="1531256" y="2309428"/>
                <a:ext cx="805543"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C831720-D3D5-94BD-3BF6-78A0FD0F4890}"/>
                  </a:ext>
                </a:extLst>
              </p:cNvPr>
              <p:cNvSpPr txBox="1"/>
              <p:nvPr/>
            </p:nvSpPr>
            <p:spPr>
              <a:xfrm>
                <a:off x="1465942" y="4468998"/>
                <a:ext cx="805543" cy="52322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𝑆</m:t>
                      </m:r>
                      <m:r>
                        <a:rPr lang="en-US" sz="2800" i="1" smtClean="0">
                          <a:latin typeface="Cambria Math" panose="02040503050406030204" pitchFamily="18" charset="0"/>
                        </a:rPr>
                        <m:t>(</m:t>
                      </m:r>
                      <m:r>
                        <a:rPr lang="en-US" sz="2800" b="0" i="1" smtClean="0">
                          <a:latin typeface="Cambria Math" panose="02040503050406030204" pitchFamily="18" charset="0"/>
                        </a:rPr>
                        <m:t>𝐵</m:t>
                      </m:r>
                      <m:r>
                        <a:rPr lang="en-US" sz="2800" i="1" smtClean="0">
                          <a:latin typeface="Cambria Math" panose="02040503050406030204" pitchFamily="18" charset="0"/>
                        </a:rPr>
                        <m:t>) </m:t>
                      </m:r>
                    </m:oMath>
                  </m:oMathPara>
                </a14:m>
                <a:endParaRPr lang="en-US" sz="2800" dirty="0"/>
              </a:p>
            </p:txBody>
          </p:sp>
        </mc:Choice>
        <mc:Fallback xmlns="">
          <p:sp>
            <p:nvSpPr>
              <p:cNvPr id="12" name="TextBox 11">
                <a:extLst>
                  <a:ext uri="{FF2B5EF4-FFF2-40B4-BE49-F238E27FC236}">
                    <a16:creationId xmlns:a16="http://schemas.microsoft.com/office/drawing/2014/main" id="{6C831720-D3D5-94BD-3BF6-78A0FD0F4890}"/>
                  </a:ext>
                </a:extLst>
              </p:cNvPr>
              <p:cNvSpPr txBox="1">
                <a:spLocks noRot="1" noChangeAspect="1" noMove="1" noResize="1" noEditPoints="1" noAdjustHandles="1" noChangeArrowheads="1" noChangeShapeType="1" noTextEdit="1"/>
              </p:cNvSpPr>
              <p:nvPr/>
            </p:nvSpPr>
            <p:spPr>
              <a:xfrm>
                <a:off x="1465942" y="4468998"/>
                <a:ext cx="80554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AA15ABC-03D7-7630-6A8D-D6CDE5B828B6}"/>
                  </a:ext>
                </a:extLst>
              </p:cNvPr>
              <p:cNvSpPr txBox="1"/>
              <p:nvPr/>
            </p:nvSpPr>
            <p:spPr>
              <a:xfrm>
                <a:off x="2518228" y="2932742"/>
                <a:ext cx="1465944" cy="992516"/>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𝑆</m:t>
                      </m:r>
                      <m:r>
                        <a:rPr lang="en-US" sz="2400" i="1" smtClean="0">
                          <a:latin typeface="Cambria Math" panose="02040503050406030204" pitchFamily="18" charset="0"/>
                        </a:rPr>
                        <m:t>(</m:t>
                      </m:r>
                      <m:r>
                        <a:rPr lang="en-US" sz="2400" i="1" smtClean="0">
                          <a:latin typeface="Cambria Math" panose="02040503050406030204" pitchFamily="18" charset="0"/>
                        </a:rPr>
                        <m:t>𝐴</m:t>
                      </m:r>
                      <m:nary>
                        <m:naryPr>
                          <m:chr m:val="⋃"/>
                          <m:subHide m:val="on"/>
                          <m:supHide m:val="on"/>
                          <m:ctrlPr>
                            <a:rPr lang="en-US" sz="2400" i="1" smtClean="0">
                              <a:latin typeface="Cambria Math" panose="02040503050406030204" pitchFamily="18" charset="0"/>
                            </a:rPr>
                          </m:ctrlPr>
                        </m:naryPr>
                        <m:sub/>
                        <m:sup/>
                        <m:e>
                          <m:r>
                            <a:rPr lang="en-US" sz="2400" b="0" i="1" smtClean="0">
                              <a:latin typeface="Cambria Math" panose="02040503050406030204" pitchFamily="18" charset="0"/>
                            </a:rPr>
                            <m:t>𝐵</m:t>
                          </m:r>
                          <m:r>
                            <a:rPr lang="en-US" sz="2400" b="0" i="1" smtClean="0">
                              <a:latin typeface="Cambria Math" panose="02040503050406030204" pitchFamily="18" charset="0"/>
                            </a:rPr>
                            <m:t>)</m:t>
                          </m:r>
                        </m:e>
                      </m:nary>
                    </m:oMath>
                  </m:oMathPara>
                </a14:m>
                <a:endParaRPr lang="en-US" sz="2400" dirty="0"/>
              </a:p>
            </p:txBody>
          </p:sp>
        </mc:Choice>
        <mc:Fallback xmlns="">
          <p:sp>
            <p:nvSpPr>
              <p:cNvPr id="13" name="TextBox 12">
                <a:extLst>
                  <a:ext uri="{FF2B5EF4-FFF2-40B4-BE49-F238E27FC236}">
                    <a16:creationId xmlns:a16="http://schemas.microsoft.com/office/drawing/2014/main" id="{7AA15ABC-03D7-7630-6A8D-D6CDE5B828B6}"/>
                  </a:ext>
                </a:extLst>
              </p:cNvPr>
              <p:cNvSpPr txBox="1">
                <a:spLocks noRot="1" noChangeAspect="1" noMove="1" noResize="1" noEditPoints="1" noAdjustHandles="1" noChangeArrowheads="1" noChangeShapeType="1" noTextEdit="1"/>
              </p:cNvSpPr>
              <p:nvPr/>
            </p:nvSpPr>
            <p:spPr>
              <a:xfrm>
                <a:off x="2518228" y="2932742"/>
                <a:ext cx="1465944" cy="992516"/>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44876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B8FCB-73ED-8DDD-93C0-2D14E24CB9C3}"/>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D81C5115-8A33-E86F-8D76-7D36BE76A7A5}"/>
              </a:ext>
            </a:extLst>
          </p:cNvPr>
          <p:cNvSpPr>
            <a:spLocks noGrp="1"/>
          </p:cNvSpPr>
          <p:nvPr>
            <p:ph idx="1"/>
          </p:nvPr>
        </p:nvSpPr>
        <p:spPr>
          <a:xfrm>
            <a:off x="598620" y="1596540"/>
            <a:ext cx="4970907" cy="5124936"/>
          </a:xfrm>
        </p:spPr>
        <p:txBody>
          <a:bodyPr>
            <a:normAutofit lnSpcReduction="10000"/>
          </a:bodyPr>
          <a:lstStyle/>
          <a:p>
            <a:r>
              <a:rPr lang="en-US" dirty="0"/>
              <a:t>Use spliced alignments</a:t>
            </a:r>
          </a:p>
          <a:p>
            <a:r>
              <a:rPr lang="en-US" dirty="0"/>
              <a:t>Typically faster and more accurate</a:t>
            </a:r>
          </a:p>
          <a:p>
            <a:r>
              <a:rPr lang="en-US" dirty="0"/>
              <a:t>Build </a:t>
            </a:r>
            <a:r>
              <a:rPr lang="en-US" i="1" dirty="0"/>
              <a:t>splice graph:</a:t>
            </a:r>
          </a:p>
          <a:p>
            <a:pPr lvl="1"/>
            <a:r>
              <a:rPr lang="en-US" dirty="0"/>
              <a:t>Nodes are exons</a:t>
            </a:r>
          </a:p>
          <a:p>
            <a:pPr lvl="1"/>
            <a:r>
              <a:rPr lang="en-US" dirty="0"/>
              <a:t>Edges are introns</a:t>
            </a:r>
          </a:p>
          <a:p>
            <a:pPr lvl="1"/>
            <a:r>
              <a:rPr lang="en-US" dirty="0"/>
              <a:t>Edge weight is the number of spliced reads</a:t>
            </a:r>
          </a:p>
          <a:p>
            <a:r>
              <a:rPr lang="en-US" dirty="0"/>
              <a:t>Remember that these data represent several linear transcripts</a:t>
            </a:r>
          </a:p>
        </p:txBody>
      </p:sp>
      <p:sp>
        <p:nvSpPr>
          <p:cNvPr id="4" name="Slide Number Placeholder 3">
            <a:extLst>
              <a:ext uri="{FF2B5EF4-FFF2-40B4-BE49-F238E27FC236}">
                <a16:creationId xmlns:a16="http://schemas.microsoft.com/office/drawing/2014/main" id="{2A1FD99D-5F07-0441-DA42-26D97D6949C5}"/>
              </a:ext>
            </a:extLst>
          </p:cNvPr>
          <p:cNvSpPr>
            <a:spLocks noGrp="1"/>
          </p:cNvSpPr>
          <p:nvPr>
            <p:ph type="sldNum" sz="quarter" idx="12"/>
          </p:nvPr>
        </p:nvSpPr>
        <p:spPr/>
        <p:txBody>
          <a:bodyPr/>
          <a:lstStyle/>
          <a:p>
            <a:fld id="{B82CCC60-E8CD-4174-8B1A-7DF615B22EEF}" type="slidenum">
              <a:rPr lang="en-US" smtClean="0"/>
              <a:pPr/>
              <a:t>4</a:t>
            </a:fld>
            <a:endParaRPr lang="en-US"/>
          </a:p>
        </p:txBody>
      </p:sp>
      <p:pic>
        <p:nvPicPr>
          <p:cNvPr id="6" name="Picture 5">
            <a:extLst>
              <a:ext uri="{FF2B5EF4-FFF2-40B4-BE49-F238E27FC236}">
                <a16:creationId xmlns:a16="http://schemas.microsoft.com/office/drawing/2014/main" id="{770E8454-EDB9-F313-7508-D659A7DF43B8}"/>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12E39988-27F3-BD0D-FD4F-3B4D1610A782}"/>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Tree>
    <p:extLst>
      <p:ext uri="{BB962C8B-B14F-4D97-AF65-F5344CB8AC3E}">
        <p14:creationId xmlns:p14="http://schemas.microsoft.com/office/powerpoint/2010/main" val="2068933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76769-3BB3-9D98-65BC-4DE6E616B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DBFAC-04B0-8310-4F4E-270443094130}"/>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0714195D-A767-9659-DDA1-23587D59564F}"/>
              </a:ext>
            </a:extLst>
          </p:cNvPr>
          <p:cNvSpPr>
            <a:spLocks noGrp="1"/>
          </p:cNvSpPr>
          <p:nvPr>
            <p:ph idx="1"/>
          </p:nvPr>
        </p:nvSpPr>
        <p:spPr>
          <a:xfrm>
            <a:off x="598620" y="1596540"/>
            <a:ext cx="4970907" cy="4581150"/>
          </a:xfrm>
        </p:spPr>
        <p:txBody>
          <a:bodyPr>
            <a:normAutofit fontScale="92500" lnSpcReduction="10000"/>
          </a:bodyPr>
          <a:lstStyle/>
          <a:p>
            <a:r>
              <a:rPr lang="en-US" dirty="0"/>
              <a:t>Can be solved as a variant of </a:t>
            </a:r>
            <a:r>
              <a:rPr lang="en-US" i="1" dirty="0"/>
              <a:t>maximum flow </a:t>
            </a:r>
            <a:r>
              <a:rPr lang="en-US" dirty="0"/>
              <a:t>problem</a:t>
            </a:r>
          </a:p>
          <a:p>
            <a:r>
              <a:rPr lang="en-US" dirty="0"/>
              <a:t>The problem: distribute paths</a:t>
            </a:r>
            <a:r>
              <a:rPr lang="en-US"/>
              <a:t>(flows)  </a:t>
            </a:r>
            <a:r>
              <a:rPr lang="en-US" dirty="0"/>
              <a:t>between several linear transcripts</a:t>
            </a:r>
          </a:p>
          <a:p>
            <a:r>
              <a:rPr lang="en-US" dirty="0"/>
              <a:t>Algorithm: </a:t>
            </a:r>
          </a:p>
          <a:p>
            <a:pPr lvl="1"/>
            <a:r>
              <a:rPr lang="en-US" dirty="0"/>
              <a:t>Compute the path of heaviest coverage</a:t>
            </a:r>
          </a:p>
          <a:p>
            <a:pPr lvl="1"/>
            <a:r>
              <a:rPr lang="en-US" dirty="0"/>
              <a:t>Remove the reads used in the path</a:t>
            </a:r>
          </a:p>
          <a:p>
            <a:pPr lvl="1"/>
            <a:r>
              <a:rPr lang="en-US" dirty="0"/>
              <a:t>iterate</a:t>
            </a:r>
          </a:p>
        </p:txBody>
      </p:sp>
      <p:sp>
        <p:nvSpPr>
          <p:cNvPr id="4" name="Slide Number Placeholder 3">
            <a:extLst>
              <a:ext uri="{FF2B5EF4-FFF2-40B4-BE49-F238E27FC236}">
                <a16:creationId xmlns:a16="http://schemas.microsoft.com/office/drawing/2014/main" id="{3CB789D3-06F2-FC77-BADE-3F6B2303F541}"/>
              </a:ext>
            </a:extLst>
          </p:cNvPr>
          <p:cNvSpPr>
            <a:spLocks noGrp="1"/>
          </p:cNvSpPr>
          <p:nvPr>
            <p:ph type="sldNum" sz="quarter" idx="12"/>
          </p:nvPr>
        </p:nvSpPr>
        <p:spPr/>
        <p:txBody>
          <a:bodyPr/>
          <a:lstStyle/>
          <a:p>
            <a:fld id="{B82CCC60-E8CD-4174-8B1A-7DF615B22EEF}" type="slidenum">
              <a:rPr lang="en-US" smtClean="0"/>
              <a:pPr/>
              <a:t>5</a:t>
            </a:fld>
            <a:endParaRPr lang="en-US"/>
          </a:p>
        </p:txBody>
      </p:sp>
      <p:pic>
        <p:nvPicPr>
          <p:cNvPr id="6" name="Picture 5">
            <a:extLst>
              <a:ext uri="{FF2B5EF4-FFF2-40B4-BE49-F238E27FC236}">
                <a16:creationId xmlns:a16="http://schemas.microsoft.com/office/drawing/2014/main" id="{199C9638-0304-684A-D4FF-F9B86446983B}"/>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887CB075-DB85-4070-7EB0-681537271ECC}"/>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Tree>
    <p:extLst>
      <p:ext uri="{BB962C8B-B14F-4D97-AF65-F5344CB8AC3E}">
        <p14:creationId xmlns:p14="http://schemas.microsoft.com/office/powerpoint/2010/main" val="2622166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48E07-771E-28C1-81AA-B358535A4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5722D-FE48-BC1F-6D65-6F842DF021E7}"/>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290F84CA-11C3-FE17-D1F8-EB5ED3AC57B4}"/>
              </a:ext>
            </a:extLst>
          </p:cNvPr>
          <p:cNvSpPr>
            <a:spLocks noGrp="1"/>
          </p:cNvSpPr>
          <p:nvPr>
            <p:ph idx="1"/>
          </p:nvPr>
        </p:nvSpPr>
        <p:spPr>
          <a:xfrm>
            <a:off x="598620" y="1596540"/>
            <a:ext cx="4970907" cy="4581150"/>
          </a:xfrm>
        </p:spPr>
        <p:txBody>
          <a:bodyPr>
            <a:normAutofit/>
          </a:bodyPr>
          <a:lstStyle/>
          <a:p>
            <a:r>
              <a:rPr lang="en-US" dirty="0"/>
              <a:t>Path: 1-2-3-4-6 f=3</a:t>
            </a:r>
          </a:p>
          <a:p>
            <a:endParaRPr lang="en-US" dirty="0"/>
          </a:p>
        </p:txBody>
      </p:sp>
      <p:sp>
        <p:nvSpPr>
          <p:cNvPr id="4" name="Slide Number Placeholder 3">
            <a:extLst>
              <a:ext uri="{FF2B5EF4-FFF2-40B4-BE49-F238E27FC236}">
                <a16:creationId xmlns:a16="http://schemas.microsoft.com/office/drawing/2014/main" id="{9F0C04EC-E66E-726D-76C1-5EA462FD85FD}"/>
              </a:ext>
            </a:extLst>
          </p:cNvPr>
          <p:cNvSpPr>
            <a:spLocks noGrp="1"/>
          </p:cNvSpPr>
          <p:nvPr>
            <p:ph type="sldNum" sz="quarter" idx="12"/>
          </p:nvPr>
        </p:nvSpPr>
        <p:spPr/>
        <p:txBody>
          <a:bodyPr/>
          <a:lstStyle/>
          <a:p>
            <a:fld id="{B82CCC60-E8CD-4174-8B1A-7DF615B22EEF}" type="slidenum">
              <a:rPr lang="en-US" smtClean="0"/>
              <a:pPr/>
              <a:t>6</a:t>
            </a:fld>
            <a:endParaRPr lang="en-US"/>
          </a:p>
        </p:txBody>
      </p:sp>
      <p:pic>
        <p:nvPicPr>
          <p:cNvPr id="6" name="Picture 5">
            <a:extLst>
              <a:ext uri="{FF2B5EF4-FFF2-40B4-BE49-F238E27FC236}">
                <a16:creationId xmlns:a16="http://schemas.microsoft.com/office/drawing/2014/main" id="{BAA57B4D-B9D9-888A-5D3A-8A2943D000B1}"/>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648D4E6D-C6D7-1C6B-DACF-E4B296FF8B85}"/>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
        <p:nvSpPr>
          <p:cNvPr id="8" name="Rectangle 7">
            <a:extLst>
              <a:ext uri="{FF2B5EF4-FFF2-40B4-BE49-F238E27FC236}">
                <a16:creationId xmlns:a16="http://schemas.microsoft.com/office/drawing/2014/main" id="{65C23F08-2910-F8E8-917E-2A5E4F30FE99}"/>
              </a:ext>
            </a:extLst>
          </p:cNvPr>
          <p:cNvSpPr/>
          <p:nvPr/>
        </p:nvSpPr>
        <p:spPr>
          <a:xfrm>
            <a:off x="5842001" y="2104508"/>
            <a:ext cx="1785256"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9CD6D16-3E96-DDAE-9D24-4C002FEE5F8F}"/>
              </a:ext>
            </a:extLst>
          </p:cNvPr>
          <p:cNvSpPr/>
          <p:nvPr/>
        </p:nvSpPr>
        <p:spPr>
          <a:xfrm>
            <a:off x="5842001" y="3097259"/>
            <a:ext cx="30770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0B91601-87F8-7A63-07ED-14E2FE51B903}"/>
              </a:ext>
            </a:extLst>
          </p:cNvPr>
          <p:cNvSpPr/>
          <p:nvPr/>
        </p:nvSpPr>
        <p:spPr>
          <a:xfrm>
            <a:off x="5776687" y="3783173"/>
            <a:ext cx="1785256"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F0FC09D-BCFF-0269-AB72-AD1E9788EAFB}"/>
              </a:ext>
            </a:extLst>
          </p:cNvPr>
          <p:cNvSpPr/>
          <p:nvPr/>
        </p:nvSpPr>
        <p:spPr>
          <a:xfrm>
            <a:off x="7627257" y="3466591"/>
            <a:ext cx="2300514"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A6A2DF3-25A9-0C5D-2925-970778EFB44A}"/>
              </a:ext>
            </a:extLst>
          </p:cNvPr>
          <p:cNvSpPr/>
          <p:nvPr/>
        </p:nvSpPr>
        <p:spPr>
          <a:xfrm>
            <a:off x="8919029" y="2525945"/>
            <a:ext cx="1074057"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8C468DC-A475-1389-4282-2D75D0C0B3F7}"/>
              </a:ext>
            </a:extLst>
          </p:cNvPr>
          <p:cNvSpPr/>
          <p:nvPr/>
        </p:nvSpPr>
        <p:spPr>
          <a:xfrm>
            <a:off x="7670800" y="2895277"/>
            <a:ext cx="3410857"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2FA5F51-E95E-1486-4D87-6B7452CD25E4}"/>
              </a:ext>
            </a:extLst>
          </p:cNvPr>
          <p:cNvSpPr/>
          <p:nvPr/>
        </p:nvSpPr>
        <p:spPr>
          <a:xfrm>
            <a:off x="9993085" y="2579509"/>
            <a:ext cx="1748971"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2C54B39-3B66-6B2C-A916-1B51866E0083}"/>
              </a:ext>
            </a:extLst>
          </p:cNvPr>
          <p:cNvSpPr/>
          <p:nvPr/>
        </p:nvSpPr>
        <p:spPr>
          <a:xfrm>
            <a:off x="11081657" y="3178779"/>
            <a:ext cx="275772"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87F76A4-9986-3A09-2CD6-B9AECC28978B}"/>
              </a:ext>
            </a:extLst>
          </p:cNvPr>
          <p:cNvSpPr/>
          <p:nvPr/>
        </p:nvSpPr>
        <p:spPr>
          <a:xfrm>
            <a:off x="9927771" y="3516634"/>
            <a:ext cx="1988458"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13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5C09E-B877-0527-80DC-A8488DA15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AF8C4B-B815-187D-1439-1C2A456E1B99}"/>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DA9A05D2-4151-9ADF-2D2E-F216DC620456}"/>
              </a:ext>
            </a:extLst>
          </p:cNvPr>
          <p:cNvSpPr>
            <a:spLocks noGrp="1"/>
          </p:cNvSpPr>
          <p:nvPr>
            <p:ph idx="1"/>
          </p:nvPr>
        </p:nvSpPr>
        <p:spPr>
          <a:xfrm>
            <a:off x="598620" y="1596540"/>
            <a:ext cx="4970907" cy="4581150"/>
          </a:xfrm>
        </p:spPr>
        <p:txBody>
          <a:bodyPr>
            <a:normAutofit/>
          </a:bodyPr>
          <a:lstStyle/>
          <a:p>
            <a:r>
              <a:rPr lang="en-US" dirty="0"/>
              <a:t>Path: 1-2-3-4-6 f=3</a:t>
            </a:r>
          </a:p>
          <a:p>
            <a:r>
              <a:rPr lang="en-US" dirty="0"/>
              <a:t>Remove reads used in the first path</a:t>
            </a:r>
          </a:p>
          <a:p>
            <a:r>
              <a:rPr lang="en-US" dirty="0"/>
              <a:t>Second path:1-3-5-6-7 f=2</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13FE4DD-24CE-5655-7161-F7B166B5256A}"/>
              </a:ext>
            </a:extLst>
          </p:cNvPr>
          <p:cNvSpPr>
            <a:spLocks noGrp="1"/>
          </p:cNvSpPr>
          <p:nvPr>
            <p:ph type="sldNum" sz="quarter" idx="12"/>
          </p:nvPr>
        </p:nvSpPr>
        <p:spPr/>
        <p:txBody>
          <a:bodyPr/>
          <a:lstStyle/>
          <a:p>
            <a:fld id="{B82CCC60-E8CD-4174-8B1A-7DF615B22EEF}" type="slidenum">
              <a:rPr lang="en-US" smtClean="0"/>
              <a:pPr/>
              <a:t>7</a:t>
            </a:fld>
            <a:endParaRPr lang="en-US"/>
          </a:p>
        </p:txBody>
      </p:sp>
      <p:pic>
        <p:nvPicPr>
          <p:cNvPr id="6" name="Picture 5">
            <a:extLst>
              <a:ext uri="{FF2B5EF4-FFF2-40B4-BE49-F238E27FC236}">
                <a16:creationId xmlns:a16="http://schemas.microsoft.com/office/drawing/2014/main" id="{9594CD53-1BC7-5F06-58A9-B771D7BA7AEB}"/>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1E83E689-5182-6F2C-5EE0-666F79D46C6C}"/>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
        <p:nvSpPr>
          <p:cNvPr id="8" name="Rectangle 7">
            <a:extLst>
              <a:ext uri="{FF2B5EF4-FFF2-40B4-BE49-F238E27FC236}">
                <a16:creationId xmlns:a16="http://schemas.microsoft.com/office/drawing/2014/main" id="{6112C66D-0114-6434-BF62-F47733D19722}"/>
              </a:ext>
            </a:extLst>
          </p:cNvPr>
          <p:cNvSpPr/>
          <p:nvPr/>
        </p:nvSpPr>
        <p:spPr>
          <a:xfrm>
            <a:off x="5842001" y="2459987"/>
            <a:ext cx="1785256" cy="61914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A02EEB7-86C5-DE20-C399-6E272D4D0E5A}"/>
              </a:ext>
            </a:extLst>
          </p:cNvPr>
          <p:cNvSpPr/>
          <p:nvPr/>
        </p:nvSpPr>
        <p:spPr>
          <a:xfrm>
            <a:off x="5842001" y="3377271"/>
            <a:ext cx="1785256"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F9CDFD2-3157-AFB2-BBFB-93DCFED035AF}"/>
              </a:ext>
            </a:extLst>
          </p:cNvPr>
          <p:cNvSpPr/>
          <p:nvPr/>
        </p:nvSpPr>
        <p:spPr>
          <a:xfrm>
            <a:off x="7590972" y="3824391"/>
            <a:ext cx="1146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8ECFE83-B9A8-CFCB-2CC9-CDE73DC22001}"/>
              </a:ext>
            </a:extLst>
          </p:cNvPr>
          <p:cNvSpPr/>
          <p:nvPr/>
        </p:nvSpPr>
        <p:spPr>
          <a:xfrm>
            <a:off x="7587343" y="2168217"/>
            <a:ext cx="1202963" cy="59514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2D513AD-A856-2D4C-51F0-F00AAC31BB02}"/>
              </a:ext>
            </a:extLst>
          </p:cNvPr>
          <p:cNvSpPr/>
          <p:nvPr/>
        </p:nvSpPr>
        <p:spPr>
          <a:xfrm>
            <a:off x="8941360" y="2157914"/>
            <a:ext cx="2162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A238D21-2F25-C07E-AB00-03C8700AFDE2}"/>
              </a:ext>
            </a:extLst>
          </p:cNvPr>
          <p:cNvSpPr/>
          <p:nvPr/>
        </p:nvSpPr>
        <p:spPr>
          <a:xfrm>
            <a:off x="8790306" y="3824391"/>
            <a:ext cx="2291351"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87B226F-3088-D8FA-B14E-470022164B83}"/>
              </a:ext>
            </a:extLst>
          </p:cNvPr>
          <p:cNvSpPr/>
          <p:nvPr/>
        </p:nvSpPr>
        <p:spPr>
          <a:xfrm>
            <a:off x="11081657" y="3178779"/>
            <a:ext cx="275772"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8271F83-C084-F29D-87A2-B593D9CBA3A4}"/>
              </a:ext>
            </a:extLst>
          </p:cNvPr>
          <p:cNvSpPr/>
          <p:nvPr/>
        </p:nvSpPr>
        <p:spPr>
          <a:xfrm>
            <a:off x="11294305" y="2853176"/>
            <a:ext cx="723523"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FC6B678-6BF7-B521-AD7A-702E4F11557F}"/>
              </a:ext>
            </a:extLst>
          </p:cNvPr>
          <p:cNvSpPr/>
          <p:nvPr/>
        </p:nvSpPr>
        <p:spPr>
          <a:xfrm>
            <a:off x="8919029" y="3085350"/>
            <a:ext cx="2162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4087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77FB7-F59C-067A-142B-AAA48C141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71A5D-50A9-5F0E-92E1-371D18D2AE76}"/>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21DA65E0-89AA-C828-6221-34BC6BD9CBB9}"/>
              </a:ext>
            </a:extLst>
          </p:cNvPr>
          <p:cNvSpPr>
            <a:spLocks noGrp="1"/>
          </p:cNvSpPr>
          <p:nvPr>
            <p:ph idx="1"/>
          </p:nvPr>
        </p:nvSpPr>
        <p:spPr>
          <a:xfrm>
            <a:off x="598620" y="1596540"/>
            <a:ext cx="4970907" cy="4581150"/>
          </a:xfrm>
        </p:spPr>
        <p:txBody>
          <a:bodyPr>
            <a:normAutofit/>
          </a:bodyPr>
          <a:lstStyle/>
          <a:p>
            <a:r>
              <a:rPr lang="en-US" dirty="0"/>
              <a:t>Path: 1-2-3-4-6-7 f=3</a:t>
            </a:r>
          </a:p>
          <a:p>
            <a:r>
              <a:rPr lang="en-US" dirty="0"/>
              <a:t>Remove reads used in the first path</a:t>
            </a:r>
          </a:p>
          <a:p>
            <a:r>
              <a:rPr lang="en-US" dirty="0"/>
              <a:t>Second path:1-3-5 f=2</a:t>
            </a:r>
          </a:p>
          <a:p>
            <a:r>
              <a:rPr lang="en-US" dirty="0"/>
              <a:t>Remove reads used in the second path</a:t>
            </a:r>
          </a:p>
          <a:p>
            <a:r>
              <a:rPr lang="en-US" dirty="0"/>
              <a:t>Third path: 2-4-5 f=1</a:t>
            </a:r>
          </a:p>
          <a:p>
            <a:endParaRPr lang="en-US" dirty="0"/>
          </a:p>
          <a:p>
            <a:endParaRPr lang="en-US" dirty="0"/>
          </a:p>
        </p:txBody>
      </p:sp>
      <p:sp>
        <p:nvSpPr>
          <p:cNvPr id="4" name="Slide Number Placeholder 3">
            <a:extLst>
              <a:ext uri="{FF2B5EF4-FFF2-40B4-BE49-F238E27FC236}">
                <a16:creationId xmlns:a16="http://schemas.microsoft.com/office/drawing/2014/main" id="{8E581366-5F9C-CB1F-C236-76170A73462D}"/>
              </a:ext>
            </a:extLst>
          </p:cNvPr>
          <p:cNvSpPr>
            <a:spLocks noGrp="1"/>
          </p:cNvSpPr>
          <p:nvPr>
            <p:ph type="sldNum" sz="quarter" idx="12"/>
          </p:nvPr>
        </p:nvSpPr>
        <p:spPr/>
        <p:txBody>
          <a:bodyPr/>
          <a:lstStyle/>
          <a:p>
            <a:fld id="{B82CCC60-E8CD-4174-8B1A-7DF615B22EEF}" type="slidenum">
              <a:rPr lang="en-US" smtClean="0"/>
              <a:pPr/>
              <a:t>8</a:t>
            </a:fld>
            <a:endParaRPr lang="en-US"/>
          </a:p>
        </p:txBody>
      </p:sp>
      <p:pic>
        <p:nvPicPr>
          <p:cNvPr id="6" name="Picture 5">
            <a:extLst>
              <a:ext uri="{FF2B5EF4-FFF2-40B4-BE49-F238E27FC236}">
                <a16:creationId xmlns:a16="http://schemas.microsoft.com/office/drawing/2014/main" id="{83BB448E-566A-02F8-351C-A9F0535000C6}"/>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0CF70B1E-B3BA-32E4-9D81-EF29C640A245}"/>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
        <p:nvSpPr>
          <p:cNvPr id="8" name="Rectangle 7">
            <a:extLst>
              <a:ext uri="{FF2B5EF4-FFF2-40B4-BE49-F238E27FC236}">
                <a16:creationId xmlns:a16="http://schemas.microsoft.com/office/drawing/2014/main" id="{62C54394-EB65-2C2A-C6EB-632B746E6606}"/>
              </a:ext>
            </a:extLst>
          </p:cNvPr>
          <p:cNvSpPr/>
          <p:nvPr/>
        </p:nvSpPr>
        <p:spPr>
          <a:xfrm>
            <a:off x="5842001" y="2157914"/>
            <a:ext cx="1785256" cy="921215"/>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BE97092-D4C7-6DE3-8D42-1C6364F1ECED}"/>
              </a:ext>
            </a:extLst>
          </p:cNvPr>
          <p:cNvSpPr/>
          <p:nvPr/>
        </p:nvSpPr>
        <p:spPr>
          <a:xfrm>
            <a:off x="5842001" y="3377271"/>
            <a:ext cx="1785256" cy="63097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DA87554-53CB-24DE-3173-A3AF82E41A8B}"/>
              </a:ext>
            </a:extLst>
          </p:cNvPr>
          <p:cNvSpPr/>
          <p:nvPr/>
        </p:nvSpPr>
        <p:spPr>
          <a:xfrm>
            <a:off x="7590972" y="3516634"/>
            <a:ext cx="2634342" cy="677089"/>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8756F1B-A1C8-2F69-689F-0392F3FAC3B2}"/>
              </a:ext>
            </a:extLst>
          </p:cNvPr>
          <p:cNvSpPr/>
          <p:nvPr/>
        </p:nvSpPr>
        <p:spPr>
          <a:xfrm>
            <a:off x="7587343" y="2168217"/>
            <a:ext cx="1202963" cy="59514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88BAC44-D27F-4950-030B-2F6DAC61CF24}"/>
              </a:ext>
            </a:extLst>
          </p:cNvPr>
          <p:cNvSpPr/>
          <p:nvPr/>
        </p:nvSpPr>
        <p:spPr>
          <a:xfrm>
            <a:off x="8941360" y="2157914"/>
            <a:ext cx="2162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55A6E1C-12BB-ECD0-C563-D19816E862BB}"/>
              </a:ext>
            </a:extLst>
          </p:cNvPr>
          <p:cNvSpPr/>
          <p:nvPr/>
        </p:nvSpPr>
        <p:spPr>
          <a:xfrm>
            <a:off x="8790306" y="3824391"/>
            <a:ext cx="2291351"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57AC092-797E-7891-B16B-DD698CCE75F4}"/>
              </a:ext>
            </a:extLst>
          </p:cNvPr>
          <p:cNvSpPr/>
          <p:nvPr/>
        </p:nvSpPr>
        <p:spPr>
          <a:xfrm>
            <a:off x="10014857" y="2533167"/>
            <a:ext cx="1807029"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616010E-AE03-FA92-588A-454779F55CE3}"/>
              </a:ext>
            </a:extLst>
          </p:cNvPr>
          <p:cNvSpPr/>
          <p:nvPr/>
        </p:nvSpPr>
        <p:spPr>
          <a:xfrm>
            <a:off x="11081657" y="3178779"/>
            <a:ext cx="275772"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A1883DF-A1EF-00E0-0EAB-EA0C0F770DDE}"/>
              </a:ext>
            </a:extLst>
          </p:cNvPr>
          <p:cNvSpPr/>
          <p:nvPr/>
        </p:nvSpPr>
        <p:spPr>
          <a:xfrm>
            <a:off x="9927771" y="3516634"/>
            <a:ext cx="979715"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AFA0D1B-D6AF-0D01-AC8D-577FB3FD6454}"/>
              </a:ext>
            </a:extLst>
          </p:cNvPr>
          <p:cNvSpPr/>
          <p:nvPr/>
        </p:nvSpPr>
        <p:spPr>
          <a:xfrm>
            <a:off x="10907486" y="3516634"/>
            <a:ext cx="914400"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C945850-9D3B-2E98-B61C-D6454E981ACD}"/>
              </a:ext>
            </a:extLst>
          </p:cNvPr>
          <p:cNvSpPr/>
          <p:nvPr/>
        </p:nvSpPr>
        <p:spPr>
          <a:xfrm>
            <a:off x="10755087" y="2853176"/>
            <a:ext cx="1262742"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5E49316-8E21-0DB7-3F25-00AFD7BCDD80}"/>
              </a:ext>
            </a:extLst>
          </p:cNvPr>
          <p:cNvSpPr/>
          <p:nvPr/>
        </p:nvSpPr>
        <p:spPr>
          <a:xfrm>
            <a:off x="8919029" y="3085350"/>
            <a:ext cx="2162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C998247-07A0-7442-F5BD-E0938136CA90}"/>
              </a:ext>
            </a:extLst>
          </p:cNvPr>
          <p:cNvSpPr/>
          <p:nvPr/>
        </p:nvSpPr>
        <p:spPr>
          <a:xfrm>
            <a:off x="7587343" y="2759215"/>
            <a:ext cx="2427514"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5598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BB8C-6D26-E7CE-00B3-168F05C536BC}"/>
              </a:ext>
            </a:extLst>
          </p:cNvPr>
          <p:cNvSpPr>
            <a:spLocks noGrp="1"/>
          </p:cNvSpPr>
          <p:nvPr>
            <p:ph type="title"/>
          </p:nvPr>
        </p:nvSpPr>
        <p:spPr/>
        <p:txBody>
          <a:bodyPr>
            <a:normAutofit fontScale="90000"/>
          </a:bodyPr>
          <a:lstStyle/>
          <a:p>
            <a:r>
              <a:rPr lang="en-US" dirty="0"/>
              <a:t>Evaluating transcript assembly</a:t>
            </a:r>
          </a:p>
        </p:txBody>
      </p:sp>
      <p:sp>
        <p:nvSpPr>
          <p:cNvPr id="3" name="Content Placeholder 2">
            <a:extLst>
              <a:ext uri="{FF2B5EF4-FFF2-40B4-BE49-F238E27FC236}">
                <a16:creationId xmlns:a16="http://schemas.microsoft.com/office/drawing/2014/main" id="{EA47D1B9-170D-520A-C276-39860A1323E0}"/>
              </a:ext>
            </a:extLst>
          </p:cNvPr>
          <p:cNvSpPr>
            <a:spLocks noGrp="1"/>
          </p:cNvSpPr>
          <p:nvPr>
            <p:ph idx="1"/>
          </p:nvPr>
        </p:nvSpPr>
        <p:spPr>
          <a:xfrm>
            <a:off x="598620" y="1596540"/>
            <a:ext cx="10972800" cy="4581150"/>
          </a:xfrm>
        </p:spPr>
        <p:txBody>
          <a:bodyPr>
            <a:normAutofit lnSpcReduction="10000"/>
          </a:bodyPr>
          <a:lstStyle/>
          <a:p>
            <a:r>
              <a:rPr lang="en-US" dirty="0">
                <a:latin typeface="Calibri" panose="020F0502020204030204" pitchFamily="34" charset="0"/>
                <a:cs typeface="Calibri" panose="020F0502020204030204" pitchFamily="34" charset="0"/>
              </a:rPr>
              <a:t>We want to compare the assembly output against a benchmark transcriptome where correct sequences of all transcripts are known.</a:t>
            </a:r>
          </a:p>
          <a:p>
            <a:pPr marL="285750" indent="-285750">
              <a:buFontTx/>
              <a:buChar char="-"/>
            </a:pPr>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Limitations of using a known reference transcriptome</a:t>
            </a:r>
            <a:r>
              <a:rPr lang="en-US" dirty="0">
                <a:latin typeface="Calibri" panose="020F0502020204030204" pitchFamily="34" charset="0"/>
                <a:cs typeface="Calibri" panose="020F0502020204030204" pitchFamily="34" charset="0"/>
              </a:rPr>
              <a:t>:</a:t>
            </a:r>
          </a:p>
          <a:p>
            <a:pPr marL="285750" indent="-285750">
              <a:buFontTx/>
              <a:buChar char="-"/>
            </a:pPr>
            <a:r>
              <a:rPr lang="en-US" dirty="0">
                <a:latin typeface="Calibri" panose="020F0502020204030204" pitchFamily="34" charset="0"/>
                <a:cs typeface="Calibri" panose="020F0502020204030204" pitchFamily="34" charset="0"/>
              </a:rPr>
              <a:t>variability in the transcriptome (e.g. among e.g. cell types) makes  it impossible to determine whether sequences from the reference that are missing from the assembled transcriptome are due to assembly errors, or whether they were not expressed in the library sequenced</a:t>
            </a:r>
          </a:p>
          <a:p>
            <a:pPr marL="285750" indent="-285750">
              <a:buFontTx/>
              <a:buChar char="-"/>
            </a:pPr>
            <a:r>
              <a:rPr lang="en-US" dirty="0">
                <a:latin typeface="Calibri" panose="020F0502020204030204" pitchFamily="34" charset="0"/>
                <a:cs typeface="Calibri" panose="020F0502020204030204" pitchFamily="34" charset="0"/>
              </a:rPr>
              <a:t>transcriptome sequences may also vary between the individual under study and the reference</a:t>
            </a:r>
          </a:p>
        </p:txBody>
      </p:sp>
      <p:sp>
        <p:nvSpPr>
          <p:cNvPr id="4" name="Slide Number Placeholder 3">
            <a:extLst>
              <a:ext uri="{FF2B5EF4-FFF2-40B4-BE49-F238E27FC236}">
                <a16:creationId xmlns:a16="http://schemas.microsoft.com/office/drawing/2014/main" id="{93F364A0-E602-1C0F-ABF0-AD654D7FC850}"/>
              </a:ext>
            </a:extLst>
          </p:cNvPr>
          <p:cNvSpPr>
            <a:spLocks noGrp="1"/>
          </p:cNvSpPr>
          <p:nvPr>
            <p:ph type="sldNum" sz="quarter" idx="12"/>
          </p:nvPr>
        </p:nvSpPr>
        <p:spPr/>
        <p:txBody>
          <a:bodyPr/>
          <a:lstStyle/>
          <a:p>
            <a:fld id="{B82CCC60-E8CD-4174-8B1A-7DF615B22EEF}" type="slidenum">
              <a:rPr lang="en-US" smtClean="0"/>
              <a:pPr/>
              <a:t>9</a:t>
            </a:fld>
            <a:endParaRPr lang="en-US"/>
          </a:p>
        </p:txBody>
      </p:sp>
    </p:spTree>
    <p:extLst>
      <p:ext uri="{BB962C8B-B14F-4D97-AF65-F5344CB8AC3E}">
        <p14:creationId xmlns:p14="http://schemas.microsoft.com/office/powerpoint/2010/main" val="2290969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93CC5-F089-7B6F-131C-C16F6C9FAD69}"/>
              </a:ext>
            </a:extLst>
          </p:cNvPr>
          <p:cNvSpPr>
            <a:spLocks noGrp="1"/>
          </p:cNvSpPr>
          <p:nvPr>
            <p:ph type="title"/>
          </p:nvPr>
        </p:nvSpPr>
        <p:spPr/>
        <p:txBody>
          <a:bodyPr>
            <a:normAutofit fontScale="90000"/>
          </a:bodyPr>
          <a:lstStyle/>
          <a:p>
            <a:r>
              <a:rPr lang="en-US" dirty="0"/>
              <a:t>Common reference annotation databases</a:t>
            </a:r>
          </a:p>
        </p:txBody>
      </p:sp>
      <p:sp>
        <p:nvSpPr>
          <p:cNvPr id="4" name="Slide Number Placeholder 3">
            <a:extLst>
              <a:ext uri="{FF2B5EF4-FFF2-40B4-BE49-F238E27FC236}">
                <a16:creationId xmlns:a16="http://schemas.microsoft.com/office/drawing/2014/main" id="{2B72676A-6BD9-BA95-F734-CAC5B5F11A80}"/>
              </a:ext>
            </a:extLst>
          </p:cNvPr>
          <p:cNvSpPr>
            <a:spLocks noGrp="1"/>
          </p:cNvSpPr>
          <p:nvPr>
            <p:ph type="sldNum" sz="quarter" idx="12"/>
          </p:nvPr>
        </p:nvSpPr>
        <p:spPr/>
        <p:txBody>
          <a:bodyPr/>
          <a:lstStyle/>
          <a:p>
            <a:fld id="{B82CCC60-E8CD-4174-8B1A-7DF615B22EEF}" type="slidenum">
              <a:rPr lang="en-US" smtClean="0"/>
              <a:pPr/>
              <a:t>10</a:t>
            </a:fld>
            <a:endParaRPr lang="en-US"/>
          </a:p>
        </p:txBody>
      </p:sp>
      <p:pic>
        <p:nvPicPr>
          <p:cNvPr id="5" name="Content Placeholder 4">
            <a:extLst>
              <a:ext uri="{FF2B5EF4-FFF2-40B4-BE49-F238E27FC236}">
                <a16:creationId xmlns:a16="http://schemas.microsoft.com/office/drawing/2014/main" id="{5413609A-1B79-8C95-DF04-74C5B41AFF97}"/>
              </a:ext>
            </a:extLst>
          </p:cNvPr>
          <p:cNvPicPr>
            <a:picLocks noGrp="1" noChangeAspect="1"/>
          </p:cNvPicPr>
          <p:nvPr>
            <p:ph idx="1"/>
          </p:nvPr>
        </p:nvPicPr>
        <p:blipFill rotWithShape="1">
          <a:blip r:embed="rId2"/>
          <a:srcRect t="13551" b="3388"/>
          <a:stretch/>
        </p:blipFill>
        <p:spPr>
          <a:xfrm>
            <a:off x="863314" y="1697067"/>
            <a:ext cx="8280685" cy="5160933"/>
          </a:xfrm>
          <a:prstGeom prst="rect">
            <a:avLst/>
          </a:prstGeom>
        </p:spPr>
      </p:pic>
    </p:spTree>
    <p:extLst>
      <p:ext uri="{BB962C8B-B14F-4D97-AF65-F5344CB8AC3E}">
        <p14:creationId xmlns:p14="http://schemas.microsoft.com/office/powerpoint/2010/main" val="1248438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69B54-E036-D6E7-EE36-5CD76AC5F792}"/>
              </a:ext>
            </a:extLst>
          </p:cNvPr>
          <p:cNvSpPr>
            <a:spLocks noGrp="1"/>
          </p:cNvSpPr>
          <p:nvPr>
            <p:ph type="title"/>
          </p:nvPr>
        </p:nvSpPr>
        <p:spPr/>
        <p:txBody>
          <a:bodyPr>
            <a:normAutofit fontScale="90000"/>
          </a:bodyPr>
          <a:lstStyle/>
          <a:p>
            <a:r>
              <a:rPr lang="en-US" dirty="0"/>
              <a:t>Benchmark transcriptome</a:t>
            </a:r>
          </a:p>
        </p:txBody>
      </p:sp>
      <p:sp>
        <p:nvSpPr>
          <p:cNvPr id="3" name="Content Placeholder 2">
            <a:extLst>
              <a:ext uri="{FF2B5EF4-FFF2-40B4-BE49-F238E27FC236}">
                <a16:creationId xmlns:a16="http://schemas.microsoft.com/office/drawing/2014/main" id="{72435F73-7EFD-DF06-380A-5766C516EF3C}"/>
              </a:ext>
            </a:extLst>
          </p:cNvPr>
          <p:cNvSpPr>
            <a:spLocks noGrp="1"/>
          </p:cNvSpPr>
          <p:nvPr>
            <p:ph idx="1"/>
          </p:nvPr>
        </p:nvSpPr>
        <p:spPr>
          <a:xfrm>
            <a:off x="327259" y="1596540"/>
            <a:ext cx="11244161" cy="4948639"/>
          </a:xfrm>
        </p:spPr>
        <p:txBody>
          <a:bodyPr>
            <a:normAutofit fontScale="85000" lnSpcReduction="20000"/>
          </a:bodyPr>
          <a:lstStyle/>
          <a:p>
            <a:r>
              <a:rPr lang="en-US" dirty="0">
                <a:latin typeface="Calibri" panose="020F0502020204030204" pitchFamily="34" charset="0"/>
                <a:cs typeface="Calibri" panose="020F0502020204030204" pitchFamily="34" charset="0"/>
              </a:rPr>
              <a:t>We don’t have RNA-seq data from a transcriptome where all transcript sequences and expression patterns are known =&gt; simulate the sequencing of a given benchmark transcriptome to comprehensively assess all of the assembly errors.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Tools that can generate simulated reads modeling the errors and biases introduced by </a:t>
            </a:r>
          </a:p>
          <a:p>
            <a:pPr marL="285750" indent="-285750">
              <a:buFontTx/>
              <a:buChar char="-"/>
            </a:pPr>
            <a:r>
              <a:rPr lang="en-US" dirty="0">
                <a:latin typeface="Calibri" panose="020F0502020204030204" pitchFamily="34" charset="0"/>
                <a:cs typeface="Calibri" panose="020F0502020204030204" pitchFamily="34" charset="0"/>
              </a:rPr>
              <a:t>short Illumina reads: RSEM, </a:t>
            </a:r>
            <a:r>
              <a:rPr lang="en-US" dirty="0" err="1">
                <a:latin typeface="Calibri" panose="020F0502020204030204" pitchFamily="34" charset="0"/>
                <a:cs typeface="Calibri" panose="020F0502020204030204" pitchFamily="34" charset="0"/>
              </a:rPr>
              <a:t>FluxSimulator</a:t>
            </a:r>
            <a:r>
              <a:rPr lang="en-US" dirty="0">
                <a:latin typeface="Calibri" panose="020F0502020204030204" pitchFamily="34" charset="0"/>
                <a:cs typeface="Calibri" panose="020F0502020204030204" pitchFamily="34" charset="0"/>
              </a:rPr>
              <a:t>, Polyester</a:t>
            </a:r>
          </a:p>
          <a:p>
            <a:pPr marL="285750" indent="-285750">
              <a:buFontTx/>
              <a:buChar char="-"/>
            </a:pPr>
            <a:r>
              <a:rPr lang="en-US" dirty="0">
                <a:latin typeface="Calibri" panose="020F0502020204030204" pitchFamily="34" charset="0"/>
                <a:cs typeface="Calibri" panose="020F0502020204030204" pitchFamily="34" charset="0"/>
              </a:rPr>
              <a:t>long third- generation sequencing reads: PBSIM, Trans-</a:t>
            </a:r>
            <a:r>
              <a:rPr lang="en-US" dirty="0" err="1">
                <a:latin typeface="Calibri" panose="020F0502020204030204" pitchFamily="34" charset="0"/>
                <a:cs typeface="Calibri" panose="020F0502020204030204" pitchFamily="34" charset="0"/>
              </a:rPr>
              <a:t>NanoSim</a:t>
            </a:r>
            <a:r>
              <a:rPr lang="en-US" dirty="0">
                <a:latin typeface="Calibri" panose="020F0502020204030204" pitchFamily="34" charset="0"/>
                <a:cs typeface="Calibri" panose="020F0502020204030204" pitchFamily="34" charset="0"/>
              </a:rPr>
              <a:t> </a:t>
            </a:r>
          </a:p>
          <a:p>
            <a:pPr marL="285750" indent="-285750">
              <a:buFontTx/>
              <a:buChar char="-"/>
            </a:pP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Using simulated RNA-seq data allows the quantification of each of the following categories: </a:t>
            </a:r>
          </a:p>
          <a:p>
            <a:pPr marL="685800" lvl="1"/>
            <a:r>
              <a:rPr lang="en-US" dirty="0">
                <a:latin typeface="Calibri" panose="020F0502020204030204" pitchFamily="34" charset="0"/>
                <a:cs typeface="Calibri" panose="020F0502020204030204" pitchFamily="34" charset="0"/>
              </a:rPr>
              <a:t>correctly assembled sequences (true positives or TPs) </a:t>
            </a:r>
          </a:p>
          <a:p>
            <a:pPr marL="685800" lvl="1"/>
            <a:r>
              <a:rPr lang="en-US" dirty="0">
                <a:latin typeface="Calibri" panose="020F0502020204030204" pitchFamily="34" charset="0"/>
                <a:cs typeface="Calibri" panose="020F0502020204030204" pitchFamily="34" charset="0"/>
              </a:rPr>
              <a:t>sequences that are assembled with errors (false positives or FPs) </a:t>
            </a:r>
          </a:p>
          <a:p>
            <a:pPr marL="685800" lvl="1"/>
            <a:r>
              <a:rPr lang="en-US" dirty="0">
                <a:latin typeface="Calibri" panose="020F0502020204030204" pitchFamily="34" charset="0"/>
                <a:cs typeface="Calibri" panose="020F0502020204030204" pitchFamily="34" charset="0"/>
              </a:rPr>
              <a:t>sequences in the reference that are missing from the assembly (false negatives or FNs) </a:t>
            </a:r>
          </a:p>
          <a:p>
            <a:endParaRPr lang="en-US" dirty="0">
              <a:latin typeface="AdvTT6489ba6c"/>
            </a:endParaRPr>
          </a:p>
          <a:p>
            <a:endParaRPr lang="en-US" dirty="0">
              <a:latin typeface="AdvTT6489ba6c"/>
            </a:endParaRPr>
          </a:p>
          <a:p>
            <a:endParaRPr lang="en-US" dirty="0"/>
          </a:p>
        </p:txBody>
      </p:sp>
      <p:sp>
        <p:nvSpPr>
          <p:cNvPr id="4" name="Slide Number Placeholder 3">
            <a:extLst>
              <a:ext uri="{FF2B5EF4-FFF2-40B4-BE49-F238E27FC236}">
                <a16:creationId xmlns:a16="http://schemas.microsoft.com/office/drawing/2014/main" id="{8A1D15BB-2C5D-8F0F-2D0C-9EB1CE4B67AA}"/>
              </a:ext>
            </a:extLst>
          </p:cNvPr>
          <p:cNvSpPr>
            <a:spLocks noGrp="1"/>
          </p:cNvSpPr>
          <p:nvPr>
            <p:ph type="sldNum" sz="quarter" idx="12"/>
          </p:nvPr>
        </p:nvSpPr>
        <p:spPr/>
        <p:txBody>
          <a:bodyPr/>
          <a:lstStyle/>
          <a:p>
            <a:fld id="{B82CCC60-E8CD-4174-8B1A-7DF615B22EEF}" type="slidenum">
              <a:rPr lang="en-US" smtClean="0"/>
              <a:pPr/>
              <a:t>11</a:t>
            </a:fld>
            <a:endParaRPr lang="en-US"/>
          </a:p>
        </p:txBody>
      </p:sp>
    </p:spTree>
    <p:extLst>
      <p:ext uri="{BB962C8B-B14F-4D97-AF65-F5344CB8AC3E}">
        <p14:creationId xmlns:p14="http://schemas.microsoft.com/office/powerpoint/2010/main" val="1495454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CE6B2-F882-3B21-1A86-9CAA7D15E62B}"/>
              </a:ext>
            </a:extLst>
          </p:cNvPr>
          <p:cNvSpPr>
            <a:spLocks noGrp="1"/>
          </p:cNvSpPr>
          <p:nvPr>
            <p:ph type="title"/>
          </p:nvPr>
        </p:nvSpPr>
        <p:spPr/>
        <p:txBody>
          <a:bodyPr>
            <a:normAutofit fontScale="90000"/>
          </a:bodyPr>
          <a:lstStyle/>
          <a:p>
            <a:r>
              <a:rPr lang="en-US" dirty="0"/>
              <a:t>Transcriptome assembly metrics</a:t>
            </a:r>
          </a:p>
        </p:txBody>
      </p:sp>
      <p:sp>
        <p:nvSpPr>
          <p:cNvPr id="3" name="Content Placeholder 2">
            <a:extLst>
              <a:ext uri="{FF2B5EF4-FFF2-40B4-BE49-F238E27FC236}">
                <a16:creationId xmlns:a16="http://schemas.microsoft.com/office/drawing/2014/main" id="{7002F20C-6A2D-8878-3CD6-8435E306428F}"/>
              </a:ext>
            </a:extLst>
          </p:cNvPr>
          <p:cNvSpPr>
            <a:spLocks noGrp="1"/>
          </p:cNvSpPr>
          <p:nvPr>
            <p:ph idx="1"/>
          </p:nvPr>
        </p:nvSpPr>
        <p:spPr>
          <a:xfrm>
            <a:off x="356135" y="1596540"/>
            <a:ext cx="11215285" cy="5124936"/>
          </a:xfrm>
        </p:spPr>
        <p:txBody>
          <a:bodyPr>
            <a:normAutofit lnSpcReduction="10000"/>
          </a:bodyPr>
          <a:lstStyle/>
          <a:p>
            <a:r>
              <a:rPr lang="en-US" sz="3200" dirty="0">
                <a:latin typeface="AdvTT6489ba6c"/>
              </a:rPr>
              <a:t>P – positive</a:t>
            </a:r>
          </a:p>
          <a:p>
            <a:r>
              <a:rPr lang="en-US" sz="3200" dirty="0">
                <a:latin typeface="AdvTT6489ba6c"/>
              </a:rPr>
              <a:t>N – negative</a:t>
            </a:r>
          </a:p>
          <a:p>
            <a:endParaRPr lang="en-US" dirty="0">
              <a:latin typeface="AdvTT6489ba6c"/>
            </a:endParaRPr>
          </a:p>
          <a:p>
            <a:r>
              <a:rPr lang="en-US" dirty="0">
                <a:latin typeface="AdvTT6489ba6c"/>
                <a:sym typeface="Wingdings" panose="05000000000000000000" pitchFamily="2" charset="2"/>
              </a:rPr>
              <a:t> </a:t>
            </a:r>
            <a:r>
              <a:rPr lang="en-US" dirty="0">
                <a:latin typeface="AdvTT6489ba6c"/>
              </a:rPr>
              <a:t>TP – True Positive, we found correct transcript</a:t>
            </a:r>
          </a:p>
          <a:p>
            <a:r>
              <a:rPr lang="en-US" dirty="0">
                <a:latin typeface="AdvTT6489ba6c"/>
                <a:sym typeface="Wingdings" panose="05000000000000000000" pitchFamily="2" charset="2"/>
              </a:rPr>
              <a:t> </a:t>
            </a:r>
            <a:r>
              <a:rPr lang="en-US" dirty="0">
                <a:latin typeface="AdvTT6489ba6c"/>
              </a:rPr>
              <a:t>TN – True Negative, we did not find transcript where there was none</a:t>
            </a:r>
          </a:p>
          <a:p>
            <a:r>
              <a:rPr lang="en-US" dirty="0">
                <a:latin typeface="AdvTT6489ba6c"/>
                <a:sym typeface="Wingdings" panose="05000000000000000000" pitchFamily="2" charset="2"/>
              </a:rPr>
              <a:t> </a:t>
            </a:r>
            <a:r>
              <a:rPr lang="en-US" dirty="0">
                <a:latin typeface="AdvTT6489ba6c"/>
              </a:rPr>
              <a:t>FP – False Positive, we found transcript where there was none</a:t>
            </a:r>
          </a:p>
          <a:p>
            <a:r>
              <a:rPr lang="en-US" dirty="0">
                <a:latin typeface="AdvTT6489ba6c"/>
                <a:sym typeface="Wingdings" panose="05000000000000000000" pitchFamily="2" charset="2"/>
              </a:rPr>
              <a:t> </a:t>
            </a:r>
            <a:r>
              <a:rPr lang="en-US" dirty="0">
                <a:latin typeface="AdvTT6489ba6c"/>
              </a:rPr>
              <a:t>FN – False Negative, we missed transcript</a:t>
            </a:r>
          </a:p>
          <a:p>
            <a:endParaRPr lang="en-US" sz="3200" dirty="0">
              <a:latin typeface="AdvTT6489ba6c"/>
            </a:endParaRPr>
          </a:p>
          <a:p>
            <a:r>
              <a:rPr lang="en-US" sz="3200" dirty="0">
                <a:latin typeface="AdvTT6489ba6c"/>
              </a:rPr>
              <a:t>P = TP + FN</a:t>
            </a:r>
          </a:p>
          <a:p>
            <a:r>
              <a:rPr lang="en-US" sz="3200" dirty="0">
                <a:latin typeface="AdvTT6489ba6c"/>
              </a:rPr>
              <a:t>N = TN + FP</a:t>
            </a:r>
            <a:endParaRPr lang="en-US" dirty="0">
              <a:latin typeface="AdvTT6489ba6c"/>
            </a:endParaRPr>
          </a:p>
          <a:p>
            <a:endParaRPr lang="en-US" dirty="0"/>
          </a:p>
        </p:txBody>
      </p:sp>
      <p:sp>
        <p:nvSpPr>
          <p:cNvPr id="4" name="Slide Number Placeholder 3">
            <a:extLst>
              <a:ext uri="{FF2B5EF4-FFF2-40B4-BE49-F238E27FC236}">
                <a16:creationId xmlns:a16="http://schemas.microsoft.com/office/drawing/2014/main" id="{F8E564B1-B857-8709-603E-D3E4F0D36F69}"/>
              </a:ext>
            </a:extLst>
          </p:cNvPr>
          <p:cNvSpPr>
            <a:spLocks noGrp="1"/>
          </p:cNvSpPr>
          <p:nvPr>
            <p:ph type="sldNum" sz="quarter" idx="12"/>
          </p:nvPr>
        </p:nvSpPr>
        <p:spPr/>
        <p:txBody>
          <a:bodyPr/>
          <a:lstStyle/>
          <a:p>
            <a:fld id="{B82CCC60-E8CD-4174-8B1A-7DF615B22EEF}" type="slidenum">
              <a:rPr lang="en-US" smtClean="0"/>
              <a:pPr/>
              <a:t>12</a:t>
            </a:fld>
            <a:endParaRPr lang="en-US"/>
          </a:p>
        </p:txBody>
      </p:sp>
    </p:spTree>
    <p:extLst>
      <p:ext uri="{BB962C8B-B14F-4D97-AF65-F5344CB8AC3E}">
        <p14:creationId xmlns:p14="http://schemas.microsoft.com/office/powerpoint/2010/main" val="3625668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1D6E1-3735-EBF6-1705-E84B594E84DC}"/>
              </a:ext>
            </a:extLst>
          </p:cNvPr>
          <p:cNvSpPr>
            <a:spLocks noGrp="1"/>
          </p:cNvSpPr>
          <p:nvPr>
            <p:ph type="title"/>
          </p:nvPr>
        </p:nvSpPr>
        <p:spPr/>
        <p:txBody>
          <a:bodyPr>
            <a:normAutofit fontScale="90000"/>
          </a:bodyPr>
          <a:lstStyle/>
          <a:p>
            <a:r>
              <a:rPr lang="en-US" dirty="0"/>
              <a:t>Assembly metrics based on benchmark</a:t>
            </a:r>
          </a:p>
        </p:txBody>
      </p:sp>
      <p:sp>
        <p:nvSpPr>
          <p:cNvPr id="4" name="Slide Number Placeholder 3">
            <a:extLst>
              <a:ext uri="{FF2B5EF4-FFF2-40B4-BE49-F238E27FC236}">
                <a16:creationId xmlns:a16="http://schemas.microsoft.com/office/drawing/2014/main" id="{E113286E-0EEC-5FEA-0A59-B26D6B5E96C7}"/>
              </a:ext>
            </a:extLst>
          </p:cNvPr>
          <p:cNvSpPr>
            <a:spLocks noGrp="1"/>
          </p:cNvSpPr>
          <p:nvPr>
            <p:ph type="sldNum" sz="quarter" idx="12"/>
          </p:nvPr>
        </p:nvSpPr>
        <p:spPr/>
        <p:txBody>
          <a:bodyPr/>
          <a:lstStyle/>
          <a:p>
            <a:fld id="{B82CCC60-E8CD-4174-8B1A-7DF615B22EEF}" type="slidenum">
              <a:rPr lang="en-US" smtClean="0"/>
              <a:pPr/>
              <a:t>13</a:t>
            </a:fld>
            <a:endParaRPr lang="en-US"/>
          </a:p>
        </p:txBody>
      </p:sp>
      <p:pic>
        <p:nvPicPr>
          <p:cNvPr id="5" name="Picture 4">
            <a:extLst>
              <a:ext uri="{FF2B5EF4-FFF2-40B4-BE49-F238E27FC236}">
                <a16:creationId xmlns:a16="http://schemas.microsoft.com/office/drawing/2014/main" id="{5E0A08B4-3B03-1666-7D11-39FD9AC9952C}"/>
              </a:ext>
            </a:extLst>
          </p:cNvPr>
          <p:cNvPicPr>
            <a:picLocks noChangeAspect="1"/>
          </p:cNvPicPr>
          <p:nvPr/>
        </p:nvPicPr>
        <p:blipFill rotWithShape="1">
          <a:blip r:embed="rId2"/>
          <a:srcRect t="2979"/>
          <a:stretch/>
        </p:blipFill>
        <p:spPr>
          <a:xfrm>
            <a:off x="223405" y="1864663"/>
            <a:ext cx="11745190" cy="4856813"/>
          </a:xfrm>
          <a:prstGeom prst="rect">
            <a:avLst/>
          </a:prstGeom>
        </p:spPr>
      </p:pic>
      <p:sp>
        <p:nvSpPr>
          <p:cNvPr id="6" name="Rectangle 5">
            <a:extLst>
              <a:ext uri="{FF2B5EF4-FFF2-40B4-BE49-F238E27FC236}">
                <a16:creationId xmlns:a16="http://schemas.microsoft.com/office/drawing/2014/main" id="{89B1DDE2-F9EA-BD6D-F6DA-BE187BCA782F}"/>
              </a:ext>
            </a:extLst>
          </p:cNvPr>
          <p:cNvSpPr/>
          <p:nvPr/>
        </p:nvSpPr>
        <p:spPr bwMode="auto">
          <a:xfrm>
            <a:off x="8315422" y="2113890"/>
            <a:ext cx="2105569" cy="1004341"/>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3200" dirty="0">
                <a:latin typeface="AdvTT6489ba6c"/>
              </a:rPr>
              <a:t>P = TP + FN</a:t>
            </a:r>
          </a:p>
          <a:p>
            <a:r>
              <a:rPr lang="en-US" sz="3200" dirty="0">
                <a:latin typeface="AdvTT6489ba6c"/>
              </a:rPr>
              <a:t>N = TN + FP</a:t>
            </a:r>
          </a:p>
        </p:txBody>
      </p:sp>
    </p:spTree>
    <p:extLst>
      <p:ext uri="{BB962C8B-B14F-4D97-AF65-F5344CB8AC3E}">
        <p14:creationId xmlns:p14="http://schemas.microsoft.com/office/powerpoint/2010/main" val="2230780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54682-97AD-1D8D-F2D1-E5F28017AE25}"/>
              </a:ext>
            </a:extLst>
          </p:cNvPr>
          <p:cNvSpPr>
            <a:spLocks noGrp="1"/>
          </p:cNvSpPr>
          <p:nvPr>
            <p:ph type="title"/>
          </p:nvPr>
        </p:nvSpPr>
        <p:spPr/>
        <p:txBody>
          <a:bodyPr>
            <a:normAutofit fontScale="90000"/>
          </a:bodyPr>
          <a:lstStyle/>
          <a:p>
            <a:r>
              <a:rPr lang="en-US" dirty="0"/>
              <a:t>Measures of correctness</a:t>
            </a:r>
          </a:p>
        </p:txBody>
      </p:sp>
      <p:sp>
        <p:nvSpPr>
          <p:cNvPr id="3" name="Content Placeholder 2">
            <a:extLst>
              <a:ext uri="{FF2B5EF4-FFF2-40B4-BE49-F238E27FC236}">
                <a16:creationId xmlns:a16="http://schemas.microsoft.com/office/drawing/2014/main" id="{FF3B533E-098A-AB07-5BD0-A182675FCD3A}"/>
              </a:ext>
            </a:extLst>
          </p:cNvPr>
          <p:cNvSpPr>
            <a:spLocks noGrp="1"/>
          </p:cNvSpPr>
          <p:nvPr>
            <p:ph idx="1"/>
          </p:nvPr>
        </p:nvSpPr>
        <p:spPr>
          <a:xfrm>
            <a:off x="194359" y="1615790"/>
            <a:ext cx="10972800" cy="3918803"/>
          </a:xfrm>
        </p:spPr>
        <p:txBody>
          <a:bodyPr/>
          <a:lstStyle/>
          <a:p>
            <a:r>
              <a:rPr lang="en-US" dirty="0"/>
              <a:t>Sensitivity (Recall), Specificity </a:t>
            </a:r>
            <a:br>
              <a:rPr lang="en-US" dirty="0"/>
            </a:br>
            <a:r>
              <a:rPr lang="en-US" dirty="0"/>
              <a:t>and Precision</a:t>
            </a:r>
          </a:p>
          <a:p>
            <a:r>
              <a:rPr lang="en-US" dirty="0"/>
              <a:t>Image credit: Wikipedia</a:t>
            </a:r>
          </a:p>
        </p:txBody>
      </p:sp>
      <p:sp>
        <p:nvSpPr>
          <p:cNvPr id="4" name="Slide Number Placeholder 3">
            <a:extLst>
              <a:ext uri="{FF2B5EF4-FFF2-40B4-BE49-F238E27FC236}">
                <a16:creationId xmlns:a16="http://schemas.microsoft.com/office/drawing/2014/main" id="{DA292D60-DA5E-14F9-0F07-0CB969D6706D}"/>
              </a:ext>
            </a:extLst>
          </p:cNvPr>
          <p:cNvSpPr>
            <a:spLocks noGrp="1"/>
          </p:cNvSpPr>
          <p:nvPr>
            <p:ph type="sldNum" sz="quarter" idx="12"/>
          </p:nvPr>
        </p:nvSpPr>
        <p:spPr/>
        <p:txBody>
          <a:bodyPr/>
          <a:lstStyle/>
          <a:p>
            <a:fld id="{B82CCC60-E8CD-4174-8B1A-7DF615B22EEF}" type="slidenum">
              <a:rPr lang="en-US" smtClean="0"/>
              <a:pPr/>
              <a:t>14</a:t>
            </a:fld>
            <a:endParaRPr lang="en-US"/>
          </a:p>
        </p:txBody>
      </p:sp>
      <p:pic>
        <p:nvPicPr>
          <p:cNvPr id="5" name="Picture 4">
            <a:extLst>
              <a:ext uri="{FF2B5EF4-FFF2-40B4-BE49-F238E27FC236}">
                <a16:creationId xmlns:a16="http://schemas.microsoft.com/office/drawing/2014/main" id="{F3340996-5475-CEF7-03C4-9CB816CECE89}"/>
              </a:ext>
            </a:extLst>
          </p:cNvPr>
          <p:cNvPicPr>
            <a:picLocks noChangeAspect="1"/>
          </p:cNvPicPr>
          <p:nvPr/>
        </p:nvPicPr>
        <p:blipFill>
          <a:blip r:embed="rId2"/>
          <a:stretch>
            <a:fillRect/>
          </a:stretch>
        </p:blipFill>
        <p:spPr>
          <a:xfrm>
            <a:off x="8653094" y="-13861"/>
            <a:ext cx="3538906" cy="6735337"/>
          </a:xfrm>
          <a:prstGeom prst="rect">
            <a:avLst/>
          </a:prstGeom>
        </p:spPr>
      </p:pic>
      <p:pic>
        <p:nvPicPr>
          <p:cNvPr id="6" name="Picture 5">
            <a:extLst>
              <a:ext uri="{FF2B5EF4-FFF2-40B4-BE49-F238E27FC236}">
                <a16:creationId xmlns:a16="http://schemas.microsoft.com/office/drawing/2014/main" id="{DEA48554-3C2E-C870-63A6-4244E37829CF}"/>
              </a:ext>
            </a:extLst>
          </p:cNvPr>
          <p:cNvPicPr>
            <a:picLocks noChangeAspect="1"/>
          </p:cNvPicPr>
          <p:nvPr/>
        </p:nvPicPr>
        <p:blipFill>
          <a:blip r:embed="rId3"/>
          <a:stretch>
            <a:fillRect/>
          </a:stretch>
        </p:blipFill>
        <p:spPr>
          <a:xfrm>
            <a:off x="5216423" y="-13861"/>
            <a:ext cx="3436671" cy="6858000"/>
          </a:xfrm>
          <a:prstGeom prst="rect">
            <a:avLst/>
          </a:prstGeom>
        </p:spPr>
      </p:pic>
    </p:spTree>
    <p:extLst>
      <p:ext uri="{BB962C8B-B14F-4D97-AF65-F5344CB8AC3E}">
        <p14:creationId xmlns:p14="http://schemas.microsoft.com/office/powerpoint/2010/main" val="664404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32CB-7DC8-E108-E32D-654A3AC76EE4}"/>
              </a:ext>
            </a:extLst>
          </p:cNvPr>
          <p:cNvSpPr>
            <a:spLocks noGrp="1"/>
          </p:cNvSpPr>
          <p:nvPr>
            <p:ph type="title"/>
          </p:nvPr>
        </p:nvSpPr>
        <p:spPr/>
        <p:txBody>
          <a:bodyPr>
            <a:normAutofit fontScale="90000"/>
          </a:bodyPr>
          <a:lstStyle/>
          <a:p>
            <a:r>
              <a:rPr lang="en-US" dirty="0"/>
              <a:t>Sensitivity and Specificity</a:t>
            </a:r>
          </a:p>
        </p:txBody>
      </p:sp>
      <p:sp>
        <p:nvSpPr>
          <p:cNvPr id="4" name="Slide Number Placeholder 3">
            <a:extLst>
              <a:ext uri="{FF2B5EF4-FFF2-40B4-BE49-F238E27FC236}">
                <a16:creationId xmlns:a16="http://schemas.microsoft.com/office/drawing/2014/main" id="{2F6C5A7E-4A1D-EB66-7BAD-92F3F8D03BA0}"/>
              </a:ext>
            </a:extLst>
          </p:cNvPr>
          <p:cNvSpPr>
            <a:spLocks noGrp="1"/>
          </p:cNvSpPr>
          <p:nvPr>
            <p:ph type="sldNum" sz="quarter" idx="12"/>
          </p:nvPr>
        </p:nvSpPr>
        <p:spPr/>
        <p:txBody>
          <a:bodyPr/>
          <a:lstStyle/>
          <a:p>
            <a:fld id="{B82CCC60-E8CD-4174-8B1A-7DF615B22EEF}" type="slidenum">
              <a:rPr lang="en-US" smtClean="0"/>
              <a:pPr/>
              <a:t>15</a:t>
            </a:fld>
            <a:endParaRPr lang="en-US"/>
          </a:p>
        </p:txBody>
      </p:sp>
      <p:pic>
        <p:nvPicPr>
          <p:cNvPr id="5" name="Content Placeholder 4">
            <a:extLst>
              <a:ext uri="{FF2B5EF4-FFF2-40B4-BE49-F238E27FC236}">
                <a16:creationId xmlns:a16="http://schemas.microsoft.com/office/drawing/2014/main" id="{0955CE53-1B01-98F3-BE32-FB789CB90F63}"/>
              </a:ext>
            </a:extLst>
          </p:cNvPr>
          <p:cNvPicPr>
            <a:picLocks noGrp="1" noChangeAspect="1"/>
          </p:cNvPicPr>
          <p:nvPr>
            <p:ph idx="1"/>
          </p:nvPr>
        </p:nvPicPr>
        <p:blipFill>
          <a:blip r:embed="rId2"/>
          <a:stretch>
            <a:fillRect/>
          </a:stretch>
        </p:blipFill>
        <p:spPr>
          <a:xfrm>
            <a:off x="992422" y="2019417"/>
            <a:ext cx="9010650" cy="3400425"/>
          </a:xfrm>
          <a:prstGeom prst="rect">
            <a:avLst/>
          </a:prstGeom>
        </p:spPr>
      </p:pic>
    </p:spTree>
    <p:extLst>
      <p:ext uri="{BB962C8B-B14F-4D97-AF65-F5344CB8AC3E}">
        <p14:creationId xmlns:p14="http://schemas.microsoft.com/office/powerpoint/2010/main" val="3256696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8D13-8AB2-4BAF-B355-30EA7AC66932}"/>
              </a:ext>
            </a:extLst>
          </p:cNvPr>
          <p:cNvSpPr>
            <a:spLocks noGrp="1"/>
          </p:cNvSpPr>
          <p:nvPr>
            <p:ph type="title"/>
          </p:nvPr>
        </p:nvSpPr>
        <p:spPr/>
        <p:txBody>
          <a:bodyPr>
            <a:normAutofit fontScale="90000"/>
          </a:bodyPr>
          <a:lstStyle/>
          <a:p>
            <a:r>
              <a:rPr lang="en-US" dirty="0"/>
              <a:t>Intron chain</a:t>
            </a:r>
          </a:p>
        </p:txBody>
      </p:sp>
      <p:sp>
        <p:nvSpPr>
          <p:cNvPr id="3" name="Content Placeholder 2">
            <a:extLst>
              <a:ext uri="{FF2B5EF4-FFF2-40B4-BE49-F238E27FC236}">
                <a16:creationId xmlns:a16="http://schemas.microsoft.com/office/drawing/2014/main" id="{A1D5452A-D546-4229-868B-91A050FAFBF4}"/>
              </a:ext>
            </a:extLst>
          </p:cNvPr>
          <p:cNvSpPr>
            <a:spLocks noGrp="1"/>
          </p:cNvSpPr>
          <p:nvPr>
            <p:ph idx="1"/>
          </p:nvPr>
        </p:nvSpPr>
        <p:spPr>
          <a:xfrm>
            <a:off x="598620" y="1596540"/>
            <a:ext cx="10972800" cy="4581150"/>
          </a:xfrm>
        </p:spPr>
        <p:txBody>
          <a:bodyPr>
            <a:normAutofit/>
          </a:bodyPr>
          <a:lstStyle/>
          <a:p>
            <a:r>
              <a:rPr lang="en-US" dirty="0"/>
              <a:t>Intron chain is the set of numbers corresponding to the start and end exon coordinates for spliced exons</a:t>
            </a:r>
          </a:p>
          <a:p>
            <a:r>
              <a:rPr lang="en-US" dirty="0"/>
              <a:t>Intron chain also records the strand (+, or forward) or (-, or reverse)</a:t>
            </a:r>
          </a:p>
          <a:p>
            <a:endParaRPr lang="en-US" dirty="0"/>
          </a:p>
          <a:p>
            <a:endParaRPr lang="en-US" dirty="0"/>
          </a:p>
          <a:p>
            <a:endParaRPr lang="en-US" dirty="0"/>
          </a:p>
          <a:p>
            <a:endParaRPr lang="en-US" dirty="0"/>
          </a:p>
          <a:p>
            <a:r>
              <a:rPr lang="en-US" dirty="0"/>
              <a:t>Intron chain here is (+) </a:t>
            </a:r>
            <a:r>
              <a:rPr lang="en-US" i="1" dirty="0"/>
              <a:t>i</a:t>
            </a:r>
            <a:r>
              <a:rPr lang="en-US" i="1" baseline="-25000" dirty="0"/>
              <a:t>1</a:t>
            </a:r>
            <a:r>
              <a:rPr lang="en-US" i="1" dirty="0"/>
              <a:t>, i</a:t>
            </a:r>
            <a:r>
              <a:rPr lang="en-US" i="1" baseline="-25000" dirty="0"/>
              <a:t>2</a:t>
            </a:r>
            <a:r>
              <a:rPr lang="en-US" i="1" dirty="0"/>
              <a:t>, i</a:t>
            </a:r>
            <a:r>
              <a:rPr lang="en-US" i="1" baseline="-25000" dirty="0"/>
              <a:t>3</a:t>
            </a:r>
            <a:r>
              <a:rPr lang="en-US" i="1" dirty="0"/>
              <a:t>, i</a:t>
            </a:r>
            <a:r>
              <a:rPr lang="en-US" i="1" baseline="-25000" dirty="0"/>
              <a:t>4</a:t>
            </a:r>
            <a:r>
              <a:rPr lang="en-US" i="1" dirty="0"/>
              <a:t>, i</a:t>
            </a:r>
            <a:r>
              <a:rPr lang="en-US" i="1" baseline="-25000" dirty="0"/>
              <a:t>5</a:t>
            </a:r>
            <a:r>
              <a:rPr lang="en-US" i="1" dirty="0"/>
              <a:t>, i</a:t>
            </a:r>
            <a:r>
              <a:rPr lang="en-US" i="1" baseline="-25000" dirty="0"/>
              <a:t>6 </a:t>
            </a:r>
          </a:p>
          <a:p>
            <a:r>
              <a:rPr lang="en-US" dirty="0"/>
              <a:t>Ignores start and end coordinates</a:t>
            </a:r>
          </a:p>
        </p:txBody>
      </p:sp>
      <p:sp>
        <p:nvSpPr>
          <p:cNvPr id="4" name="Slide Number Placeholder 3">
            <a:extLst>
              <a:ext uri="{FF2B5EF4-FFF2-40B4-BE49-F238E27FC236}">
                <a16:creationId xmlns:a16="http://schemas.microsoft.com/office/drawing/2014/main" id="{A362AAFA-96EF-4CD2-A09C-6C24977204B8}"/>
              </a:ext>
            </a:extLst>
          </p:cNvPr>
          <p:cNvSpPr>
            <a:spLocks noGrp="1"/>
          </p:cNvSpPr>
          <p:nvPr>
            <p:ph type="sldNum" sz="quarter" idx="12"/>
          </p:nvPr>
        </p:nvSpPr>
        <p:spPr/>
        <p:txBody>
          <a:bodyPr/>
          <a:lstStyle/>
          <a:p>
            <a:fld id="{B82CCC60-E8CD-4174-8B1A-7DF615B22EEF}" type="slidenum">
              <a:rPr lang="en-US" smtClean="0"/>
              <a:pPr/>
              <a:t>16</a:t>
            </a:fld>
            <a:endParaRPr lang="en-US"/>
          </a:p>
        </p:txBody>
      </p:sp>
      <p:sp>
        <p:nvSpPr>
          <p:cNvPr id="5" name="Line 6">
            <a:extLst>
              <a:ext uri="{FF2B5EF4-FFF2-40B4-BE49-F238E27FC236}">
                <a16:creationId xmlns:a16="http://schemas.microsoft.com/office/drawing/2014/main" id="{33413DA1-3803-48B5-A522-B4421431950A}"/>
              </a:ext>
            </a:extLst>
          </p:cNvPr>
          <p:cNvSpPr>
            <a:spLocks noChangeShapeType="1"/>
          </p:cNvSpPr>
          <p:nvPr/>
        </p:nvSpPr>
        <p:spPr bwMode="auto">
          <a:xfrm>
            <a:off x="2341075" y="4225705"/>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Rectangle 5">
            <a:extLst>
              <a:ext uri="{FF2B5EF4-FFF2-40B4-BE49-F238E27FC236}">
                <a16:creationId xmlns:a16="http://schemas.microsoft.com/office/drawing/2014/main" id="{D040F004-0300-4440-B8ED-46E57751A41B}"/>
              </a:ext>
            </a:extLst>
          </p:cNvPr>
          <p:cNvSpPr>
            <a:spLocks noChangeArrowheads="1"/>
          </p:cNvSpPr>
          <p:nvPr/>
        </p:nvSpPr>
        <p:spPr bwMode="auto">
          <a:xfrm>
            <a:off x="3259483" y="4122395"/>
            <a:ext cx="863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r>
              <a:rPr lang="en-US" altLang="en-US" dirty="0"/>
              <a:t>    </a:t>
            </a:r>
            <a:endParaRPr lang="en-US" altLang="en-US" sz="1800" i="0" dirty="0">
              <a:solidFill>
                <a:schemeClr val="tx1"/>
              </a:solidFill>
            </a:endParaRPr>
          </a:p>
        </p:txBody>
      </p:sp>
      <p:sp>
        <p:nvSpPr>
          <p:cNvPr id="7" name="Rectangle 6">
            <a:extLst>
              <a:ext uri="{FF2B5EF4-FFF2-40B4-BE49-F238E27FC236}">
                <a16:creationId xmlns:a16="http://schemas.microsoft.com/office/drawing/2014/main" id="{EF110F88-5A96-4E08-AB2A-8842168206FF}"/>
              </a:ext>
            </a:extLst>
          </p:cNvPr>
          <p:cNvSpPr>
            <a:spLocks noChangeArrowheads="1"/>
          </p:cNvSpPr>
          <p:nvPr/>
        </p:nvSpPr>
        <p:spPr bwMode="auto">
          <a:xfrm>
            <a:off x="5264496" y="4116045"/>
            <a:ext cx="1090613"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sz="1800" i="0" dirty="0">
              <a:solidFill>
                <a:schemeClr val="tx1"/>
              </a:solidFill>
            </a:endParaRPr>
          </a:p>
        </p:txBody>
      </p:sp>
      <p:sp>
        <p:nvSpPr>
          <p:cNvPr id="8" name="Rectangle 7">
            <a:extLst>
              <a:ext uri="{FF2B5EF4-FFF2-40B4-BE49-F238E27FC236}">
                <a16:creationId xmlns:a16="http://schemas.microsoft.com/office/drawing/2014/main" id="{83BFE141-50F9-429D-827F-2FFD6CE59C41}"/>
              </a:ext>
            </a:extLst>
          </p:cNvPr>
          <p:cNvSpPr>
            <a:spLocks noChangeArrowheads="1"/>
          </p:cNvSpPr>
          <p:nvPr/>
        </p:nvSpPr>
        <p:spPr bwMode="auto">
          <a:xfrm>
            <a:off x="7480645" y="4122395"/>
            <a:ext cx="113823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9" name="Rectangle 8">
            <a:extLst>
              <a:ext uri="{FF2B5EF4-FFF2-40B4-BE49-F238E27FC236}">
                <a16:creationId xmlns:a16="http://schemas.microsoft.com/office/drawing/2014/main" id="{F3F262E8-27B6-496D-ABA8-734D043207C3}"/>
              </a:ext>
            </a:extLst>
          </p:cNvPr>
          <p:cNvSpPr>
            <a:spLocks noChangeArrowheads="1"/>
          </p:cNvSpPr>
          <p:nvPr/>
        </p:nvSpPr>
        <p:spPr bwMode="auto">
          <a:xfrm>
            <a:off x="4478683" y="4123983"/>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cxnSp>
        <p:nvCxnSpPr>
          <p:cNvPr id="10" name="Straight Connector 9">
            <a:extLst>
              <a:ext uri="{FF2B5EF4-FFF2-40B4-BE49-F238E27FC236}">
                <a16:creationId xmlns:a16="http://schemas.microsoft.com/office/drawing/2014/main" id="{13755053-DD41-4A3B-BDDF-10AB3E6AA5BE}"/>
              </a:ext>
            </a:extLst>
          </p:cNvPr>
          <p:cNvCxnSpPr>
            <a:cxnSpLocks/>
          </p:cNvCxnSpPr>
          <p:nvPr/>
        </p:nvCxnSpPr>
        <p:spPr bwMode="auto">
          <a:xfrm flipV="1">
            <a:off x="4123083" y="3727176"/>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Connector 10">
            <a:extLst>
              <a:ext uri="{FF2B5EF4-FFF2-40B4-BE49-F238E27FC236}">
                <a16:creationId xmlns:a16="http://schemas.microsoft.com/office/drawing/2014/main" id="{2BEF8DDF-F119-4E65-800E-43534AD46262}"/>
              </a:ext>
            </a:extLst>
          </p:cNvPr>
          <p:cNvCxnSpPr>
            <a:cxnSpLocks/>
          </p:cNvCxnSpPr>
          <p:nvPr/>
        </p:nvCxnSpPr>
        <p:spPr bwMode="auto">
          <a:xfrm flipV="1">
            <a:off x="4478683" y="3727176"/>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Straight Connector 11">
            <a:extLst>
              <a:ext uri="{FF2B5EF4-FFF2-40B4-BE49-F238E27FC236}">
                <a16:creationId xmlns:a16="http://schemas.microsoft.com/office/drawing/2014/main" id="{91CB0433-9DE3-47D1-91E6-212FEC1B97F4}"/>
              </a:ext>
            </a:extLst>
          </p:cNvPr>
          <p:cNvCxnSpPr>
            <a:cxnSpLocks/>
          </p:cNvCxnSpPr>
          <p:nvPr/>
        </p:nvCxnSpPr>
        <p:spPr bwMode="auto">
          <a:xfrm flipV="1">
            <a:off x="5260265" y="3742579"/>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Connector 12">
            <a:extLst>
              <a:ext uri="{FF2B5EF4-FFF2-40B4-BE49-F238E27FC236}">
                <a16:creationId xmlns:a16="http://schemas.microsoft.com/office/drawing/2014/main" id="{F0900EE1-70C9-467D-B08A-54ECFC559843}"/>
              </a:ext>
            </a:extLst>
          </p:cNvPr>
          <p:cNvCxnSpPr>
            <a:cxnSpLocks/>
          </p:cNvCxnSpPr>
          <p:nvPr/>
        </p:nvCxnSpPr>
        <p:spPr bwMode="auto">
          <a:xfrm flipV="1">
            <a:off x="4984212" y="3742579"/>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13">
            <a:extLst>
              <a:ext uri="{FF2B5EF4-FFF2-40B4-BE49-F238E27FC236}">
                <a16:creationId xmlns:a16="http://schemas.microsoft.com/office/drawing/2014/main" id="{F4360D02-327F-4D70-8DEB-B4CF35D133A0}"/>
              </a:ext>
            </a:extLst>
          </p:cNvPr>
          <p:cNvCxnSpPr>
            <a:cxnSpLocks/>
          </p:cNvCxnSpPr>
          <p:nvPr/>
        </p:nvCxnSpPr>
        <p:spPr bwMode="auto">
          <a:xfrm flipV="1">
            <a:off x="6368985" y="3742579"/>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a:extLst>
              <a:ext uri="{FF2B5EF4-FFF2-40B4-BE49-F238E27FC236}">
                <a16:creationId xmlns:a16="http://schemas.microsoft.com/office/drawing/2014/main" id="{CF36B904-175C-4A9D-A247-838DDD775054}"/>
              </a:ext>
            </a:extLst>
          </p:cNvPr>
          <p:cNvCxnSpPr>
            <a:cxnSpLocks/>
          </p:cNvCxnSpPr>
          <p:nvPr/>
        </p:nvCxnSpPr>
        <p:spPr bwMode="auto">
          <a:xfrm flipV="1">
            <a:off x="7480645" y="3742579"/>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Box 15">
            <a:extLst>
              <a:ext uri="{FF2B5EF4-FFF2-40B4-BE49-F238E27FC236}">
                <a16:creationId xmlns:a16="http://schemas.microsoft.com/office/drawing/2014/main" id="{2FA5711C-7C98-450A-ABF0-EBBC4093156E}"/>
              </a:ext>
            </a:extLst>
          </p:cNvPr>
          <p:cNvSpPr txBox="1"/>
          <p:nvPr/>
        </p:nvSpPr>
        <p:spPr>
          <a:xfrm>
            <a:off x="3954215" y="4761845"/>
            <a:ext cx="316112" cy="369332"/>
          </a:xfrm>
          <a:prstGeom prst="rect">
            <a:avLst/>
          </a:prstGeom>
          <a:noFill/>
        </p:spPr>
        <p:txBody>
          <a:bodyPr wrap="none" rtlCol="0">
            <a:spAutoFit/>
          </a:bodyPr>
          <a:lstStyle/>
          <a:p>
            <a:r>
              <a:rPr lang="en-US" i="1" dirty="0">
                <a:latin typeface="+mj-lt"/>
              </a:rPr>
              <a:t>i</a:t>
            </a:r>
            <a:r>
              <a:rPr lang="en-US" i="1" baseline="-25000" dirty="0">
                <a:latin typeface="+mj-lt"/>
              </a:rPr>
              <a:t>1</a:t>
            </a:r>
          </a:p>
        </p:txBody>
      </p:sp>
      <p:sp>
        <p:nvSpPr>
          <p:cNvPr id="17" name="TextBox 16">
            <a:extLst>
              <a:ext uri="{FF2B5EF4-FFF2-40B4-BE49-F238E27FC236}">
                <a16:creationId xmlns:a16="http://schemas.microsoft.com/office/drawing/2014/main" id="{4374D4AD-80E7-41FC-94CE-91751FADCA64}"/>
              </a:ext>
            </a:extLst>
          </p:cNvPr>
          <p:cNvSpPr txBox="1"/>
          <p:nvPr/>
        </p:nvSpPr>
        <p:spPr>
          <a:xfrm>
            <a:off x="4324876" y="4788990"/>
            <a:ext cx="316112" cy="369332"/>
          </a:xfrm>
          <a:prstGeom prst="rect">
            <a:avLst/>
          </a:prstGeom>
          <a:noFill/>
        </p:spPr>
        <p:txBody>
          <a:bodyPr wrap="none" rtlCol="0">
            <a:spAutoFit/>
          </a:bodyPr>
          <a:lstStyle/>
          <a:p>
            <a:r>
              <a:rPr lang="en-US" i="1" dirty="0">
                <a:latin typeface="+mj-lt"/>
              </a:rPr>
              <a:t>i</a:t>
            </a:r>
            <a:r>
              <a:rPr lang="en-US" i="1" baseline="-25000" dirty="0">
                <a:latin typeface="+mj-lt"/>
              </a:rPr>
              <a:t>2</a:t>
            </a:r>
          </a:p>
        </p:txBody>
      </p:sp>
      <p:sp>
        <p:nvSpPr>
          <p:cNvPr id="18" name="TextBox 17">
            <a:extLst>
              <a:ext uri="{FF2B5EF4-FFF2-40B4-BE49-F238E27FC236}">
                <a16:creationId xmlns:a16="http://schemas.microsoft.com/office/drawing/2014/main" id="{AB0A1987-D9B1-4774-9615-23E138F257F5}"/>
              </a:ext>
            </a:extLst>
          </p:cNvPr>
          <p:cNvSpPr txBox="1"/>
          <p:nvPr/>
        </p:nvSpPr>
        <p:spPr>
          <a:xfrm>
            <a:off x="4826156" y="4788990"/>
            <a:ext cx="316112" cy="369332"/>
          </a:xfrm>
          <a:prstGeom prst="rect">
            <a:avLst/>
          </a:prstGeom>
          <a:noFill/>
        </p:spPr>
        <p:txBody>
          <a:bodyPr wrap="none" rtlCol="0">
            <a:spAutoFit/>
          </a:bodyPr>
          <a:lstStyle/>
          <a:p>
            <a:r>
              <a:rPr lang="en-US" i="1" dirty="0">
                <a:latin typeface="+mj-lt"/>
              </a:rPr>
              <a:t>i</a:t>
            </a:r>
            <a:r>
              <a:rPr lang="en-US" i="1" baseline="-25000" dirty="0">
                <a:latin typeface="+mj-lt"/>
              </a:rPr>
              <a:t>3</a:t>
            </a:r>
          </a:p>
        </p:txBody>
      </p:sp>
      <p:sp>
        <p:nvSpPr>
          <p:cNvPr id="19" name="TextBox 18">
            <a:extLst>
              <a:ext uri="{FF2B5EF4-FFF2-40B4-BE49-F238E27FC236}">
                <a16:creationId xmlns:a16="http://schemas.microsoft.com/office/drawing/2014/main" id="{C7487BDC-E32D-48F8-BD41-F79AC68F0D42}"/>
              </a:ext>
            </a:extLst>
          </p:cNvPr>
          <p:cNvSpPr txBox="1"/>
          <p:nvPr/>
        </p:nvSpPr>
        <p:spPr>
          <a:xfrm>
            <a:off x="5142268" y="4798238"/>
            <a:ext cx="316112" cy="369332"/>
          </a:xfrm>
          <a:prstGeom prst="rect">
            <a:avLst/>
          </a:prstGeom>
          <a:noFill/>
        </p:spPr>
        <p:txBody>
          <a:bodyPr wrap="none" rtlCol="0">
            <a:spAutoFit/>
          </a:bodyPr>
          <a:lstStyle/>
          <a:p>
            <a:r>
              <a:rPr lang="en-US" i="1" dirty="0">
                <a:latin typeface="+mj-lt"/>
              </a:rPr>
              <a:t>i</a:t>
            </a:r>
            <a:r>
              <a:rPr lang="en-US" i="1" baseline="-25000" dirty="0">
                <a:latin typeface="+mj-lt"/>
              </a:rPr>
              <a:t>4</a:t>
            </a:r>
          </a:p>
        </p:txBody>
      </p:sp>
      <p:sp>
        <p:nvSpPr>
          <p:cNvPr id="20" name="TextBox 19">
            <a:extLst>
              <a:ext uri="{FF2B5EF4-FFF2-40B4-BE49-F238E27FC236}">
                <a16:creationId xmlns:a16="http://schemas.microsoft.com/office/drawing/2014/main" id="{460FBECE-096C-4C91-A9FC-EB8FF3466D2A}"/>
              </a:ext>
            </a:extLst>
          </p:cNvPr>
          <p:cNvSpPr txBox="1"/>
          <p:nvPr/>
        </p:nvSpPr>
        <p:spPr>
          <a:xfrm>
            <a:off x="6216446" y="4743188"/>
            <a:ext cx="316112" cy="369332"/>
          </a:xfrm>
          <a:prstGeom prst="rect">
            <a:avLst/>
          </a:prstGeom>
          <a:noFill/>
        </p:spPr>
        <p:txBody>
          <a:bodyPr wrap="none" rtlCol="0">
            <a:spAutoFit/>
          </a:bodyPr>
          <a:lstStyle/>
          <a:p>
            <a:r>
              <a:rPr lang="en-US" i="1" dirty="0">
                <a:latin typeface="+mj-lt"/>
              </a:rPr>
              <a:t>i</a:t>
            </a:r>
            <a:r>
              <a:rPr lang="en-US" i="1" baseline="-25000" dirty="0">
                <a:latin typeface="+mj-lt"/>
              </a:rPr>
              <a:t>5</a:t>
            </a:r>
          </a:p>
        </p:txBody>
      </p:sp>
      <p:sp>
        <p:nvSpPr>
          <p:cNvPr id="21" name="TextBox 20">
            <a:extLst>
              <a:ext uri="{FF2B5EF4-FFF2-40B4-BE49-F238E27FC236}">
                <a16:creationId xmlns:a16="http://schemas.microsoft.com/office/drawing/2014/main" id="{583F122F-B716-4EFB-A597-89E4779B8C2C}"/>
              </a:ext>
            </a:extLst>
          </p:cNvPr>
          <p:cNvSpPr txBox="1"/>
          <p:nvPr/>
        </p:nvSpPr>
        <p:spPr>
          <a:xfrm>
            <a:off x="7305529" y="4760434"/>
            <a:ext cx="316112" cy="369332"/>
          </a:xfrm>
          <a:prstGeom prst="rect">
            <a:avLst/>
          </a:prstGeom>
          <a:noFill/>
        </p:spPr>
        <p:txBody>
          <a:bodyPr wrap="none" rtlCol="0">
            <a:spAutoFit/>
          </a:bodyPr>
          <a:lstStyle/>
          <a:p>
            <a:r>
              <a:rPr lang="en-US" i="1" dirty="0">
                <a:latin typeface="+mj-lt"/>
              </a:rPr>
              <a:t>i</a:t>
            </a:r>
            <a:r>
              <a:rPr lang="en-US" i="1" baseline="-25000" dirty="0">
                <a:latin typeface="+mj-lt"/>
              </a:rPr>
              <a:t>6</a:t>
            </a:r>
          </a:p>
        </p:txBody>
      </p:sp>
      <p:cxnSp>
        <p:nvCxnSpPr>
          <p:cNvPr id="22" name="Straight Connector 21">
            <a:extLst>
              <a:ext uri="{FF2B5EF4-FFF2-40B4-BE49-F238E27FC236}">
                <a16:creationId xmlns:a16="http://schemas.microsoft.com/office/drawing/2014/main" id="{3F1E0697-E5D5-42EB-BF3C-DD1B25506B99}"/>
              </a:ext>
            </a:extLst>
          </p:cNvPr>
          <p:cNvCxnSpPr>
            <a:cxnSpLocks/>
          </p:cNvCxnSpPr>
          <p:nvPr/>
        </p:nvCxnSpPr>
        <p:spPr bwMode="auto">
          <a:xfrm flipV="1">
            <a:off x="3714168" y="3746323"/>
            <a:ext cx="0" cy="1051915"/>
          </a:xfrm>
          <a:prstGeom prst="line">
            <a:avLst/>
          </a:prstGeom>
          <a:solidFill>
            <a:schemeClr val="accent1"/>
          </a:solidFill>
          <a:ln w="38100" cap="flat" cmpd="sng" algn="ctr">
            <a:solidFill>
              <a:schemeClr val="accent3">
                <a:lumMod val="75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a:extLst>
              <a:ext uri="{FF2B5EF4-FFF2-40B4-BE49-F238E27FC236}">
                <a16:creationId xmlns:a16="http://schemas.microsoft.com/office/drawing/2014/main" id="{AA37B75F-06CD-4049-BCAE-7DC44B7503FB}"/>
              </a:ext>
            </a:extLst>
          </p:cNvPr>
          <p:cNvCxnSpPr>
            <a:cxnSpLocks/>
          </p:cNvCxnSpPr>
          <p:nvPr/>
        </p:nvCxnSpPr>
        <p:spPr bwMode="auto">
          <a:xfrm flipV="1">
            <a:off x="8040216" y="3746323"/>
            <a:ext cx="0" cy="1051915"/>
          </a:xfrm>
          <a:prstGeom prst="line">
            <a:avLst/>
          </a:prstGeom>
          <a:solidFill>
            <a:schemeClr val="accent1"/>
          </a:solidFill>
          <a:ln w="38100" cap="flat" cmpd="sng" algn="ctr">
            <a:solidFill>
              <a:schemeClr val="accent3">
                <a:lumMod val="75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Box 23">
            <a:extLst>
              <a:ext uri="{FF2B5EF4-FFF2-40B4-BE49-F238E27FC236}">
                <a16:creationId xmlns:a16="http://schemas.microsoft.com/office/drawing/2014/main" id="{640381EE-46C4-48CD-809C-ACFAE6389AF5}"/>
              </a:ext>
            </a:extLst>
          </p:cNvPr>
          <p:cNvSpPr txBox="1"/>
          <p:nvPr/>
        </p:nvSpPr>
        <p:spPr>
          <a:xfrm>
            <a:off x="2552255" y="3436603"/>
            <a:ext cx="1320298" cy="369332"/>
          </a:xfrm>
          <a:prstGeom prst="rect">
            <a:avLst/>
          </a:prstGeom>
          <a:noFill/>
        </p:spPr>
        <p:txBody>
          <a:bodyPr wrap="none" rtlCol="0">
            <a:spAutoFit/>
          </a:bodyPr>
          <a:lstStyle/>
          <a:p>
            <a:r>
              <a:rPr lang="en-US" i="1" dirty="0">
                <a:latin typeface="+mj-lt"/>
              </a:rPr>
              <a:t>Coding start</a:t>
            </a:r>
            <a:endParaRPr lang="en-US" i="1" baseline="-25000" dirty="0">
              <a:latin typeface="+mj-lt"/>
            </a:endParaRPr>
          </a:p>
        </p:txBody>
      </p:sp>
      <p:sp>
        <p:nvSpPr>
          <p:cNvPr id="25" name="TextBox 24">
            <a:extLst>
              <a:ext uri="{FF2B5EF4-FFF2-40B4-BE49-F238E27FC236}">
                <a16:creationId xmlns:a16="http://schemas.microsoft.com/office/drawing/2014/main" id="{21F13D32-65EF-4C5E-809A-14CC786DE940}"/>
              </a:ext>
            </a:extLst>
          </p:cNvPr>
          <p:cNvSpPr txBox="1"/>
          <p:nvPr/>
        </p:nvSpPr>
        <p:spPr>
          <a:xfrm>
            <a:off x="7718561" y="3409996"/>
            <a:ext cx="1283749" cy="369332"/>
          </a:xfrm>
          <a:prstGeom prst="rect">
            <a:avLst/>
          </a:prstGeom>
          <a:noFill/>
        </p:spPr>
        <p:txBody>
          <a:bodyPr wrap="none" rtlCol="0">
            <a:spAutoFit/>
          </a:bodyPr>
          <a:lstStyle/>
          <a:p>
            <a:r>
              <a:rPr lang="en-US" i="1" dirty="0">
                <a:latin typeface="+mj-lt"/>
              </a:rPr>
              <a:t>Coding stop</a:t>
            </a:r>
            <a:endParaRPr lang="en-US" i="1" baseline="-25000" dirty="0">
              <a:latin typeface="+mj-lt"/>
            </a:endParaRPr>
          </a:p>
        </p:txBody>
      </p:sp>
    </p:spTree>
    <p:extLst>
      <p:ext uri="{BB962C8B-B14F-4D97-AF65-F5344CB8AC3E}">
        <p14:creationId xmlns:p14="http://schemas.microsoft.com/office/powerpoint/2010/main" val="2519693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DF3ED-0C93-A2F0-7C92-D36B9BFB1431}"/>
              </a:ext>
            </a:extLst>
          </p:cNvPr>
          <p:cNvSpPr>
            <a:spLocks noGrp="1"/>
          </p:cNvSpPr>
          <p:nvPr>
            <p:ph type="title"/>
          </p:nvPr>
        </p:nvSpPr>
        <p:spPr/>
        <p:txBody>
          <a:bodyPr>
            <a:normAutofit fontScale="90000"/>
          </a:bodyPr>
          <a:lstStyle/>
          <a:p>
            <a:r>
              <a:rPr lang="en-US" dirty="0"/>
              <a:t>Nucleotide level accuracy</a:t>
            </a:r>
          </a:p>
        </p:txBody>
      </p:sp>
      <p:sp>
        <p:nvSpPr>
          <p:cNvPr id="4" name="Slide Number Placeholder 3">
            <a:extLst>
              <a:ext uri="{FF2B5EF4-FFF2-40B4-BE49-F238E27FC236}">
                <a16:creationId xmlns:a16="http://schemas.microsoft.com/office/drawing/2014/main" id="{CCD86338-5554-BDC7-9E3F-68C26CBD76C3}"/>
              </a:ext>
            </a:extLst>
          </p:cNvPr>
          <p:cNvSpPr>
            <a:spLocks noGrp="1"/>
          </p:cNvSpPr>
          <p:nvPr>
            <p:ph type="sldNum" sz="quarter" idx="12"/>
          </p:nvPr>
        </p:nvSpPr>
        <p:spPr/>
        <p:txBody>
          <a:bodyPr/>
          <a:lstStyle/>
          <a:p>
            <a:fld id="{B82CCC60-E8CD-4174-8B1A-7DF615B22EEF}" type="slidenum">
              <a:rPr lang="en-US" smtClean="0"/>
              <a:pPr/>
              <a:t>17</a:t>
            </a:fld>
            <a:endParaRPr lang="en-US"/>
          </a:p>
        </p:txBody>
      </p:sp>
      <p:graphicFrame>
        <p:nvGraphicFramePr>
          <p:cNvPr id="5" name="Object 4">
            <a:extLst>
              <a:ext uri="{FF2B5EF4-FFF2-40B4-BE49-F238E27FC236}">
                <a16:creationId xmlns:a16="http://schemas.microsoft.com/office/drawing/2014/main" id="{208140D2-4393-DBCF-C439-64B39E298A33}"/>
              </a:ext>
            </a:extLst>
          </p:cNvPr>
          <p:cNvGraphicFramePr>
            <a:graphicFrameLocks noChangeAspect="1"/>
          </p:cNvGraphicFramePr>
          <p:nvPr>
            <p:extLst>
              <p:ext uri="{D42A27DB-BD31-4B8C-83A1-F6EECF244321}">
                <p14:modId xmlns:p14="http://schemas.microsoft.com/office/powerpoint/2010/main" val="79109728"/>
              </p:ext>
            </p:extLst>
          </p:nvPr>
        </p:nvGraphicFramePr>
        <p:xfrm>
          <a:off x="5497620" y="3980705"/>
          <a:ext cx="1371600" cy="698500"/>
        </p:xfrm>
        <a:graphic>
          <a:graphicData uri="http://schemas.openxmlformats.org/presentationml/2006/ole">
            <mc:AlternateContent xmlns:mc="http://schemas.openxmlformats.org/markup-compatibility/2006">
              <mc:Choice xmlns:v="urn:schemas-microsoft-com:vml" Requires="v">
                <p:oleObj spid="_x0000_s1034" name="Equation" r:id="rId3" imgW="21361400" imgH="9067800" progId="Equation.3">
                  <p:embed/>
                </p:oleObj>
              </mc:Choice>
              <mc:Fallback>
                <p:oleObj name="Equation" r:id="rId3" imgW="21361400" imgH="9067800" progId="Equation.3">
                  <p:embed/>
                  <p:pic>
                    <p:nvPicPr>
                      <p:cNvPr id="5" name="Object 4">
                        <a:extLst>
                          <a:ext uri="{FF2B5EF4-FFF2-40B4-BE49-F238E27FC236}">
                            <a16:creationId xmlns:a16="http://schemas.microsoft.com/office/drawing/2014/main" id="{208140D2-4393-DBCF-C439-64B39E298A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7620" y="3980705"/>
                        <a:ext cx="1371600"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Line 5">
            <a:extLst>
              <a:ext uri="{FF2B5EF4-FFF2-40B4-BE49-F238E27FC236}">
                <a16:creationId xmlns:a16="http://schemas.microsoft.com/office/drawing/2014/main" id="{9B119489-6150-7749-D39C-74A80848ED84}"/>
              </a:ext>
            </a:extLst>
          </p:cNvPr>
          <p:cNvSpPr>
            <a:spLocks noChangeShapeType="1"/>
          </p:cNvSpPr>
          <p:nvPr/>
        </p:nvSpPr>
        <p:spPr bwMode="auto">
          <a:xfrm>
            <a:off x="2264895" y="2252662"/>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6">
            <a:extLst>
              <a:ext uri="{FF2B5EF4-FFF2-40B4-BE49-F238E27FC236}">
                <a16:creationId xmlns:a16="http://schemas.microsoft.com/office/drawing/2014/main" id="{3AD550BB-08C5-35FF-EA14-0CA67B6013B1}"/>
              </a:ext>
            </a:extLst>
          </p:cNvPr>
          <p:cNvSpPr>
            <a:spLocks noChangeShapeType="1"/>
          </p:cNvSpPr>
          <p:nvPr/>
        </p:nvSpPr>
        <p:spPr bwMode="auto">
          <a:xfrm>
            <a:off x="2264895" y="2786062"/>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7">
            <a:extLst>
              <a:ext uri="{FF2B5EF4-FFF2-40B4-BE49-F238E27FC236}">
                <a16:creationId xmlns:a16="http://schemas.microsoft.com/office/drawing/2014/main" id="{C1B63340-741D-2AC4-F048-F88FE0A6102A}"/>
              </a:ext>
            </a:extLst>
          </p:cNvPr>
          <p:cNvSpPr>
            <a:spLocks noChangeShapeType="1"/>
          </p:cNvSpPr>
          <p:nvPr/>
        </p:nvSpPr>
        <p:spPr bwMode="auto">
          <a:xfrm>
            <a:off x="2264895" y="3319462"/>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Rectangle 8">
            <a:extLst>
              <a:ext uri="{FF2B5EF4-FFF2-40B4-BE49-F238E27FC236}">
                <a16:creationId xmlns:a16="http://schemas.microsoft.com/office/drawing/2014/main" id="{57DA34F9-E4D3-B4B8-F5B2-75DC03E337F1}"/>
              </a:ext>
            </a:extLst>
          </p:cNvPr>
          <p:cNvSpPr>
            <a:spLocks noChangeArrowheads="1"/>
          </p:cNvSpPr>
          <p:nvPr/>
        </p:nvSpPr>
        <p:spPr bwMode="auto">
          <a:xfrm>
            <a:off x="3271370" y="2640012"/>
            <a:ext cx="1968500" cy="215900"/>
          </a:xfrm>
          <a:prstGeom prst="rect">
            <a:avLst/>
          </a:prstGeom>
          <a:solidFill>
            <a:srgbClr val="32CC6D"/>
          </a:solidFill>
          <a:ln w="127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0" name="Rectangle 9">
            <a:extLst>
              <a:ext uri="{FF2B5EF4-FFF2-40B4-BE49-F238E27FC236}">
                <a16:creationId xmlns:a16="http://schemas.microsoft.com/office/drawing/2014/main" id="{84A41D8E-530A-1AA8-FE30-2786E4B96090}"/>
              </a:ext>
            </a:extLst>
          </p:cNvPr>
          <p:cNvSpPr>
            <a:spLocks noChangeArrowheads="1"/>
          </p:cNvSpPr>
          <p:nvPr/>
        </p:nvSpPr>
        <p:spPr bwMode="auto">
          <a:xfrm>
            <a:off x="6547970" y="2640012"/>
            <a:ext cx="2425700" cy="215900"/>
          </a:xfrm>
          <a:prstGeom prst="rect">
            <a:avLst/>
          </a:prstGeom>
          <a:solidFill>
            <a:srgbClr val="32CC6D"/>
          </a:solidFill>
          <a:ln w="12700">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1" name="Rectangle 10">
            <a:extLst>
              <a:ext uri="{FF2B5EF4-FFF2-40B4-BE49-F238E27FC236}">
                <a16:creationId xmlns:a16="http://schemas.microsoft.com/office/drawing/2014/main" id="{4647C44C-1CEA-BA8A-8B5C-CE9565D792C2}"/>
              </a:ext>
            </a:extLst>
          </p:cNvPr>
          <p:cNvSpPr>
            <a:spLocks noChangeArrowheads="1"/>
          </p:cNvSpPr>
          <p:nvPr/>
        </p:nvSpPr>
        <p:spPr bwMode="auto">
          <a:xfrm>
            <a:off x="3758550" y="3173412"/>
            <a:ext cx="1816100" cy="215900"/>
          </a:xfrm>
          <a:prstGeom prst="rect">
            <a:avLst/>
          </a:prstGeom>
          <a:solidFill>
            <a:srgbClr val="3399FF"/>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2" name="Rectangle 11">
            <a:extLst>
              <a:ext uri="{FF2B5EF4-FFF2-40B4-BE49-F238E27FC236}">
                <a16:creationId xmlns:a16="http://schemas.microsoft.com/office/drawing/2014/main" id="{97EC20A2-7437-0169-F5C5-A7895D084EEB}"/>
              </a:ext>
            </a:extLst>
          </p:cNvPr>
          <p:cNvSpPr>
            <a:spLocks noChangeArrowheads="1"/>
          </p:cNvSpPr>
          <p:nvPr/>
        </p:nvSpPr>
        <p:spPr bwMode="auto">
          <a:xfrm>
            <a:off x="7005170" y="3173412"/>
            <a:ext cx="1663700" cy="215900"/>
          </a:xfrm>
          <a:prstGeom prst="rect">
            <a:avLst/>
          </a:prstGeom>
          <a:solidFill>
            <a:srgbClr val="3399FF"/>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3" name="Line 12">
            <a:extLst>
              <a:ext uri="{FF2B5EF4-FFF2-40B4-BE49-F238E27FC236}">
                <a16:creationId xmlns:a16="http://schemas.microsoft.com/office/drawing/2014/main" id="{5916501D-EE00-876C-E64E-77946EC4B9F1}"/>
              </a:ext>
            </a:extLst>
          </p:cNvPr>
          <p:cNvSpPr>
            <a:spLocks noChangeShapeType="1"/>
          </p:cNvSpPr>
          <p:nvPr/>
        </p:nvSpPr>
        <p:spPr bwMode="auto">
          <a:xfrm flipV="1">
            <a:off x="2274420" y="1789112"/>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Line 13">
            <a:extLst>
              <a:ext uri="{FF2B5EF4-FFF2-40B4-BE49-F238E27FC236}">
                <a16:creationId xmlns:a16="http://schemas.microsoft.com/office/drawing/2014/main" id="{D01BFB7B-EB1B-8C8B-C78A-67BC6DAB3892}"/>
              </a:ext>
            </a:extLst>
          </p:cNvPr>
          <p:cNvSpPr>
            <a:spLocks noChangeShapeType="1"/>
          </p:cNvSpPr>
          <p:nvPr/>
        </p:nvSpPr>
        <p:spPr bwMode="auto">
          <a:xfrm flipV="1">
            <a:off x="5246402" y="177323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Line 14">
            <a:extLst>
              <a:ext uri="{FF2B5EF4-FFF2-40B4-BE49-F238E27FC236}">
                <a16:creationId xmlns:a16="http://schemas.microsoft.com/office/drawing/2014/main" id="{8C0B0E1A-AE8D-E75C-C19C-1BA002EDE701}"/>
              </a:ext>
            </a:extLst>
          </p:cNvPr>
          <p:cNvSpPr>
            <a:spLocks noChangeShapeType="1"/>
          </p:cNvSpPr>
          <p:nvPr/>
        </p:nvSpPr>
        <p:spPr bwMode="auto">
          <a:xfrm flipV="1">
            <a:off x="5581885" y="177323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15">
            <a:extLst>
              <a:ext uri="{FF2B5EF4-FFF2-40B4-BE49-F238E27FC236}">
                <a16:creationId xmlns:a16="http://schemas.microsoft.com/office/drawing/2014/main" id="{1629F53C-C68A-5C71-B189-403048FE94C6}"/>
              </a:ext>
            </a:extLst>
          </p:cNvPr>
          <p:cNvSpPr>
            <a:spLocks noChangeShapeType="1"/>
          </p:cNvSpPr>
          <p:nvPr/>
        </p:nvSpPr>
        <p:spPr bwMode="auto">
          <a:xfrm flipV="1">
            <a:off x="6536857" y="1782762"/>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16">
            <a:extLst>
              <a:ext uri="{FF2B5EF4-FFF2-40B4-BE49-F238E27FC236}">
                <a16:creationId xmlns:a16="http://schemas.microsoft.com/office/drawing/2014/main" id="{214A4F89-4FE1-97FD-2A5F-25BB50345D7D}"/>
              </a:ext>
            </a:extLst>
          </p:cNvPr>
          <p:cNvSpPr>
            <a:spLocks noChangeShapeType="1"/>
          </p:cNvSpPr>
          <p:nvPr/>
        </p:nvSpPr>
        <p:spPr bwMode="auto">
          <a:xfrm flipV="1">
            <a:off x="6992470" y="1774824"/>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17">
            <a:extLst>
              <a:ext uri="{FF2B5EF4-FFF2-40B4-BE49-F238E27FC236}">
                <a16:creationId xmlns:a16="http://schemas.microsoft.com/office/drawing/2014/main" id="{0707ADB7-7EF2-66CB-9113-81A581913F76}"/>
              </a:ext>
            </a:extLst>
          </p:cNvPr>
          <p:cNvSpPr>
            <a:spLocks noChangeShapeType="1"/>
          </p:cNvSpPr>
          <p:nvPr/>
        </p:nvSpPr>
        <p:spPr bwMode="auto">
          <a:xfrm flipV="1">
            <a:off x="8659527" y="1774824"/>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18">
            <a:extLst>
              <a:ext uri="{FF2B5EF4-FFF2-40B4-BE49-F238E27FC236}">
                <a16:creationId xmlns:a16="http://schemas.microsoft.com/office/drawing/2014/main" id="{87E45C45-2AC1-6EEC-BFCB-FC353C7288FB}"/>
              </a:ext>
            </a:extLst>
          </p:cNvPr>
          <p:cNvSpPr>
            <a:spLocks noChangeShapeType="1"/>
          </p:cNvSpPr>
          <p:nvPr/>
        </p:nvSpPr>
        <p:spPr bwMode="auto">
          <a:xfrm flipV="1">
            <a:off x="8995192" y="1789112"/>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19">
            <a:extLst>
              <a:ext uri="{FF2B5EF4-FFF2-40B4-BE49-F238E27FC236}">
                <a16:creationId xmlns:a16="http://schemas.microsoft.com/office/drawing/2014/main" id="{EFA7BE8F-DB28-4940-01B5-120C6565ABB9}"/>
              </a:ext>
            </a:extLst>
          </p:cNvPr>
          <p:cNvSpPr>
            <a:spLocks noChangeShapeType="1"/>
          </p:cNvSpPr>
          <p:nvPr/>
        </p:nvSpPr>
        <p:spPr bwMode="auto">
          <a:xfrm flipV="1">
            <a:off x="9961095" y="179863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20">
            <a:extLst>
              <a:ext uri="{FF2B5EF4-FFF2-40B4-BE49-F238E27FC236}">
                <a16:creationId xmlns:a16="http://schemas.microsoft.com/office/drawing/2014/main" id="{D04E150B-FCD5-EEA6-090A-B3A98C1F1229}"/>
              </a:ext>
            </a:extLst>
          </p:cNvPr>
          <p:cNvSpPr>
            <a:spLocks noChangeShapeType="1"/>
          </p:cNvSpPr>
          <p:nvPr/>
        </p:nvSpPr>
        <p:spPr bwMode="auto">
          <a:xfrm flipV="1">
            <a:off x="3268195" y="1784349"/>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21">
            <a:extLst>
              <a:ext uri="{FF2B5EF4-FFF2-40B4-BE49-F238E27FC236}">
                <a16:creationId xmlns:a16="http://schemas.microsoft.com/office/drawing/2014/main" id="{87B7E886-FAE2-23FA-6E5D-75C1C55EEA2B}"/>
              </a:ext>
            </a:extLst>
          </p:cNvPr>
          <p:cNvSpPr>
            <a:spLocks noChangeShapeType="1"/>
          </p:cNvSpPr>
          <p:nvPr/>
        </p:nvSpPr>
        <p:spPr bwMode="auto">
          <a:xfrm flipV="1">
            <a:off x="3767892" y="177958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Rectangle 22">
            <a:extLst>
              <a:ext uri="{FF2B5EF4-FFF2-40B4-BE49-F238E27FC236}">
                <a16:creationId xmlns:a16="http://schemas.microsoft.com/office/drawing/2014/main" id="{FC130264-E2D1-2F9F-0C83-633F637537E4}"/>
              </a:ext>
            </a:extLst>
          </p:cNvPr>
          <p:cNvSpPr>
            <a:spLocks noChangeArrowheads="1"/>
          </p:cNvSpPr>
          <p:nvPr/>
        </p:nvSpPr>
        <p:spPr bwMode="auto">
          <a:xfrm>
            <a:off x="2444282" y="1766887"/>
            <a:ext cx="59311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TN</a:t>
            </a:r>
          </a:p>
        </p:txBody>
      </p:sp>
      <p:sp>
        <p:nvSpPr>
          <p:cNvPr id="24" name="Rectangle 23">
            <a:extLst>
              <a:ext uri="{FF2B5EF4-FFF2-40B4-BE49-F238E27FC236}">
                <a16:creationId xmlns:a16="http://schemas.microsoft.com/office/drawing/2014/main" id="{9E1658C2-1CB7-E694-5D28-2C029B509EAD}"/>
              </a:ext>
            </a:extLst>
          </p:cNvPr>
          <p:cNvSpPr>
            <a:spLocks noChangeArrowheads="1"/>
          </p:cNvSpPr>
          <p:nvPr/>
        </p:nvSpPr>
        <p:spPr bwMode="auto">
          <a:xfrm>
            <a:off x="5171607" y="1765299"/>
            <a:ext cx="52578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FP</a:t>
            </a:r>
          </a:p>
        </p:txBody>
      </p:sp>
      <p:sp>
        <p:nvSpPr>
          <p:cNvPr id="25" name="Rectangle 24">
            <a:extLst>
              <a:ext uri="{FF2B5EF4-FFF2-40B4-BE49-F238E27FC236}">
                <a16:creationId xmlns:a16="http://schemas.microsoft.com/office/drawing/2014/main" id="{C96A05CF-9DCA-AAD3-DA31-B2E4B91DCBD6}"/>
              </a:ext>
            </a:extLst>
          </p:cNvPr>
          <p:cNvSpPr>
            <a:spLocks noChangeArrowheads="1"/>
          </p:cNvSpPr>
          <p:nvPr/>
        </p:nvSpPr>
        <p:spPr bwMode="auto">
          <a:xfrm>
            <a:off x="3206282" y="1765299"/>
            <a:ext cx="57708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FN</a:t>
            </a:r>
          </a:p>
        </p:txBody>
      </p:sp>
      <p:sp>
        <p:nvSpPr>
          <p:cNvPr id="26" name="Rectangle 25">
            <a:extLst>
              <a:ext uri="{FF2B5EF4-FFF2-40B4-BE49-F238E27FC236}">
                <a16:creationId xmlns:a16="http://schemas.microsoft.com/office/drawing/2014/main" id="{8937644B-B94F-068D-4508-167661606524}"/>
              </a:ext>
            </a:extLst>
          </p:cNvPr>
          <p:cNvSpPr>
            <a:spLocks noChangeArrowheads="1"/>
          </p:cNvSpPr>
          <p:nvPr/>
        </p:nvSpPr>
        <p:spPr bwMode="auto">
          <a:xfrm>
            <a:off x="5751045" y="1765299"/>
            <a:ext cx="59311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TN</a:t>
            </a:r>
          </a:p>
        </p:txBody>
      </p:sp>
      <p:sp>
        <p:nvSpPr>
          <p:cNvPr id="27" name="Rectangle 26">
            <a:extLst>
              <a:ext uri="{FF2B5EF4-FFF2-40B4-BE49-F238E27FC236}">
                <a16:creationId xmlns:a16="http://schemas.microsoft.com/office/drawing/2014/main" id="{6A8D5E0E-A63A-7EDD-8097-8693473B1C42}"/>
              </a:ext>
            </a:extLst>
          </p:cNvPr>
          <p:cNvSpPr>
            <a:spLocks noChangeArrowheads="1"/>
          </p:cNvSpPr>
          <p:nvPr/>
        </p:nvSpPr>
        <p:spPr bwMode="auto">
          <a:xfrm>
            <a:off x="9180045" y="1765299"/>
            <a:ext cx="59311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TN</a:t>
            </a:r>
          </a:p>
        </p:txBody>
      </p:sp>
      <p:sp>
        <p:nvSpPr>
          <p:cNvPr id="28" name="Rectangle 27">
            <a:extLst>
              <a:ext uri="{FF2B5EF4-FFF2-40B4-BE49-F238E27FC236}">
                <a16:creationId xmlns:a16="http://schemas.microsoft.com/office/drawing/2014/main" id="{2982BE2F-0ED0-FDA6-2F9B-ACCEFABF38D7}"/>
              </a:ext>
            </a:extLst>
          </p:cNvPr>
          <p:cNvSpPr>
            <a:spLocks noChangeArrowheads="1"/>
          </p:cNvSpPr>
          <p:nvPr/>
        </p:nvSpPr>
        <p:spPr bwMode="auto">
          <a:xfrm>
            <a:off x="7473482" y="1765299"/>
            <a:ext cx="54181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TP</a:t>
            </a:r>
          </a:p>
        </p:txBody>
      </p:sp>
      <p:sp>
        <p:nvSpPr>
          <p:cNvPr id="29" name="Rectangle 28">
            <a:extLst>
              <a:ext uri="{FF2B5EF4-FFF2-40B4-BE49-F238E27FC236}">
                <a16:creationId xmlns:a16="http://schemas.microsoft.com/office/drawing/2014/main" id="{32D84391-EEFF-6644-8950-1BE424EBC6BB}"/>
              </a:ext>
            </a:extLst>
          </p:cNvPr>
          <p:cNvSpPr>
            <a:spLocks noChangeArrowheads="1"/>
          </p:cNvSpPr>
          <p:nvPr/>
        </p:nvSpPr>
        <p:spPr bwMode="auto">
          <a:xfrm>
            <a:off x="6482882" y="1765299"/>
            <a:ext cx="57708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FN</a:t>
            </a:r>
          </a:p>
        </p:txBody>
      </p:sp>
      <p:sp>
        <p:nvSpPr>
          <p:cNvPr id="30" name="Rectangle 29">
            <a:extLst>
              <a:ext uri="{FF2B5EF4-FFF2-40B4-BE49-F238E27FC236}">
                <a16:creationId xmlns:a16="http://schemas.microsoft.com/office/drawing/2014/main" id="{620D3ADC-82DE-578C-AF68-548845F8D9F2}"/>
              </a:ext>
            </a:extLst>
          </p:cNvPr>
          <p:cNvSpPr>
            <a:spLocks noChangeArrowheads="1"/>
          </p:cNvSpPr>
          <p:nvPr/>
        </p:nvSpPr>
        <p:spPr bwMode="auto">
          <a:xfrm>
            <a:off x="4182595" y="1766887"/>
            <a:ext cx="54181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TP</a:t>
            </a:r>
          </a:p>
        </p:txBody>
      </p:sp>
      <p:sp>
        <p:nvSpPr>
          <p:cNvPr id="31" name="Rectangle 30">
            <a:extLst>
              <a:ext uri="{FF2B5EF4-FFF2-40B4-BE49-F238E27FC236}">
                <a16:creationId xmlns:a16="http://schemas.microsoft.com/office/drawing/2014/main" id="{DD365848-09DE-1A4F-FC7B-771BBB51C708}"/>
              </a:ext>
            </a:extLst>
          </p:cNvPr>
          <p:cNvSpPr>
            <a:spLocks noChangeArrowheads="1"/>
          </p:cNvSpPr>
          <p:nvPr/>
        </p:nvSpPr>
        <p:spPr bwMode="auto">
          <a:xfrm>
            <a:off x="8540282" y="1765299"/>
            <a:ext cx="57708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FN</a:t>
            </a:r>
          </a:p>
        </p:txBody>
      </p:sp>
      <p:sp>
        <p:nvSpPr>
          <p:cNvPr id="32" name="Rectangle 31">
            <a:extLst>
              <a:ext uri="{FF2B5EF4-FFF2-40B4-BE49-F238E27FC236}">
                <a16:creationId xmlns:a16="http://schemas.microsoft.com/office/drawing/2014/main" id="{CC1ED99B-F761-92B9-52F5-38A658D70D3E}"/>
              </a:ext>
            </a:extLst>
          </p:cNvPr>
          <p:cNvSpPr>
            <a:spLocks noChangeArrowheads="1"/>
          </p:cNvSpPr>
          <p:nvPr/>
        </p:nvSpPr>
        <p:spPr bwMode="auto">
          <a:xfrm>
            <a:off x="1006980" y="2344324"/>
            <a:ext cx="128240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a:solidFill>
                  <a:schemeClr val="tx1"/>
                </a:solidFill>
              </a:rPr>
              <a:t>REALITY</a:t>
            </a:r>
          </a:p>
        </p:txBody>
      </p:sp>
      <p:sp>
        <p:nvSpPr>
          <p:cNvPr id="33" name="Rectangle 32">
            <a:extLst>
              <a:ext uri="{FF2B5EF4-FFF2-40B4-BE49-F238E27FC236}">
                <a16:creationId xmlns:a16="http://schemas.microsoft.com/office/drawing/2014/main" id="{D81C1AA5-0DAD-DA28-08D5-90AE4A0E036A}"/>
              </a:ext>
            </a:extLst>
          </p:cNvPr>
          <p:cNvSpPr>
            <a:spLocks noChangeArrowheads="1"/>
          </p:cNvSpPr>
          <p:nvPr/>
        </p:nvSpPr>
        <p:spPr bwMode="auto">
          <a:xfrm>
            <a:off x="758910" y="2912392"/>
            <a:ext cx="152766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ASSEMBLY</a:t>
            </a:r>
          </a:p>
        </p:txBody>
      </p:sp>
      <p:sp>
        <p:nvSpPr>
          <p:cNvPr id="34" name="Text Box 33">
            <a:extLst>
              <a:ext uri="{FF2B5EF4-FFF2-40B4-BE49-F238E27FC236}">
                <a16:creationId xmlns:a16="http://schemas.microsoft.com/office/drawing/2014/main" id="{42AD3FBA-69E9-140D-5277-0B4DAA596667}"/>
              </a:ext>
            </a:extLst>
          </p:cNvPr>
          <p:cNvSpPr txBox="1">
            <a:spLocks noChangeArrowheads="1"/>
          </p:cNvSpPr>
          <p:nvPr/>
        </p:nvSpPr>
        <p:spPr bwMode="auto">
          <a:xfrm>
            <a:off x="3791744" y="4098923"/>
            <a:ext cx="1641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spcBef>
                <a:spcPct val="0"/>
              </a:spcBef>
            </a:pPr>
            <a:r>
              <a:rPr lang="en-US" altLang="en-US" i="0">
                <a:solidFill>
                  <a:schemeClr val="accent2"/>
                </a:solidFill>
                <a:latin typeface="Arial" panose="020B0604020202020204" pitchFamily="34" charset="0"/>
              </a:rPr>
              <a:t>Sensitivity:</a:t>
            </a:r>
          </a:p>
        </p:txBody>
      </p:sp>
      <p:sp>
        <p:nvSpPr>
          <p:cNvPr id="35" name="Text Box 34">
            <a:extLst>
              <a:ext uri="{FF2B5EF4-FFF2-40B4-BE49-F238E27FC236}">
                <a16:creationId xmlns:a16="http://schemas.microsoft.com/office/drawing/2014/main" id="{092B084A-2B9B-9602-179F-D05E62DD49E4}"/>
              </a:ext>
            </a:extLst>
          </p:cNvPr>
          <p:cNvSpPr txBox="1">
            <a:spLocks noChangeArrowheads="1"/>
          </p:cNvSpPr>
          <p:nvPr/>
        </p:nvSpPr>
        <p:spPr bwMode="auto">
          <a:xfrm>
            <a:off x="3960020" y="4837111"/>
            <a:ext cx="153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spcBef>
                <a:spcPct val="0"/>
              </a:spcBef>
            </a:pPr>
            <a:r>
              <a:rPr lang="en-US" altLang="en-US" i="0">
                <a:solidFill>
                  <a:schemeClr val="accent2"/>
                </a:solidFill>
                <a:latin typeface="Arial" panose="020B0604020202020204" pitchFamily="34" charset="0"/>
              </a:rPr>
              <a:t>Precision:</a:t>
            </a:r>
          </a:p>
        </p:txBody>
      </p:sp>
      <p:graphicFrame>
        <p:nvGraphicFramePr>
          <p:cNvPr id="36" name="Object 35">
            <a:extLst>
              <a:ext uri="{FF2B5EF4-FFF2-40B4-BE49-F238E27FC236}">
                <a16:creationId xmlns:a16="http://schemas.microsoft.com/office/drawing/2014/main" id="{11DEC1A3-B4A4-0879-C10A-32DE733FEBBA}"/>
              </a:ext>
            </a:extLst>
          </p:cNvPr>
          <p:cNvGraphicFramePr>
            <a:graphicFrameLocks noChangeAspect="1"/>
          </p:cNvGraphicFramePr>
          <p:nvPr>
            <p:extLst>
              <p:ext uri="{D42A27DB-BD31-4B8C-83A1-F6EECF244321}">
                <p14:modId xmlns:p14="http://schemas.microsoft.com/office/powerpoint/2010/main" val="2518784070"/>
              </p:ext>
            </p:extLst>
          </p:nvPr>
        </p:nvGraphicFramePr>
        <p:xfrm>
          <a:off x="5497620" y="4742458"/>
          <a:ext cx="1401762" cy="685800"/>
        </p:xfrm>
        <a:graphic>
          <a:graphicData uri="http://schemas.openxmlformats.org/presentationml/2006/ole">
            <mc:AlternateContent xmlns:mc="http://schemas.openxmlformats.org/markup-compatibility/2006">
              <mc:Choice xmlns:v="urn:schemas-microsoft-com:vml" Requires="v">
                <p:oleObj spid="_x0000_s1035" name="Equation" r:id="rId5" imgW="21069300" imgH="9067800" progId="Equation.3">
                  <p:embed/>
                </p:oleObj>
              </mc:Choice>
              <mc:Fallback>
                <p:oleObj name="Equation" r:id="rId5" imgW="21069300" imgH="9067800" progId="Equation.3">
                  <p:embed/>
                  <p:pic>
                    <p:nvPicPr>
                      <p:cNvPr id="36" name="Object 35">
                        <a:extLst>
                          <a:ext uri="{FF2B5EF4-FFF2-40B4-BE49-F238E27FC236}">
                            <a16:creationId xmlns:a16="http://schemas.microsoft.com/office/drawing/2014/main" id="{11DEC1A3-B4A4-0879-C10A-32DE733FEB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97620" y="4742458"/>
                        <a:ext cx="1401762" cy="685800"/>
                      </a:xfrm>
                      <a:prstGeom prst="rect">
                        <a:avLst/>
                      </a:prstGeom>
                      <a:noFill/>
                      <a:ln>
                        <a:noFill/>
                      </a:ln>
                      <a:effectLst/>
                    </p:spPr>
                  </p:pic>
                </p:oleObj>
              </mc:Fallback>
            </mc:AlternateContent>
          </a:graphicData>
        </a:graphic>
      </p:graphicFrame>
      <p:sp>
        <p:nvSpPr>
          <p:cNvPr id="37" name="Rectangle 36">
            <a:extLst>
              <a:ext uri="{FF2B5EF4-FFF2-40B4-BE49-F238E27FC236}">
                <a16:creationId xmlns:a16="http://schemas.microsoft.com/office/drawing/2014/main" id="{103FA3C8-E1B4-100C-8961-052E639E32B5}"/>
              </a:ext>
            </a:extLst>
          </p:cNvPr>
          <p:cNvSpPr/>
          <p:nvPr/>
        </p:nvSpPr>
        <p:spPr bwMode="auto">
          <a:xfrm>
            <a:off x="5362890" y="3969853"/>
            <a:ext cx="433584" cy="633412"/>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38" name="Rectangle 37">
            <a:extLst>
              <a:ext uri="{FF2B5EF4-FFF2-40B4-BE49-F238E27FC236}">
                <a16:creationId xmlns:a16="http://schemas.microsoft.com/office/drawing/2014/main" id="{02CF6AB4-195F-02E5-7512-39560881587C}"/>
              </a:ext>
            </a:extLst>
          </p:cNvPr>
          <p:cNvSpPr/>
          <p:nvPr/>
        </p:nvSpPr>
        <p:spPr bwMode="auto">
          <a:xfrm>
            <a:off x="5362890" y="4963617"/>
            <a:ext cx="433584" cy="633412"/>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946252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A94C3-FB2C-8400-75BA-0914D37D609C}"/>
              </a:ext>
            </a:extLst>
          </p:cNvPr>
          <p:cNvSpPr>
            <a:spLocks noGrp="1"/>
          </p:cNvSpPr>
          <p:nvPr>
            <p:ph type="title"/>
          </p:nvPr>
        </p:nvSpPr>
        <p:spPr/>
        <p:txBody>
          <a:bodyPr>
            <a:normAutofit fontScale="90000"/>
          </a:bodyPr>
          <a:lstStyle/>
          <a:p>
            <a:r>
              <a:rPr lang="en-US" dirty="0"/>
              <a:t>Exon level accuracy</a:t>
            </a:r>
          </a:p>
        </p:txBody>
      </p:sp>
      <p:sp>
        <p:nvSpPr>
          <p:cNvPr id="4" name="Slide Number Placeholder 3">
            <a:extLst>
              <a:ext uri="{FF2B5EF4-FFF2-40B4-BE49-F238E27FC236}">
                <a16:creationId xmlns:a16="http://schemas.microsoft.com/office/drawing/2014/main" id="{B1E4D89E-82EF-9484-9040-4BD561299F53}"/>
              </a:ext>
            </a:extLst>
          </p:cNvPr>
          <p:cNvSpPr>
            <a:spLocks noGrp="1"/>
          </p:cNvSpPr>
          <p:nvPr>
            <p:ph type="sldNum" sz="quarter" idx="12"/>
          </p:nvPr>
        </p:nvSpPr>
        <p:spPr/>
        <p:txBody>
          <a:bodyPr/>
          <a:lstStyle/>
          <a:p>
            <a:fld id="{B82CCC60-E8CD-4174-8B1A-7DF615B22EEF}" type="slidenum">
              <a:rPr lang="en-US" smtClean="0"/>
              <a:pPr/>
              <a:t>18</a:t>
            </a:fld>
            <a:endParaRPr lang="en-US"/>
          </a:p>
        </p:txBody>
      </p:sp>
      <p:graphicFrame>
        <p:nvGraphicFramePr>
          <p:cNvPr id="5" name="Object 4">
            <a:extLst>
              <a:ext uri="{FF2B5EF4-FFF2-40B4-BE49-F238E27FC236}">
                <a16:creationId xmlns:a16="http://schemas.microsoft.com/office/drawing/2014/main" id="{2F71E060-F6E4-DAE0-3C5F-CD4651FE16B8}"/>
              </a:ext>
            </a:extLst>
          </p:cNvPr>
          <p:cNvGraphicFramePr>
            <a:graphicFrameLocks noChangeAspect="1"/>
          </p:cNvGraphicFramePr>
          <p:nvPr/>
        </p:nvGraphicFramePr>
        <p:xfrm>
          <a:off x="3365500" y="4000500"/>
          <a:ext cx="4241800" cy="647700"/>
        </p:xfrm>
        <a:graphic>
          <a:graphicData uri="http://schemas.openxmlformats.org/presentationml/2006/ole">
            <mc:AlternateContent xmlns:mc="http://schemas.openxmlformats.org/markup-compatibility/2006">
              <mc:Choice xmlns:v="urn:schemas-microsoft-com:vml" Requires="v">
                <p:oleObj spid="_x0000_s2058" name="Equation" r:id="rId3" imgW="59397900" imgH="9067800" progId="Equation.3">
                  <p:embed/>
                </p:oleObj>
              </mc:Choice>
              <mc:Fallback>
                <p:oleObj name="Equation" r:id="rId3" imgW="59397900" imgH="9067800" progId="Equation.3">
                  <p:embed/>
                  <p:pic>
                    <p:nvPicPr>
                      <p:cNvPr id="5" name="Object 4">
                        <a:extLst>
                          <a:ext uri="{FF2B5EF4-FFF2-40B4-BE49-F238E27FC236}">
                            <a16:creationId xmlns:a16="http://schemas.microsoft.com/office/drawing/2014/main" id="{2F71E060-F6E4-DAE0-3C5F-CD4651FE16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5500" y="4000500"/>
                        <a:ext cx="4241800"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Line 5">
            <a:extLst>
              <a:ext uri="{FF2B5EF4-FFF2-40B4-BE49-F238E27FC236}">
                <a16:creationId xmlns:a16="http://schemas.microsoft.com/office/drawing/2014/main" id="{F9DE2A99-E157-BE2D-C3E2-D8C59B5E1312}"/>
              </a:ext>
            </a:extLst>
          </p:cNvPr>
          <p:cNvSpPr>
            <a:spLocks noChangeShapeType="1"/>
          </p:cNvSpPr>
          <p:nvPr/>
        </p:nvSpPr>
        <p:spPr bwMode="auto">
          <a:xfrm>
            <a:off x="2667000" y="2895600"/>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6">
            <a:extLst>
              <a:ext uri="{FF2B5EF4-FFF2-40B4-BE49-F238E27FC236}">
                <a16:creationId xmlns:a16="http://schemas.microsoft.com/office/drawing/2014/main" id="{7658A801-71B5-F60B-38B6-0AD9AB7AE34D}"/>
              </a:ext>
            </a:extLst>
          </p:cNvPr>
          <p:cNvSpPr>
            <a:spLocks noChangeShapeType="1"/>
          </p:cNvSpPr>
          <p:nvPr/>
        </p:nvSpPr>
        <p:spPr bwMode="auto">
          <a:xfrm>
            <a:off x="2667000" y="3429000"/>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Rectangle 7">
            <a:extLst>
              <a:ext uri="{FF2B5EF4-FFF2-40B4-BE49-F238E27FC236}">
                <a16:creationId xmlns:a16="http://schemas.microsoft.com/office/drawing/2014/main" id="{FE900970-1442-AF2A-8787-DF37EC794E98}"/>
              </a:ext>
            </a:extLst>
          </p:cNvPr>
          <p:cNvSpPr>
            <a:spLocks noChangeArrowheads="1"/>
          </p:cNvSpPr>
          <p:nvPr/>
        </p:nvSpPr>
        <p:spPr bwMode="auto">
          <a:xfrm>
            <a:off x="6146800" y="2794000"/>
            <a:ext cx="1068388"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9" name="Rectangle 8">
            <a:extLst>
              <a:ext uri="{FF2B5EF4-FFF2-40B4-BE49-F238E27FC236}">
                <a16:creationId xmlns:a16="http://schemas.microsoft.com/office/drawing/2014/main" id="{56352BDD-18A6-A571-5C9F-14BC5AAFCC96}"/>
              </a:ext>
            </a:extLst>
          </p:cNvPr>
          <p:cNvSpPr>
            <a:spLocks noChangeArrowheads="1"/>
          </p:cNvSpPr>
          <p:nvPr/>
        </p:nvSpPr>
        <p:spPr bwMode="auto">
          <a:xfrm>
            <a:off x="4119563" y="3327400"/>
            <a:ext cx="863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0" name="Rectangle 9">
            <a:extLst>
              <a:ext uri="{FF2B5EF4-FFF2-40B4-BE49-F238E27FC236}">
                <a16:creationId xmlns:a16="http://schemas.microsoft.com/office/drawing/2014/main" id="{C080545E-7C46-2E7C-0336-CF9A4BD8A651}"/>
              </a:ext>
            </a:extLst>
          </p:cNvPr>
          <p:cNvSpPr>
            <a:spLocks noChangeArrowheads="1"/>
          </p:cNvSpPr>
          <p:nvPr/>
        </p:nvSpPr>
        <p:spPr bwMode="auto">
          <a:xfrm>
            <a:off x="6124576" y="3321050"/>
            <a:ext cx="1090613"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1" name="Rectangle 10">
            <a:extLst>
              <a:ext uri="{FF2B5EF4-FFF2-40B4-BE49-F238E27FC236}">
                <a16:creationId xmlns:a16="http://schemas.microsoft.com/office/drawing/2014/main" id="{AF832437-20A2-F4A6-6E46-5921D15D8074}"/>
              </a:ext>
            </a:extLst>
          </p:cNvPr>
          <p:cNvSpPr>
            <a:spLocks noChangeArrowheads="1"/>
          </p:cNvSpPr>
          <p:nvPr/>
        </p:nvSpPr>
        <p:spPr bwMode="auto">
          <a:xfrm>
            <a:off x="1981201" y="2514601"/>
            <a:ext cx="128240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a:solidFill>
                  <a:schemeClr val="tx1"/>
                </a:solidFill>
              </a:rPr>
              <a:t>REALITY</a:t>
            </a:r>
          </a:p>
        </p:txBody>
      </p:sp>
      <p:sp>
        <p:nvSpPr>
          <p:cNvPr id="12" name="Rectangle 11">
            <a:extLst>
              <a:ext uri="{FF2B5EF4-FFF2-40B4-BE49-F238E27FC236}">
                <a16:creationId xmlns:a16="http://schemas.microsoft.com/office/drawing/2014/main" id="{DAAC2508-B04B-20BF-3802-317C2602CA06}"/>
              </a:ext>
            </a:extLst>
          </p:cNvPr>
          <p:cNvSpPr>
            <a:spLocks noChangeArrowheads="1"/>
          </p:cNvSpPr>
          <p:nvPr/>
        </p:nvSpPr>
        <p:spPr bwMode="auto">
          <a:xfrm>
            <a:off x="1981200" y="3049589"/>
            <a:ext cx="152766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ASSEMBLY</a:t>
            </a:r>
          </a:p>
        </p:txBody>
      </p:sp>
      <p:sp>
        <p:nvSpPr>
          <p:cNvPr id="13" name="Rectangle 12">
            <a:extLst>
              <a:ext uri="{FF2B5EF4-FFF2-40B4-BE49-F238E27FC236}">
                <a16:creationId xmlns:a16="http://schemas.microsoft.com/office/drawing/2014/main" id="{921668C7-8358-E8E8-6C1F-211634FA9466}"/>
              </a:ext>
            </a:extLst>
          </p:cNvPr>
          <p:cNvSpPr>
            <a:spLocks noChangeArrowheads="1"/>
          </p:cNvSpPr>
          <p:nvPr/>
        </p:nvSpPr>
        <p:spPr bwMode="auto">
          <a:xfrm>
            <a:off x="3662364" y="2794000"/>
            <a:ext cx="1374775"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4" name="Rectangle 13">
            <a:extLst>
              <a:ext uri="{FF2B5EF4-FFF2-40B4-BE49-F238E27FC236}">
                <a16:creationId xmlns:a16="http://schemas.microsoft.com/office/drawing/2014/main" id="{1FF96BA4-9EDC-E071-00BF-6C712A27157A}"/>
              </a:ext>
            </a:extLst>
          </p:cNvPr>
          <p:cNvSpPr>
            <a:spLocks noChangeArrowheads="1"/>
          </p:cNvSpPr>
          <p:nvPr/>
        </p:nvSpPr>
        <p:spPr bwMode="auto">
          <a:xfrm>
            <a:off x="7524751" y="2794000"/>
            <a:ext cx="354013"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5" name="Rectangle 14">
            <a:extLst>
              <a:ext uri="{FF2B5EF4-FFF2-40B4-BE49-F238E27FC236}">
                <a16:creationId xmlns:a16="http://schemas.microsoft.com/office/drawing/2014/main" id="{673F2E7B-2F5C-6BD4-EBEC-7335179AB28B}"/>
              </a:ext>
            </a:extLst>
          </p:cNvPr>
          <p:cNvSpPr>
            <a:spLocks noChangeArrowheads="1"/>
          </p:cNvSpPr>
          <p:nvPr/>
        </p:nvSpPr>
        <p:spPr bwMode="auto">
          <a:xfrm>
            <a:off x="8578850" y="2794000"/>
            <a:ext cx="1054100"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6" name="Rectangle 15">
            <a:extLst>
              <a:ext uri="{FF2B5EF4-FFF2-40B4-BE49-F238E27FC236}">
                <a16:creationId xmlns:a16="http://schemas.microsoft.com/office/drawing/2014/main" id="{27EAB2A2-2055-C259-13E5-150596B1D67E}"/>
              </a:ext>
            </a:extLst>
          </p:cNvPr>
          <p:cNvSpPr>
            <a:spLocks noChangeArrowheads="1"/>
          </p:cNvSpPr>
          <p:nvPr/>
        </p:nvSpPr>
        <p:spPr bwMode="auto">
          <a:xfrm>
            <a:off x="8340725" y="3327400"/>
            <a:ext cx="113823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7" name="Rectangle 16">
            <a:extLst>
              <a:ext uri="{FF2B5EF4-FFF2-40B4-BE49-F238E27FC236}">
                <a16:creationId xmlns:a16="http://schemas.microsoft.com/office/drawing/2014/main" id="{91CF3EC3-2AFA-7BA6-D338-596A7CD53243}"/>
              </a:ext>
            </a:extLst>
          </p:cNvPr>
          <p:cNvSpPr>
            <a:spLocks noChangeArrowheads="1"/>
          </p:cNvSpPr>
          <p:nvPr/>
        </p:nvSpPr>
        <p:spPr bwMode="auto">
          <a:xfrm>
            <a:off x="5338763" y="3328988"/>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8" name="Rectangle 17">
            <a:extLst>
              <a:ext uri="{FF2B5EF4-FFF2-40B4-BE49-F238E27FC236}">
                <a16:creationId xmlns:a16="http://schemas.microsoft.com/office/drawing/2014/main" id="{FE7F7D6F-0C35-EBB4-9B96-F0002FEEB912}"/>
              </a:ext>
            </a:extLst>
          </p:cNvPr>
          <p:cNvSpPr>
            <a:spLocks noChangeArrowheads="1"/>
          </p:cNvSpPr>
          <p:nvPr/>
        </p:nvSpPr>
        <p:spPr bwMode="auto">
          <a:xfrm>
            <a:off x="5129805" y="2019301"/>
            <a:ext cx="862417"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lgn="ctr">
              <a:spcBef>
                <a:spcPct val="0"/>
              </a:spcBef>
            </a:pPr>
            <a:r>
              <a:rPr lang="en-US" altLang="en-US" sz="1400" i="0">
                <a:solidFill>
                  <a:schemeClr val="tx1"/>
                </a:solidFill>
              </a:rPr>
              <a:t>WRONG</a:t>
            </a:r>
            <a:br>
              <a:rPr lang="en-US" altLang="en-US" sz="1400" i="0">
                <a:solidFill>
                  <a:schemeClr val="tx1"/>
                </a:solidFill>
              </a:rPr>
            </a:br>
            <a:r>
              <a:rPr lang="en-US" altLang="en-US" sz="1400" i="0">
                <a:solidFill>
                  <a:schemeClr val="tx1"/>
                </a:solidFill>
              </a:rPr>
              <a:t>EXON</a:t>
            </a:r>
          </a:p>
        </p:txBody>
      </p:sp>
      <p:sp>
        <p:nvSpPr>
          <p:cNvPr id="19" name="Rectangle 18">
            <a:extLst>
              <a:ext uri="{FF2B5EF4-FFF2-40B4-BE49-F238E27FC236}">
                <a16:creationId xmlns:a16="http://schemas.microsoft.com/office/drawing/2014/main" id="{8A97BA4B-1AF5-6192-2433-737712891292}"/>
              </a:ext>
            </a:extLst>
          </p:cNvPr>
          <p:cNvSpPr>
            <a:spLocks noChangeArrowheads="1"/>
          </p:cNvSpPr>
          <p:nvPr/>
        </p:nvSpPr>
        <p:spPr bwMode="auto">
          <a:xfrm>
            <a:off x="6122859" y="2019301"/>
            <a:ext cx="1011496"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lgn="ctr">
              <a:spcBef>
                <a:spcPct val="0"/>
              </a:spcBef>
            </a:pPr>
            <a:r>
              <a:rPr lang="en-US" altLang="en-US" sz="1400" i="0">
                <a:solidFill>
                  <a:schemeClr val="tx1"/>
                </a:solidFill>
              </a:rPr>
              <a:t>CORRECT</a:t>
            </a:r>
            <a:br>
              <a:rPr lang="en-US" altLang="en-US" sz="1400" i="0">
                <a:solidFill>
                  <a:schemeClr val="tx1"/>
                </a:solidFill>
              </a:rPr>
            </a:br>
            <a:r>
              <a:rPr lang="en-US" altLang="en-US" sz="1400" i="0">
                <a:solidFill>
                  <a:schemeClr val="tx1"/>
                </a:solidFill>
              </a:rPr>
              <a:t>EXON</a:t>
            </a:r>
          </a:p>
        </p:txBody>
      </p:sp>
      <p:sp>
        <p:nvSpPr>
          <p:cNvPr id="20" name="Rectangle 19">
            <a:extLst>
              <a:ext uri="{FF2B5EF4-FFF2-40B4-BE49-F238E27FC236}">
                <a16:creationId xmlns:a16="http://schemas.microsoft.com/office/drawing/2014/main" id="{FF53CBA6-4182-F5CF-D660-F15186C1035D}"/>
              </a:ext>
            </a:extLst>
          </p:cNvPr>
          <p:cNvSpPr>
            <a:spLocks noChangeArrowheads="1"/>
          </p:cNvSpPr>
          <p:nvPr/>
        </p:nvSpPr>
        <p:spPr bwMode="auto">
          <a:xfrm>
            <a:off x="7280589" y="2017714"/>
            <a:ext cx="920125"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lgn="ctr">
              <a:spcBef>
                <a:spcPct val="0"/>
              </a:spcBef>
            </a:pPr>
            <a:r>
              <a:rPr lang="en-US" altLang="en-US" sz="1400" i="0">
                <a:solidFill>
                  <a:schemeClr val="tx1"/>
                </a:solidFill>
              </a:rPr>
              <a:t>MISSING</a:t>
            </a:r>
          </a:p>
          <a:p>
            <a:pPr algn="ctr">
              <a:spcBef>
                <a:spcPct val="0"/>
              </a:spcBef>
            </a:pPr>
            <a:r>
              <a:rPr lang="en-US" altLang="en-US" sz="1400" i="0">
                <a:solidFill>
                  <a:schemeClr val="tx1"/>
                </a:solidFill>
              </a:rPr>
              <a:t>EXON</a:t>
            </a:r>
          </a:p>
        </p:txBody>
      </p:sp>
      <p:graphicFrame>
        <p:nvGraphicFramePr>
          <p:cNvPr id="21" name="Object 20">
            <a:extLst>
              <a:ext uri="{FF2B5EF4-FFF2-40B4-BE49-F238E27FC236}">
                <a16:creationId xmlns:a16="http://schemas.microsoft.com/office/drawing/2014/main" id="{F2A28321-05C7-0D3B-A159-EACED6A00D2C}"/>
              </a:ext>
            </a:extLst>
          </p:cNvPr>
          <p:cNvGraphicFramePr>
            <a:graphicFrameLocks noChangeAspect="1"/>
          </p:cNvGraphicFramePr>
          <p:nvPr/>
        </p:nvGraphicFramePr>
        <p:xfrm>
          <a:off x="3414714" y="4876800"/>
          <a:ext cx="4446587" cy="685800"/>
        </p:xfrm>
        <a:graphic>
          <a:graphicData uri="http://schemas.openxmlformats.org/presentationml/2006/ole">
            <mc:AlternateContent xmlns:mc="http://schemas.openxmlformats.org/markup-compatibility/2006">
              <mc:Choice xmlns:v="urn:schemas-microsoft-com:vml" Requires="v">
                <p:oleObj spid="_x0000_s2059" name="Equation" r:id="rId5" imgW="62611000" imgH="9652000" progId="Equation.3">
                  <p:embed/>
                </p:oleObj>
              </mc:Choice>
              <mc:Fallback>
                <p:oleObj name="Equation" r:id="rId5" imgW="62611000" imgH="9652000" progId="Equation.3">
                  <p:embed/>
                  <p:pic>
                    <p:nvPicPr>
                      <p:cNvPr id="21" name="Object 20">
                        <a:extLst>
                          <a:ext uri="{FF2B5EF4-FFF2-40B4-BE49-F238E27FC236}">
                            <a16:creationId xmlns:a16="http://schemas.microsoft.com/office/drawing/2014/main" id="{F2A28321-05C7-0D3B-A159-EACED6A00D2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4714" y="4876800"/>
                        <a:ext cx="4446587"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TextBox 21">
            <a:extLst>
              <a:ext uri="{FF2B5EF4-FFF2-40B4-BE49-F238E27FC236}">
                <a16:creationId xmlns:a16="http://schemas.microsoft.com/office/drawing/2014/main" id="{095700AC-BF49-3DA3-0541-764B73A77A81}"/>
              </a:ext>
            </a:extLst>
          </p:cNvPr>
          <p:cNvSpPr txBox="1"/>
          <p:nvPr/>
        </p:nvSpPr>
        <p:spPr>
          <a:xfrm>
            <a:off x="2321679" y="4101017"/>
            <a:ext cx="1883849" cy="400110"/>
          </a:xfrm>
          <a:prstGeom prst="rect">
            <a:avLst/>
          </a:prstGeom>
          <a:solidFill>
            <a:schemeClr val="bg1"/>
          </a:solidFill>
        </p:spPr>
        <p:txBody>
          <a:bodyPr wrap="none" rtlCol="0">
            <a:spAutoFit/>
          </a:bodyPr>
          <a:lstStyle/>
          <a:p>
            <a:r>
              <a:rPr lang="en-US" sz="2000" dirty="0">
                <a:latin typeface="+mj-lt"/>
              </a:rPr>
              <a:t>Exon Sensitivity</a:t>
            </a:r>
          </a:p>
        </p:txBody>
      </p:sp>
      <p:sp>
        <p:nvSpPr>
          <p:cNvPr id="23" name="TextBox 22">
            <a:extLst>
              <a:ext uri="{FF2B5EF4-FFF2-40B4-BE49-F238E27FC236}">
                <a16:creationId xmlns:a16="http://schemas.microsoft.com/office/drawing/2014/main" id="{3FCB23BD-106A-E403-E985-44DD7ACB76EE}"/>
              </a:ext>
            </a:extLst>
          </p:cNvPr>
          <p:cNvSpPr txBox="1"/>
          <p:nvPr/>
        </p:nvSpPr>
        <p:spPr>
          <a:xfrm>
            <a:off x="2543321" y="4991099"/>
            <a:ext cx="1742785" cy="400110"/>
          </a:xfrm>
          <a:prstGeom prst="rect">
            <a:avLst/>
          </a:prstGeom>
          <a:solidFill>
            <a:schemeClr val="bg1"/>
          </a:solidFill>
        </p:spPr>
        <p:txBody>
          <a:bodyPr wrap="square" rtlCol="0">
            <a:spAutoFit/>
          </a:bodyPr>
          <a:lstStyle/>
          <a:p>
            <a:r>
              <a:rPr lang="en-US" sz="2000">
                <a:latin typeface="+mj-lt"/>
              </a:rPr>
              <a:t>Exon Precision</a:t>
            </a:r>
          </a:p>
        </p:txBody>
      </p:sp>
      <p:sp>
        <p:nvSpPr>
          <p:cNvPr id="24" name="TextBox 23">
            <a:extLst>
              <a:ext uri="{FF2B5EF4-FFF2-40B4-BE49-F238E27FC236}">
                <a16:creationId xmlns:a16="http://schemas.microsoft.com/office/drawing/2014/main" id="{23D1F067-38A3-42A8-B046-C3B2932CBEE1}"/>
              </a:ext>
            </a:extLst>
          </p:cNvPr>
          <p:cNvSpPr txBox="1"/>
          <p:nvPr/>
        </p:nvSpPr>
        <p:spPr>
          <a:xfrm>
            <a:off x="2193671" y="6132976"/>
            <a:ext cx="6585457" cy="400110"/>
          </a:xfrm>
          <a:prstGeom prst="rect">
            <a:avLst/>
          </a:prstGeom>
          <a:solidFill>
            <a:schemeClr val="bg1"/>
          </a:solidFill>
        </p:spPr>
        <p:txBody>
          <a:bodyPr wrap="none" rtlCol="0">
            <a:spAutoFit/>
          </a:bodyPr>
          <a:lstStyle/>
          <a:p>
            <a:r>
              <a:rPr lang="en-US" sz="2000" dirty="0">
                <a:latin typeface="+mj-lt"/>
              </a:rPr>
              <a:t>“Junction ends” must match exactly, beginning or end do not!</a:t>
            </a:r>
          </a:p>
        </p:txBody>
      </p:sp>
    </p:spTree>
    <p:extLst>
      <p:ext uri="{BB962C8B-B14F-4D97-AF65-F5344CB8AC3E}">
        <p14:creationId xmlns:p14="http://schemas.microsoft.com/office/powerpoint/2010/main" val="12956600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E743-6B97-DF19-1163-F399CCD67EE3}"/>
              </a:ext>
            </a:extLst>
          </p:cNvPr>
          <p:cNvSpPr>
            <a:spLocks noGrp="1"/>
          </p:cNvSpPr>
          <p:nvPr>
            <p:ph type="title"/>
          </p:nvPr>
        </p:nvSpPr>
        <p:spPr/>
        <p:txBody>
          <a:bodyPr>
            <a:normAutofit fontScale="90000"/>
          </a:bodyPr>
          <a:lstStyle/>
          <a:p>
            <a:r>
              <a:rPr lang="en-US" dirty="0"/>
              <a:t>Transcript level accuracy</a:t>
            </a:r>
          </a:p>
        </p:txBody>
      </p:sp>
      <p:sp>
        <p:nvSpPr>
          <p:cNvPr id="4" name="Slide Number Placeholder 3">
            <a:extLst>
              <a:ext uri="{FF2B5EF4-FFF2-40B4-BE49-F238E27FC236}">
                <a16:creationId xmlns:a16="http://schemas.microsoft.com/office/drawing/2014/main" id="{1955F47A-B45F-829D-D39C-C03EF582FDA8}"/>
              </a:ext>
            </a:extLst>
          </p:cNvPr>
          <p:cNvSpPr>
            <a:spLocks noGrp="1"/>
          </p:cNvSpPr>
          <p:nvPr>
            <p:ph type="sldNum" sz="quarter" idx="12"/>
          </p:nvPr>
        </p:nvSpPr>
        <p:spPr/>
        <p:txBody>
          <a:bodyPr/>
          <a:lstStyle/>
          <a:p>
            <a:fld id="{B82CCC60-E8CD-4174-8B1A-7DF615B22EEF}" type="slidenum">
              <a:rPr lang="en-US" smtClean="0"/>
              <a:pPr/>
              <a:t>19</a:t>
            </a:fld>
            <a:endParaRPr lang="en-US"/>
          </a:p>
        </p:txBody>
      </p:sp>
      <p:sp>
        <p:nvSpPr>
          <p:cNvPr id="5" name="Line 5">
            <a:extLst>
              <a:ext uri="{FF2B5EF4-FFF2-40B4-BE49-F238E27FC236}">
                <a16:creationId xmlns:a16="http://schemas.microsoft.com/office/drawing/2014/main" id="{DAA10519-6B0F-953D-1E9E-111ABFE3E658}"/>
              </a:ext>
            </a:extLst>
          </p:cNvPr>
          <p:cNvSpPr>
            <a:spLocks noChangeShapeType="1"/>
          </p:cNvSpPr>
          <p:nvPr/>
        </p:nvSpPr>
        <p:spPr bwMode="auto">
          <a:xfrm>
            <a:off x="4085978" y="3185324"/>
            <a:ext cx="5877210" cy="789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Line 6">
            <a:extLst>
              <a:ext uri="{FF2B5EF4-FFF2-40B4-BE49-F238E27FC236}">
                <a16:creationId xmlns:a16="http://schemas.microsoft.com/office/drawing/2014/main" id="{35242191-2227-5CE1-9EF9-67BC91EEDEEB}"/>
              </a:ext>
            </a:extLst>
          </p:cNvPr>
          <p:cNvSpPr>
            <a:spLocks noChangeShapeType="1"/>
          </p:cNvSpPr>
          <p:nvPr/>
        </p:nvSpPr>
        <p:spPr bwMode="auto">
          <a:xfrm flipV="1">
            <a:off x="4627600" y="3711973"/>
            <a:ext cx="5335588"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Rectangle 7">
            <a:extLst>
              <a:ext uri="{FF2B5EF4-FFF2-40B4-BE49-F238E27FC236}">
                <a16:creationId xmlns:a16="http://schemas.microsoft.com/office/drawing/2014/main" id="{A987CDF5-DFBB-9349-AD88-FAB973504A63}"/>
              </a:ext>
            </a:extLst>
          </p:cNvPr>
          <p:cNvSpPr>
            <a:spLocks noChangeArrowheads="1"/>
          </p:cNvSpPr>
          <p:nvPr/>
        </p:nvSpPr>
        <p:spPr bwMode="auto">
          <a:xfrm>
            <a:off x="6559587" y="3070979"/>
            <a:ext cx="1068388"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8" name="Rectangle 8">
            <a:extLst>
              <a:ext uri="{FF2B5EF4-FFF2-40B4-BE49-F238E27FC236}">
                <a16:creationId xmlns:a16="http://schemas.microsoft.com/office/drawing/2014/main" id="{45971FBE-C5F4-B5E5-B925-C34072941BE3}"/>
              </a:ext>
            </a:extLst>
          </p:cNvPr>
          <p:cNvSpPr>
            <a:spLocks noChangeArrowheads="1"/>
          </p:cNvSpPr>
          <p:nvPr/>
        </p:nvSpPr>
        <p:spPr bwMode="auto">
          <a:xfrm>
            <a:off x="4603788" y="3604379"/>
            <a:ext cx="863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9" name="Rectangle 9">
            <a:extLst>
              <a:ext uri="{FF2B5EF4-FFF2-40B4-BE49-F238E27FC236}">
                <a16:creationId xmlns:a16="http://schemas.microsoft.com/office/drawing/2014/main" id="{6F73FD67-CD75-B321-5483-20ECACBF72E4}"/>
              </a:ext>
            </a:extLst>
          </p:cNvPr>
          <p:cNvSpPr>
            <a:spLocks noChangeArrowheads="1"/>
          </p:cNvSpPr>
          <p:nvPr/>
        </p:nvSpPr>
        <p:spPr bwMode="auto">
          <a:xfrm>
            <a:off x="6559587" y="3597851"/>
            <a:ext cx="1064935" cy="222427"/>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0" name="Rectangle 10">
            <a:extLst>
              <a:ext uri="{FF2B5EF4-FFF2-40B4-BE49-F238E27FC236}">
                <a16:creationId xmlns:a16="http://schemas.microsoft.com/office/drawing/2014/main" id="{A6ADA645-8ABE-46FC-3EF4-CC6CB3C828E4}"/>
              </a:ext>
            </a:extLst>
          </p:cNvPr>
          <p:cNvSpPr>
            <a:spLocks noChangeArrowheads="1"/>
          </p:cNvSpPr>
          <p:nvPr/>
        </p:nvSpPr>
        <p:spPr bwMode="auto">
          <a:xfrm>
            <a:off x="356135" y="2917239"/>
            <a:ext cx="128240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a:solidFill>
                  <a:schemeClr val="tx1"/>
                </a:solidFill>
              </a:rPr>
              <a:t>REALITY</a:t>
            </a:r>
          </a:p>
        </p:txBody>
      </p:sp>
      <p:sp>
        <p:nvSpPr>
          <p:cNvPr id="11" name="Rectangle 11">
            <a:extLst>
              <a:ext uri="{FF2B5EF4-FFF2-40B4-BE49-F238E27FC236}">
                <a16:creationId xmlns:a16="http://schemas.microsoft.com/office/drawing/2014/main" id="{7E293B32-C143-545F-EDF0-E5B7EF59AD45}"/>
              </a:ext>
            </a:extLst>
          </p:cNvPr>
          <p:cNvSpPr>
            <a:spLocks noChangeArrowheads="1"/>
          </p:cNvSpPr>
          <p:nvPr/>
        </p:nvSpPr>
        <p:spPr bwMode="auto">
          <a:xfrm>
            <a:off x="362572" y="3314784"/>
            <a:ext cx="152766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ASSEMBLY</a:t>
            </a:r>
          </a:p>
        </p:txBody>
      </p:sp>
      <p:sp>
        <p:nvSpPr>
          <p:cNvPr id="12" name="Rectangle 12">
            <a:extLst>
              <a:ext uri="{FF2B5EF4-FFF2-40B4-BE49-F238E27FC236}">
                <a16:creationId xmlns:a16="http://schemas.microsoft.com/office/drawing/2014/main" id="{C05DCF6F-3007-2B8A-82BE-813547B9BC42}"/>
              </a:ext>
            </a:extLst>
          </p:cNvPr>
          <p:cNvSpPr>
            <a:spLocks noChangeArrowheads="1"/>
          </p:cNvSpPr>
          <p:nvPr/>
        </p:nvSpPr>
        <p:spPr bwMode="auto">
          <a:xfrm>
            <a:off x="4075151" y="3070979"/>
            <a:ext cx="1374775"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3" name="Rectangle 13">
            <a:extLst>
              <a:ext uri="{FF2B5EF4-FFF2-40B4-BE49-F238E27FC236}">
                <a16:creationId xmlns:a16="http://schemas.microsoft.com/office/drawing/2014/main" id="{8BF5F5E3-4DDC-79FE-DD8D-E5E8B9CF03F5}"/>
              </a:ext>
            </a:extLst>
          </p:cNvPr>
          <p:cNvSpPr>
            <a:spLocks noChangeArrowheads="1"/>
          </p:cNvSpPr>
          <p:nvPr/>
        </p:nvSpPr>
        <p:spPr bwMode="auto">
          <a:xfrm>
            <a:off x="7937538" y="3070979"/>
            <a:ext cx="354013"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4" name="Rectangle 14">
            <a:extLst>
              <a:ext uri="{FF2B5EF4-FFF2-40B4-BE49-F238E27FC236}">
                <a16:creationId xmlns:a16="http://schemas.microsoft.com/office/drawing/2014/main" id="{C63153BB-3358-0A4A-6925-E4263B168080}"/>
              </a:ext>
            </a:extLst>
          </p:cNvPr>
          <p:cNvSpPr>
            <a:spLocks noChangeArrowheads="1"/>
          </p:cNvSpPr>
          <p:nvPr/>
        </p:nvSpPr>
        <p:spPr bwMode="auto">
          <a:xfrm>
            <a:off x="8991637" y="3070979"/>
            <a:ext cx="1054100"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5" name="Rectangle 15">
            <a:extLst>
              <a:ext uri="{FF2B5EF4-FFF2-40B4-BE49-F238E27FC236}">
                <a16:creationId xmlns:a16="http://schemas.microsoft.com/office/drawing/2014/main" id="{E0E5723D-3ADC-B457-77ED-8648F0C09218}"/>
              </a:ext>
            </a:extLst>
          </p:cNvPr>
          <p:cNvSpPr>
            <a:spLocks noChangeArrowheads="1"/>
          </p:cNvSpPr>
          <p:nvPr/>
        </p:nvSpPr>
        <p:spPr bwMode="auto">
          <a:xfrm>
            <a:off x="8824950" y="3604379"/>
            <a:ext cx="113823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6" name="Rectangle 16">
            <a:extLst>
              <a:ext uri="{FF2B5EF4-FFF2-40B4-BE49-F238E27FC236}">
                <a16:creationId xmlns:a16="http://schemas.microsoft.com/office/drawing/2014/main" id="{53644AFA-D8AC-88CF-97E3-32BEFA0A6C0C}"/>
              </a:ext>
            </a:extLst>
          </p:cNvPr>
          <p:cNvSpPr>
            <a:spLocks noChangeArrowheads="1"/>
          </p:cNvSpPr>
          <p:nvPr/>
        </p:nvSpPr>
        <p:spPr bwMode="auto">
          <a:xfrm>
            <a:off x="5822988" y="3605967"/>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7" name="Line 5">
            <a:extLst>
              <a:ext uri="{FF2B5EF4-FFF2-40B4-BE49-F238E27FC236}">
                <a16:creationId xmlns:a16="http://schemas.microsoft.com/office/drawing/2014/main" id="{8B900F11-F172-4A32-E4B5-1D0038D4E0B4}"/>
              </a:ext>
            </a:extLst>
          </p:cNvPr>
          <p:cNvSpPr>
            <a:spLocks noChangeShapeType="1"/>
          </p:cNvSpPr>
          <p:nvPr/>
        </p:nvSpPr>
        <p:spPr bwMode="auto">
          <a:xfrm flipV="1">
            <a:off x="3725108" y="4131429"/>
            <a:ext cx="60755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Rectangle 7">
            <a:extLst>
              <a:ext uri="{FF2B5EF4-FFF2-40B4-BE49-F238E27FC236}">
                <a16:creationId xmlns:a16="http://schemas.microsoft.com/office/drawing/2014/main" id="{3918AA22-CA63-74DD-D01B-953684361DFE}"/>
              </a:ext>
            </a:extLst>
          </p:cNvPr>
          <p:cNvSpPr>
            <a:spLocks noChangeArrowheads="1"/>
          </p:cNvSpPr>
          <p:nvPr/>
        </p:nvSpPr>
        <p:spPr bwMode="auto">
          <a:xfrm>
            <a:off x="6559587" y="4009191"/>
            <a:ext cx="106838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19" name="Rectangle 12">
            <a:extLst>
              <a:ext uri="{FF2B5EF4-FFF2-40B4-BE49-F238E27FC236}">
                <a16:creationId xmlns:a16="http://schemas.microsoft.com/office/drawing/2014/main" id="{B25B50CE-72CF-980E-C40C-96EB14E584A6}"/>
              </a:ext>
            </a:extLst>
          </p:cNvPr>
          <p:cNvSpPr>
            <a:spLocks noChangeArrowheads="1"/>
          </p:cNvSpPr>
          <p:nvPr/>
        </p:nvSpPr>
        <p:spPr bwMode="auto">
          <a:xfrm>
            <a:off x="3676391" y="4009191"/>
            <a:ext cx="1773535" cy="215546"/>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0" name="Rectangle 13">
            <a:extLst>
              <a:ext uri="{FF2B5EF4-FFF2-40B4-BE49-F238E27FC236}">
                <a16:creationId xmlns:a16="http://schemas.microsoft.com/office/drawing/2014/main" id="{201D92B7-CEC7-B695-7D31-783F95BA9874}"/>
              </a:ext>
            </a:extLst>
          </p:cNvPr>
          <p:cNvSpPr>
            <a:spLocks noChangeArrowheads="1"/>
          </p:cNvSpPr>
          <p:nvPr/>
        </p:nvSpPr>
        <p:spPr bwMode="auto">
          <a:xfrm>
            <a:off x="7937538" y="4009191"/>
            <a:ext cx="354013"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1" name="Rectangle 14">
            <a:extLst>
              <a:ext uri="{FF2B5EF4-FFF2-40B4-BE49-F238E27FC236}">
                <a16:creationId xmlns:a16="http://schemas.microsoft.com/office/drawing/2014/main" id="{1E266097-E0A3-BB82-2143-69A86E46ADB5}"/>
              </a:ext>
            </a:extLst>
          </p:cNvPr>
          <p:cNvSpPr>
            <a:spLocks noChangeArrowheads="1"/>
          </p:cNvSpPr>
          <p:nvPr/>
        </p:nvSpPr>
        <p:spPr bwMode="auto">
          <a:xfrm>
            <a:off x="8991637" y="4009190"/>
            <a:ext cx="900113" cy="242887"/>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2" name="Rectangle 12">
            <a:extLst>
              <a:ext uri="{FF2B5EF4-FFF2-40B4-BE49-F238E27FC236}">
                <a16:creationId xmlns:a16="http://schemas.microsoft.com/office/drawing/2014/main" id="{AF66BFF3-34EB-CF65-56E3-A3F6FA4B6FA3}"/>
              </a:ext>
            </a:extLst>
          </p:cNvPr>
          <p:cNvSpPr>
            <a:spLocks noChangeArrowheads="1"/>
          </p:cNvSpPr>
          <p:nvPr/>
        </p:nvSpPr>
        <p:spPr bwMode="auto">
          <a:xfrm>
            <a:off x="2350333" y="3062109"/>
            <a:ext cx="1374775"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3" name="Rectangle 14">
            <a:extLst>
              <a:ext uri="{FF2B5EF4-FFF2-40B4-BE49-F238E27FC236}">
                <a16:creationId xmlns:a16="http://schemas.microsoft.com/office/drawing/2014/main" id="{9B3C0F1A-DE86-961D-65B3-79CFE02604EE}"/>
              </a:ext>
            </a:extLst>
          </p:cNvPr>
          <p:cNvSpPr>
            <a:spLocks noChangeArrowheads="1"/>
          </p:cNvSpPr>
          <p:nvPr/>
        </p:nvSpPr>
        <p:spPr bwMode="auto">
          <a:xfrm>
            <a:off x="10313100" y="3070979"/>
            <a:ext cx="1054100"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4" name="Rectangle 16">
            <a:extLst>
              <a:ext uri="{FF2B5EF4-FFF2-40B4-BE49-F238E27FC236}">
                <a16:creationId xmlns:a16="http://schemas.microsoft.com/office/drawing/2014/main" id="{75E70169-B8E5-3DBC-3708-691FF2396B8D}"/>
              </a:ext>
            </a:extLst>
          </p:cNvPr>
          <p:cNvSpPr>
            <a:spLocks noChangeArrowheads="1"/>
          </p:cNvSpPr>
          <p:nvPr/>
        </p:nvSpPr>
        <p:spPr bwMode="auto">
          <a:xfrm>
            <a:off x="2763363" y="3604379"/>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5" name="Rectangle 14">
            <a:extLst>
              <a:ext uri="{FF2B5EF4-FFF2-40B4-BE49-F238E27FC236}">
                <a16:creationId xmlns:a16="http://schemas.microsoft.com/office/drawing/2014/main" id="{3BDF2E52-9744-E4A9-B8C9-CE0C02CED20B}"/>
              </a:ext>
            </a:extLst>
          </p:cNvPr>
          <p:cNvSpPr>
            <a:spLocks noChangeArrowheads="1"/>
          </p:cNvSpPr>
          <p:nvPr/>
        </p:nvSpPr>
        <p:spPr bwMode="auto">
          <a:xfrm>
            <a:off x="10420387" y="4009190"/>
            <a:ext cx="946813" cy="242887"/>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grpSp>
        <p:nvGrpSpPr>
          <p:cNvPr id="26" name="Group 25">
            <a:extLst>
              <a:ext uri="{FF2B5EF4-FFF2-40B4-BE49-F238E27FC236}">
                <a16:creationId xmlns:a16="http://schemas.microsoft.com/office/drawing/2014/main" id="{1209EBF1-A251-A0CB-D0B1-A5AD73DDE858}"/>
              </a:ext>
            </a:extLst>
          </p:cNvPr>
          <p:cNvGrpSpPr/>
          <p:nvPr/>
        </p:nvGrpSpPr>
        <p:grpSpPr>
          <a:xfrm>
            <a:off x="2606957" y="2284291"/>
            <a:ext cx="795411" cy="1413049"/>
            <a:chOff x="2250822" y="2142223"/>
            <a:chExt cx="795411" cy="1413049"/>
          </a:xfrm>
        </p:grpSpPr>
        <p:cxnSp>
          <p:nvCxnSpPr>
            <p:cNvPr id="27" name="Straight Connector 26">
              <a:extLst>
                <a:ext uri="{FF2B5EF4-FFF2-40B4-BE49-F238E27FC236}">
                  <a16:creationId xmlns:a16="http://schemas.microsoft.com/office/drawing/2014/main" id="{4D3FCC78-F719-E73A-876A-9C66932A041A}"/>
                </a:ext>
              </a:extLst>
            </p:cNvPr>
            <p:cNvCxnSpPr>
              <a:cxnSpLocks/>
            </p:cNvCxnSpPr>
            <p:nvPr/>
          </p:nvCxnSpPr>
          <p:spPr bwMode="auto">
            <a:xfrm flipV="1">
              <a:off x="2889828" y="2503357"/>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a:extLst>
                <a:ext uri="{FF2B5EF4-FFF2-40B4-BE49-F238E27FC236}">
                  <a16:creationId xmlns:a16="http://schemas.microsoft.com/office/drawing/2014/main" id="{851464E3-2DB7-54B9-614D-7DDC8AEC4C5D}"/>
                </a:ext>
              </a:extLst>
            </p:cNvPr>
            <p:cNvCxnSpPr>
              <a:cxnSpLocks/>
            </p:cNvCxnSpPr>
            <p:nvPr/>
          </p:nvCxnSpPr>
          <p:spPr bwMode="auto">
            <a:xfrm flipV="1">
              <a:off x="2407228" y="2503357"/>
              <a:ext cx="0" cy="1028520"/>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Arrow Connector 28">
              <a:extLst>
                <a:ext uri="{FF2B5EF4-FFF2-40B4-BE49-F238E27FC236}">
                  <a16:creationId xmlns:a16="http://schemas.microsoft.com/office/drawing/2014/main" id="{E5952F0A-805B-8212-DB46-D8E41B24A364}"/>
                </a:ext>
              </a:extLst>
            </p:cNvPr>
            <p:cNvCxnSpPr/>
            <p:nvPr/>
          </p:nvCxnSpPr>
          <p:spPr bwMode="auto">
            <a:xfrm>
              <a:off x="2407228" y="2653259"/>
              <a:ext cx="482600" cy="0"/>
            </a:xfrm>
            <a:prstGeom prst="straightConnector1">
              <a:avLst/>
            </a:prstGeom>
            <a:solidFill>
              <a:schemeClr val="accent1"/>
            </a:solidFill>
            <a:ln w="9525" cap="flat" cmpd="sng" algn="ctr">
              <a:solidFill>
                <a:schemeClr val="tx1"/>
              </a:solidFill>
              <a:prstDash val="solid"/>
              <a:round/>
              <a:headEnd type="arrow"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Box 29">
              <a:extLst>
                <a:ext uri="{FF2B5EF4-FFF2-40B4-BE49-F238E27FC236}">
                  <a16:creationId xmlns:a16="http://schemas.microsoft.com/office/drawing/2014/main" id="{D7F24431-462B-C05C-21CD-DF8D6CEB7173}"/>
                </a:ext>
              </a:extLst>
            </p:cNvPr>
            <p:cNvSpPr txBox="1"/>
            <p:nvPr/>
          </p:nvSpPr>
          <p:spPr>
            <a:xfrm>
              <a:off x="2250822" y="2142223"/>
              <a:ext cx="795411" cy="369332"/>
            </a:xfrm>
            <a:prstGeom prst="rect">
              <a:avLst/>
            </a:prstGeom>
            <a:noFill/>
          </p:spPr>
          <p:txBody>
            <a:bodyPr wrap="none" rtlCol="0">
              <a:spAutoFit/>
            </a:bodyPr>
            <a:lstStyle/>
            <a:p>
              <a:r>
                <a:rPr lang="en-US" dirty="0">
                  <a:latin typeface="+mj-lt"/>
                </a:rPr>
                <a:t>&lt; 80%</a:t>
              </a:r>
            </a:p>
          </p:txBody>
        </p:sp>
      </p:grpSp>
      <p:grpSp>
        <p:nvGrpSpPr>
          <p:cNvPr id="31" name="Group 30">
            <a:extLst>
              <a:ext uri="{FF2B5EF4-FFF2-40B4-BE49-F238E27FC236}">
                <a16:creationId xmlns:a16="http://schemas.microsoft.com/office/drawing/2014/main" id="{B673D7E0-F0ED-D047-B77A-DFBD8CE1C042}"/>
              </a:ext>
            </a:extLst>
          </p:cNvPr>
          <p:cNvGrpSpPr/>
          <p:nvPr/>
        </p:nvGrpSpPr>
        <p:grpSpPr>
          <a:xfrm>
            <a:off x="2406907" y="3429000"/>
            <a:ext cx="1177512" cy="1148271"/>
            <a:chOff x="2050772" y="3286932"/>
            <a:chExt cx="1177512" cy="1148271"/>
          </a:xfrm>
        </p:grpSpPr>
        <p:sp>
          <p:nvSpPr>
            <p:cNvPr id="32" name="Oval 31">
              <a:extLst>
                <a:ext uri="{FF2B5EF4-FFF2-40B4-BE49-F238E27FC236}">
                  <a16:creationId xmlns:a16="http://schemas.microsoft.com/office/drawing/2014/main" id="{C89A2503-CDFD-6D9E-96AB-C648EA5291D4}"/>
                </a:ext>
              </a:extLst>
            </p:cNvPr>
            <p:cNvSpPr/>
            <p:nvPr/>
          </p:nvSpPr>
          <p:spPr bwMode="auto">
            <a:xfrm>
              <a:off x="2050772" y="3286932"/>
              <a:ext cx="1065757" cy="702429"/>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C00000"/>
                </a:solidFill>
                <a:effectLst/>
                <a:latin typeface="Arial" panose="020B0604020202020204" pitchFamily="34" charset="0"/>
                <a:ea typeface="ＭＳ Ｐゴシック" panose="020B0600070205080204" pitchFamily="34" charset="-128"/>
              </a:endParaRPr>
            </a:p>
          </p:txBody>
        </p:sp>
        <p:sp>
          <p:nvSpPr>
            <p:cNvPr id="33" name="TextBox 32">
              <a:extLst>
                <a:ext uri="{FF2B5EF4-FFF2-40B4-BE49-F238E27FC236}">
                  <a16:creationId xmlns:a16="http://schemas.microsoft.com/office/drawing/2014/main" id="{5704CB8E-70EF-CC92-7C26-1F3DBEB374A9}"/>
                </a:ext>
              </a:extLst>
            </p:cNvPr>
            <p:cNvSpPr txBox="1"/>
            <p:nvPr/>
          </p:nvSpPr>
          <p:spPr>
            <a:xfrm>
              <a:off x="2068992" y="4065871"/>
              <a:ext cx="1159292" cy="369332"/>
            </a:xfrm>
            <a:prstGeom prst="rect">
              <a:avLst/>
            </a:prstGeom>
            <a:noFill/>
          </p:spPr>
          <p:txBody>
            <a:bodyPr wrap="none" rtlCol="0">
              <a:spAutoFit/>
            </a:bodyPr>
            <a:lstStyle/>
            <a:p>
              <a:r>
                <a:rPr lang="en-US">
                  <a:solidFill>
                    <a:srgbClr val="C00000"/>
                  </a:solidFill>
                </a:rPr>
                <a:t>WRONG!</a:t>
              </a:r>
            </a:p>
          </p:txBody>
        </p:sp>
      </p:grpSp>
      <p:grpSp>
        <p:nvGrpSpPr>
          <p:cNvPr id="34" name="Group 33">
            <a:extLst>
              <a:ext uri="{FF2B5EF4-FFF2-40B4-BE49-F238E27FC236}">
                <a16:creationId xmlns:a16="http://schemas.microsoft.com/office/drawing/2014/main" id="{6EF14382-EE38-85D7-B50C-7683DD42B5EA}"/>
              </a:ext>
            </a:extLst>
          </p:cNvPr>
          <p:cNvGrpSpPr/>
          <p:nvPr/>
        </p:nvGrpSpPr>
        <p:grpSpPr>
          <a:xfrm>
            <a:off x="10277147" y="3673946"/>
            <a:ext cx="1441998" cy="1303301"/>
            <a:chOff x="9921012" y="3531878"/>
            <a:chExt cx="1441998" cy="1303301"/>
          </a:xfrm>
        </p:grpSpPr>
        <p:sp>
          <p:nvSpPr>
            <p:cNvPr id="35" name="Oval 34">
              <a:extLst>
                <a:ext uri="{FF2B5EF4-FFF2-40B4-BE49-F238E27FC236}">
                  <a16:creationId xmlns:a16="http://schemas.microsoft.com/office/drawing/2014/main" id="{08B5F4DC-0C4D-17F5-47C3-03DB5F2B65F0}"/>
                </a:ext>
              </a:extLst>
            </p:cNvPr>
            <p:cNvSpPr/>
            <p:nvPr/>
          </p:nvSpPr>
          <p:spPr bwMode="auto">
            <a:xfrm>
              <a:off x="9921012" y="3531878"/>
              <a:ext cx="1202249" cy="807902"/>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C00000"/>
                </a:solidFill>
                <a:effectLst/>
                <a:latin typeface="Arial" panose="020B0604020202020204" pitchFamily="34" charset="0"/>
                <a:ea typeface="ＭＳ Ｐゴシック" panose="020B0600070205080204" pitchFamily="34" charset="-128"/>
              </a:endParaRPr>
            </a:p>
          </p:txBody>
        </p:sp>
        <p:sp>
          <p:nvSpPr>
            <p:cNvPr id="36" name="TextBox 35">
              <a:extLst>
                <a:ext uri="{FF2B5EF4-FFF2-40B4-BE49-F238E27FC236}">
                  <a16:creationId xmlns:a16="http://schemas.microsoft.com/office/drawing/2014/main" id="{266CB5F1-F224-000E-7F20-CD8353AE37B7}"/>
                </a:ext>
              </a:extLst>
            </p:cNvPr>
            <p:cNvSpPr txBox="1"/>
            <p:nvPr/>
          </p:nvSpPr>
          <p:spPr>
            <a:xfrm>
              <a:off x="9972886" y="4465847"/>
              <a:ext cx="1390124" cy="369332"/>
            </a:xfrm>
            <a:prstGeom prst="rect">
              <a:avLst/>
            </a:prstGeom>
            <a:noFill/>
          </p:spPr>
          <p:txBody>
            <a:bodyPr wrap="none" rtlCol="0">
              <a:spAutoFit/>
            </a:bodyPr>
            <a:lstStyle/>
            <a:p>
              <a:r>
                <a:rPr lang="en-US">
                  <a:solidFill>
                    <a:srgbClr val="C00000"/>
                  </a:solidFill>
                </a:rPr>
                <a:t>CORRECT!</a:t>
              </a:r>
            </a:p>
          </p:txBody>
        </p:sp>
      </p:grpSp>
      <p:grpSp>
        <p:nvGrpSpPr>
          <p:cNvPr id="37" name="Group 36">
            <a:extLst>
              <a:ext uri="{FF2B5EF4-FFF2-40B4-BE49-F238E27FC236}">
                <a16:creationId xmlns:a16="http://schemas.microsoft.com/office/drawing/2014/main" id="{CD581B0E-F39C-8252-500E-73FE10ABC687}"/>
              </a:ext>
            </a:extLst>
          </p:cNvPr>
          <p:cNvGrpSpPr/>
          <p:nvPr/>
        </p:nvGrpSpPr>
        <p:grpSpPr>
          <a:xfrm>
            <a:off x="4388873" y="4245373"/>
            <a:ext cx="3799373" cy="762652"/>
            <a:chOff x="4032738" y="4103305"/>
            <a:chExt cx="3799373" cy="762652"/>
          </a:xfrm>
        </p:grpSpPr>
        <p:sp>
          <p:nvSpPr>
            <p:cNvPr id="38" name="TextBox 37">
              <a:extLst>
                <a:ext uri="{FF2B5EF4-FFF2-40B4-BE49-F238E27FC236}">
                  <a16:creationId xmlns:a16="http://schemas.microsoft.com/office/drawing/2014/main" id="{B6D599A8-FA28-E030-2381-40E5F74B370A}"/>
                </a:ext>
              </a:extLst>
            </p:cNvPr>
            <p:cNvSpPr txBox="1"/>
            <p:nvPr/>
          </p:nvSpPr>
          <p:spPr>
            <a:xfrm>
              <a:off x="4032738" y="4465847"/>
              <a:ext cx="3799373" cy="400110"/>
            </a:xfrm>
            <a:prstGeom prst="rect">
              <a:avLst/>
            </a:prstGeom>
            <a:noFill/>
          </p:spPr>
          <p:txBody>
            <a:bodyPr wrap="none" rtlCol="0">
              <a:spAutoFit/>
            </a:bodyPr>
            <a:lstStyle/>
            <a:p>
              <a:r>
                <a:rPr lang="en-US" sz="2000" dirty="0">
                  <a:solidFill>
                    <a:srgbClr val="C00000"/>
                  </a:solidFill>
                </a:rPr>
                <a:t>Same </a:t>
              </a:r>
              <a:r>
                <a:rPr lang="en-US" sz="2000" i="1" dirty="0">
                  <a:solidFill>
                    <a:srgbClr val="C00000"/>
                  </a:solidFill>
                </a:rPr>
                <a:t>INTRON CHAIN </a:t>
              </a:r>
              <a:r>
                <a:rPr lang="en-US" sz="2000" dirty="0">
                  <a:solidFill>
                    <a:srgbClr val="C00000"/>
                  </a:solidFill>
                </a:rPr>
                <a:t>=&gt; CORRECT!</a:t>
              </a:r>
            </a:p>
          </p:txBody>
        </p:sp>
        <p:cxnSp>
          <p:nvCxnSpPr>
            <p:cNvPr id="39" name="Straight Arrow Connector 38">
              <a:extLst>
                <a:ext uri="{FF2B5EF4-FFF2-40B4-BE49-F238E27FC236}">
                  <a16:creationId xmlns:a16="http://schemas.microsoft.com/office/drawing/2014/main" id="{EAEC8C1D-41BB-339A-10B7-41C1DBAD65CD}"/>
                </a:ext>
              </a:extLst>
            </p:cNvPr>
            <p:cNvCxnSpPr>
              <a:stCxn id="38" idx="0"/>
            </p:cNvCxnSpPr>
            <p:nvPr/>
          </p:nvCxnSpPr>
          <p:spPr bwMode="auto">
            <a:xfrm flipV="1">
              <a:off x="5932425" y="4103305"/>
              <a:ext cx="736023" cy="362542"/>
            </a:xfrm>
            <a:prstGeom prst="straightConnector1">
              <a:avLst/>
            </a:prstGeom>
            <a:solidFill>
              <a:schemeClr val="accent1"/>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0" name="Group 39">
            <a:extLst>
              <a:ext uri="{FF2B5EF4-FFF2-40B4-BE49-F238E27FC236}">
                <a16:creationId xmlns:a16="http://schemas.microsoft.com/office/drawing/2014/main" id="{7ED92B1C-0D0B-04D3-3A95-17F065D64258}"/>
              </a:ext>
            </a:extLst>
          </p:cNvPr>
          <p:cNvGrpSpPr/>
          <p:nvPr/>
        </p:nvGrpSpPr>
        <p:grpSpPr>
          <a:xfrm>
            <a:off x="5449926" y="2984898"/>
            <a:ext cx="3541711" cy="1054615"/>
            <a:chOff x="5093791" y="2842830"/>
            <a:chExt cx="3541711" cy="1054615"/>
          </a:xfrm>
        </p:grpSpPr>
        <p:cxnSp>
          <p:nvCxnSpPr>
            <p:cNvPr id="41" name="Straight Connector 40">
              <a:extLst>
                <a:ext uri="{FF2B5EF4-FFF2-40B4-BE49-F238E27FC236}">
                  <a16:creationId xmlns:a16="http://schemas.microsoft.com/office/drawing/2014/main" id="{946DFDD2-E524-E8A1-DFAC-268F4D6CF01A}"/>
                </a:ext>
              </a:extLst>
            </p:cNvPr>
            <p:cNvCxnSpPr>
              <a:cxnSpLocks/>
            </p:cNvCxnSpPr>
            <p:nvPr/>
          </p:nvCxnSpPr>
          <p:spPr bwMode="auto">
            <a:xfrm flipV="1">
              <a:off x="5093791" y="28455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Straight Connector 41">
              <a:extLst>
                <a:ext uri="{FF2B5EF4-FFF2-40B4-BE49-F238E27FC236}">
                  <a16:creationId xmlns:a16="http://schemas.microsoft.com/office/drawing/2014/main" id="{934ECAD1-612E-CAB4-3A7F-8778DD2FF228}"/>
                </a:ext>
              </a:extLst>
            </p:cNvPr>
            <p:cNvCxnSpPr>
              <a:cxnSpLocks/>
            </p:cNvCxnSpPr>
            <p:nvPr/>
          </p:nvCxnSpPr>
          <p:spPr bwMode="auto">
            <a:xfrm flipV="1">
              <a:off x="6203452"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Straight Connector 42">
              <a:extLst>
                <a:ext uri="{FF2B5EF4-FFF2-40B4-BE49-F238E27FC236}">
                  <a16:creationId xmlns:a16="http://schemas.microsoft.com/office/drawing/2014/main" id="{68987DCA-7A9A-2494-D713-038ADC7E3AE2}"/>
                </a:ext>
              </a:extLst>
            </p:cNvPr>
            <p:cNvCxnSpPr>
              <a:cxnSpLocks/>
            </p:cNvCxnSpPr>
            <p:nvPr/>
          </p:nvCxnSpPr>
          <p:spPr bwMode="auto">
            <a:xfrm flipV="1">
              <a:off x="7283011"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Straight Connector 43">
              <a:extLst>
                <a:ext uri="{FF2B5EF4-FFF2-40B4-BE49-F238E27FC236}">
                  <a16:creationId xmlns:a16="http://schemas.microsoft.com/office/drawing/2014/main" id="{2D594CAE-F56A-8905-BAE6-001E12AC1242}"/>
                </a:ext>
              </a:extLst>
            </p:cNvPr>
            <p:cNvCxnSpPr>
              <a:cxnSpLocks/>
            </p:cNvCxnSpPr>
            <p:nvPr/>
          </p:nvCxnSpPr>
          <p:spPr bwMode="auto">
            <a:xfrm flipV="1">
              <a:off x="7581403"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Straight Connector 44">
              <a:extLst>
                <a:ext uri="{FF2B5EF4-FFF2-40B4-BE49-F238E27FC236}">
                  <a16:creationId xmlns:a16="http://schemas.microsoft.com/office/drawing/2014/main" id="{CC70D78E-7405-CC93-D61C-A1ECE17A979F}"/>
                </a:ext>
              </a:extLst>
            </p:cNvPr>
            <p:cNvCxnSpPr>
              <a:cxnSpLocks/>
            </p:cNvCxnSpPr>
            <p:nvPr/>
          </p:nvCxnSpPr>
          <p:spPr bwMode="auto">
            <a:xfrm flipV="1">
              <a:off x="8635502"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Straight Connector 45">
              <a:extLst>
                <a:ext uri="{FF2B5EF4-FFF2-40B4-BE49-F238E27FC236}">
                  <a16:creationId xmlns:a16="http://schemas.microsoft.com/office/drawing/2014/main" id="{2848F8D9-A172-700C-A799-B1A5D531FEBB}"/>
                </a:ext>
              </a:extLst>
            </p:cNvPr>
            <p:cNvCxnSpPr>
              <a:cxnSpLocks/>
            </p:cNvCxnSpPr>
            <p:nvPr/>
          </p:nvCxnSpPr>
          <p:spPr bwMode="auto">
            <a:xfrm flipV="1">
              <a:off x="7935416"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256113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D4C79-9850-7711-7E3B-C4D96EF16D22}"/>
              </a:ext>
            </a:extLst>
          </p:cNvPr>
          <p:cNvSpPr>
            <a:spLocks noGrp="1"/>
          </p:cNvSpPr>
          <p:nvPr>
            <p:ph type="title"/>
          </p:nvPr>
        </p:nvSpPr>
        <p:spPr/>
        <p:txBody>
          <a:bodyPr>
            <a:normAutofit fontScale="90000"/>
          </a:bodyPr>
          <a:lstStyle/>
          <a:p>
            <a:r>
              <a:rPr lang="en-US" dirty="0" err="1"/>
              <a:t>gffread</a:t>
            </a:r>
            <a:r>
              <a:rPr lang="en-US" dirty="0"/>
              <a:t>, gffcompare and </a:t>
            </a:r>
            <a:r>
              <a:rPr lang="en-US" dirty="0" err="1"/>
              <a:t>trmap</a:t>
            </a:r>
            <a:endParaRPr lang="en-US" dirty="0"/>
          </a:p>
        </p:txBody>
      </p:sp>
      <p:sp>
        <p:nvSpPr>
          <p:cNvPr id="4" name="Slide Number Placeholder 3">
            <a:extLst>
              <a:ext uri="{FF2B5EF4-FFF2-40B4-BE49-F238E27FC236}">
                <a16:creationId xmlns:a16="http://schemas.microsoft.com/office/drawing/2014/main" id="{B502250C-AE07-8493-2834-733D81897B23}"/>
              </a:ext>
            </a:extLst>
          </p:cNvPr>
          <p:cNvSpPr>
            <a:spLocks noGrp="1"/>
          </p:cNvSpPr>
          <p:nvPr>
            <p:ph type="sldNum" sz="quarter" idx="12"/>
          </p:nvPr>
        </p:nvSpPr>
        <p:spPr/>
        <p:txBody>
          <a:bodyPr/>
          <a:lstStyle/>
          <a:p>
            <a:fld id="{B82CCC60-E8CD-4174-8B1A-7DF615B22EEF}" type="slidenum">
              <a:rPr lang="en-US" smtClean="0"/>
              <a:pPr/>
              <a:t>20</a:t>
            </a:fld>
            <a:endParaRPr lang="en-US"/>
          </a:p>
        </p:txBody>
      </p:sp>
      <p:sp>
        <p:nvSpPr>
          <p:cNvPr id="5" name="Rectangle 4">
            <a:extLst>
              <a:ext uri="{FF2B5EF4-FFF2-40B4-BE49-F238E27FC236}">
                <a16:creationId xmlns:a16="http://schemas.microsoft.com/office/drawing/2014/main" id="{A4E458DA-39C3-CF79-0149-E087ED40D845}"/>
              </a:ext>
            </a:extLst>
          </p:cNvPr>
          <p:cNvSpPr/>
          <p:nvPr/>
        </p:nvSpPr>
        <p:spPr bwMode="auto">
          <a:xfrm>
            <a:off x="5533951" y="1683048"/>
            <a:ext cx="1396471" cy="461665"/>
          </a:xfrm>
          <a:prstGeom prst="rect">
            <a:avLst/>
          </a:prstGeom>
          <a:solidFill>
            <a:srgbClr val="FFFF00"/>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6" name="Rectangle 5">
            <a:extLst>
              <a:ext uri="{FF2B5EF4-FFF2-40B4-BE49-F238E27FC236}">
                <a16:creationId xmlns:a16="http://schemas.microsoft.com/office/drawing/2014/main" id="{A9660064-5C7C-3C24-F166-BF315A783486}"/>
              </a:ext>
            </a:extLst>
          </p:cNvPr>
          <p:cNvSpPr/>
          <p:nvPr/>
        </p:nvSpPr>
        <p:spPr>
          <a:xfrm>
            <a:off x="5533951" y="1668387"/>
            <a:ext cx="5283819" cy="461665"/>
          </a:xfrm>
          <a:prstGeom prst="rect">
            <a:avLst/>
          </a:prstGeom>
        </p:spPr>
        <p:txBody>
          <a:bodyPr wrap="none">
            <a:spAutoFit/>
          </a:bodyPr>
          <a:lstStyle/>
          <a:p>
            <a:r>
              <a:rPr lang="en-US" sz="2400" err="1">
                <a:latin typeface="CourierNewPSMT" panose="02070309020205020404" pitchFamily="49" charset="0"/>
              </a:rPr>
              <a:t>gffread</a:t>
            </a:r>
            <a:r>
              <a:rPr lang="en-US" sz="2400">
                <a:latin typeface="Times" pitchFamily="2" charset="0"/>
              </a:rPr>
              <a:t>, </a:t>
            </a:r>
            <a:r>
              <a:rPr lang="en-US" sz="2400" err="1">
                <a:latin typeface="CourierNewPSMT" panose="02070309020205020404" pitchFamily="49" charset="0"/>
              </a:rPr>
              <a:t>gffcompare</a:t>
            </a:r>
            <a:r>
              <a:rPr lang="en-US" sz="2400">
                <a:latin typeface="CourierNewPSMT" panose="02070309020205020404" pitchFamily="49" charset="0"/>
              </a:rPr>
              <a:t> </a:t>
            </a:r>
            <a:r>
              <a:rPr lang="en-US" sz="2400">
                <a:latin typeface="Times" pitchFamily="2" charset="0"/>
              </a:rPr>
              <a:t>and </a:t>
            </a:r>
            <a:r>
              <a:rPr lang="en-US" sz="2400" err="1">
                <a:latin typeface="CourierNewPSMT" panose="02070309020205020404" pitchFamily="49" charset="0"/>
              </a:rPr>
              <a:t>trmap</a:t>
            </a:r>
            <a:r>
              <a:rPr lang="en-US" sz="2400">
                <a:latin typeface="CourierNewPSMT" panose="02070309020205020404" pitchFamily="49" charset="0"/>
              </a:rPr>
              <a:t> </a:t>
            </a:r>
            <a:endParaRPr lang="en-US" sz="2400"/>
          </a:p>
        </p:txBody>
      </p:sp>
      <p:pic>
        <p:nvPicPr>
          <p:cNvPr id="7" name="Picture 6">
            <a:extLst>
              <a:ext uri="{FF2B5EF4-FFF2-40B4-BE49-F238E27FC236}">
                <a16:creationId xmlns:a16="http://schemas.microsoft.com/office/drawing/2014/main" id="{EAEA9615-2B94-2FC8-EB0F-0C7B1378E436}"/>
              </a:ext>
            </a:extLst>
          </p:cNvPr>
          <p:cNvPicPr>
            <a:picLocks noChangeAspect="1"/>
          </p:cNvPicPr>
          <p:nvPr/>
        </p:nvPicPr>
        <p:blipFill>
          <a:blip r:embed="rId2"/>
          <a:srcRect r="1029" b="57678"/>
          <a:stretch>
            <a:fillRect/>
          </a:stretch>
        </p:blipFill>
        <p:spPr>
          <a:xfrm>
            <a:off x="118673" y="1777354"/>
            <a:ext cx="5026191" cy="2278963"/>
          </a:xfrm>
          <a:prstGeom prst="rect">
            <a:avLst/>
          </a:prstGeom>
        </p:spPr>
      </p:pic>
      <p:sp>
        <p:nvSpPr>
          <p:cNvPr id="8" name="Rectangle 7">
            <a:extLst>
              <a:ext uri="{FF2B5EF4-FFF2-40B4-BE49-F238E27FC236}">
                <a16:creationId xmlns:a16="http://schemas.microsoft.com/office/drawing/2014/main" id="{1D7CD01D-9440-7E42-D382-14CA249446BE}"/>
              </a:ext>
            </a:extLst>
          </p:cNvPr>
          <p:cNvSpPr/>
          <p:nvPr/>
        </p:nvSpPr>
        <p:spPr>
          <a:xfrm>
            <a:off x="5306808" y="2333383"/>
            <a:ext cx="6092506" cy="830997"/>
          </a:xfrm>
          <a:prstGeom prst="rect">
            <a:avLst/>
          </a:prstGeom>
        </p:spPr>
        <p:txBody>
          <a:bodyPr wrap="square">
            <a:spAutoFit/>
          </a:bodyPr>
          <a:lstStyle/>
          <a:p>
            <a:r>
              <a:rPr lang="en-US" sz="1600" dirty="0">
                <a:solidFill>
                  <a:srgbClr val="333333"/>
                </a:solidFill>
                <a:latin typeface="Roboto"/>
              </a:rPr>
              <a:t>- a fast tool for verification, filtering and conversion of the most popular annotation file formats (GTF, GFF3, </a:t>
            </a:r>
            <a:r>
              <a:rPr lang="en-US" sz="1600" dirty="0"/>
              <a:t>BED) </a:t>
            </a:r>
            <a:r>
              <a:rPr lang="en-US" sz="1600" dirty="0">
                <a:solidFill>
                  <a:srgbClr val="333333"/>
                </a:solidFill>
                <a:latin typeface="Roboto"/>
              </a:rPr>
              <a:t>and for quick extraction of transcript sequences from the genome sequence. </a:t>
            </a:r>
            <a:endParaRPr lang="en-US" sz="1600" dirty="0"/>
          </a:p>
        </p:txBody>
      </p:sp>
      <p:grpSp>
        <p:nvGrpSpPr>
          <p:cNvPr id="9" name="Group 8">
            <a:extLst>
              <a:ext uri="{FF2B5EF4-FFF2-40B4-BE49-F238E27FC236}">
                <a16:creationId xmlns:a16="http://schemas.microsoft.com/office/drawing/2014/main" id="{9E686C2C-AF3D-9B21-3257-99226D2755A9}"/>
              </a:ext>
            </a:extLst>
          </p:cNvPr>
          <p:cNvGrpSpPr/>
          <p:nvPr/>
        </p:nvGrpSpPr>
        <p:grpSpPr>
          <a:xfrm>
            <a:off x="5408759" y="4020470"/>
            <a:ext cx="6399324" cy="559605"/>
            <a:chOff x="5450077" y="2711434"/>
            <a:chExt cx="6399324" cy="559605"/>
          </a:xfrm>
        </p:grpSpPr>
        <p:pic>
          <p:nvPicPr>
            <p:cNvPr id="10" name="Picture 9">
              <a:extLst>
                <a:ext uri="{FF2B5EF4-FFF2-40B4-BE49-F238E27FC236}">
                  <a16:creationId xmlns:a16="http://schemas.microsoft.com/office/drawing/2014/main" id="{5BDC114E-981E-07CF-6262-982C8E6D32CA}"/>
                </a:ext>
              </a:extLst>
            </p:cNvPr>
            <p:cNvPicPr>
              <a:picLocks noChangeAspect="1"/>
            </p:cNvPicPr>
            <p:nvPr/>
          </p:nvPicPr>
          <p:blipFill rotWithShape="1">
            <a:blip r:embed="rId3"/>
            <a:srcRect l="37166" t="-20686"/>
            <a:stretch/>
          </p:blipFill>
          <p:spPr>
            <a:xfrm>
              <a:off x="5553246" y="3041134"/>
              <a:ext cx="6296155" cy="229905"/>
            </a:xfrm>
            <a:prstGeom prst="rect">
              <a:avLst/>
            </a:prstGeom>
          </p:spPr>
        </p:pic>
        <p:sp>
          <p:nvSpPr>
            <p:cNvPr id="11" name="TextBox 10">
              <a:extLst>
                <a:ext uri="{FF2B5EF4-FFF2-40B4-BE49-F238E27FC236}">
                  <a16:creationId xmlns:a16="http://schemas.microsoft.com/office/drawing/2014/main" id="{9B01A855-1B75-030E-9AB5-65D8D78FA4E4}"/>
                </a:ext>
              </a:extLst>
            </p:cNvPr>
            <p:cNvSpPr txBox="1"/>
            <p:nvPr/>
          </p:nvSpPr>
          <p:spPr>
            <a:xfrm>
              <a:off x="5450077" y="2711434"/>
              <a:ext cx="1067921" cy="369332"/>
            </a:xfrm>
            <a:prstGeom prst="rect">
              <a:avLst/>
            </a:prstGeom>
            <a:noFill/>
          </p:spPr>
          <p:txBody>
            <a:bodyPr wrap="none" rtlCol="0">
              <a:spAutoFit/>
            </a:bodyPr>
            <a:lstStyle/>
            <a:p>
              <a:r>
                <a:rPr lang="en-US">
                  <a:latin typeface="Batang" panose="02030600000101010101" pitchFamily="18" charset="-127"/>
                  <a:ea typeface="Batang" panose="02030600000101010101" pitchFamily="18" charset="-127"/>
                  <a:cs typeface="Ayuthaya" pitchFamily="2" charset="-34"/>
                </a:rPr>
                <a:t>FASTA:</a:t>
              </a:r>
            </a:p>
          </p:txBody>
        </p:sp>
      </p:grpSp>
      <p:grpSp>
        <p:nvGrpSpPr>
          <p:cNvPr id="12" name="Group 11">
            <a:extLst>
              <a:ext uri="{FF2B5EF4-FFF2-40B4-BE49-F238E27FC236}">
                <a16:creationId xmlns:a16="http://schemas.microsoft.com/office/drawing/2014/main" id="{090BFB6B-1931-FA67-1360-FC562234D293}"/>
              </a:ext>
            </a:extLst>
          </p:cNvPr>
          <p:cNvGrpSpPr/>
          <p:nvPr/>
        </p:nvGrpSpPr>
        <p:grpSpPr>
          <a:xfrm>
            <a:off x="5408758" y="4639807"/>
            <a:ext cx="6249413" cy="369332"/>
            <a:chOff x="5450076" y="3330771"/>
            <a:chExt cx="6249413" cy="369332"/>
          </a:xfrm>
        </p:grpSpPr>
        <p:sp>
          <p:nvSpPr>
            <p:cNvPr id="13" name="Rectangle 12">
              <a:extLst>
                <a:ext uri="{FF2B5EF4-FFF2-40B4-BE49-F238E27FC236}">
                  <a16:creationId xmlns:a16="http://schemas.microsoft.com/office/drawing/2014/main" id="{6CB706E4-B2B5-ACCB-FE71-966AFDFD791E}"/>
                </a:ext>
              </a:extLst>
            </p:cNvPr>
            <p:cNvSpPr/>
            <p:nvPr/>
          </p:nvSpPr>
          <p:spPr bwMode="auto">
            <a:xfrm>
              <a:off x="7350120" y="3420301"/>
              <a:ext cx="985267" cy="190273"/>
            </a:xfrm>
            <a:prstGeom prst="rect">
              <a:avLst/>
            </a:prstGeom>
            <a:pattFill prst="wdDnDiag">
              <a:fgClr>
                <a:schemeClr val="tx1">
                  <a:lumMod val="50000"/>
                  <a:lumOff val="50000"/>
                </a:schemeClr>
              </a:fgClr>
              <a:bgClr>
                <a:schemeClr val="bg1"/>
              </a:bgClr>
            </a:pattFill>
            <a:ln w="254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4" name="Rectangle 13">
              <a:extLst>
                <a:ext uri="{FF2B5EF4-FFF2-40B4-BE49-F238E27FC236}">
                  <a16:creationId xmlns:a16="http://schemas.microsoft.com/office/drawing/2014/main" id="{D6002C0B-CFE7-D04F-641A-275A9767FE3B}"/>
                </a:ext>
              </a:extLst>
            </p:cNvPr>
            <p:cNvSpPr/>
            <p:nvPr/>
          </p:nvSpPr>
          <p:spPr bwMode="auto">
            <a:xfrm>
              <a:off x="8701323" y="3432369"/>
              <a:ext cx="392206" cy="190273"/>
            </a:xfrm>
            <a:prstGeom prst="rect">
              <a:avLst/>
            </a:prstGeom>
            <a:pattFill prst="wdDnDiag">
              <a:fgClr>
                <a:schemeClr val="tx1">
                  <a:lumMod val="50000"/>
                  <a:lumOff val="50000"/>
                </a:schemeClr>
              </a:fgClr>
              <a:bgClr>
                <a:schemeClr val="bg1"/>
              </a:bgClr>
            </a:pattFill>
            <a:ln w="254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5" name="Rectangle 14">
              <a:extLst>
                <a:ext uri="{FF2B5EF4-FFF2-40B4-BE49-F238E27FC236}">
                  <a16:creationId xmlns:a16="http://schemas.microsoft.com/office/drawing/2014/main" id="{4544A5C4-7F48-3D34-C2B8-26CE36DB0FE2}"/>
                </a:ext>
              </a:extLst>
            </p:cNvPr>
            <p:cNvSpPr/>
            <p:nvPr/>
          </p:nvSpPr>
          <p:spPr bwMode="auto">
            <a:xfrm>
              <a:off x="9282102" y="3432369"/>
              <a:ext cx="2417387" cy="190273"/>
            </a:xfrm>
            <a:prstGeom prst="rect">
              <a:avLst/>
            </a:prstGeom>
            <a:pattFill prst="wdDnDiag">
              <a:fgClr>
                <a:schemeClr val="tx1">
                  <a:lumMod val="50000"/>
                  <a:lumOff val="50000"/>
                </a:schemeClr>
              </a:fgClr>
              <a:bgClr>
                <a:schemeClr val="bg1"/>
              </a:bgClr>
            </a:pattFill>
            <a:ln w="254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6" name="TextBox 15">
              <a:extLst>
                <a:ext uri="{FF2B5EF4-FFF2-40B4-BE49-F238E27FC236}">
                  <a16:creationId xmlns:a16="http://schemas.microsoft.com/office/drawing/2014/main" id="{91AF5057-14A6-6DB2-180B-5C317311E4FA}"/>
                </a:ext>
              </a:extLst>
            </p:cNvPr>
            <p:cNvSpPr txBox="1"/>
            <p:nvPr/>
          </p:nvSpPr>
          <p:spPr>
            <a:xfrm>
              <a:off x="5450076" y="3330771"/>
              <a:ext cx="1306768" cy="369332"/>
            </a:xfrm>
            <a:prstGeom prst="rect">
              <a:avLst/>
            </a:prstGeom>
            <a:noFill/>
          </p:spPr>
          <p:txBody>
            <a:bodyPr wrap="none" rtlCol="0">
              <a:spAutoFit/>
            </a:bodyPr>
            <a:lstStyle/>
            <a:p>
              <a:r>
                <a:rPr lang="en-US">
                  <a:latin typeface="Batang" panose="02030600000101010101" pitchFamily="18" charset="-127"/>
                  <a:ea typeface="Batang" panose="02030600000101010101" pitchFamily="18" charset="-127"/>
                  <a:cs typeface="Ayuthaya" pitchFamily="2" charset="-34"/>
                </a:rPr>
                <a:t>GFF/BED:</a:t>
              </a:r>
            </a:p>
          </p:txBody>
        </p:sp>
      </p:grpSp>
      <p:grpSp>
        <p:nvGrpSpPr>
          <p:cNvPr id="17" name="Group 16">
            <a:extLst>
              <a:ext uri="{FF2B5EF4-FFF2-40B4-BE49-F238E27FC236}">
                <a16:creationId xmlns:a16="http://schemas.microsoft.com/office/drawing/2014/main" id="{89ABF916-B00C-26C3-4218-351CCE9A2BF4}"/>
              </a:ext>
            </a:extLst>
          </p:cNvPr>
          <p:cNvGrpSpPr/>
          <p:nvPr/>
        </p:nvGrpSpPr>
        <p:grpSpPr>
          <a:xfrm>
            <a:off x="5408758" y="5107350"/>
            <a:ext cx="6525164" cy="1472838"/>
            <a:chOff x="5450076" y="3798314"/>
            <a:chExt cx="6525164" cy="1472838"/>
          </a:xfrm>
        </p:grpSpPr>
        <p:sp>
          <p:nvSpPr>
            <p:cNvPr id="18" name="Notched Right Arrow 17">
              <a:extLst>
                <a:ext uri="{FF2B5EF4-FFF2-40B4-BE49-F238E27FC236}">
                  <a16:creationId xmlns:a16="http://schemas.microsoft.com/office/drawing/2014/main" id="{11E5293E-E7D6-E639-9393-5F65CC6F12E0}"/>
                </a:ext>
              </a:extLst>
            </p:cNvPr>
            <p:cNvSpPr/>
            <p:nvPr/>
          </p:nvSpPr>
          <p:spPr bwMode="auto">
            <a:xfrm rot="5400000">
              <a:off x="6312897" y="3998731"/>
              <a:ext cx="651353" cy="250520"/>
            </a:xfrm>
            <a:prstGeom prst="notchedRightArrow">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pic>
          <p:nvPicPr>
            <p:cNvPr id="19" name="Picture 18">
              <a:extLst>
                <a:ext uri="{FF2B5EF4-FFF2-40B4-BE49-F238E27FC236}">
                  <a16:creationId xmlns:a16="http://schemas.microsoft.com/office/drawing/2014/main" id="{23A44979-E9A0-F08F-6EEF-80AC28373890}"/>
                </a:ext>
              </a:extLst>
            </p:cNvPr>
            <p:cNvPicPr>
              <a:picLocks noChangeAspect="1"/>
            </p:cNvPicPr>
            <p:nvPr/>
          </p:nvPicPr>
          <p:blipFill rotWithShape="1">
            <a:blip r:embed="rId3"/>
            <a:srcRect l="37166" t="-20686"/>
            <a:stretch/>
          </p:blipFill>
          <p:spPr>
            <a:xfrm>
              <a:off x="5553245" y="4701712"/>
              <a:ext cx="6296155" cy="229905"/>
            </a:xfrm>
            <a:prstGeom prst="rect">
              <a:avLst/>
            </a:prstGeom>
          </p:spPr>
        </p:pic>
        <p:sp>
          <p:nvSpPr>
            <p:cNvPr id="20" name="Rectangle 19">
              <a:extLst>
                <a:ext uri="{FF2B5EF4-FFF2-40B4-BE49-F238E27FC236}">
                  <a16:creationId xmlns:a16="http://schemas.microsoft.com/office/drawing/2014/main" id="{D1EE69A6-48B8-7820-43AA-DC515F7776F0}"/>
                </a:ext>
              </a:extLst>
            </p:cNvPr>
            <p:cNvSpPr/>
            <p:nvPr/>
          </p:nvSpPr>
          <p:spPr bwMode="auto">
            <a:xfrm>
              <a:off x="5450076" y="4575690"/>
              <a:ext cx="1872874" cy="695462"/>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eaLnBrk="0" fontAlgn="base" hangingPunct="0">
                <a:spcBef>
                  <a:spcPct val="0"/>
                </a:spcBef>
                <a:spcAft>
                  <a:spcPct val="0"/>
                </a:spcAft>
              </a:pPr>
              <a:endParaRPr lang="en-US">
                <a:latin typeface="Arial" panose="020B0604020202020204" pitchFamily="34" charset="0"/>
                <a:ea typeface="ＭＳ Ｐゴシック" panose="020B0600070205080204" pitchFamily="34" charset="-128"/>
              </a:endParaRPr>
            </a:p>
          </p:txBody>
        </p:sp>
        <p:sp>
          <p:nvSpPr>
            <p:cNvPr id="21" name="Rectangle 20">
              <a:extLst>
                <a:ext uri="{FF2B5EF4-FFF2-40B4-BE49-F238E27FC236}">
                  <a16:creationId xmlns:a16="http://schemas.microsoft.com/office/drawing/2014/main" id="{54F52CEB-C1E3-432C-DA5B-DAC44A6B257C}"/>
                </a:ext>
              </a:extLst>
            </p:cNvPr>
            <p:cNvSpPr/>
            <p:nvPr/>
          </p:nvSpPr>
          <p:spPr bwMode="auto">
            <a:xfrm>
              <a:off x="8394379" y="4575690"/>
              <a:ext cx="275751" cy="695462"/>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eaLnBrk="0" fontAlgn="base" hangingPunct="0">
                <a:spcBef>
                  <a:spcPct val="0"/>
                </a:spcBef>
                <a:spcAft>
                  <a:spcPct val="0"/>
                </a:spcAft>
              </a:pPr>
              <a:endParaRPr lang="en-US">
                <a:latin typeface="Arial" panose="020B0604020202020204" pitchFamily="34" charset="0"/>
                <a:ea typeface="ＭＳ Ｐゴシック" panose="020B0600070205080204" pitchFamily="34" charset="-128"/>
              </a:endParaRPr>
            </a:p>
          </p:txBody>
        </p:sp>
        <p:sp>
          <p:nvSpPr>
            <p:cNvPr id="22" name="Rectangle 21">
              <a:extLst>
                <a:ext uri="{FF2B5EF4-FFF2-40B4-BE49-F238E27FC236}">
                  <a16:creationId xmlns:a16="http://schemas.microsoft.com/office/drawing/2014/main" id="{3C78A6C8-E76E-78C1-0A87-794E6F5CC9FE}"/>
                </a:ext>
              </a:extLst>
            </p:cNvPr>
            <p:cNvSpPr/>
            <p:nvPr/>
          </p:nvSpPr>
          <p:spPr bwMode="auto">
            <a:xfrm>
              <a:off x="9144227" y="4575690"/>
              <a:ext cx="137876" cy="695462"/>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eaLnBrk="0" fontAlgn="base" hangingPunct="0">
                <a:spcBef>
                  <a:spcPct val="0"/>
                </a:spcBef>
                <a:spcAft>
                  <a:spcPct val="0"/>
                </a:spcAft>
              </a:pPr>
              <a:endParaRPr lang="en-US">
                <a:latin typeface="Arial" panose="020B0604020202020204" pitchFamily="34" charset="0"/>
                <a:ea typeface="ＭＳ Ｐゴシック" panose="020B0600070205080204" pitchFamily="34" charset="-128"/>
              </a:endParaRPr>
            </a:p>
          </p:txBody>
        </p:sp>
        <p:sp>
          <p:nvSpPr>
            <p:cNvPr id="23" name="Rectangle 22">
              <a:extLst>
                <a:ext uri="{FF2B5EF4-FFF2-40B4-BE49-F238E27FC236}">
                  <a16:creationId xmlns:a16="http://schemas.microsoft.com/office/drawing/2014/main" id="{09F9F350-693A-0109-AD58-C169BAF92AB5}"/>
                </a:ext>
              </a:extLst>
            </p:cNvPr>
            <p:cNvSpPr/>
            <p:nvPr/>
          </p:nvSpPr>
          <p:spPr bwMode="auto">
            <a:xfrm>
              <a:off x="11699489" y="4575690"/>
              <a:ext cx="275751" cy="695462"/>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24" name="Rectangle 23">
              <a:extLst>
                <a:ext uri="{FF2B5EF4-FFF2-40B4-BE49-F238E27FC236}">
                  <a16:creationId xmlns:a16="http://schemas.microsoft.com/office/drawing/2014/main" id="{2C706F39-0865-EBC8-0DB7-7839B0918CEF}"/>
                </a:ext>
              </a:extLst>
            </p:cNvPr>
            <p:cNvSpPr/>
            <p:nvPr/>
          </p:nvSpPr>
          <p:spPr>
            <a:xfrm>
              <a:off x="5450076" y="4643662"/>
              <a:ext cx="1563248" cy="369332"/>
            </a:xfrm>
            <a:prstGeom prst="rect">
              <a:avLst/>
            </a:prstGeom>
          </p:spPr>
          <p:txBody>
            <a:bodyPr wrap="none">
              <a:spAutoFit/>
            </a:bodyPr>
            <a:lstStyle/>
            <a:p>
              <a:r>
                <a:rPr lang="en-US" err="1">
                  <a:latin typeface="CourierNewPSMT" panose="02070309020205020404" pitchFamily="49" charset="0"/>
                </a:rPr>
                <a:t>gffread</a:t>
              </a:r>
              <a:r>
                <a:rPr lang="en-US">
                  <a:latin typeface="CourierNewPSMT" panose="02070309020205020404" pitchFamily="49" charset="0"/>
                </a:rPr>
                <a:t> -w</a:t>
              </a:r>
              <a:endParaRPr lang="en-US"/>
            </a:p>
          </p:txBody>
        </p:sp>
      </p:grpSp>
      <p:sp>
        <p:nvSpPr>
          <p:cNvPr id="25" name="Rectangle 24">
            <a:extLst>
              <a:ext uri="{FF2B5EF4-FFF2-40B4-BE49-F238E27FC236}">
                <a16:creationId xmlns:a16="http://schemas.microsoft.com/office/drawing/2014/main" id="{19B78C28-ED33-6B4E-5F39-F6391E625644}"/>
              </a:ext>
            </a:extLst>
          </p:cNvPr>
          <p:cNvSpPr/>
          <p:nvPr/>
        </p:nvSpPr>
        <p:spPr>
          <a:xfrm>
            <a:off x="258078" y="6124012"/>
            <a:ext cx="4681731" cy="369332"/>
          </a:xfrm>
          <a:prstGeom prst="rect">
            <a:avLst/>
          </a:prstGeom>
        </p:spPr>
        <p:txBody>
          <a:bodyPr wrap="none">
            <a:spAutoFit/>
          </a:bodyPr>
          <a:lstStyle/>
          <a:p>
            <a:r>
              <a:rPr lang="en-US">
                <a:hlinkClick r:id="rId4"/>
              </a:rPr>
              <a:t>http://</a:t>
            </a:r>
            <a:r>
              <a:rPr lang="en-US" err="1">
                <a:hlinkClick r:id="rId4"/>
              </a:rPr>
              <a:t>ccb.jhu.edu</a:t>
            </a:r>
            <a:r>
              <a:rPr lang="en-US">
                <a:hlinkClick r:id="rId4"/>
              </a:rPr>
              <a:t>/software/</a:t>
            </a:r>
            <a:r>
              <a:rPr lang="en-US" err="1">
                <a:hlinkClick r:id="rId4"/>
              </a:rPr>
              <a:t>stringtie</a:t>
            </a:r>
            <a:r>
              <a:rPr lang="en-US">
                <a:hlinkClick r:id="rId4"/>
              </a:rPr>
              <a:t>/</a:t>
            </a:r>
            <a:r>
              <a:rPr lang="en-US" err="1">
                <a:hlinkClick r:id="rId4"/>
              </a:rPr>
              <a:t>gff.shtml</a:t>
            </a:r>
            <a:endParaRPr lang="en-US"/>
          </a:p>
        </p:txBody>
      </p:sp>
    </p:spTree>
    <p:extLst>
      <p:ext uri="{BB962C8B-B14F-4D97-AF65-F5344CB8AC3E}">
        <p14:creationId xmlns:p14="http://schemas.microsoft.com/office/powerpoint/2010/main" val="3012806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CC921-0A82-4E07-700B-CA3A1D317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A19247-4049-626B-547E-936A795FA532}"/>
              </a:ext>
            </a:extLst>
          </p:cNvPr>
          <p:cNvSpPr>
            <a:spLocks noGrp="1"/>
          </p:cNvSpPr>
          <p:nvPr>
            <p:ph type="title"/>
          </p:nvPr>
        </p:nvSpPr>
        <p:spPr/>
        <p:txBody>
          <a:bodyPr>
            <a:normAutofit fontScale="90000"/>
          </a:bodyPr>
          <a:lstStyle/>
          <a:p>
            <a:r>
              <a:rPr lang="en-US" dirty="0" err="1"/>
              <a:t>gffread</a:t>
            </a:r>
            <a:r>
              <a:rPr lang="en-US" dirty="0"/>
              <a:t>, gffcompare and </a:t>
            </a:r>
            <a:r>
              <a:rPr lang="en-US" dirty="0" err="1"/>
              <a:t>trmap</a:t>
            </a:r>
            <a:endParaRPr lang="en-US" dirty="0"/>
          </a:p>
        </p:txBody>
      </p:sp>
      <p:sp>
        <p:nvSpPr>
          <p:cNvPr id="4" name="Slide Number Placeholder 3">
            <a:extLst>
              <a:ext uri="{FF2B5EF4-FFF2-40B4-BE49-F238E27FC236}">
                <a16:creationId xmlns:a16="http://schemas.microsoft.com/office/drawing/2014/main" id="{5AB64313-7C42-0011-4F39-0676D36FED3C}"/>
              </a:ext>
            </a:extLst>
          </p:cNvPr>
          <p:cNvSpPr>
            <a:spLocks noGrp="1"/>
          </p:cNvSpPr>
          <p:nvPr>
            <p:ph type="sldNum" sz="quarter" idx="12"/>
          </p:nvPr>
        </p:nvSpPr>
        <p:spPr/>
        <p:txBody>
          <a:bodyPr/>
          <a:lstStyle/>
          <a:p>
            <a:fld id="{B82CCC60-E8CD-4174-8B1A-7DF615B22EEF}" type="slidenum">
              <a:rPr lang="en-US" smtClean="0"/>
              <a:pPr/>
              <a:t>21</a:t>
            </a:fld>
            <a:endParaRPr lang="en-US"/>
          </a:p>
        </p:txBody>
      </p:sp>
      <p:pic>
        <p:nvPicPr>
          <p:cNvPr id="7" name="Picture 6">
            <a:extLst>
              <a:ext uri="{FF2B5EF4-FFF2-40B4-BE49-F238E27FC236}">
                <a16:creationId xmlns:a16="http://schemas.microsoft.com/office/drawing/2014/main" id="{38AE655D-2509-0700-AB2A-A8C96AF2E5C0}"/>
              </a:ext>
            </a:extLst>
          </p:cNvPr>
          <p:cNvPicPr>
            <a:picLocks noChangeAspect="1"/>
          </p:cNvPicPr>
          <p:nvPr/>
        </p:nvPicPr>
        <p:blipFill>
          <a:blip r:embed="rId3"/>
          <a:srcRect r="1029" b="57678"/>
          <a:stretch>
            <a:fillRect/>
          </a:stretch>
        </p:blipFill>
        <p:spPr>
          <a:xfrm>
            <a:off x="118673" y="1777354"/>
            <a:ext cx="5026191" cy="2278963"/>
          </a:xfrm>
          <a:prstGeom prst="rect">
            <a:avLst/>
          </a:prstGeom>
        </p:spPr>
      </p:pic>
      <p:sp>
        <p:nvSpPr>
          <p:cNvPr id="25" name="Rectangle 24">
            <a:extLst>
              <a:ext uri="{FF2B5EF4-FFF2-40B4-BE49-F238E27FC236}">
                <a16:creationId xmlns:a16="http://schemas.microsoft.com/office/drawing/2014/main" id="{CE9D13CA-7192-2117-7A89-322A4908AE08}"/>
              </a:ext>
            </a:extLst>
          </p:cNvPr>
          <p:cNvSpPr/>
          <p:nvPr/>
        </p:nvSpPr>
        <p:spPr>
          <a:xfrm>
            <a:off x="258078" y="6124012"/>
            <a:ext cx="4681731" cy="369332"/>
          </a:xfrm>
          <a:prstGeom prst="rect">
            <a:avLst/>
          </a:prstGeom>
        </p:spPr>
        <p:txBody>
          <a:bodyPr wrap="none">
            <a:spAutoFit/>
          </a:bodyPr>
          <a:lstStyle/>
          <a:p>
            <a:r>
              <a:rPr lang="en-US">
                <a:hlinkClick r:id="rId4"/>
              </a:rPr>
              <a:t>http://</a:t>
            </a:r>
            <a:r>
              <a:rPr lang="en-US" err="1">
                <a:hlinkClick r:id="rId4"/>
              </a:rPr>
              <a:t>ccb.jhu.edu</a:t>
            </a:r>
            <a:r>
              <a:rPr lang="en-US">
                <a:hlinkClick r:id="rId4"/>
              </a:rPr>
              <a:t>/software/</a:t>
            </a:r>
            <a:r>
              <a:rPr lang="en-US" err="1">
                <a:hlinkClick r:id="rId4"/>
              </a:rPr>
              <a:t>stringtie</a:t>
            </a:r>
            <a:r>
              <a:rPr lang="en-US">
                <a:hlinkClick r:id="rId4"/>
              </a:rPr>
              <a:t>/</a:t>
            </a:r>
            <a:r>
              <a:rPr lang="en-US" err="1">
                <a:hlinkClick r:id="rId4"/>
              </a:rPr>
              <a:t>gff.shtml</a:t>
            </a:r>
            <a:endParaRPr lang="en-US"/>
          </a:p>
        </p:txBody>
      </p:sp>
      <p:sp>
        <p:nvSpPr>
          <p:cNvPr id="3" name="Rectangle 2">
            <a:extLst>
              <a:ext uri="{FF2B5EF4-FFF2-40B4-BE49-F238E27FC236}">
                <a16:creationId xmlns:a16="http://schemas.microsoft.com/office/drawing/2014/main" id="{C1B8BEEE-D118-1BB0-4B2B-1228C69019A7}"/>
              </a:ext>
            </a:extLst>
          </p:cNvPr>
          <p:cNvSpPr/>
          <p:nvPr/>
        </p:nvSpPr>
        <p:spPr bwMode="auto">
          <a:xfrm>
            <a:off x="7810434" y="1234893"/>
            <a:ext cx="2025182" cy="461665"/>
          </a:xfrm>
          <a:prstGeom prst="rect">
            <a:avLst/>
          </a:prstGeom>
          <a:solidFill>
            <a:srgbClr val="FFFF00"/>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26" name="Rectangle 25">
            <a:extLst>
              <a:ext uri="{FF2B5EF4-FFF2-40B4-BE49-F238E27FC236}">
                <a16:creationId xmlns:a16="http://schemas.microsoft.com/office/drawing/2014/main" id="{45075AED-6713-D693-8EA7-AE963725A664}"/>
              </a:ext>
            </a:extLst>
          </p:cNvPr>
          <p:cNvSpPr/>
          <p:nvPr/>
        </p:nvSpPr>
        <p:spPr>
          <a:xfrm>
            <a:off x="6368894" y="1234893"/>
            <a:ext cx="5283819" cy="461665"/>
          </a:xfrm>
          <a:prstGeom prst="rect">
            <a:avLst/>
          </a:prstGeom>
        </p:spPr>
        <p:txBody>
          <a:bodyPr wrap="none">
            <a:spAutoFit/>
          </a:bodyPr>
          <a:lstStyle/>
          <a:p>
            <a:r>
              <a:rPr lang="en-US" sz="2400" err="1">
                <a:latin typeface="CourierNewPSMT" panose="02070309020205020404" pitchFamily="49" charset="0"/>
              </a:rPr>
              <a:t>gffread</a:t>
            </a:r>
            <a:r>
              <a:rPr lang="en-US" sz="2400">
                <a:latin typeface="Times" pitchFamily="2" charset="0"/>
              </a:rPr>
              <a:t>, </a:t>
            </a:r>
            <a:r>
              <a:rPr lang="en-US" sz="2400" err="1">
                <a:latin typeface="CourierNewPSMT" panose="02070309020205020404" pitchFamily="49" charset="0"/>
              </a:rPr>
              <a:t>gffcompare</a:t>
            </a:r>
            <a:r>
              <a:rPr lang="en-US" sz="2400">
                <a:latin typeface="CourierNewPSMT" panose="02070309020205020404" pitchFamily="49" charset="0"/>
              </a:rPr>
              <a:t> </a:t>
            </a:r>
            <a:r>
              <a:rPr lang="en-US" sz="2400">
                <a:latin typeface="Times" pitchFamily="2" charset="0"/>
              </a:rPr>
              <a:t>and </a:t>
            </a:r>
            <a:r>
              <a:rPr lang="en-US" sz="2400" err="1">
                <a:latin typeface="CourierNewPSMT" panose="02070309020205020404" pitchFamily="49" charset="0"/>
              </a:rPr>
              <a:t>trmap</a:t>
            </a:r>
            <a:r>
              <a:rPr lang="en-US" sz="2400">
                <a:latin typeface="CourierNewPSMT" panose="02070309020205020404" pitchFamily="49" charset="0"/>
              </a:rPr>
              <a:t> </a:t>
            </a:r>
            <a:endParaRPr lang="en-US" sz="2400"/>
          </a:p>
        </p:txBody>
      </p:sp>
      <p:sp>
        <p:nvSpPr>
          <p:cNvPr id="27" name="Rectangle 26">
            <a:extLst>
              <a:ext uri="{FF2B5EF4-FFF2-40B4-BE49-F238E27FC236}">
                <a16:creationId xmlns:a16="http://schemas.microsoft.com/office/drawing/2014/main" id="{1EAA9AC5-AA16-E12C-E9CF-D004097D0C21}"/>
              </a:ext>
            </a:extLst>
          </p:cNvPr>
          <p:cNvSpPr/>
          <p:nvPr/>
        </p:nvSpPr>
        <p:spPr>
          <a:xfrm>
            <a:off x="6141751" y="1899889"/>
            <a:ext cx="6092506" cy="861774"/>
          </a:xfrm>
          <a:prstGeom prst="rect">
            <a:avLst/>
          </a:prstGeom>
        </p:spPr>
        <p:txBody>
          <a:bodyPr wrap="square">
            <a:spAutoFit/>
          </a:bodyPr>
          <a:lstStyle/>
          <a:p>
            <a:r>
              <a:rPr lang="en-US" sz="1600">
                <a:solidFill>
                  <a:srgbClr val="333333"/>
                </a:solidFill>
                <a:latin typeface="Roboto"/>
              </a:rPr>
              <a:t>- a tool for merging and tracking transcript structures across multiple samples and comparing them to a reference annotation.</a:t>
            </a:r>
          </a:p>
          <a:p>
            <a:endParaRPr lang="en-US"/>
          </a:p>
        </p:txBody>
      </p:sp>
      <p:grpSp>
        <p:nvGrpSpPr>
          <p:cNvPr id="28" name="Group 27">
            <a:extLst>
              <a:ext uri="{FF2B5EF4-FFF2-40B4-BE49-F238E27FC236}">
                <a16:creationId xmlns:a16="http://schemas.microsoft.com/office/drawing/2014/main" id="{E167A7F1-6513-FF5F-4EEE-26C9F3EBB7F2}"/>
              </a:ext>
            </a:extLst>
          </p:cNvPr>
          <p:cNvGrpSpPr/>
          <p:nvPr/>
        </p:nvGrpSpPr>
        <p:grpSpPr>
          <a:xfrm>
            <a:off x="5832271" y="2483318"/>
            <a:ext cx="6313455" cy="3863461"/>
            <a:chOff x="4939809" y="2054246"/>
            <a:chExt cx="7156782" cy="4648201"/>
          </a:xfrm>
        </p:grpSpPr>
        <p:sp>
          <p:nvSpPr>
            <p:cNvPr id="29" name="Rectangle 28">
              <a:extLst>
                <a:ext uri="{FF2B5EF4-FFF2-40B4-BE49-F238E27FC236}">
                  <a16:creationId xmlns:a16="http://schemas.microsoft.com/office/drawing/2014/main" id="{E9A5E65B-927C-15FC-EC55-0BC2E0529BE4}"/>
                </a:ext>
              </a:extLst>
            </p:cNvPr>
            <p:cNvSpPr/>
            <p:nvPr/>
          </p:nvSpPr>
          <p:spPr>
            <a:xfrm>
              <a:off x="6795092" y="4264046"/>
              <a:ext cx="3050999" cy="294239"/>
            </a:xfrm>
            <a:prstGeom prst="rect">
              <a:avLst/>
            </a:prstGeom>
            <a:solidFill>
              <a:srgbClr val="FFFF00">
                <a:alpha val="19000"/>
              </a:srgbClr>
            </a:solidFill>
            <a:ln>
              <a:solidFill>
                <a:srgbClr val="FFFF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030D7DD-94E0-0147-2F3D-D227FDC1D109}"/>
                </a:ext>
              </a:extLst>
            </p:cNvPr>
            <p:cNvSpPr/>
            <p:nvPr/>
          </p:nvSpPr>
          <p:spPr>
            <a:xfrm>
              <a:off x="6590939" y="6321446"/>
              <a:ext cx="3164187" cy="294239"/>
            </a:xfrm>
            <a:prstGeom prst="rect">
              <a:avLst/>
            </a:prstGeom>
            <a:solidFill>
              <a:srgbClr val="FFFF00">
                <a:alpha val="19000"/>
              </a:srgbClr>
            </a:solidFill>
            <a:ln>
              <a:solidFill>
                <a:srgbClr val="FFFF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2C31CA95-3CF8-7151-2F4F-9AE344F7F34F}"/>
                </a:ext>
              </a:extLst>
            </p:cNvPr>
            <p:cNvSpPr/>
            <p:nvPr/>
          </p:nvSpPr>
          <p:spPr>
            <a:xfrm>
              <a:off x="7341089" y="4325409"/>
              <a:ext cx="1629700" cy="10153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Freeform 31">
              <a:extLst>
                <a:ext uri="{FF2B5EF4-FFF2-40B4-BE49-F238E27FC236}">
                  <a16:creationId xmlns:a16="http://schemas.microsoft.com/office/drawing/2014/main" id="{CC7B6FC6-A281-2947-BF9D-F0543BE2336D}"/>
                </a:ext>
              </a:extLst>
            </p:cNvPr>
            <p:cNvSpPr/>
            <p:nvPr/>
          </p:nvSpPr>
          <p:spPr>
            <a:xfrm>
              <a:off x="7344899" y="4743169"/>
              <a:ext cx="570520" cy="10153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Freeform 32">
              <a:extLst>
                <a:ext uri="{FF2B5EF4-FFF2-40B4-BE49-F238E27FC236}">
                  <a16:creationId xmlns:a16="http://schemas.microsoft.com/office/drawing/2014/main" id="{D04934AE-48E2-3EBA-4596-5F2926456152}"/>
                </a:ext>
              </a:extLst>
            </p:cNvPr>
            <p:cNvSpPr/>
            <p:nvPr/>
          </p:nvSpPr>
          <p:spPr>
            <a:xfrm>
              <a:off x="8544069" y="4743169"/>
              <a:ext cx="438150"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Freeform 33">
              <a:extLst>
                <a:ext uri="{FF2B5EF4-FFF2-40B4-BE49-F238E27FC236}">
                  <a16:creationId xmlns:a16="http://schemas.microsoft.com/office/drawing/2014/main" id="{12B27A70-AF48-B3CB-92A5-D1CCA7A66180}"/>
                </a:ext>
              </a:extLst>
            </p:cNvPr>
            <p:cNvSpPr/>
            <p:nvPr/>
          </p:nvSpPr>
          <p:spPr>
            <a:xfrm>
              <a:off x="8544069" y="3991600"/>
              <a:ext cx="1988820"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Freeform 34">
              <a:extLst>
                <a:ext uri="{FF2B5EF4-FFF2-40B4-BE49-F238E27FC236}">
                  <a16:creationId xmlns:a16="http://schemas.microsoft.com/office/drawing/2014/main" id="{0220BA2A-5555-235D-AA61-A3D50581D80F}"/>
                </a:ext>
              </a:extLst>
            </p:cNvPr>
            <p:cNvSpPr/>
            <p:nvPr/>
          </p:nvSpPr>
          <p:spPr>
            <a:xfrm>
              <a:off x="8544069" y="2902939"/>
              <a:ext cx="1992630" cy="12058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Freeform 35">
              <a:extLst>
                <a:ext uri="{FF2B5EF4-FFF2-40B4-BE49-F238E27FC236}">
                  <a16:creationId xmlns:a16="http://schemas.microsoft.com/office/drawing/2014/main" id="{D5FC3158-B120-AFC6-529B-22993BFC9A4B}"/>
                </a:ext>
              </a:extLst>
            </p:cNvPr>
            <p:cNvSpPr/>
            <p:nvPr/>
          </p:nvSpPr>
          <p:spPr>
            <a:xfrm>
              <a:off x="7336299" y="2925799"/>
              <a:ext cx="570520" cy="9391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Freeform 36">
              <a:extLst>
                <a:ext uri="{FF2B5EF4-FFF2-40B4-BE49-F238E27FC236}">
                  <a16:creationId xmlns:a16="http://schemas.microsoft.com/office/drawing/2014/main" id="{8B8B59C6-EC35-8C90-B67A-BF3D743E7B61}"/>
                </a:ext>
              </a:extLst>
            </p:cNvPr>
            <p:cNvSpPr/>
            <p:nvPr/>
          </p:nvSpPr>
          <p:spPr>
            <a:xfrm>
              <a:off x="7336299" y="2419069"/>
              <a:ext cx="570520" cy="9772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Freeform 37">
              <a:extLst>
                <a:ext uri="{FF2B5EF4-FFF2-40B4-BE49-F238E27FC236}">
                  <a16:creationId xmlns:a16="http://schemas.microsoft.com/office/drawing/2014/main" id="{24E2F4D8-2B95-BDF2-86B3-37DD7113F8BA}"/>
                </a:ext>
              </a:extLst>
            </p:cNvPr>
            <p:cNvSpPr/>
            <p:nvPr/>
          </p:nvSpPr>
          <p:spPr>
            <a:xfrm>
              <a:off x="8547879" y="2419069"/>
              <a:ext cx="438150" cy="10287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Freeform 38">
              <a:extLst>
                <a:ext uri="{FF2B5EF4-FFF2-40B4-BE49-F238E27FC236}">
                  <a16:creationId xmlns:a16="http://schemas.microsoft.com/office/drawing/2014/main" id="{F14D7C3A-02D2-D754-86B2-86A06ADF18BF}"/>
                </a:ext>
              </a:extLst>
            </p:cNvPr>
            <p:cNvSpPr/>
            <p:nvPr/>
          </p:nvSpPr>
          <p:spPr>
            <a:xfrm>
              <a:off x="9746231" y="2422879"/>
              <a:ext cx="798088"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Freeform 39">
              <a:extLst>
                <a:ext uri="{FF2B5EF4-FFF2-40B4-BE49-F238E27FC236}">
                  <a16:creationId xmlns:a16="http://schemas.microsoft.com/office/drawing/2014/main" id="{20F7B75D-B869-7E7A-72A9-C0EDE0B0D644}"/>
                </a:ext>
              </a:extLst>
            </p:cNvPr>
            <p:cNvSpPr/>
            <p:nvPr/>
          </p:nvSpPr>
          <p:spPr>
            <a:xfrm>
              <a:off x="7341089" y="3546829"/>
              <a:ext cx="570520" cy="10153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Freeform 40">
              <a:extLst>
                <a:ext uri="{FF2B5EF4-FFF2-40B4-BE49-F238E27FC236}">
                  <a16:creationId xmlns:a16="http://schemas.microsoft.com/office/drawing/2014/main" id="{2CA683FD-E6E8-CD42-9068-81D0EBEF8767}"/>
                </a:ext>
              </a:extLst>
            </p:cNvPr>
            <p:cNvSpPr/>
            <p:nvPr/>
          </p:nvSpPr>
          <p:spPr>
            <a:xfrm>
              <a:off x="8544069" y="3554449"/>
              <a:ext cx="438150"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2" name="Freeform 41">
              <a:extLst>
                <a:ext uri="{FF2B5EF4-FFF2-40B4-BE49-F238E27FC236}">
                  <a16:creationId xmlns:a16="http://schemas.microsoft.com/office/drawing/2014/main" id="{1B65BF76-EDD2-2C56-54A8-E39F5DAA2786}"/>
                </a:ext>
              </a:extLst>
            </p:cNvPr>
            <p:cNvSpPr/>
            <p:nvPr/>
          </p:nvSpPr>
          <p:spPr>
            <a:xfrm>
              <a:off x="9750041" y="3554449"/>
              <a:ext cx="798088"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Rectangle 42">
              <a:extLst>
                <a:ext uri="{FF2B5EF4-FFF2-40B4-BE49-F238E27FC236}">
                  <a16:creationId xmlns:a16="http://schemas.microsoft.com/office/drawing/2014/main" id="{C0B55A50-367B-9BD5-335D-ED279B8B890F}"/>
                </a:ext>
              </a:extLst>
            </p:cNvPr>
            <p:cNvSpPr/>
            <p:nvPr/>
          </p:nvSpPr>
          <p:spPr>
            <a:xfrm>
              <a:off x="7910339" y="2146282"/>
              <a:ext cx="638581" cy="4556164"/>
            </a:xfrm>
            <a:prstGeom prst="rect">
              <a:avLst/>
            </a:prstGeom>
            <a:solidFill>
              <a:srgbClr val="92D050">
                <a:alpha val="25000"/>
              </a:srgb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968063E-7D7D-8C24-49D0-995A6C12C15A}"/>
                </a:ext>
              </a:extLst>
            </p:cNvPr>
            <p:cNvSpPr/>
            <p:nvPr/>
          </p:nvSpPr>
          <p:spPr>
            <a:xfrm>
              <a:off x="8974640" y="2120882"/>
              <a:ext cx="780488" cy="4581565"/>
            </a:xfrm>
            <a:prstGeom prst="rect">
              <a:avLst/>
            </a:prstGeom>
            <a:solidFill>
              <a:srgbClr val="92D050">
                <a:alpha val="25000"/>
              </a:srgb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251AD9F1-139A-A840-213A-E76B730784DC}"/>
                </a:ext>
              </a:extLst>
            </p:cNvPr>
            <p:cNvSpPr/>
            <p:nvPr/>
          </p:nvSpPr>
          <p:spPr>
            <a:xfrm>
              <a:off x="10535615" y="2078546"/>
              <a:ext cx="780488" cy="4623901"/>
            </a:xfrm>
            <a:prstGeom prst="rect">
              <a:avLst/>
            </a:prstGeom>
            <a:solidFill>
              <a:srgbClr val="92D050">
                <a:alpha val="25000"/>
              </a:srgb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15432AF9-6A83-43D5-0A3C-B474AF217620}"/>
                </a:ext>
              </a:extLst>
            </p:cNvPr>
            <p:cNvSpPr/>
            <p:nvPr/>
          </p:nvSpPr>
          <p:spPr>
            <a:xfrm>
              <a:off x="6699843" y="2075328"/>
              <a:ext cx="645547" cy="4627118"/>
            </a:xfrm>
            <a:prstGeom prst="rect">
              <a:avLst/>
            </a:prstGeom>
            <a:solidFill>
              <a:srgbClr val="92D050">
                <a:alpha val="25000"/>
              </a:srgb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a:extLst>
                <a:ext uri="{FF2B5EF4-FFF2-40B4-BE49-F238E27FC236}">
                  <a16:creationId xmlns:a16="http://schemas.microsoft.com/office/drawing/2014/main" id="{1070A999-C9BC-0545-53E9-2F7B80736188}"/>
                </a:ext>
              </a:extLst>
            </p:cNvPr>
            <p:cNvSpPr/>
            <p:nvPr/>
          </p:nvSpPr>
          <p:spPr>
            <a:xfrm>
              <a:off x="5457831" y="2054246"/>
              <a:ext cx="6600419" cy="202118"/>
            </a:xfrm>
            <a:custGeom>
              <a:avLst/>
              <a:gdLst>
                <a:gd name="connsiteX0" fmla="*/ 0 w 7772400"/>
                <a:gd name="connsiteY0" fmla="*/ 0 h 228600"/>
                <a:gd name="connsiteX1" fmla="*/ 7772400 w 7772400"/>
                <a:gd name="connsiteY1" fmla="*/ 0 h 228600"/>
                <a:gd name="connsiteX2" fmla="*/ 7772400 w 7772400"/>
                <a:gd name="connsiteY2" fmla="*/ 228600 h 228600"/>
                <a:gd name="connsiteX3" fmla="*/ 0 w 7772400"/>
                <a:gd name="connsiteY3" fmla="*/ 228600 h 228600"/>
                <a:gd name="connsiteX4" fmla="*/ 0 w 7772400"/>
                <a:gd name="connsiteY4" fmla="*/ 0 h 228600"/>
                <a:gd name="connsiteX0" fmla="*/ 794 w 7773194"/>
                <a:gd name="connsiteY0" fmla="*/ 0 h 228600"/>
                <a:gd name="connsiteX1" fmla="*/ 7773194 w 7773194"/>
                <a:gd name="connsiteY1" fmla="*/ 0 h 228600"/>
                <a:gd name="connsiteX2" fmla="*/ 7773194 w 7773194"/>
                <a:gd name="connsiteY2" fmla="*/ 228600 h 228600"/>
                <a:gd name="connsiteX3" fmla="*/ 794 w 7773194"/>
                <a:gd name="connsiteY3" fmla="*/ 228600 h 228600"/>
                <a:gd name="connsiteX4" fmla="*/ 74613 w 7773194"/>
                <a:gd name="connsiteY4" fmla="*/ 69056 h 228600"/>
                <a:gd name="connsiteX5" fmla="*/ 794 w 7773194"/>
                <a:gd name="connsiteY5" fmla="*/ 0 h 228600"/>
                <a:gd name="connsiteX0" fmla="*/ 794 w 7773194"/>
                <a:gd name="connsiteY0" fmla="*/ 0 h 228600"/>
                <a:gd name="connsiteX1" fmla="*/ 7773194 w 7773194"/>
                <a:gd name="connsiteY1" fmla="*/ 0 h 228600"/>
                <a:gd name="connsiteX2" fmla="*/ 7773194 w 7773194"/>
                <a:gd name="connsiteY2" fmla="*/ 228600 h 228600"/>
                <a:gd name="connsiteX3" fmla="*/ 794 w 7773194"/>
                <a:gd name="connsiteY3" fmla="*/ 228600 h 228600"/>
                <a:gd name="connsiteX4" fmla="*/ 74613 w 7773194"/>
                <a:gd name="connsiteY4" fmla="*/ 69056 h 228600"/>
                <a:gd name="connsiteX5" fmla="*/ 794 w 7773194"/>
                <a:gd name="connsiteY5" fmla="*/ 0 h 228600"/>
                <a:gd name="connsiteX0" fmla="*/ 0 w 7772400"/>
                <a:gd name="connsiteY0" fmla="*/ 0 h 228600"/>
                <a:gd name="connsiteX1" fmla="*/ 7772400 w 7772400"/>
                <a:gd name="connsiteY1" fmla="*/ 0 h 228600"/>
                <a:gd name="connsiteX2" fmla="*/ 7772400 w 7772400"/>
                <a:gd name="connsiteY2" fmla="*/ 228600 h 228600"/>
                <a:gd name="connsiteX3" fmla="*/ 0 w 7772400"/>
                <a:gd name="connsiteY3" fmla="*/ 228600 h 228600"/>
                <a:gd name="connsiteX4" fmla="*/ 73819 w 7772400"/>
                <a:gd name="connsiteY4" fmla="*/ 69056 h 228600"/>
                <a:gd name="connsiteX5" fmla="*/ 0 w 7772400"/>
                <a:gd name="connsiteY5" fmla="*/ 0 h 228600"/>
                <a:gd name="connsiteX0" fmla="*/ 0 w 7850859"/>
                <a:gd name="connsiteY0" fmla="*/ 0 h 228600"/>
                <a:gd name="connsiteX1" fmla="*/ 7772400 w 7850859"/>
                <a:gd name="connsiteY1" fmla="*/ 0 h 228600"/>
                <a:gd name="connsiteX2" fmla="*/ 7850024 w 7850859"/>
                <a:gd name="connsiteY2" fmla="*/ 69056 h 228600"/>
                <a:gd name="connsiteX3" fmla="*/ 7772400 w 7850859"/>
                <a:gd name="connsiteY3" fmla="*/ 228600 h 228600"/>
                <a:gd name="connsiteX4" fmla="*/ 0 w 7850859"/>
                <a:gd name="connsiteY4" fmla="*/ 228600 h 228600"/>
                <a:gd name="connsiteX5" fmla="*/ 73819 w 7850859"/>
                <a:gd name="connsiteY5" fmla="*/ 69056 h 228600"/>
                <a:gd name="connsiteX6" fmla="*/ 0 w 7850859"/>
                <a:gd name="connsiteY6" fmla="*/ 0 h 228600"/>
                <a:gd name="connsiteX0" fmla="*/ 0 w 7850859"/>
                <a:gd name="connsiteY0" fmla="*/ 0 h 228600"/>
                <a:gd name="connsiteX1" fmla="*/ 7772400 w 7850859"/>
                <a:gd name="connsiteY1" fmla="*/ 0 h 228600"/>
                <a:gd name="connsiteX2" fmla="*/ 7850024 w 7850859"/>
                <a:gd name="connsiteY2" fmla="*/ 69056 h 228600"/>
                <a:gd name="connsiteX3" fmla="*/ 7772400 w 7850859"/>
                <a:gd name="connsiteY3" fmla="*/ 228600 h 228600"/>
                <a:gd name="connsiteX4" fmla="*/ 0 w 7850859"/>
                <a:gd name="connsiteY4" fmla="*/ 228600 h 228600"/>
                <a:gd name="connsiteX5" fmla="*/ 73819 w 7850859"/>
                <a:gd name="connsiteY5" fmla="*/ 69056 h 228600"/>
                <a:gd name="connsiteX6" fmla="*/ 0 w 7850859"/>
                <a:gd name="connsiteY6" fmla="*/ 0 h 228600"/>
                <a:gd name="connsiteX0" fmla="*/ 0 w 7850859"/>
                <a:gd name="connsiteY0" fmla="*/ 0 h 228600"/>
                <a:gd name="connsiteX1" fmla="*/ 7772400 w 7850859"/>
                <a:gd name="connsiteY1" fmla="*/ 0 h 228600"/>
                <a:gd name="connsiteX2" fmla="*/ 7850024 w 7850859"/>
                <a:gd name="connsiteY2" fmla="*/ 69056 h 228600"/>
                <a:gd name="connsiteX3" fmla="*/ 7772400 w 7850859"/>
                <a:gd name="connsiteY3" fmla="*/ 228600 h 228600"/>
                <a:gd name="connsiteX4" fmla="*/ 0 w 7850859"/>
                <a:gd name="connsiteY4" fmla="*/ 228600 h 228600"/>
                <a:gd name="connsiteX5" fmla="*/ 73819 w 7850859"/>
                <a:gd name="connsiteY5" fmla="*/ 69056 h 228600"/>
                <a:gd name="connsiteX6" fmla="*/ 0 w 7850859"/>
                <a:gd name="connsiteY6" fmla="*/ 0 h 228600"/>
                <a:gd name="connsiteX0" fmla="*/ 0 w 7850024"/>
                <a:gd name="connsiteY0" fmla="*/ 0 h 228600"/>
                <a:gd name="connsiteX1" fmla="*/ 7772400 w 7850024"/>
                <a:gd name="connsiteY1" fmla="*/ 0 h 228600"/>
                <a:gd name="connsiteX2" fmla="*/ 7850024 w 7850024"/>
                <a:gd name="connsiteY2" fmla="*/ 69056 h 228600"/>
                <a:gd name="connsiteX3" fmla="*/ 7772400 w 7850024"/>
                <a:gd name="connsiteY3" fmla="*/ 228600 h 228600"/>
                <a:gd name="connsiteX4" fmla="*/ 0 w 7850024"/>
                <a:gd name="connsiteY4" fmla="*/ 228600 h 228600"/>
                <a:gd name="connsiteX5" fmla="*/ 73819 w 7850024"/>
                <a:gd name="connsiteY5" fmla="*/ 69056 h 228600"/>
                <a:gd name="connsiteX6" fmla="*/ 0 w 7850024"/>
                <a:gd name="connsiteY6" fmla="*/ 0 h 228600"/>
                <a:gd name="connsiteX0" fmla="*/ 0 w 7930152"/>
                <a:gd name="connsiteY0" fmla="*/ 0 h 228600"/>
                <a:gd name="connsiteX1" fmla="*/ 7772400 w 7930152"/>
                <a:gd name="connsiteY1" fmla="*/ 0 h 228600"/>
                <a:gd name="connsiteX2" fmla="*/ 7930152 w 7930152"/>
                <a:gd name="connsiteY2" fmla="*/ 69056 h 228600"/>
                <a:gd name="connsiteX3" fmla="*/ 7772400 w 7930152"/>
                <a:gd name="connsiteY3" fmla="*/ 228600 h 228600"/>
                <a:gd name="connsiteX4" fmla="*/ 0 w 7930152"/>
                <a:gd name="connsiteY4" fmla="*/ 228600 h 228600"/>
                <a:gd name="connsiteX5" fmla="*/ 73819 w 7930152"/>
                <a:gd name="connsiteY5" fmla="*/ 69056 h 228600"/>
                <a:gd name="connsiteX6" fmla="*/ 0 w 7930152"/>
                <a:gd name="connsiteY6" fmla="*/ 0 h 228600"/>
                <a:gd name="connsiteX0" fmla="*/ 0 w 7850024"/>
                <a:gd name="connsiteY0" fmla="*/ 0 h 228600"/>
                <a:gd name="connsiteX1" fmla="*/ 7772400 w 7850024"/>
                <a:gd name="connsiteY1" fmla="*/ 0 h 228600"/>
                <a:gd name="connsiteX2" fmla="*/ 7850024 w 7850024"/>
                <a:gd name="connsiteY2" fmla="*/ 69056 h 228600"/>
                <a:gd name="connsiteX3" fmla="*/ 7772400 w 7850024"/>
                <a:gd name="connsiteY3" fmla="*/ 228600 h 228600"/>
                <a:gd name="connsiteX4" fmla="*/ 0 w 7850024"/>
                <a:gd name="connsiteY4" fmla="*/ 228600 h 228600"/>
                <a:gd name="connsiteX5" fmla="*/ 73819 w 7850024"/>
                <a:gd name="connsiteY5" fmla="*/ 69056 h 228600"/>
                <a:gd name="connsiteX6" fmla="*/ 0 w 7850024"/>
                <a:gd name="connsiteY6" fmla="*/ 0 h 228600"/>
                <a:gd name="connsiteX0" fmla="*/ 0 w 7850024"/>
                <a:gd name="connsiteY0" fmla="*/ 0 h 228600"/>
                <a:gd name="connsiteX1" fmla="*/ 7772401 w 7850024"/>
                <a:gd name="connsiteY1" fmla="*/ 0 h 228600"/>
                <a:gd name="connsiteX2" fmla="*/ 7850024 w 7850024"/>
                <a:gd name="connsiteY2" fmla="*/ 69056 h 228600"/>
                <a:gd name="connsiteX3" fmla="*/ 7772400 w 7850024"/>
                <a:gd name="connsiteY3" fmla="*/ 228600 h 228600"/>
                <a:gd name="connsiteX4" fmla="*/ 0 w 7850024"/>
                <a:gd name="connsiteY4" fmla="*/ 228600 h 228600"/>
                <a:gd name="connsiteX5" fmla="*/ 73819 w 7850024"/>
                <a:gd name="connsiteY5" fmla="*/ 69056 h 228600"/>
                <a:gd name="connsiteX6" fmla="*/ 0 w 7850024"/>
                <a:gd name="connsiteY6" fmla="*/ 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50024" h="228600">
                  <a:moveTo>
                    <a:pt x="0" y="0"/>
                  </a:moveTo>
                  <a:lnTo>
                    <a:pt x="7772401" y="0"/>
                  </a:lnTo>
                  <a:lnTo>
                    <a:pt x="7850024" y="69056"/>
                  </a:lnTo>
                  <a:lnTo>
                    <a:pt x="7772400" y="228600"/>
                  </a:lnTo>
                  <a:lnTo>
                    <a:pt x="0" y="228600"/>
                  </a:lnTo>
                  <a:lnTo>
                    <a:pt x="73819" y="69056"/>
                  </a:lnTo>
                  <a:lnTo>
                    <a:pt x="0" y="0"/>
                  </a:lnTo>
                  <a:close/>
                </a:path>
              </a:pathLst>
            </a:custGeom>
            <a:solidFill>
              <a:schemeClr val="tx1">
                <a:lumMod val="65000"/>
                <a:lumOff val="3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1B1BA979-1933-013F-DE82-22DF97C57F65}"/>
                </a:ext>
              </a:extLst>
            </p:cNvPr>
            <p:cNvSpPr/>
            <p:nvPr/>
          </p:nvSpPr>
          <p:spPr>
            <a:xfrm>
              <a:off x="6704130" y="2054246"/>
              <a:ext cx="638581" cy="208542"/>
            </a:xfrm>
            <a:prstGeom prst="rect">
              <a:avLst/>
            </a:prstGeom>
            <a:solidFill>
              <a:srgbClr val="00B050"/>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b="1" err="1"/>
                <a:t>exon</a:t>
              </a:r>
              <a:r>
                <a:rPr lang="en-US" sz="1100" b="1"/>
                <a:t> 1</a:t>
              </a:r>
            </a:p>
          </p:txBody>
        </p:sp>
        <p:sp>
          <p:nvSpPr>
            <p:cNvPr id="49" name="TextBox 48">
              <a:extLst>
                <a:ext uri="{FF2B5EF4-FFF2-40B4-BE49-F238E27FC236}">
                  <a16:creationId xmlns:a16="http://schemas.microsoft.com/office/drawing/2014/main" id="{C5794F8C-071A-2D13-5402-AA735F49D43F}"/>
                </a:ext>
              </a:extLst>
            </p:cNvPr>
            <p:cNvSpPr txBox="1"/>
            <p:nvPr/>
          </p:nvSpPr>
          <p:spPr>
            <a:xfrm>
              <a:off x="5017937" y="2456413"/>
              <a:ext cx="1552934" cy="523220"/>
            </a:xfrm>
            <a:prstGeom prst="rect">
              <a:avLst/>
            </a:prstGeom>
            <a:noFill/>
          </p:spPr>
          <p:txBody>
            <a:bodyPr wrap="square" rtlCol="0">
              <a:spAutoFit/>
            </a:bodyPr>
            <a:lstStyle/>
            <a:p>
              <a:pPr algn="ctr"/>
              <a:r>
                <a:rPr lang="en-US" sz="1400">
                  <a:solidFill>
                    <a:srgbClr val="008000"/>
                  </a:solidFill>
                </a:rPr>
                <a:t>Reference</a:t>
              </a:r>
            </a:p>
            <a:p>
              <a:pPr algn="ctr"/>
              <a:r>
                <a:rPr lang="en-US" sz="1400">
                  <a:solidFill>
                    <a:srgbClr val="008000"/>
                  </a:solidFill>
                </a:rPr>
                <a:t>transcripts</a:t>
              </a:r>
            </a:p>
          </p:txBody>
        </p:sp>
        <p:sp>
          <p:nvSpPr>
            <p:cNvPr id="50" name="TextBox 49">
              <a:extLst>
                <a:ext uri="{FF2B5EF4-FFF2-40B4-BE49-F238E27FC236}">
                  <a16:creationId xmlns:a16="http://schemas.microsoft.com/office/drawing/2014/main" id="{CFE8907E-FF3B-FF1C-91B2-54C6B5963363}"/>
                </a:ext>
              </a:extLst>
            </p:cNvPr>
            <p:cNvSpPr txBox="1"/>
            <p:nvPr/>
          </p:nvSpPr>
          <p:spPr>
            <a:xfrm>
              <a:off x="5290628" y="3434795"/>
              <a:ext cx="979755" cy="523220"/>
            </a:xfrm>
            <a:prstGeom prst="rect">
              <a:avLst/>
            </a:prstGeom>
            <a:noFill/>
          </p:spPr>
          <p:txBody>
            <a:bodyPr wrap="none" rtlCol="0">
              <a:spAutoFit/>
            </a:bodyPr>
            <a:lstStyle/>
            <a:p>
              <a:pPr algn="ctr"/>
              <a:r>
                <a:rPr lang="en-US" sz="1400" b="1">
                  <a:solidFill>
                    <a:srgbClr val="0070C0"/>
                  </a:solidFill>
                </a:rPr>
                <a:t>Sample 1</a:t>
              </a:r>
              <a:endParaRPr lang="en-US" sz="1400">
                <a:solidFill>
                  <a:srgbClr val="0070C0"/>
                </a:solidFill>
              </a:endParaRPr>
            </a:p>
            <a:p>
              <a:pPr algn="ctr"/>
              <a:r>
                <a:rPr lang="ro-RO" sz="1400">
                  <a:solidFill>
                    <a:srgbClr val="0070C0"/>
                  </a:solidFill>
                </a:rPr>
                <a:t>transfrags</a:t>
              </a:r>
              <a:endParaRPr lang="en-US" sz="1400">
                <a:solidFill>
                  <a:srgbClr val="0070C0"/>
                </a:solidFill>
              </a:endParaRPr>
            </a:p>
          </p:txBody>
        </p:sp>
        <p:sp>
          <p:nvSpPr>
            <p:cNvPr id="51" name="Left Brace 50">
              <a:extLst>
                <a:ext uri="{FF2B5EF4-FFF2-40B4-BE49-F238E27FC236}">
                  <a16:creationId xmlns:a16="http://schemas.microsoft.com/office/drawing/2014/main" id="{A2FEF5E8-364F-C906-98D3-52C8CE3ECD8C}"/>
                </a:ext>
              </a:extLst>
            </p:cNvPr>
            <p:cNvSpPr/>
            <p:nvPr/>
          </p:nvSpPr>
          <p:spPr>
            <a:xfrm>
              <a:off x="6298418" y="3273151"/>
              <a:ext cx="204346" cy="841571"/>
            </a:xfrm>
            <a:prstGeom prst="leftBrace">
              <a:avLst>
                <a:gd name="adj1" fmla="val 26920"/>
                <a:gd name="adj2" fmla="val 50000"/>
              </a:avLst>
            </a:prstGeom>
            <a:ln w="25400" cap="rnd">
              <a:solidFill>
                <a:schemeClr val="tx2">
                  <a:lumMod val="60000"/>
                  <a:lumOff val="40000"/>
                </a:schemeClr>
              </a:solidFill>
              <a:prstDash val="solid"/>
            </a:ln>
            <a:effectLst>
              <a:outerShdw blurRad="12700" dist="254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070C0"/>
                </a:solidFill>
              </a:endParaRPr>
            </a:p>
          </p:txBody>
        </p:sp>
        <p:sp>
          <p:nvSpPr>
            <p:cNvPr id="52" name="TextBox 51">
              <a:extLst>
                <a:ext uri="{FF2B5EF4-FFF2-40B4-BE49-F238E27FC236}">
                  <a16:creationId xmlns:a16="http://schemas.microsoft.com/office/drawing/2014/main" id="{17B4C4E0-657D-8B65-ADE1-C01956249667}"/>
                </a:ext>
              </a:extLst>
            </p:cNvPr>
            <p:cNvSpPr txBox="1"/>
            <p:nvPr/>
          </p:nvSpPr>
          <p:spPr>
            <a:xfrm>
              <a:off x="5290628" y="4371635"/>
              <a:ext cx="979755" cy="523220"/>
            </a:xfrm>
            <a:prstGeom prst="rect">
              <a:avLst/>
            </a:prstGeom>
            <a:noFill/>
          </p:spPr>
          <p:txBody>
            <a:bodyPr wrap="none" rtlCol="0">
              <a:spAutoFit/>
            </a:bodyPr>
            <a:lstStyle/>
            <a:p>
              <a:pPr algn="ctr"/>
              <a:r>
                <a:rPr lang="en-US" sz="1400" b="1" dirty="0">
                  <a:solidFill>
                    <a:schemeClr val="accent2">
                      <a:lumMod val="75000"/>
                    </a:schemeClr>
                  </a:solidFill>
                </a:rPr>
                <a:t>Sample 2</a:t>
              </a:r>
            </a:p>
            <a:p>
              <a:pPr algn="ctr"/>
              <a:r>
                <a:rPr lang="ro-RO" sz="1400" dirty="0">
                  <a:solidFill>
                    <a:schemeClr val="accent2">
                      <a:lumMod val="75000"/>
                    </a:schemeClr>
                  </a:solidFill>
                </a:rPr>
                <a:t>transfrags</a:t>
              </a:r>
              <a:endParaRPr lang="en-US" sz="1400" dirty="0">
                <a:solidFill>
                  <a:schemeClr val="accent2">
                    <a:lumMod val="75000"/>
                  </a:schemeClr>
                </a:solidFill>
              </a:endParaRPr>
            </a:p>
          </p:txBody>
        </p:sp>
        <p:sp>
          <p:nvSpPr>
            <p:cNvPr id="53" name="Left Brace 52">
              <a:extLst>
                <a:ext uri="{FF2B5EF4-FFF2-40B4-BE49-F238E27FC236}">
                  <a16:creationId xmlns:a16="http://schemas.microsoft.com/office/drawing/2014/main" id="{EDFF5C10-F75D-D83F-3672-656B821A0DFF}"/>
                </a:ext>
              </a:extLst>
            </p:cNvPr>
            <p:cNvSpPr/>
            <p:nvPr/>
          </p:nvSpPr>
          <p:spPr>
            <a:xfrm>
              <a:off x="6298418" y="4290255"/>
              <a:ext cx="213017" cy="610818"/>
            </a:xfrm>
            <a:prstGeom prst="leftBrace">
              <a:avLst>
                <a:gd name="adj1" fmla="val 31567"/>
                <a:gd name="adj2" fmla="val 50000"/>
              </a:avLst>
            </a:prstGeom>
            <a:ln w="25400" cap="rnd">
              <a:solidFill>
                <a:schemeClr val="accent2">
                  <a:lumMod val="75000"/>
                </a:schemeClr>
              </a:solidFill>
              <a:prstDash val="solid"/>
            </a:ln>
            <a:effectLst>
              <a:outerShdw blurRad="12700" dist="254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accent2">
                    <a:lumMod val="75000"/>
                  </a:schemeClr>
                </a:solidFill>
              </a:endParaRPr>
            </a:p>
          </p:txBody>
        </p:sp>
        <p:sp>
          <p:nvSpPr>
            <p:cNvPr id="54" name="Rectangle 53">
              <a:extLst>
                <a:ext uri="{FF2B5EF4-FFF2-40B4-BE49-F238E27FC236}">
                  <a16:creationId xmlns:a16="http://schemas.microsoft.com/office/drawing/2014/main" id="{71703B34-DF27-4749-53DB-6A01EA9BCCB4}"/>
                </a:ext>
              </a:extLst>
            </p:cNvPr>
            <p:cNvSpPr/>
            <p:nvPr/>
          </p:nvSpPr>
          <p:spPr>
            <a:xfrm>
              <a:off x="7910339" y="2054246"/>
              <a:ext cx="638581" cy="208542"/>
            </a:xfrm>
            <a:prstGeom prst="rect">
              <a:avLst/>
            </a:prstGeom>
            <a:solidFill>
              <a:srgbClr val="00B050"/>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b="1" err="1"/>
                <a:t>exon</a:t>
              </a:r>
              <a:r>
                <a:rPr lang="en-US" sz="1100" b="1"/>
                <a:t> 2</a:t>
              </a:r>
            </a:p>
          </p:txBody>
        </p:sp>
        <p:sp>
          <p:nvSpPr>
            <p:cNvPr id="55" name="Rectangle 54">
              <a:extLst>
                <a:ext uri="{FF2B5EF4-FFF2-40B4-BE49-F238E27FC236}">
                  <a16:creationId xmlns:a16="http://schemas.microsoft.com/office/drawing/2014/main" id="{567F87D4-54C3-5A80-26A7-1BC65C824053}"/>
                </a:ext>
              </a:extLst>
            </p:cNvPr>
            <p:cNvSpPr/>
            <p:nvPr/>
          </p:nvSpPr>
          <p:spPr>
            <a:xfrm>
              <a:off x="8974639" y="2054246"/>
              <a:ext cx="780488" cy="208542"/>
            </a:xfrm>
            <a:prstGeom prst="rect">
              <a:avLst/>
            </a:prstGeom>
            <a:solidFill>
              <a:srgbClr val="00B050"/>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b="1" err="1"/>
                <a:t>exon</a:t>
              </a:r>
              <a:r>
                <a:rPr lang="en-US" sz="1100" b="1"/>
                <a:t> 3</a:t>
              </a:r>
            </a:p>
          </p:txBody>
        </p:sp>
        <p:sp>
          <p:nvSpPr>
            <p:cNvPr id="56" name="Rectangle 55">
              <a:extLst>
                <a:ext uri="{FF2B5EF4-FFF2-40B4-BE49-F238E27FC236}">
                  <a16:creationId xmlns:a16="http://schemas.microsoft.com/office/drawing/2014/main" id="{105E8102-95E7-ED66-0380-BC7F4AC961D3}"/>
                </a:ext>
              </a:extLst>
            </p:cNvPr>
            <p:cNvSpPr/>
            <p:nvPr/>
          </p:nvSpPr>
          <p:spPr>
            <a:xfrm>
              <a:off x="10535615" y="2054246"/>
              <a:ext cx="780488" cy="208542"/>
            </a:xfrm>
            <a:prstGeom prst="rect">
              <a:avLst/>
            </a:prstGeom>
            <a:solidFill>
              <a:srgbClr val="00B050"/>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b="1" err="1"/>
                <a:t>exon</a:t>
              </a:r>
              <a:r>
                <a:rPr lang="en-US" sz="1100" b="1"/>
                <a:t> 4</a:t>
              </a:r>
            </a:p>
          </p:txBody>
        </p:sp>
        <p:sp>
          <p:nvSpPr>
            <p:cNvPr id="57" name="Rectangle 56">
              <a:extLst>
                <a:ext uri="{FF2B5EF4-FFF2-40B4-BE49-F238E27FC236}">
                  <a16:creationId xmlns:a16="http://schemas.microsoft.com/office/drawing/2014/main" id="{3A521E01-B42C-2580-39E0-3E8E3E4B4254}"/>
                </a:ext>
              </a:extLst>
            </p:cNvPr>
            <p:cNvSpPr/>
            <p:nvPr/>
          </p:nvSpPr>
          <p:spPr>
            <a:xfrm>
              <a:off x="8974640" y="4371635"/>
              <a:ext cx="709535"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A6C02B0C-E033-15B8-8607-1CE3248D3BEE}"/>
                </a:ext>
              </a:extLst>
            </p:cNvPr>
            <p:cNvSpPr/>
            <p:nvPr/>
          </p:nvSpPr>
          <p:spPr>
            <a:xfrm>
              <a:off x="7912443" y="3604823"/>
              <a:ext cx="636476"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0930C950-75EA-148A-4977-1FD1BF0541A6}"/>
                </a:ext>
              </a:extLst>
            </p:cNvPr>
            <p:cNvSpPr/>
            <p:nvPr/>
          </p:nvSpPr>
          <p:spPr>
            <a:xfrm>
              <a:off x="6846036" y="4371635"/>
              <a:ext cx="496674"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C5678E05-4883-D075-6077-FD19F6A1667E}"/>
                </a:ext>
              </a:extLst>
            </p:cNvPr>
            <p:cNvSpPr/>
            <p:nvPr/>
          </p:nvSpPr>
          <p:spPr>
            <a:xfrm>
              <a:off x="8974639" y="3604823"/>
              <a:ext cx="780488"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5C98F7C6-8C5A-F3C4-B3FB-18DB726B31EE}"/>
                </a:ext>
              </a:extLst>
            </p:cNvPr>
            <p:cNvSpPr/>
            <p:nvPr/>
          </p:nvSpPr>
          <p:spPr>
            <a:xfrm>
              <a:off x="10535616" y="3604823"/>
              <a:ext cx="658591"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F2775DE4-B806-512E-D4EB-FEE9419063F2}"/>
                </a:ext>
              </a:extLst>
            </p:cNvPr>
            <p:cNvSpPr/>
            <p:nvPr/>
          </p:nvSpPr>
          <p:spPr>
            <a:xfrm>
              <a:off x="8194153" y="4042147"/>
              <a:ext cx="354767"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12C8354E-5ADB-252B-979B-585FC6F06161}"/>
                </a:ext>
              </a:extLst>
            </p:cNvPr>
            <p:cNvSpPr/>
            <p:nvPr/>
          </p:nvSpPr>
          <p:spPr>
            <a:xfrm>
              <a:off x="10535615" y="4042147"/>
              <a:ext cx="516684"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1162DCCD-B05F-E8B9-2310-1940E7DF7226}"/>
                </a:ext>
              </a:extLst>
            </p:cNvPr>
            <p:cNvSpPr/>
            <p:nvPr/>
          </p:nvSpPr>
          <p:spPr>
            <a:xfrm>
              <a:off x="7910340" y="4797356"/>
              <a:ext cx="638581"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F606E168-6191-A175-DECB-4587F2DB4E04}"/>
                </a:ext>
              </a:extLst>
            </p:cNvPr>
            <p:cNvSpPr/>
            <p:nvPr/>
          </p:nvSpPr>
          <p:spPr>
            <a:xfrm>
              <a:off x="6795091" y="4797356"/>
              <a:ext cx="547618"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286034A0-5A37-81B2-ACC3-20193FE79471}"/>
                </a:ext>
              </a:extLst>
            </p:cNvPr>
            <p:cNvSpPr/>
            <p:nvPr/>
          </p:nvSpPr>
          <p:spPr>
            <a:xfrm>
              <a:off x="8974640" y="4797356"/>
              <a:ext cx="638581"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Left Brace 66">
              <a:extLst>
                <a:ext uri="{FF2B5EF4-FFF2-40B4-BE49-F238E27FC236}">
                  <a16:creationId xmlns:a16="http://schemas.microsoft.com/office/drawing/2014/main" id="{8F66670E-D1AD-CB9F-3F55-ECBCD220DEF3}"/>
                </a:ext>
              </a:extLst>
            </p:cNvPr>
            <p:cNvSpPr/>
            <p:nvPr/>
          </p:nvSpPr>
          <p:spPr>
            <a:xfrm>
              <a:off x="6298418" y="2366842"/>
              <a:ext cx="204346" cy="747387"/>
            </a:xfrm>
            <a:prstGeom prst="leftBrace">
              <a:avLst>
                <a:gd name="adj1" fmla="val 26920"/>
                <a:gd name="adj2" fmla="val 50000"/>
              </a:avLst>
            </a:prstGeom>
            <a:ln w="25400" cap="rnd">
              <a:solidFill>
                <a:srgbClr val="00B050"/>
              </a:solidFill>
              <a:prstDash val="solid"/>
            </a:ln>
            <a:effectLst>
              <a:outerShdw blurRad="12700" dist="254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070C0"/>
                </a:solidFill>
              </a:endParaRPr>
            </a:p>
          </p:txBody>
        </p:sp>
        <p:sp>
          <p:nvSpPr>
            <p:cNvPr id="68" name="Rectangle 67">
              <a:extLst>
                <a:ext uri="{FF2B5EF4-FFF2-40B4-BE49-F238E27FC236}">
                  <a16:creationId xmlns:a16="http://schemas.microsoft.com/office/drawing/2014/main" id="{48A32A10-9345-D13C-E7F4-307C818333E1}"/>
                </a:ext>
              </a:extLst>
            </p:cNvPr>
            <p:cNvSpPr/>
            <p:nvPr/>
          </p:nvSpPr>
          <p:spPr>
            <a:xfrm>
              <a:off x="7910823" y="2475649"/>
              <a:ext cx="634454"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46193081-68D3-F93A-B112-242988B784DC}"/>
                </a:ext>
              </a:extLst>
            </p:cNvPr>
            <p:cNvSpPr/>
            <p:nvPr/>
          </p:nvSpPr>
          <p:spPr>
            <a:xfrm>
              <a:off x="8979189" y="2475649"/>
              <a:ext cx="769229"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31F3918B-AB26-4752-D32E-74BA7FBADF03}"/>
                </a:ext>
              </a:extLst>
            </p:cNvPr>
            <p:cNvSpPr/>
            <p:nvPr/>
          </p:nvSpPr>
          <p:spPr>
            <a:xfrm>
              <a:off x="10536299" y="2475649"/>
              <a:ext cx="777432"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DB7BE5E5-EF79-394F-3B8B-7C391ABD36EB}"/>
                </a:ext>
              </a:extLst>
            </p:cNvPr>
            <p:cNvSpPr/>
            <p:nvPr/>
          </p:nvSpPr>
          <p:spPr>
            <a:xfrm>
              <a:off x="6699844" y="2475649"/>
              <a:ext cx="632255"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40F96E96-3B67-B2C3-D534-9AD800BC57CD}"/>
                </a:ext>
              </a:extLst>
            </p:cNvPr>
            <p:cNvSpPr/>
            <p:nvPr/>
          </p:nvSpPr>
          <p:spPr>
            <a:xfrm>
              <a:off x="7906030" y="2972323"/>
              <a:ext cx="634454"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A7E7978C-0078-2741-9A12-A62E5A3E8DA8}"/>
                </a:ext>
              </a:extLst>
            </p:cNvPr>
            <p:cNvSpPr/>
            <p:nvPr/>
          </p:nvSpPr>
          <p:spPr>
            <a:xfrm>
              <a:off x="10528926" y="2972323"/>
              <a:ext cx="780012"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66BDCC5C-5FDB-9C19-D04E-8542B136CB41}"/>
                </a:ext>
              </a:extLst>
            </p:cNvPr>
            <p:cNvSpPr/>
            <p:nvPr/>
          </p:nvSpPr>
          <p:spPr>
            <a:xfrm>
              <a:off x="6699844" y="2972323"/>
              <a:ext cx="639409"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0AFEF34D-0E87-C4BF-F2BB-4D0AEF6F6C7C}"/>
                </a:ext>
              </a:extLst>
            </p:cNvPr>
            <p:cNvSpPr/>
            <p:nvPr/>
          </p:nvSpPr>
          <p:spPr>
            <a:xfrm>
              <a:off x="6936999" y="3327090"/>
              <a:ext cx="700750"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013CD7BF-A43A-5340-A420-F7C7C86CF9F4}"/>
                </a:ext>
              </a:extLst>
            </p:cNvPr>
            <p:cNvSpPr txBox="1"/>
            <p:nvPr/>
          </p:nvSpPr>
          <p:spPr>
            <a:xfrm>
              <a:off x="11280342" y="2358737"/>
              <a:ext cx="816249" cy="276999"/>
            </a:xfrm>
            <a:prstGeom prst="rect">
              <a:avLst/>
            </a:prstGeom>
            <a:noFill/>
            <a:ln>
              <a:noFill/>
            </a:ln>
          </p:spPr>
          <p:txBody>
            <a:bodyPr wrap="none" rtlCol="0">
              <a:spAutoFit/>
            </a:bodyPr>
            <a:lstStyle/>
            <a:p>
              <a:r>
                <a:rPr lang="en-US" sz="1200" err="1">
                  <a:solidFill>
                    <a:srgbClr val="008000"/>
                  </a:solidFill>
                </a:rPr>
                <a:t>isoform</a:t>
              </a:r>
              <a:r>
                <a:rPr lang="en-US" sz="1200">
                  <a:solidFill>
                    <a:srgbClr val="008000"/>
                  </a:solidFill>
                </a:rPr>
                <a:t> 1</a:t>
              </a:r>
            </a:p>
          </p:txBody>
        </p:sp>
        <p:sp>
          <p:nvSpPr>
            <p:cNvPr id="77" name="TextBox 76">
              <a:extLst>
                <a:ext uri="{FF2B5EF4-FFF2-40B4-BE49-F238E27FC236}">
                  <a16:creationId xmlns:a16="http://schemas.microsoft.com/office/drawing/2014/main" id="{680A79AB-3922-6CBA-9AAD-8F707DDD0F3C}"/>
                </a:ext>
              </a:extLst>
            </p:cNvPr>
            <p:cNvSpPr txBox="1"/>
            <p:nvPr/>
          </p:nvSpPr>
          <p:spPr>
            <a:xfrm>
              <a:off x="11280342" y="2870691"/>
              <a:ext cx="816249" cy="276999"/>
            </a:xfrm>
            <a:prstGeom prst="rect">
              <a:avLst/>
            </a:prstGeom>
            <a:noFill/>
            <a:ln>
              <a:noFill/>
            </a:ln>
          </p:spPr>
          <p:txBody>
            <a:bodyPr wrap="none" rtlCol="0">
              <a:spAutoFit/>
            </a:bodyPr>
            <a:lstStyle/>
            <a:p>
              <a:r>
                <a:rPr lang="en-US" sz="1200" err="1">
                  <a:solidFill>
                    <a:srgbClr val="008000"/>
                  </a:solidFill>
                </a:rPr>
                <a:t>isoform</a:t>
              </a:r>
              <a:r>
                <a:rPr lang="en-US" sz="1200">
                  <a:solidFill>
                    <a:srgbClr val="008000"/>
                  </a:solidFill>
                </a:rPr>
                <a:t> 2</a:t>
              </a:r>
            </a:p>
          </p:txBody>
        </p:sp>
        <p:sp>
          <p:nvSpPr>
            <p:cNvPr id="78" name="Rectangle 77">
              <a:extLst>
                <a:ext uri="{FF2B5EF4-FFF2-40B4-BE49-F238E27FC236}">
                  <a16:creationId xmlns:a16="http://schemas.microsoft.com/office/drawing/2014/main" id="{61E3C8BA-E95B-BE58-728E-0B6216D87EFC}"/>
                </a:ext>
              </a:extLst>
            </p:cNvPr>
            <p:cNvSpPr/>
            <p:nvPr/>
          </p:nvSpPr>
          <p:spPr>
            <a:xfrm>
              <a:off x="9846091" y="3327090"/>
              <a:ext cx="425721" cy="93659"/>
            </a:xfrm>
            <a:prstGeom prst="rect">
              <a:avLst/>
            </a:prstGeom>
            <a:gradFill>
              <a:gsLst>
                <a:gs pos="0">
                  <a:schemeClr val="accent1">
                    <a:lumMod val="20000"/>
                    <a:lumOff val="80000"/>
                  </a:schemeClr>
                </a:gs>
                <a:gs pos="25000">
                  <a:srgbClr val="0070C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75C05A3D-DE08-D841-6A03-1E65E436746C}"/>
                </a:ext>
              </a:extLst>
            </p:cNvPr>
            <p:cNvSpPr/>
            <p:nvPr/>
          </p:nvSpPr>
          <p:spPr>
            <a:xfrm>
              <a:off x="10616572" y="4571584"/>
              <a:ext cx="496674" cy="110304"/>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B664D6E1-272B-7E2C-E629-46A83CA0DB16}"/>
                </a:ext>
              </a:extLst>
            </p:cNvPr>
            <p:cNvSpPr/>
            <p:nvPr/>
          </p:nvSpPr>
          <p:spPr>
            <a:xfrm>
              <a:off x="6991734" y="3604612"/>
              <a:ext cx="347110"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ight Arrow 80">
              <a:extLst>
                <a:ext uri="{FF2B5EF4-FFF2-40B4-BE49-F238E27FC236}">
                  <a16:creationId xmlns:a16="http://schemas.microsoft.com/office/drawing/2014/main" id="{6B734BE7-D881-5F29-801C-9EB38BDDADF6}"/>
                </a:ext>
              </a:extLst>
            </p:cNvPr>
            <p:cNvSpPr/>
            <p:nvPr/>
          </p:nvSpPr>
          <p:spPr>
            <a:xfrm rot="5400000">
              <a:off x="5592228" y="5175620"/>
              <a:ext cx="376550" cy="382205"/>
            </a:xfrm>
            <a:prstGeom prst="rightArrow">
              <a:avLst>
                <a:gd name="adj1" fmla="val 41477"/>
                <a:gd name="adj2" fmla="val 48476"/>
              </a:avLst>
            </a:prstGeom>
            <a:solidFill>
              <a:srgbClr val="00B050"/>
            </a:solidFill>
            <a:ln>
              <a:solidFill>
                <a:srgbClr val="00B050"/>
              </a:solidFill>
            </a:ln>
            <a:effectLst>
              <a:outerShdw blurRad="50800" dist="38100" dir="2700000" algn="tl" rotWithShape="0">
                <a:prstClr val="black">
                  <a:alpha val="40000"/>
                </a:prstClr>
              </a:outerShdw>
            </a:effectLst>
            <a:scene3d>
              <a:camera prst="orthographicFront"/>
              <a:lightRig rig="threePt" dir="t">
                <a:rot lat="0" lon="0" rev="15000000"/>
              </a:lightRig>
            </a:scene3d>
            <a:sp3d>
              <a:bevelT w="44450"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reeform 81">
              <a:extLst>
                <a:ext uri="{FF2B5EF4-FFF2-40B4-BE49-F238E27FC236}">
                  <a16:creationId xmlns:a16="http://schemas.microsoft.com/office/drawing/2014/main" id="{3B76F169-3CE8-AA2A-37FA-FA6BC14202AE}"/>
                </a:ext>
              </a:extLst>
            </p:cNvPr>
            <p:cNvSpPr/>
            <p:nvPr/>
          </p:nvSpPr>
          <p:spPr>
            <a:xfrm>
              <a:off x="7339330" y="5706622"/>
              <a:ext cx="570520" cy="9772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3" name="Freeform 82">
              <a:extLst>
                <a:ext uri="{FF2B5EF4-FFF2-40B4-BE49-F238E27FC236}">
                  <a16:creationId xmlns:a16="http://schemas.microsoft.com/office/drawing/2014/main" id="{A2578E0C-3211-14DE-20ED-28E909EB74AD}"/>
                </a:ext>
              </a:extLst>
            </p:cNvPr>
            <p:cNvSpPr/>
            <p:nvPr/>
          </p:nvSpPr>
          <p:spPr>
            <a:xfrm>
              <a:off x="8550910" y="5706622"/>
              <a:ext cx="438150" cy="10287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Freeform 83">
              <a:extLst>
                <a:ext uri="{FF2B5EF4-FFF2-40B4-BE49-F238E27FC236}">
                  <a16:creationId xmlns:a16="http://schemas.microsoft.com/office/drawing/2014/main" id="{2A569EEB-6A9F-7773-7264-668004C7E332}"/>
                </a:ext>
              </a:extLst>
            </p:cNvPr>
            <p:cNvSpPr/>
            <p:nvPr/>
          </p:nvSpPr>
          <p:spPr>
            <a:xfrm>
              <a:off x="9749262" y="5710432"/>
              <a:ext cx="798088"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Rectangle 84">
              <a:extLst>
                <a:ext uri="{FF2B5EF4-FFF2-40B4-BE49-F238E27FC236}">
                  <a16:creationId xmlns:a16="http://schemas.microsoft.com/office/drawing/2014/main" id="{36262B9E-D00C-7F29-AB5B-CC9E15F695CB}"/>
                </a:ext>
              </a:extLst>
            </p:cNvPr>
            <p:cNvSpPr/>
            <p:nvPr/>
          </p:nvSpPr>
          <p:spPr>
            <a:xfrm>
              <a:off x="7913854" y="5763202"/>
              <a:ext cx="634454"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E7B8B456-182E-1390-4FDE-B69FC64DEC65}"/>
                </a:ext>
              </a:extLst>
            </p:cNvPr>
            <p:cNvSpPr/>
            <p:nvPr/>
          </p:nvSpPr>
          <p:spPr>
            <a:xfrm>
              <a:off x="8982220" y="5763202"/>
              <a:ext cx="769229"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F39F2594-426F-3CE3-7B31-69AF77CB8BDA}"/>
                </a:ext>
              </a:extLst>
            </p:cNvPr>
            <p:cNvSpPr/>
            <p:nvPr/>
          </p:nvSpPr>
          <p:spPr>
            <a:xfrm>
              <a:off x="10539330" y="5763202"/>
              <a:ext cx="777432"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3703A860-11AF-A4DD-3472-CAD9B9C5E860}"/>
                </a:ext>
              </a:extLst>
            </p:cNvPr>
            <p:cNvSpPr/>
            <p:nvPr/>
          </p:nvSpPr>
          <p:spPr>
            <a:xfrm>
              <a:off x="6702875" y="5763202"/>
              <a:ext cx="632255"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a:extLst>
                <a:ext uri="{FF2B5EF4-FFF2-40B4-BE49-F238E27FC236}">
                  <a16:creationId xmlns:a16="http://schemas.microsoft.com/office/drawing/2014/main" id="{BB838F19-8F30-1C09-F399-2CC149F2070D}"/>
                </a:ext>
              </a:extLst>
            </p:cNvPr>
            <p:cNvSpPr/>
            <p:nvPr/>
          </p:nvSpPr>
          <p:spPr>
            <a:xfrm>
              <a:off x="7337085" y="6012677"/>
              <a:ext cx="570520" cy="9772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0" name="Rectangle 89">
              <a:extLst>
                <a:ext uri="{FF2B5EF4-FFF2-40B4-BE49-F238E27FC236}">
                  <a16:creationId xmlns:a16="http://schemas.microsoft.com/office/drawing/2014/main" id="{FDF01C0E-9B35-DBCC-4E63-2674C00DD779}"/>
                </a:ext>
              </a:extLst>
            </p:cNvPr>
            <p:cNvSpPr/>
            <p:nvPr/>
          </p:nvSpPr>
          <p:spPr>
            <a:xfrm>
              <a:off x="6700630" y="6069257"/>
              <a:ext cx="632255"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reeform 90">
              <a:extLst>
                <a:ext uri="{FF2B5EF4-FFF2-40B4-BE49-F238E27FC236}">
                  <a16:creationId xmlns:a16="http://schemas.microsoft.com/office/drawing/2014/main" id="{85C8672E-10B0-7A17-3F90-FD9FC70EA05A}"/>
                </a:ext>
              </a:extLst>
            </p:cNvPr>
            <p:cNvSpPr/>
            <p:nvPr/>
          </p:nvSpPr>
          <p:spPr>
            <a:xfrm>
              <a:off x="8548920" y="6011337"/>
              <a:ext cx="1980006" cy="104748"/>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2" name="Rectangle 91">
              <a:extLst>
                <a:ext uri="{FF2B5EF4-FFF2-40B4-BE49-F238E27FC236}">
                  <a16:creationId xmlns:a16="http://schemas.microsoft.com/office/drawing/2014/main" id="{422990F8-B286-8813-4757-995BE965CA6B}"/>
                </a:ext>
              </a:extLst>
            </p:cNvPr>
            <p:cNvSpPr/>
            <p:nvPr/>
          </p:nvSpPr>
          <p:spPr>
            <a:xfrm>
              <a:off x="7911609" y="6069257"/>
              <a:ext cx="634454"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3763C6F0-0D93-002C-B562-F86EF6FD2D3D}"/>
                </a:ext>
              </a:extLst>
            </p:cNvPr>
            <p:cNvSpPr/>
            <p:nvPr/>
          </p:nvSpPr>
          <p:spPr>
            <a:xfrm>
              <a:off x="10537085" y="6069257"/>
              <a:ext cx="777432"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Freeform 93">
              <a:extLst>
                <a:ext uri="{FF2B5EF4-FFF2-40B4-BE49-F238E27FC236}">
                  <a16:creationId xmlns:a16="http://schemas.microsoft.com/office/drawing/2014/main" id="{1BB0917A-FA89-42E0-E9BB-EAB26DB79904}"/>
                </a:ext>
              </a:extLst>
            </p:cNvPr>
            <p:cNvSpPr/>
            <p:nvPr/>
          </p:nvSpPr>
          <p:spPr>
            <a:xfrm>
              <a:off x="7328865" y="6359010"/>
              <a:ext cx="1641924" cy="138519"/>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6" name="Rectangle 95">
              <a:extLst>
                <a:ext uri="{FF2B5EF4-FFF2-40B4-BE49-F238E27FC236}">
                  <a16:creationId xmlns:a16="http://schemas.microsoft.com/office/drawing/2014/main" id="{56459A12-1517-9433-F913-45688FE9C168}"/>
                </a:ext>
              </a:extLst>
            </p:cNvPr>
            <p:cNvSpPr/>
            <p:nvPr/>
          </p:nvSpPr>
          <p:spPr>
            <a:xfrm>
              <a:off x="8971755" y="6456388"/>
              <a:ext cx="712420" cy="107777"/>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7AD7231A-C4F1-3843-4468-DEAB1C09C615}"/>
                </a:ext>
              </a:extLst>
            </p:cNvPr>
            <p:cNvSpPr/>
            <p:nvPr/>
          </p:nvSpPr>
          <p:spPr>
            <a:xfrm>
              <a:off x="6692410" y="6456388"/>
              <a:ext cx="632255"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Box 98">
              <a:extLst>
                <a:ext uri="{FF2B5EF4-FFF2-40B4-BE49-F238E27FC236}">
                  <a16:creationId xmlns:a16="http://schemas.microsoft.com/office/drawing/2014/main" id="{52580302-7AA7-612A-3ECA-B0BA09794564}"/>
                </a:ext>
              </a:extLst>
            </p:cNvPr>
            <p:cNvSpPr txBox="1"/>
            <p:nvPr/>
          </p:nvSpPr>
          <p:spPr>
            <a:xfrm>
              <a:off x="4939809" y="5717811"/>
              <a:ext cx="1657818" cy="523220"/>
            </a:xfrm>
            <a:prstGeom prst="rect">
              <a:avLst/>
            </a:prstGeom>
            <a:noFill/>
          </p:spPr>
          <p:txBody>
            <a:bodyPr wrap="square" rtlCol="0">
              <a:spAutoFit/>
            </a:bodyPr>
            <a:lstStyle/>
            <a:p>
              <a:pPr algn="ctr"/>
              <a:r>
                <a:rPr lang="en-US" sz="1400">
                  <a:solidFill>
                    <a:schemeClr val="accent4">
                      <a:lumMod val="50000"/>
                    </a:schemeClr>
                  </a:solidFill>
                </a:rPr>
                <a:t>Merged </a:t>
              </a:r>
            </a:p>
            <a:p>
              <a:pPr algn="ctr"/>
              <a:r>
                <a:rPr lang="en-US" sz="1400">
                  <a:solidFill>
                    <a:schemeClr val="accent4">
                      <a:lumMod val="50000"/>
                    </a:schemeClr>
                  </a:solidFill>
                </a:rPr>
                <a:t>transcripts</a:t>
              </a:r>
            </a:p>
          </p:txBody>
        </p:sp>
      </p:grpSp>
      <p:cxnSp>
        <p:nvCxnSpPr>
          <p:cNvPr id="100" name="Straight Connector 99">
            <a:extLst>
              <a:ext uri="{FF2B5EF4-FFF2-40B4-BE49-F238E27FC236}">
                <a16:creationId xmlns:a16="http://schemas.microsoft.com/office/drawing/2014/main" id="{ECF8FC49-B070-A07A-E6EB-15051302B496}"/>
              </a:ext>
            </a:extLst>
          </p:cNvPr>
          <p:cNvCxnSpPr/>
          <p:nvPr/>
        </p:nvCxnSpPr>
        <p:spPr bwMode="auto">
          <a:xfrm>
            <a:off x="7155515" y="2194259"/>
            <a:ext cx="837130" cy="0"/>
          </a:xfrm>
          <a:prstGeom prst="line">
            <a:avLst/>
          </a:prstGeom>
          <a:solidFill>
            <a:schemeClr val="accent1"/>
          </a:solidFill>
          <a:ln w="5715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459509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D0474-3339-0808-B189-CF56A8884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7C9DC2-8232-DCD0-02D0-7FFB8895DDC3}"/>
              </a:ext>
            </a:extLst>
          </p:cNvPr>
          <p:cNvSpPr>
            <a:spLocks noGrp="1"/>
          </p:cNvSpPr>
          <p:nvPr>
            <p:ph type="title"/>
          </p:nvPr>
        </p:nvSpPr>
        <p:spPr/>
        <p:txBody>
          <a:bodyPr>
            <a:normAutofit fontScale="90000"/>
          </a:bodyPr>
          <a:lstStyle/>
          <a:p>
            <a:r>
              <a:rPr lang="en-US" dirty="0" err="1"/>
              <a:t>gffread</a:t>
            </a:r>
            <a:r>
              <a:rPr lang="en-US" dirty="0"/>
              <a:t>, gffcompare and </a:t>
            </a:r>
            <a:r>
              <a:rPr lang="en-US" dirty="0" err="1"/>
              <a:t>trmap</a:t>
            </a:r>
            <a:endParaRPr lang="en-US" dirty="0"/>
          </a:p>
        </p:txBody>
      </p:sp>
      <p:sp>
        <p:nvSpPr>
          <p:cNvPr id="4" name="Slide Number Placeholder 3">
            <a:extLst>
              <a:ext uri="{FF2B5EF4-FFF2-40B4-BE49-F238E27FC236}">
                <a16:creationId xmlns:a16="http://schemas.microsoft.com/office/drawing/2014/main" id="{854D2F3D-7FB9-1B97-F46E-CFB7B3CDB33B}"/>
              </a:ext>
            </a:extLst>
          </p:cNvPr>
          <p:cNvSpPr>
            <a:spLocks noGrp="1"/>
          </p:cNvSpPr>
          <p:nvPr>
            <p:ph type="sldNum" sz="quarter" idx="12"/>
          </p:nvPr>
        </p:nvSpPr>
        <p:spPr/>
        <p:txBody>
          <a:bodyPr/>
          <a:lstStyle/>
          <a:p>
            <a:fld id="{B82CCC60-E8CD-4174-8B1A-7DF615B22EEF}" type="slidenum">
              <a:rPr lang="en-US" smtClean="0"/>
              <a:pPr/>
              <a:t>22</a:t>
            </a:fld>
            <a:endParaRPr lang="en-US"/>
          </a:p>
        </p:txBody>
      </p:sp>
      <p:pic>
        <p:nvPicPr>
          <p:cNvPr id="7" name="Picture 6">
            <a:extLst>
              <a:ext uri="{FF2B5EF4-FFF2-40B4-BE49-F238E27FC236}">
                <a16:creationId xmlns:a16="http://schemas.microsoft.com/office/drawing/2014/main" id="{17A29995-4DF5-397E-1E99-160A255912C9}"/>
              </a:ext>
            </a:extLst>
          </p:cNvPr>
          <p:cNvPicPr>
            <a:picLocks noChangeAspect="1"/>
          </p:cNvPicPr>
          <p:nvPr/>
        </p:nvPicPr>
        <p:blipFill>
          <a:blip r:embed="rId3"/>
          <a:srcRect r="1029" b="57678"/>
          <a:stretch>
            <a:fillRect/>
          </a:stretch>
        </p:blipFill>
        <p:spPr>
          <a:xfrm>
            <a:off x="118673" y="1777354"/>
            <a:ext cx="5026191" cy="2278963"/>
          </a:xfrm>
          <a:prstGeom prst="rect">
            <a:avLst/>
          </a:prstGeom>
        </p:spPr>
      </p:pic>
      <p:sp>
        <p:nvSpPr>
          <p:cNvPr id="25" name="Rectangle 24">
            <a:extLst>
              <a:ext uri="{FF2B5EF4-FFF2-40B4-BE49-F238E27FC236}">
                <a16:creationId xmlns:a16="http://schemas.microsoft.com/office/drawing/2014/main" id="{BC3C56B6-B3EC-A731-9C38-938922E39DC6}"/>
              </a:ext>
            </a:extLst>
          </p:cNvPr>
          <p:cNvSpPr/>
          <p:nvPr/>
        </p:nvSpPr>
        <p:spPr>
          <a:xfrm>
            <a:off x="258078" y="6124012"/>
            <a:ext cx="4681731" cy="369332"/>
          </a:xfrm>
          <a:prstGeom prst="rect">
            <a:avLst/>
          </a:prstGeom>
        </p:spPr>
        <p:txBody>
          <a:bodyPr wrap="none">
            <a:spAutoFit/>
          </a:bodyPr>
          <a:lstStyle/>
          <a:p>
            <a:r>
              <a:rPr lang="en-US">
                <a:hlinkClick r:id="rId4"/>
              </a:rPr>
              <a:t>http://</a:t>
            </a:r>
            <a:r>
              <a:rPr lang="en-US" err="1">
                <a:hlinkClick r:id="rId4"/>
              </a:rPr>
              <a:t>ccb.jhu.edu</a:t>
            </a:r>
            <a:r>
              <a:rPr lang="en-US">
                <a:hlinkClick r:id="rId4"/>
              </a:rPr>
              <a:t>/software/</a:t>
            </a:r>
            <a:r>
              <a:rPr lang="en-US" err="1">
                <a:hlinkClick r:id="rId4"/>
              </a:rPr>
              <a:t>stringtie</a:t>
            </a:r>
            <a:r>
              <a:rPr lang="en-US">
                <a:hlinkClick r:id="rId4"/>
              </a:rPr>
              <a:t>/</a:t>
            </a:r>
            <a:r>
              <a:rPr lang="en-US" err="1">
                <a:hlinkClick r:id="rId4"/>
              </a:rPr>
              <a:t>gff.shtml</a:t>
            </a:r>
            <a:endParaRPr lang="en-US"/>
          </a:p>
        </p:txBody>
      </p:sp>
      <p:sp>
        <p:nvSpPr>
          <p:cNvPr id="3" name="Rectangle 2">
            <a:extLst>
              <a:ext uri="{FF2B5EF4-FFF2-40B4-BE49-F238E27FC236}">
                <a16:creationId xmlns:a16="http://schemas.microsoft.com/office/drawing/2014/main" id="{D2925647-49ED-CEC5-E361-21DBF2CEF3FE}"/>
              </a:ext>
            </a:extLst>
          </p:cNvPr>
          <p:cNvSpPr/>
          <p:nvPr/>
        </p:nvSpPr>
        <p:spPr bwMode="auto">
          <a:xfrm>
            <a:off x="7810434" y="1234893"/>
            <a:ext cx="2025182" cy="461665"/>
          </a:xfrm>
          <a:prstGeom prst="rect">
            <a:avLst/>
          </a:prstGeom>
          <a:solidFill>
            <a:srgbClr val="FFFF00"/>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26" name="Rectangle 25">
            <a:extLst>
              <a:ext uri="{FF2B5EF4-FFF2-40B4-BE49-F238E27FC236}">
                <a16:creationId xmlns:a16="http://schemas.microsoft.com/office/drawing/2014/main" id="{9D3288F5-3CCF-17D9-6172-022759A665CA}"/>
              </a:ext>
            </a:extLst>
          </p:cNvPr>
          <p:cNvSpPr/>
          <p:nvPr/>
        </p:nvSpPr>
        <p:spPr>
          <a:xfrm>
            <a:off x="6368894" y="1234893"/>
            <a:ext cx="5283819" cy="461665"/>
          </a:xfrm>
          <a:prstGeom prst="rect">
            <a:avLst/>
          </a:prstGeom>
        </p:spPr>
        <p:txBody>
          <a:bodyPr wrap="none">
            <a:spAutoFit/>
          </a:bodyPr>
          <a:lstStyle/>
          <a:p>
            <a:r>
              <a:rPr lang="en-US" sz="2400" err="1">
                <a:latin typeface="CourierNewPSMT" panose="02070309020205020404" pitchFamily="49" charset="0"/>
              </a:rPr>
              <a:t>gffread</a:t>
            </a:r>
            <a:r>
              <a:rPr lang="en-US" sz="2400">
                <a:latin typeface="Times" pitchFamily="2" charset="0"/>
              </a:rPr>
              <a:t>, </a:t>
            </a:r>
            <a:r>
              <a:rPr lang="en-US" sz="2400" err="1">
                <a:latin typeface="CourierNewPSMT" panose="02070309020205020404" pitchFamily="49" charset="0"/>
              </a:rPr>
              <a:t>gffcompare</a:t>
            </a:r>
            <a:r>
              <a:rPr lang="en-US" sz="2400">
                <a:latin typeface="CourierNewPSMT" panose="02070309020205020404" pitchFamily="49" charset="0"/>
              </a:rPr>
              <a:t> </a:t>
            </a:r>
            <a:r>
              <a:rPr lang="en-US" sz="2400">
                <a:latin typeface="Times" pitchFamily="2" charset="0"/>
              </a:rPr>
              <a:t>and </a:t>
            </a:r>
            <a:r>
              <a:rPr lang="en-US" sz="2400" err="1">
                <a:latin typeface="CourierNewPSMT" panose="02070309020205020404" pitchFamily="49" charset="0"/>
              </a:rPr>
              <a:t>trmap</a:t>
            </a:r>
            <a:r>
              <a:rPr lang="en-US" sz="2400">
                <a:latin typeface="CourierNewPSMT" panose="02070309020205020404" pitchFamily="49" charset="0"/>
              </a:rPr>
              <a:t> </a:t>
            </a:r>
            <a:endParaRPr lang="en-US" sz="2400"/>
          </a:p>
        </p:txBody>
      </p:sp>
      <p:sp>
        <p:nvSpPr>
          <p:cNvPr id="27" name="Rectangle 26">
            <a:extLst>
              <a:ext uri="{FF2B5EF4-FFF2-40B4-BE49-F238E27FC236}">
                <a16:creationId xmlns:a16="http://schemas.microsoft.com/office/drawing/2014/main" id="{A41C424A-345F-F1EB-9E3B-A153C16E39FD}"/>
              </a:ext>
            </a:extLst>
          </p:cNvPr>
          <p:cNvSpPr/>
          <p:nvPr/>
        </p:nvSpPr>
        <p:spPr>
          <a:xfrm>
            <a:off x="6085020" y="1696558"/>
            <a:ext cx="6092506" cy="861774"/>
          </a:xfrm>
          <a:prstGeom prst="rect">
            <a:avLst/>
          </a:prstGeom>
        </p:spPr>
        <p:txBody>
          <a:bodyPr wrap="square">
            <a:spAutoFit/>
          </a:bodyPr>
          <a:lstStyle/>
          <a:p>
            <a:r>
              <a:rPr lang="en-US" sz="1600" dirty="0">
                <a:solidFill>
                  <a:srgbClr val="333333"/>
                </a:solidFill>
                <a:latin typeface="Roboto"/>
              </a:rPr>
              <a:t>- a tool for merging and tracking transcript structures across multiple samples and comparing them to a reference annotation.</a:t>
            </a:r>
          </a:p>
          <a:p>
            <a:endParaRPr lang="en-US" dirty="0"/>
          </a:p>
        </p:txBody>
      </p:sp>
      <p:cxnSp>
        <p:nvCxnSpPr>
          <p:cNvPr id="100" name="Straight Connector 99">
            <a:extLst>
              <a:ext uri="{FF2B5EF4-FFF2-40B4-BE49-F238E27FC236}">
                <a16:creationId xmlns:a16="http://schemas.microsoft.com/office/drawing/2014/main" id="{9D17FDCC-57AB-6963-5F1C-CE36F0038231}"/>
              </a:ext>
            </a:extLst>
          </p:cNvPr>
          <p:cNvCxnSpPr/>
          <p:nvPr/>
        </p:nvCxnSpPr>
        <p:spPr bwMode="auto">
          <a:xfrm>
            <a:off x="8125668" y="2232760"/>
            <a:ext cx="3899607" cy="0"/>
          </a:xfrm>
          <a:prstGeom prst="line">
            <a:avLst/>
          </a:prstGeom>
          <a:solidFill>
            <a:schemeClr val="accent1"/>
          </a:solidFill>
          <a:ln w="5715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 name="Picture 5">
            <a:extLst>
              <a:ext uri="{FF2B5EF4-FFF2-40B4-BE49-F238E27FC236}">
                <a16:creationId xmlns:a16="http://schemas.microsoft.com/office/drawing/2014/main" id="{7CEDCB4B-C6E7-F6C6-0EEC-3B213B1AB732}"/>
              </a:ext>
            </a:extLst>
          </p:cNvPr>
          <p:cNvPicPr>
            <a:picLocks noChangeAspect="1"/>
          </p:cNvPicPr>
          <p:nvPr/>
        </p:nvPicPr>
        <p:blipFill>
          <a:blip r:embed="rId5"/>
          <a:stretch>
            <a:fillRect/>
          </a:stretch>
        </p:blipFill>
        <p:spPr>
          <a:xfrm>
            <a:off x="5957414" y="2367946"/>
            <a:ext cx="5487820" cy="4474005"/>
          </a:xfrm>
          <a:prstGeom prst="rect">
            <a:avLst/>
          </a:prstGeom>
        </p:spPr>
      </p:pic>
    </p:spTree>
    <p:extLst>
      <p:ext uri="{BB962C8B-B14F-4D97-AF65-F5344CB8AC3E}">
        <p14:creationId xmlns:p14="http://schemas.microsoft.com/office/powerpoint/2010/main" val="1098893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D997E-3E57-9F4F-83E2-102664A2B1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6D19B4-B404-338B-9C44-5FA55A730133}"/>
              </a:ext>
            </a:extLst>
          </p:cNvPr>
          <p:cNvSpPr>
            <a:spLocks noGrp="1"/>
          </p:cNvSpPr>
          <p:nvPr>
            <p:ph type="title"/>
          </p:nvPr>
        </p:nvSpPr>
        <p:spPr/>
        <p:txBody>
          <a:bodyPr>
            <a:normAutofit fontScale="90000"/>
          </a:bodyPr>
          <a:lstStyle/>
          <a:p>
            <a:r>
              <a:rPr lang="en-US" dirty="0" err="1"/>
              <a:t>gffread</a:t>
            </a:r>
            <a:r>
              <a:rPr lang="en-US" dirty="0"/>
              <a:t>, gffcompare and </a:t>
            </a:r>
            <a:r>
              <a:rPr lang="en-US" dirty="0" err="1"/>
              <a:t>trmap</a:t>
            </a:r>
            <a:endParaRPr lang="en-US" dirty="0"/>
          </a:p>
        </p:txBody>
      </p:sp>
      <p:sp>
        <p:nvSpPr>
          <p:cNvPr id="4" name="Slide Number Placeholder 3">
            <a:extLst>
              <a:ext uri="{FF2B5EF4-FFF2-40B4-BE49-F238E27FC236}">
                <a16:creationId xmlns:a16="http://schemas.microsoft.com/office/drawing/2014/main" id="{5C4B70E1-1421-92CB-B1D7-9C725594CB65}"/>
              </a:ext>
            </a:extLst>
          </p:cNvPr>
          <p:cNvSpPr>
            <a:spLocks noGrp="1"/>
          </p:cNvSpPr>
          <p:nvPr>
            <p:ph type="sldNum" sz="quarter" idx="12"/>
          </p:nvPr>
        </p:nvSpPr>
        <p:spPr/>
        <p:txBody>
          <a:bodyPr/>
          <a:lstStyle/>
          <a:p>
            <a:fld id="{B82CCC60-E8CD-4174-8B1A-7DF615B22EEF}" type="slidenum">
              <a:rPr lang="en-US" smtClean="0"/>
              <a:pPr/>
              <a:t>23</a:t>
            </a:fld>
            <a:endParaRPr lang="en-US"/>
          </a:p>
        </p:txBody>
      </p:sp>
      <p:pic>
        <p:nvPicPr>
          <p:cNvPr id="7" name="Picture 6">
            <a:extLst>
              <a:ext uri="{FF2B5EF4-FFF2-40B4-BE49-F238E27FC236}">
                <a16:creationId xmlns:a16="http://schemas.microsoft.com/office/drawing/2014/main" id="{7925E43E-65C1-2302-4FC8-084E842C6592}"/>
              </a:ext>
            </a:extLst>
          </p:cNvPr>
          <p:cNvPicPr>
            <a:picLocks noChangeAspect="1"/>
          </p:cNvPicPr>
          <p:nvPr/>
        </p:nvPicPr>
        <p:blipFill>
          <a:blip r:embed="rId3"/>
          <a:srcRect r="1029" b="57678"/>
          <a:stretch>
            <a:fillRect/>
          </a:stretch>
        </p:blipFill>
        <p:spPr>
          <a:xfrm>
            <a:off x="118673" y="1777354"/>
            <a:ext cx="5026191" cy="2278963"/>
          </a:xfrm>
          <a:prstGeom prst="rect">
            <a:avLst/>
          </a:prstGeom>
        </p:spPr>
      </p:pic>
      <p:sp>
        <p:nvSpPr>
          <p:cNvPr id="25" name="Rectangle 24">
            <a:extLst>
              <a:ext uri="{FF2B5EF4-FFF2-40B4-BE49-F238E27FC236}">
                <a16:creationId xmlns:a16="http://schemas.microsoft.com/office/drawing/2014/main" id="{0C42DB4A-55EF-53F1-9C40-430476C2102D}"/>
              </a:ext>
            </a:extLst>
          </p:cNvPr>
          <p:cNvSpPr/>
          <p:nvPr/>
        </p:nvSpPr>
        <p:spPr>
          <a:xfrm>
            <a:off x="258078" y="6124012"/>
            <a:ext cx="4681731" cy="369332"/>
          </a:xfrm>
          <a:prstGeom prst="rect">
            <a:avLst/>
          </a:prstGeom>
        </p:spPr>
        <p:txBody>
          <a:bodyPr wrap="none">
            <a:spAutoFit/>
          </a:bodyPr>
          <a:lstStyle/>
          <a:p>
            <a:r>
              <a:rPr lang="en-US">
                <a:hlinkClick r:id="rId4"/>
              </a:rPr>
              <a:t>http://</a:t>
            </a:r>
            <a:r>
              <a:rPr lang="en-US" err="1">
                <a:hlinkClick r:id="rId4"/>
              </a:rPr>
              <a:t>ccb.jhu.edu</a:t>
            </a:r>
            <a:r>
              <a:rPr lang="en-US">
                <a:hlinkClick r:id="rId4"/>
              </a:rPr>
              <a:t>/software/</a:t>
            </a:r>
            <a:r>
              <a:rPr lang="en-US" err="1">
                <a:hlinkClick r:id="rId4"/>
              </a:rPr>
              <a:t>stringtie</a:t>
            </a:r>
            <a:r>
              <a:rPr lang="en-US">
                <a:hlinkClick r:id="rId4"/>
              </a:rPr>
              <a:t>/</a:t>
            </a:r>
            <a:r>
              <a:rPr lang="en-US" err="1">
                <a:hlinkClick r:id="rId4"/>
              </a:rPr>
              <a:t>gff.shtml</a:t>
            </a:r>
            <a:endParaRPr lang="en-US"/>
          </a:p>
        </p:txBody>
      </p:sp>
      <p:pic>
        <p:nvPicPr>
          <p:cNvPr id="6" name="Picture 5">
            <a:extLst>
              <a:ext uri="{FF2B5EF4-FFF2-40B4-BE49-F238E27FC236}">
                <a16:creationId xmlns:a16="http://schemas.microsoft.com/office/drawing/2014/main" id="{3657B0DA-2199-F2C2-B212-FF104D149CC8}"/>
              </a:ext>
            </a:extLst>
          </p:cNvPr>
          <p:cNvPicPr>
            <a:picLocks noChangeAspect="1"/>
          </p:cNvPicPr>
          <p:nvPr/>
        </p:nvPicPr>
        <p:blipFill>
          <a:blip r:embed="rId5"/>
          <a:stretch>
            <a:fillRect/>
          </a:stretch>
        </p:blipFill>
        <p:spPr>
          <a:xfrm>
            <a:off x="5957414" y="2367946"/>
            <a:ext cx="5487820" cy="4474005"/>
          </a:xfrm>
          <a:prstGeom prst="rect">
            <a:avLst/>
          </a:prstGeom>
        </p:spPr>
      </p:pic>
      <p:sp>
        <p:nvSpPr>
          <p:cNvPr id="5" name="Rectangle 4">
            <a:extLst>
              <a:ext uri="{FF2B5EF4-FFF2-40B4-BE49-F238E27FC236}">
                <a16:creationId xmlns:a16="http://schemas.microsoft.com/office/drawing/2014/main" id="{CC398E27-FB31-1EB6-2094-93F4E47C25B8}"/>
              </a:ext>
            </a:extLst>
          </p:cNvPr>
          <p:cNvSpPr/>
          <p:nvPr/>
        </p:nvSpPr>
        <p:spPr>
          <a:xfrm>
            <a:off x="258078" y="4604948"/>
            <a:ext cx="6092506" cy="1354217"/>
          </a:xfrm>
          <a:prstGeom prst="rect">
            <a:avLst/>
          </a:prstGeom>
        </p:spPr>
        <p:txBody>
          <a:bodyPr wrap="square">
            <a:spAutoFit/>
          </a:bodyPr>
          <a:lstStyle/>
          <a:p>
            <a:r>
              <a:rPr lang="en-US" dirty="0">
                <a:solidFill>
                  <a:srgbClr val="333333"/>
                </a:solidFill>
                <a:latin typeface="Roboto"/>
              </a:rPr>
              <a:t>- </a:t>
            </a:r>
            <a:r>
              <a:rPr lang="en-US" sz="1600" dirty="0">
                <a:solidFill>
                  <a:srgbClr val="333333"/>
                </a:solidFill>
                <a:latin typeface="Roboto"/>
              </a:rPr>
              <a:t>designed for large scale overlap analysis of streaming transcript prediction data (millions of transcripts) with a reference annotation data set; it performs detection and classification of all the overlaps found between the streamed transcripts and the reference annotation transcripts. </a:t>
            </a:r>
          </a:p>
        </p:txBody>
      </p:sp>
      <p:sp>
        <p:nvSpPr>
          <p:cNvPr id="8" name="Rectangle 7">
            <a:extLst>
              <a:ext uri="{FF2B5EF4-FFF2-40B4-BE49-F238E27FC236}">
                <a16:creationId xmlns:a16="http://schemas.microsoft.com/office/drawing/2014/main" id="{DC5D5AD6-AEB0-D06C-EE7D-4D1FB183A394}"/>
              </a:ext>
            </a:extLst>
          </p:cNvPr>
          <p:cNvSpPr/>
          <p:nvPr/>
        </p:nvSpPr>
        <p:spPr bwMode="auto">
          <a:xfrm>
            <a:off x="9978753" y="1449954"/>
            <a:ext cx="1021138" cy="461665"/>
          </a:xfrm>
          <a:prstGeom prst="rect">
            <a:avLst/>
          </a:prstGeom>
          <a:solidFill>
            <a:srgbClr val="FFFF00"/>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9" name="Rectangle 8">
            <a:extLst>
              <a:ext uri="{FF2B5EF4-FFF2-40B4-BE49-F238E27FC236}">
                <a16:creationId xmlns:a16="http://schemas.microsoft.com/office/drawing/2014/main" id="{30E2DC47-BB73-8394-9476-5AED387B7ED5}"/>
              </a:ext>
            </a:extLst>
          </p:cNvPr>
          <p:cNvSpPr/>
          <p:nvPr/>
        </p:nvSpPr>
        <p:spPr>
          <a:xfrm>
            <a:off x="5957414" y="1456223"/>
            <a:ext cx="5283819" cy="461665"/>
          </a:xfrm>
          <a:prstGeom prst="rect">
            <a:avLst/>
          </a:prstGeom>
        </p:spPr>
        <p:txBody>
          <a:bodyPr wrap="none">
            <a:spAutoFit/>
          </a:bodyPr>
          <a:lstStyle/>
          <a:p>
            <a:r>
              <a:rPr lang="en-US" sz="2400" err="1">
                <a:latin typeface="CourierNewPSMT" panose="02070309020205020404" pitchFamily="49" charset="0"/>
              </a:rPr>
              <a:t>gffread</a:t>
            </a:r>
            <a:r>
              <a:rPr lang="en-US" sz="2400">
                <a:latin typeface="Times" pitchFamily="2" charset="0"/>
              </a:rPr>
              <a:t>, </a:t>
            </a:r>
            <a:r>
              <a:rPr lang="en-US" sz="2400" err="1">
                <a:latin typeface="CourierNewPSMT" panose="02070309020205020404" pitchFamily="49" charset="0"/>
              </a:rPr>
              <a:t>gffcompare</a:t>
            </a:r>
            <a:r>
              <a:rPr lang="en-US" sz="2400">
                <a:latin typeface="CourierNewPSMT" panose="02070309020205020404" pitchFamily="49" charset="0"/>
              </a:rPr>
              <a:t> </a:t>
            </a:r>
            <a:r>
              <a:rPr lang="en-US" sz="2400">
                <a:latin typeface="Times" pitchFamily="2" charset="0"/>
              </a:rPr>
              <a:t>and </a:t>
            </a:r>
            <a:r>
              <a:rPr lang="en-US" sz="2400" err="1">
                <a:latin typeface="CourierNewPSMT" panose="02070309020205020404" pitchFamily="49" charset="0"/>
              </a:rPr>
              <a:t>trmap</a:t>
            </a:r>
            <a:r>
              <a:rPr lang="en-US" sz="2400">
                <a:latin typeface="CourierNewPSMT" panose="02070309020205020404" pitchFamily="49" charset="0"/>
              </a:rPr>
              <a:t> </a:t>
            </a:r>
            <a:endParaRPr lang="en-US" sz="2400"/>
          </a:p>
        </p:txBody>
      </p:sp>
    </p:spTree>
    <p:extLst>
      <p:ext uri="{BB962C8B-B14F-4D97-AF65-F5344CB8AC3E}">
        <p14:creationId xmlns:p14="http://schemas.microsoft.com/office/powerpoint/2010/main" val="3967168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B65B9-7DF1-CB73-9847-1CE276076BA0}"/>
              </a:ext>
            </a:extLst>
          </p:cNvPr>
          <p:cNvSpPr>
            <a:spLocks noGrp="1"/>
          </p:cNvSpPr>
          <p:nvPr>
            <p:ph type="title"/>
          </p:nvPr>
        </p:nvSpPr>
        <p:spPr/>
        <p:txBody>
          <a:bodyPr>
            <a:normAutofit fontScale="90000"/>
          </a:bodyPr>
          <a:lstStyle/>
          <a:p>
            <a:r>
              <a:rPr lang="en-US" dirty="0"/>
              <a:t>gffcompare of two annotations</a:t>
            </a:r>
          </a:p>
        </p:txBody>
      </p:sp>
      <p:sp>
        <p:nvSpPr>
          <p:cNvPr id="4" name="Slide Number Placeholder 3">
            <a:extLst>
              <a:ext uri="{FF2B5EF4-FFF2-40B4-BE49-F238E27FC236}">
                <a16:creationId xmlns:a16="http://schemas.microsoft.com/office/drawing/2014/main" id="{3589E54C-DB00-5967-34D3-3E7FF0805548}"/>
              </a:ext>
            </a:extLst>
          </p:cNvPr>
          <p:cNvSpPr>
            <a:spLocks noGrp="1"/>
          </p:cNvSpPr>
          <p:nvPr>
            <p:ph type="sldNum" sz="quarter" idx="12"/>
          </p:nvPr>
        </p:nvSpPr>
        <p:spPr/>
        <p:txBody>
          <a:bodyPr/>
          <a:lstStyle/>
          <a:p>
            <a:fld id="{B82CCC60-E8CD-4174-8B1A-7DF615B22EEF}" type="slidenum">
              <a:rPr lang="en-US" smtClean="0"/>
              <a:pPr/>
              <a:t>24</a:t>
            </a:fld>
            <a:endParaRPr lang="en-US"/>
          </a:p>
        </p:txBody>
      </p:sp>
      <p:pic>
        <p:nvPicPr>
          <p:cNvPr id="9" name="Picture 8">
            <a:extLst>
              <a:ext uri="{FF2B5EF4-FFF2-40B4-BE49-F238E27FC236}">
                <a16:creationId xmlns:a16="http://schemas.microsoft.com/office/drawing/2014/main" id="{904EDAB9-192D-F234-8957-65AFB78D1ED8}"/>
              </a:ext>
            </a:extLst>
          </p:cNvPr>
          <p:cNvPicPr>
            <a:picLocks noChangeAspect="1"/>
          </p:cNvPicPr>
          <p:nvPr/>
        </p:nvPicPr>
        <p:blipFill>
          <a:blip r:embed="rId2"/>
          <a:stretch>
            <a:fillRect/>
          </a:stretch>
        </p:blipFill>
        <p:spPr>
          <a:xfrm>
            <a:off x="6130519" y="1839486"/>
            <a:ext cx="5890975" cy="4405198"/>
          </a:xfrm>
          <a:prstGeom prst="rect">
            <a:avLst/>
          </a:prstGeom>
        </p:spPr>
      </p:pic>
      <p:pic>
        <p:nvPicPr>
          <p:cNvPr id="10" name="Picture 9">
            <a:extLst>
              <a:ext uri="{FF2B5EF4-FFF2-40B4-BE49-F238E27FC236}">
                <a16:creationId xmlns:a16="http://schemas.microsoft.com/office/drawing/2014/main" id="{1EC6DBAD-8D55-DFF6-D3B1-69B464698E7A}"/>
              </a:ext>
            </a:extLst>
          </p:cNvPr>
          <p:cNvPicPr>
            <a:picLocks noChangeAspect="1"/>
          </p:cNvPicPr>
          <p:nvPr/>
        </p:nvPicPr>
        <p:blipFill>
          <a:blip r:embed="rId3"/>
          <a:stretch>
            <a:fillRect/>
          </a:stretch>
        </p:blipFill>
        <p:spPr>
          <a:xfrm>
            <a:off x="126496" y="1809750"/>
            <a:ext cx="5934985" cy="4434934"/>
          </a:xfrm>
          <a:prstGeom prst="rect">
            <a:avLst/>
          </a:prstGeom>
        </p:spPr>
      </p:pic>
      <p:sp>
        <p:nvSpPr>
          <p:cNvPr id="11" name="Rectangle 10">
            <a:extLst>
              <a:ext uri="{FF2B5EF4-FFF2-40B4-BE49-F238E27FC236}">
                <a16:creationId xmlns:a16="http://schemas.microsoft.com/office/drawing/2014/main" id="{969D22F1-1A3C-02D4-70F8-8B4EDD8B263E}"/>
              </a:ext>
            </a:extLst>
          </p:cNvPr>
          <p:cNvSpPr/>
          <p:nvPr/>
        </p:nvSpPr>
        <p:spPr bwMode="auto">
          <a:xfrm>
            <a:off x="126496" y="2843561"/>
            <a:ext cx="3988304" cy="34568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2" name="Rectangle 11">
            <a:extLst>
              <a:ext uri="{FF2B5EF4-FFF2-40B4-BE49-F238E27FC236}">
                <a16:creationId xmlns:a16="http://schemas.microsoft.com/office/drawing/2014/main" id="{E0FFD2DC-526C-8740-637B-361E2130A379}"/>
              </a:ext>
            </a:extLst>
          </p:cNvPr>
          <p:cNvSpPr/>
          <p:nvPr/>
        </p:nvSpPr>
        <p:spPr bwMode="auto">
          <a:xfrm>
            <a:off x="113545" y="4713248"/>
            <a:ext cx="3988304" cy="34568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3" name="Rectangle 12">
            <a:extLst>
              <a:ext uri="{FF2B5EF4-FFF2-40B4-BE49-F238E27FC236}">
                <a16:creationId xmlns:a16="http://schemas.microsoft.com/office/drawing/2014/main" id="{2D088A7D-5FA8-CA57-5C78-4800EB157B28}"/>
              </a:ext>
            </a:extLst>
          </p:cNvPr>
          <p:cNvSpPr/>
          <p:nvPr/>
        </p:nvSpPr>
        <p:spPr bwMode="auto">
          <a:xfrm>
            <a:off x="6130520" y="2843561"/>
            <a:ext cx="3988304" cy="34568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4" name="Rectangle 13">
            <a:extLst>
              <a:ext uri="{FF2B5EF4-FFF2-40B4-BE49-F238E27FC236}">
                <a16:creationId xmlns:a16="http://schemas.microsoft.com/office/drawing/2014/main" id="{164996AA-6E47-FD61-80EC-CE4CD112BB22}"/>
              </a:ext>
            </a:extLst>
          </p:cNvPr>
          <p:cNvSpPr/>
          <p:nvPr/>
        </p:nvSpPr>
        <p:spPr bwMode="auto">
          <a:xfrm>
            <a:off x="6130520" y="4690946"/>
            <a:ext cx="3988304" cy="34568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155191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BA4B5-3E4D-107B-3EF8-6CCC26394D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A8D66E-FEBE-0048-01CA-FC338FF612CB}"/>
              </a:ext>
            </a:extLst>
          </p:cNvPr>
          <p:cNvSpPr>
            <a:spLocks noGrp="1"/>
          </p:cNvSpPr>
          <p:nvPr>
            <p:ph type="title"/>
          </p:nvPr>
        </p:nvSpPr>
        <p:spPr/>
        <p:txBody>
          <a:bodyPr>
            <a:normAutofit fontScale="90000"/>
          </a:bodyPr>
          <a:lstStyle/>
          <a:p>
            <a:r>
              <a:rPr lang="en-US" dirty="0"/>
              <a:t>gffcompare of two annotations</a:t>
            </a:r>
          </a:p>
        </p:txBody>
      </p:sp>
      <p:sp>
        <p:nvSpPr>
          <p:cNvPr id="4" name="Slide Number Placeholder 3">
            <a:extLst>
              <a:ext uri="{FF2B5EF4-FFF2-40B4-BE49-F238E27FC236}">
                <a16:creationId xmlns:a16="http://schemas.microsoft.com/office/drawing/2014/main" id="{27F6185A-3EB3-0CCA-B4AF-6397E9307BA7}"/>
              </a:ext>
            </a:extLst>
          </p:cNvPr>
          <p:cNvSpPr>
            <a:spLocks noGrp="1"/>
          </p:cNvSpPr>
          <p:nvPr>
            <p:ph type="sldNum" sz="quarter" idx="12"/>
          </p:nvPr>
        </p:nvSpPr>
        <p:spPr/>
        <p:txBody>
          <a:bodyPr/>
          <a:lstStyle/>
          <a:p>
            <a:fld id="{B82CCC60-E8CD-4174-8B1A-7DF615B22EEF}" type="slidenum">
              <a:rPr lang="en-US" smtClean="0"/>
              <a:pPr/>
              <a:t>25</a:t>
            </a:fld>
            <a:endParaRPr lang="en-US"/>
          </a:p>
        </p:txBody>
      </p:sp>
      <p:pic>
        <p:nvPicPr>
          <p:cNvPr id="5" name="Picture 4">
            <a:extLst>
              <a:ext uri="{FF2B5EF4-FFF2-40B4-BE49-F238E27FC236}">
                <a16:creationId xmlns:a16="http://schemas.microsoft.com/office/drawing/2014/main" id="{8DE822E6-7F95-865D-C2A9-42EE47A08EE4}"/>
              </a:ext>
            </a:extLst>
          </p:cNvPr>
          <p:cNvPicPr>
            <a:picLocks noChangeAspect="1"/>
          </p:cNvPicPr>
          <p:nvPr/>
        </p:nvPicPr>
        <p:blipFill>
          <a:blip r:embed="rId2"/>
          <a:stretch>
            <a:fillRect/>
          </a:stretch>
        </p:blipFill>
        <p:spPr>
          <a:xfrm>
            <a:off x="6095999" y="1858236"/>
            <a:ext cx="5865901" cy="4386448"/>
          </a:xfrm>
          <a:prstGeom prst="rect">
            <a:avLst/>
          </a:prstGeom>
        </p:spPr>
      </p:pic>
      <p:pic>
        <p:nvPicPr>
          <p:cNvPr id="6" name="Picture 5">
            <a:extLst>
              <a:ext uri="{FF2B5EF4-FFF2-40B4-BE49-F238E27FC236}">
                <a16:creationId xmlns:a16="http://schemas.microsoft.com/office/drawing/2014/main" id="{B33E88CF-0C20-B3D2-98B8-615EE0FE1F97}"/>
              </a:ext>
            </a:extLst>
          </p:cNvPr>
          <p:cNvPicPr>
            <a:picLocks noChangeAspect="1"/>
          </p:cNvPicPr>
          <p:nvPr/>
        </p:nvPicPr>
        <p:blipFill>
          <a:blip r:embed="rId3"/>
          <a:stretch>
            <a:fillRect/>
          </a:stretch>
        </p:blipFill>
        <p:spPr>
          <a:xfrm>
            <a:off x="126496" y="1809750"/>
            <a:ext cx="5934985" cy="4434934"/>
          </a:xfrm>
          <a:prstGeom prst="rect">
            <a:avLst/>
          </a:prstGeom>
        </p:spPr>
      </p:pic>
      <p:sp>
        <p:nvSpPr>
          <p:cNvPr id="7" name="Rectangle 6">
            <a:extLst>
              <a:ext uri="{FF2B5EF4-FFF2-40B4-BE49-F238E27FC236}">
                <a16:creationId xmlns:a16="http://schemas.microsoft.com/office/drawing/2014/main" id="{4FEF154E-ED16-2673-6C98-50EDA8848679}"/>
              </a:ext>
            </a:extLst>
          </p:cNvPr>
          <p:cNvSpPr/>
          <p:nvPr/>
        </p:nvSpPr>
        <p:spPr bwMode="auto">
          <a:xfrm>
            <a:off x="450832" y="4027217"/>
            <a:ext cx="2638056" cy="50017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8" name="Rectangle 7">
            <a:extLst>
              <a:ext uri="{FF2B5EF4-FFF2-40B4-BE49-F238E27FC236}">
                <a16:creationId xmlns:a16="http://schemas.microsoft.com/office/drawing/2014/main" id="{7AA55CBB-39B2-B121-2EAD-69832930C156}"/>
              </a:ext>
            </a:extLst>
          </p:cNvPr>
          <p:cNvSpPr/>
          <p:nvPr/>
        </p:nvSpPr>
        <p:spPr bwMode="auto">
          <a:xfrm>
            <a:off x="6440390" y="4027217"/>
            <a:ext cx="2638056" cy="50017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641111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993AB-6DE7-8285-E0AC-5F1A18195D13}"/>
              </a:ext>
            </a:extLst>
          </p:cNvPr>
          <p:cNvSpPr>
            <a:spLocks noGrp="1"/>
          </p:cNvSpPr>
          <p:nvPr>
            <p:ph type="title"/>
          </p:nvPr>
        </p:nvSpPr>
        <p:spPr/>
        <p:txBody>
          <a:bodyPr>
            <a:normAutofit fontScale="90000"/>
          </a:bodyPr>
          <a:lstStyle/>
          <a:p>
            <a:r>
              <a:rPr lang="en-US" i="1" dirty="0"/>
              <a:t>Ab initio </a:t>
            </a:r>
            <a:r>
              <a:rPr lang="en-US" dirty="0"/>
              <a:t>gene finding</a:t>
            </a:r>
          </a:p>
        </p:txBody>
      </p:sp>
      <p:sp>
        <p:nvSpPr>
          <p:cNvPr id="3" name="Content Placeholder 2">
            <a:extLst>
              <a:ext uri="{FF2B5EF4-FFF2-40B4-BE49-F238E27FC236}">
                <a16:creationId xmlns:a16="http://schemas.microsoft.com/office/drawing/2014/main" id="{37266C4B-003F-16DC-7AF5-AFA961D396B3}"/>
              </a:ext>
            </a:extLst>
          </p:cNvPr>
          <p:cNvSpPr>
            <a:spLocks noGrp="1"/>
          </p:cNvSpPr>
          <p:nvPr>
            <p:ph idx="1"/>
          </p:nvPr>
        </p:nvSpPr>
        <p:spPr>
          <a:xfrm>
            <a:off x="598620" y="1596540"/>
            <a:ext cx="10972800" cy="4759811"/>
          </a:xfrm>
        </p:spPr>
        <p:txBody>
          <a:bodyPr>
            <a:normAutofit fontScale="92500"/>
          </a:bodyPr>
          <a:lstStyle/>
          <a:p>
            <a:r>
              <a:rPr lang="en-US" dirty="0"/>
              <a:t>Transcriptome sequencing data does not provide comprehensive picture of expression – not all transcripts are expressed in all cells at the same time:  </a:t>
            </a:r>
          </a:p>
          <a:p>
            <a:pPr lvl="1"/>
            <a:r>
              <a:rPr lang="en-US" dirty="0"/>
              <a:t>Sequence many different cells under many conditions (expensive)</a:t>
            </a:r>
          </a:p>
          <a:p>
            <a:pPr lvl="1"/>
            <a:r>
              <a:rPr lang="en-US" dirty="0"/>
              <a:t>Supplement transcriptome sequencing data with an </a:t>
            </a:r>
            <a:r>
              <a:rPr lang="en-US" i="1" dirty="0"/>
              <a:t>ab initio </a:t>
            </a:r>
            <a:r>
              <a:rPr lang="en-US" dirty="0"/>
              <a:t>gene finding algorithm to find transcripts that a not expressed</a:t>
            </a:r>
          </a:p>
          <a:p>
            <a:r>
              <a:rPr lang="en-US" dirty="0"/>
              <a:t>Assembled transcripts have errors: </a:t>
            </a:r>
          </a:p>
          <a:p>
            <a:pPr lvl="1"/>
            <a:r>
              <a:rPr lang="en-US" dirty="0"/>
              <a:t>Use machine learning algorithms to detect errors in assembled transcripts</a:t>
            </a:r>
          </a:p>
          <a:p>
            <a:r>
              <a:rPr lang="en-US" dirty="0"/>
              <a:t>Machine learning:</a:t>
            </a:r>
          </a:p>
          <a:p>
            <a:pPr lvl="1"/>
            <a:r>
              <a:rPr lang="en-US" dirty="0"/>
              <a:t>Positional Weights/Markov chain/Hidden Markov Models</a:t>
            </a:r>
          </a:p>
          <a:p>
            <a:pPr lvl="1"/>
            <a:r>
              <a:rPr lang="en-US" dirty="0"/>
              <a:t>Convolution Neural Networks?</a:t>
            </a:r>
          </a:p>
          <a:p>
            <a:pPr lvl="1"/>
            <a:endParaRPr lang="en-US" dirty="0"/>
          </a:p>
        </p:txBody>
      </p:sp>
      <p:sp>
        <p:nvSpPr>
          <p:cNvPr id="4" name="Slide Number Placeholder 3">
            <a:extLst>
              <a:ext uri="{FF2B5EF4-FFF2-40B4-BE49-F238E27FC236}">
                <a16:creationId xmlns:a16="http://schemas.microsoft.com/office/drawing/2014/main" id="{D2B4308B-AFA2-E9DC-AA64-E27C6EAAE005}"/>
              </a:ext>
            </a:extLst>
          </p:cNvPr>
          <p:cNvSpPr>
            <a:spLocks noGrp="1"/>
          </p:cNvSpPr>
          <p:nvPr>
            <p:ph type="sldNum" sz="quarter" idx="12"/>
          </p:nvPr>
        </p:nvSpPr>
        <p:spPr/>
        <p:txBody>
          <a:bodyPr/>
          <a:lstStyle/>
          <a:p>
            <a:fld id="{B82CCC60-E8CD-4174-8B1A-7DF615B22EEF}" type="slidenum">
              <a:rPr lang="en-US" smtClean="0"/>
              <a:pPr/>
              <a:t>26</a:t>
            </a:fld>
            <a:endParaRPr lang="en-US"/>
          </a:p>
        </p:txBody>
      </p:sp>
    </p:spTree>
    <p:extLst>
      <p:ext uri="{BB962C8B-B14F-4D97-AF65-F5344CB8AC3E}">
        <p14:creationId xmlns:p14="http://schemas.microsoft.com/office/powerpoint/2010/main" val="763290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5A960-9AED-42DD-A4CE-32DEB70A2854}"/>
              </a:ext>
            </a:extLst>
          </p:cNvPr>
          <p:cNvSpPr>
            <a:spLocks noGrp="1"/>
          </p:cNvSpPr>
          <p:nvPr>
            <p:ph type="title"/>
          </p:nvPr>
        </p:nvSpPr>
        <p:spPr/>
        <p:txBody>
          <a:bodyPr>
            <a:normAutofit fontScale="90000"/>
          </a:bodyPr>
          <a:lstStyle/>
          <a:p>
            <a:r>
              <a:rPr lang="en-US" dirty="0"/>
              <a:t>Machine learning algorithms</a:t>
            </a:r>
          </a:p>
        </p:txBody>
      </p:sp>
      <p:sp>
        <p:nvSpPr>
          <p:cNvPr id="3" name="Content Placeholder 2">
            <a:extLst>
              <a:ext uri="{FF2B5EF4-FFF2-40B4-BE49-F238E27FC236}">
                <a16:creationId xmlns:a16="http://schemas.microsoft.com/office/drawing/2014/main" id="{5387AFB0-4CD4-49AE-5635-A884EF4A400C}"/>
              </a:ext>
            </a:extLst>
          </p:cNvPr>
          <p:cNvSpPr>
            <a:spLocks noGrp="1"/>
          </p:cNvSpPr>
          <p:nvPr>
            <p:ph idx="1"/>
          </p:nvPr>
        </p:nvSpPr>
        <p:spPr>
          <a:xfrm>
            <a:off x="598620" y="1596540"/>
            <a:ext cx="10972800" cy="4818774"/>
          </a:xfrm>
        </p:spPr>
        <p:txBody>
          <a:bodyPr>
            <a:normAutofit/>
          </a:bodyPr>
          <a:lstStyle/>
          <a:p>
            <a:r>
              <a:rPr lang="en-US" dirty="0"/>
              <a:t>Protein coding and non-coding sequences have different patterns of letters</a:t>
            </a:r>
          </a:p>
          <a:p>
            <a:r>
              <a:rPr lang="en-US" dirty="0"/>
              <a:t>Spliceosome does not just cut out introns at GT-AG, it recognizes longer patterns around splice sites</a:t>
            </a:r>
          </a:p>
          <a:p>
            <a:r>
              <a:rPr lang="en-US" dirty="0"/>
              <a:t>We can look for the patterns with </a:t>
            </a:r>
            <a:r>
              <a:rPr lang="en-US" i="1" dirty="0"/>
              <a:t>machine learning </a:t>
            </a:r>
            <a:r>
              <a:rPr lang="en-US" dirty="0"/>
              <a:t>algorithms</a:t>
            </a:r>
          </a:p>
          <a:p>
            <a:r>
              <a:rPr lang="en-US" dirty="0"/>
              <a:t>We can model and test the patterns with:</a:t>
            </a:r>
          </a:p>
          <a:p>
            <a:pPr lvl="1"/>
            <a:r>
              <a:rPr lang="en-US" dirty="0"/>
              <a:t>Positional Probabilities or Positional Weights</a:t>
            </a:r>
          </a:p>
          <a:p>
            <a:pPr lvl="1"/>
            <a:r>
              <a:rPr lang="en-US" dirty="0"/>
              <a:t>Markov chains</a:t>
            </a:r>
          </a:p>
          <a:p>
            <a:pPr lvl="1"/>
            <a:r>
              <a:rPr lang="en-US" dirty="0"/>
              <a:t>Hidden Markov Models</a:t>
            </a:r>
          </a:p>
        </p:txBody>
      </p:sp>
      <p:sp>
        <p:nvSpPr>
          <p:cNvPr id="4" name="Slide Number Placeholder 3">
            <a:extLst>
              <a:ext uri="{FF2B5EF4-FFF2-40B4-BE49-F238E27FC236}">
                <a16:creationId xmlns:a16="http://schemas.microsoft.com/office/drawing/2014/main" id="{C00C02BC-5B68-B2F7-B466-6A9EF3BC48AA}"/>
              </a:ext>
            </a:extLst>
          </p:cNvPr>
          <p:cNvSpPr>
            <a:spLocks noGrp="1"/>
          </p:cNvSpPr>
          <p:nvPr>
            <p:ph type="sldNum" sz="quarter" idx="12"/>
          </p:nvPr>
        </p:nvSpPr>
        <p:spPr/>
        <p:txBody>
          <a:bodyPr/>
          <a:lstStyle/>
          <a:p>
            <a:fld id="{B82CCC60-E8CD-4174-8B1A-7DF615B22EEF}" type="slidenum">
              <a:rPr lang="en-US" smtClean="0"/>
              <a:pPr/>
              <a:t>27</a:t>
            </a:fld>
            <a:endParaRPr lang="en-US"/>
          </a:p>
        </p:txBody>
      </p:sp>
    </p:spTree>
    <p:extLst>
      <p:ext uri="{BB962C8B-B14F-4D97-AF65-F5344CB8AC3E}">
        <p14:creationId xmlns:p14="http://schemas.microsoft.com/office/powerpoint/2010/main" val="5234821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57A19-48C7-CAB5-3B42-7AC453F63A94}"/>
              </a:ext>
            </a:extLst>
          </p:cNvPr>
          <p:cNvSpPr>
            <a:spLocks noGrp="1"/>
          </p:cNvSpPr>
          <p:nvPr>
            <p:ph type="title"/>
          </p:nvPr>
        </p:nvSpPr>
        <p:spPr/>
        <p:txBody>
          <a:bodyPr>
            <a:normAutofit fontScale="90000"/>
          </a:bodyPr>
          <a:lstStyle/>
          <a:p>
            <a:r>
              <a:rPr lang="en-US" dirty="0"/>
              <a:t>Markov chains and HMMs</a:t>
            </a:r>
          </a:p>
        </p:txBody>
      </p:sp>
      <p:sp>
        <p:nvSpPr>
          <p:cNvPr id="3" name="Content Placeholder 2">
            <a:extLst>
              <a:ext uri="{FF2B5EF4-FFF2-40B4-BE49-F238E27FC236}">
                <a16:creationId xmlns:a16="http://schemas.microsoft.com/office/drawing/2014/main" id="{0ED79247-BA8E-D544-D04F-7E5DFFA98AC1}"/>
              </a:ext>
            </a:extLst>
          </p:cNvPr>
          <p:cNvSpPr>
            <a:spLocks noGrp="1"/>
          </p:cNvSpPr>
          <p:nvPr>
            <p:ph idx="1"/>
          </p:nvPr>
        </p:nvSpPr>
        <p:spPr>
          <a:xfrm>
            <a:off x="598620" y="1596540"/>
            <a:ext cx="10972800" cy="5124936"/>
          </a:xfrm>
        </p:spPr>
        <p:txBody>
          <a:bodyPr>
            <a:normAutofit fontScale="92500" lnSpcReduction="10000"/>
          </a:bodyPr>
          <a:lstStyle/>
          <a:p>
            <a:r>
              <a:rPr lang="en-US" dirty="0"/>
              <a:t>We can use Positional Probabilities and Markov chains to test whether the sequence patterns around features (such as splice sites GT-AG) correspond to what is expected, which allows us to:</a:t>
            </a:r>
          </a:p>
          <a:p>
            <a:pPr lvl="1"/>
            <a:r>
              <a:rPr lang="en-US" dirty="0"/>
              <a:t>Look for new features</a:t>
            </a:r>
          </a:p>
          <a:p>
            <a:pPr lvl="1"/>
            <a:r>
              <a:rPr lang="en-US" dirty="0"/>
              <a:t>Test for correctness of existing features obtained from the data </a:t>
            </a:r>
          </a:p>
          <a:p>
            <a:pPr lvl="1"/>
            <a:endParaRPr lang="en-US" dirty="0"/>
          </a:p>
          <a:p>
            <a:r>
              <a:rPr lang="en-US" dirty="0"/>
              <a:t>We will consider application of Positional Probabilities and Markov chains to splice site prediction/validation</a:t>
            </a:r>
          </a:p>
          <a:p>
            <a:pPr lvl="1"/>
            <a:endParaRPr lang="en-US" dirty="0"/>
          </a:p>
          <a:p>
            <a:pPr lvl="1"/>
            <a:endParaRPr lang="en-US" dirty="0"/>
          </a:p>
          <a:p>
            <a:r>
              <a:rPr lang="en-US" dirty="0"/>
              <a:t>We can use HMMs to locate regions of sequence that appear to have different properties (coding vs. non-coding)</a:t>
            </a:r>
          </a:p>
        </p:txBody>
      </p:sp>
      <p:sp>
        <p:nvSpPr>
          <p:cNvPr id="4" name="Slide Number Placeholder 3">
            <a:extLst>
              <a:ext uri="{FF2B5EF4-FFF2-40B4-BE49-F238E27FC236}">
                <a16:creationId xmlns:a16="http://schemas.microsoft.com/office/drawing/2014/main" id="{616BFD11-A455-A3DA-E0EB-606C7312724E}"/>
              </a:ext>
            </a:extLst>
          </p:cNvPr>
          <p:cNvSpPr>
            <a:spLocks noGrp="1"/>
          </p:cNvSpPr>
          <p:nvPr>
            <p:ph type="sldNum" sz="quarter" idx="12"/>
          </p:nvPr>
        </p:nvSpPr>
        <p:spPr/>
        <p:txBody>
          <a:bodyPr/>
          <a:lstStyle/>
          <a:p>
            <a:fld id="{B82CCC60-E8CD-4174-8B1A-7DF615B22EEF}" type="slidenum">
              <a:rPr lang="en-US" smtClean="0"/>
              <a:pPr/>
              <a:t>28</a:t>
            </a:fld>
            <a:endParaRPr lang="en-US"/>
          </a:p>
        </p:txBody>
      </p:sp>
    </p:spTree>
    <p:extLst>
      <p:ext uri="{BB962C8B-B14F-4D97-AF65-F5344CB8AC3E}">
        <p14:creationId xmlns:p14="http://schemas.microsoft.com/office/powerpoint/2010/main" val="19729451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9478C-A1A6-A881-3E93-A5E9BCEA964D}"/>
              </a:ext>
            </a:extLst>
          </p:cNvPr>
          <p:cNvSpPr>
            <a:spLocks noGrp="1"/>
          </p:cNvSpPr>
          <p:nvPr>
            <p:ph type="title"/>
          </p:nvPr>
        </p:nvSpPr>
        <p:spPr/>
        <p:txBody>
          <a:bodyPr>
            <a:normAutofit fontScale="90000"/>
          </a:bodyPr>
          <a:lstStyle/>
          <a:p>
            <a:r>
              <a:rPr lang="en-US" dirty="0"/>
              <a:t>Positional Probabilities</a:t>
            </a:r>
          </a:p>
        </p:txBody>
      </p:sp>
      <p:sp>
        <p:nvSpPr>
          <p:cNvPr id="3" name="Content Placeholder 2">
            <a:extLst>
              <a:ext uri="{FF2B5EF4-FFF2-40B4-BE49-F238E27FC236}">
                <a16:creationId xmlns:a16="http://schemas.microsoft.com/office/drawing/2014/main" id="{E9B67138-D3D4-43B0-3585-B216DBAF8B65}"/>
              </a:ext>
            </a:extLst>
          </p:cNvPr>
          <p:cNvSpPr>
            <a:spLocks noGrp="1"/>
          </p:cNvSpPr>
          <p:nvPr>
            <p:ph idx="1"/>
          </p:nvPr>
        </p:nvSpPr>
        <p:spPr/>
        <p:txBody>
          <a:bodyPr/>
          <a:lstStyle/>
          <a:p>
            <a:r>
              <a:rPr lang="en-US" dirty="0"/>
              <a:t>Positional probabilities is the most straightforward approach to detecting and testing sequence patterns</a:t>
            </a:r>
          </a:p>
          <a:p>
            <a:endParaRPr lang="en-US" dirty="0"/>
          </a:p>
          <a:p>
            <a:r>
              <a:rPr lang="en-US" dirty="0"/>
              <a:t>Positional probabilities simply quantify the probabilities of observing A,C,G,T at a certain location in genomic sequence</a:t>
            </a:r>
          </a:p>
        </p:txBody>
      </p:sp>
      <p:sp>
        <p:nvSpPr>
          <p:cNvPr id="4" name="Slide Number Placeholder 3">
            <a:extLst>
              <a:ext uri="{FF2B5EF4-FFF2-40B4-BE49-F238E27FC236}">
                <a16:creationId xmlns:a16="http://schemas.microsoft.com/office/drawing/2014/main" id="{1F8320E1-589A-B943-7021-B704A264BE31}"/>
              </a:ext>
            </a:extLst>
          </p:cNvPr>
          <p:cNvSpPr>
            <a:spLocks noGrp="1"/>
          </p:cNvSpPr>
          <p:nvPr>
            <p:ph type="sldNum" sz="quarter" idx="12"/>
          </p:nvPr>
        </p:nvSpPr>
        <p:spPr/>
        <p:txBody>
          <a:bodyPr/>
          <a:lstStyle/>
          <a:p>
            <a:fld id="{B82CCC60-E8CD-4174-8B1A-7DF615B22EEF}" type="slidenum">
              <a:rPr lang="en-US" smtClean="0"/>
              <a:pPr/>
              <a:t>29</a:t>
            </a:fld>
            <a:endParaRPr lang="en-US"/>
          </a:p>
        </p:txBody>
      </p:sp>
    </p:spTree>
    <p:extLst>
      <p:ext uri="{BB962C8B-B14F-4D97-AF65-F5344CB8AC3E}">
        <p14:creationId xmlns:p14="http://schemas.microsoft.com/office/powerpoint/2010/main" val="18884401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41159-66B4-F802-51EF-D98F37AD60D7}"/>
              </a:ext>
            </a:extLst>
          </p:cNvPr>
          <p:cNvSpPr>
            <a:spLocks noGrp="1"/>
          </p:cNvSpPr>
          <p:nvPr>
            <p:ph type="title"/>
          </p:nvPr>
        </p:nvSpPr>
        <p:spPr/>
        <p:txBody>
          <a:bodyPr>
            <a:normAutofit fontScale="90000"/>
          </a:bodyPr>
          <a:lstStyle/>
          <a:p>
            <a:r>
              <a:rPr lang="en-US" dirty="0"/>
              <a:t>Positional probabilities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E685EC-5ECB-37DE-E37B-36FD6BAC8698}"/>
                  </a:ext>
                </a:extLst>
              </p:cNvPr>
              <p:cNvSpPr>
                <a:spLocks noGrp="1"/>
              </p:cNvSpPr>
              <p:nvPr>
                <p:ph idx="1"/>
              </p:nvPr>
            </p:nvSpPr>
            <p:spPr>
              <a:xfrm>
                <a:off x="598620" y="1596540"/>
                <a:ext cx="9561380" cy="4448125"/>
              </a:xfrm>
            </p:spPr>
            <p:txBody>
              <a:bodyPr>
                <a:normAutofit lnSpcReduction="10000"/>
              </a:bodyPr>
              <a:lstStyle/>
              <a:p>
                <a:r>
                  <a:rPr lang="en-US" dirty="0"/>
                  <a:t>We can use known high-confidence splice sites in the annotation to compute Positional Probabilities:</a:t>
                </a:r>
                <a:br>
                  <a:rPr lang="en-US"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den>
                    </m:f>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𝑁</m:t>
                        </m:r>
                      </m:sup>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e>
                    </m:nary>
                  </m:oMath>
                </a14:m>
                <a:br>
                  <a:rPr lang="en-US" dirty="0"/>
                </a:br>
                <a:r>
                  <a:rPr lang="en-US" dirty="0"/>
                  <a:t>,where </a:t>
                </a:r>
                <a:br>
                  <a:rPr lang="en-US" dirty="0"/>
                </a:br>
                <a14:m>
                  <m:oMath xmlns:m="http://schemas.openxmlformats.org/officeDocument/2006/math">
                    <m:r>
                      <a:rPr lang="en-US" i="1">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m>
                          <m:mPr>
                            <m:mcs>
                              <m:mc>
                                <m:mcPr>
                                  <m:count m:val="1"/>
                                  <m:mcJc m:val="center"/>
                                </m:mcPr>
                              </m:mc>
                            </m:mcs>
                            <m:ctrlPr>
                              <a:rPr lang="en-US" b="0" i="1" smtClean="0">
                                <a:latin typeface="Cambria Math" panose="02040503050406030204" pitchFamily="18" charset="0"/>
                                <a:ea typeface="Cambria Math" panose="02040503050406030204" pitchFamily="18" charset="0"/>
                              </a:rPr>
                            </m:ctrlPr>
                          </m:mPr>
                          <m:mr>
                            <m:e>
                              <m:r>
                                <m:rPr>
                                  <m:brk m:alnAt="7"/>
                                </m:rP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𝑖𝑓</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e>
                          </m:mr>
                          <m:mr>
                            <m:e>
                              <m:r>
                                <a:rPr lang="en-US" b="0" i="1" smtClean="0">
                                  <a:latin typeface="Cambria Math" panose="02040503050406030204" pitchFamily="18" charset="0"/>
                                  <a:ea typeface="Cambria Math" panose="02040503050406030204" pitchFamily="18" charset="0"/>
                                </a:rPr>
                                <m:t>0</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𝑖𝑓</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e>
                          </m:mr>
                        </m:m>
                      </m:e>
                    </m:d>
                  </m:oMath>
                </a14:m>
                <a:endParaRPr lang="en-US" dirty="0"/>
              </a:p>
              <a:p>
                <a14:m>
                  <m:oMath xmlns:m="http://schemas.openxmlformats.org/officeDocument/2006/math">
                    <m:r>
                      <a:rPr lang="en-US" i="1">
                        <a:latin typeface="Cambria Math" panose="02040503050406030204" pitchFamily="18" charset="0"/>
                      </a:rPr>
                      <m:t>𝑖</m:t>
                    </m:r>
                  </m:oMath>
                </a14:m>
                <a:r>
                  <a:rPr lang="en-US" dirty="0"/>
                  <a:t> index goes over all letters in the alphabet (A,C,G,T), </a:t>
                </a:r>
                <a14:m>
                  <m:oMath xmlns:m="http://schemas.openxmlformats.org/officeDocument/2006/math">
                    <m:r>
                      <a:rPr lang="en-US" b="0" i="1" smtClean="0">
                        <a:latin typeface="Cambria Math" panose="02040503050406030204" pitchFamily="18" charset="0"/>
                        <a:ea typeface="Cambria Math" panose="02040503050406030204" pitchFamily="18" charset="0"/>
                      </a:rPr>
                      <m:t>𝑗</m:t>
                    </m:r>
                  </m:oMath>
                </a14:m>
                <a:r>
                  <a:rPr lang="en-US" dirty="0"/>
                  <a:t> index goes over positions within splice site</a:t>
                </a:r>
              </a:p>
            </p:txBody>
          </p:sp>
        </mc:Choice>
        <mc:Fallback xmlns="">
          <p:sp>
            <p:nvSpPr>
              <p:cNvPr id="3" name="Content Placeholder 2">
                <a:extLst>
                  <a:ext uri="{FF2B5EF4-FFF2-40B4-BE49-F238E27FC236}">
                    <a16:creationId xmlns:a16="http://schemas.microsoft.com/office/drawing/2014/main" id="{23E685EC-5ECB-37DE-E37B-36FD6BAC8698}"/>
                  </a:ext>
                </a:extLst>
              </p:cNvPr>
              <p:cNvSpPr>
                <a:spLocks noGrp="1" noRot="1" noChangeAspect="1" noMove="1" noResize="1" noEditPoints="1" noAdjustHandles="1" noChangeArrowheads="1" noChangeShapeType="1" noTextEdit="1"/>
              </p:cNvSpPr>
              <p:nvPr>
                <p:ph idx="1"/>
              </p:nvPr>
            </p:nvSpPr>
            <p:spPr>
              <a:xfrm>
                <a:off x="598620" y="1596540"/>
                <a:ext cx="9561380" cy="4448125"/>
              </a:xfrm>
              <a:blipFill>
                <a:blip r:embed="rId2"/>
                <a:stretch>
                  <a:fillRect l="-1147" t="-232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CFB723E-C021-7BCC-FD79-03C15E55AAB4}"/>
              </a:ext>
            </a:extLst>
          </p:cNvPr>
          <p:cNvSpPr>
            <a:spLocks noGrp="1"/>
          </p:cNvSpPr>
          <p:nvPr>
            <p:ph type="sldNum" sz="quarter" idx="12"/>
          </p:nvPr>
        </p:nvSpPr>
        <p:spPr/>
        <p:txBody>
          <a:bodyPr/>
          <a:lstStyle/>
          <a:p>
            <a:fld id="{B82CCC60-E8CD-4174-8B1A-7DF615B22EEF}" type="slidenum">
              <a:rPr lang="en-US" smtClean="0"/>
              <a:pPr/>
              <a:t>30</a:t>
            </a:fld>
            <a:endParaRPr lang="en-US"/>
          </a:p>
        </p:txBody>
      </p:sp>
      <p:pic>
        <p:nvPicPr>
          <p:cNvPr id="5" name="Picture 4">
            <a:extLst>
              <a:ext uri="{FF2B5EF4-FFF2-40B4-BE49-F238E27FC236}">
                <a16:creationId xmlns:a16="http://schemas.microsoft.com/office/drawing/2014/main" id="{8983FC08-85E5-49C2-8474-E4B32F15F185}"/>
              </a:ext>
            </a:extLst>
          </p:cNvPr>
          <p:cNvPicPr>
            <a:picLocks noChangeAspect="1"/>
          </p:cNvPicPr>
          <p:nvPr/>
        </p:nvPicPr>
        <p:blipFill>
          <a:blip r:embed="rId3"/>
          <a:stretch>
            <a:fillRect/>
          </a:stretch>
        </p:blipFill>
        <p:spPr>
          <a:xfrm>
            <a:off x="10160000" y="1546745"/>
            <a:ext cx="1474234" cy="4497920"/>
          </a:xfrm>
          <a:prstGeom prst="rect">
            <a:avLst/>
          </a:prstGeom>
        </p:spPr>
      </p:pic>
    </p:spTree>
    <p:extLst>
      <p:ext uri="{BB962C8B-B14F-4D97-AF65-F5344CB8AC3E}">
        <p14:creationId xmlns:p14="http://schemas.microsoft.com/office/powerpoint/2010/main" val="15826056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8A2FC-970A-A62F-0E5E-09E462F1A8BE}"/>
              </a:ext>
            </a:extLst>
          </p:cNvPr>
          <p:cNvSpPr>
            <a:spLocks noGrp="1"/>
          </p:cNvSpPr>
          <p:nvPr>
            <p:ph type="title"/>
          </p:nvPr>
        </p:nvSpPr>
        <p:spPr/>
        <p:txBody>
          <a:bodyPr>
            <a:normAutofit fontScale="90000"/>
          </a:bodyPr>
          <a:lstStyle/>
          <a:p>
            <a:r>
              <a:rPr lang="en-US" dirty="0"/>
              <a:t>Example</a:t>
            </a:r>
          </a:p>
        </p:txBody>
      </p:sp>
      <p:sp>
        <p:nvSpPr>
          <p:cNvPr id="3" name="Content Placeholder 2">
            <a:extLst>
              <a:ext uri="{FF2B5EF4-FFF2-40B4-BE49-F238E27FC236}">
                <a16:creationId xmlns:a16="http://schemas.microsoft.com/office/drawing/2014/main" id="{BB04FC8F-985A-EE0E-6C63-52322ABB34EB}"/>
              </a:ext>
            </a:extLst>
          </p:cNvPr>
          <p:cNvSpPr>
            <a:spLocks noGrp="1"/>
          </p:cNvSpPr>
          <p:nvPr>
            <p:ph idx="1"/>
          </p:nvPr>
        </p:nvSpPr>
        <p:spPr>
          <a:xfrm>
            <a:off x="598620" y="1596540"/>
            <a:ext cx="10972800" cy="4958264"/>
          </a:xfrm>
        </p:spPr>
        <p:txBody>
          <a:bodyPr>
            <a:normAutofit/>
          </a:bodyPr>
          <a:lstStyle/>
          <a:p>
            <a:r>
              <a:rPr lang="en-US" dirty="0"/>
              <a:t>Given DNA sequences:</a:t>
            </a:r>
          </a:p>
          <a:p>
            <a:r>
              <a:rPr lang="en-US" dirty="0"/>
              <a:t>                          The Positional Probability Matrix (PPM) is</a:t>
            </a:r>
            <a:br>
              <a:rPr lang="en-US" dirty="0"/>
            </a:br>
            <a:br>
              <a:rPr lang="en-US" dirty="0"/>
            </a:br>
            <a:br>
              <a:rPr lang="en-US" dirty="0"/>
            </a:br>
            <a:br>
              <a:rPr lang="en-US" dirty="0"/>
            </a:br>
            <a:br>
              <a:rPr lang="en-US" dirty="0"/>
            </a:br>
            <a:endParaRPr lang="en-US" dirty="0"/>
          </a:p>
          <a:p>
            <a:endParaRPr lang="en-US" dirty="0"/>
          </a:p>
          <a:p>
            <a:r>
              <a:rPr lang="en-US" dirty="0"/>
              <a:t>               Computing these probabilities from the data is the </a:t>
            </a:r>
            <a:r>
              <a:rPr lang="en-US" i="1" dirty="0"/>
              <a:t>learning</a:t>
            </a:r>
            <a:r>
              <a:rPr lang="en-US" dirty="0"/>
              <a:t> part</a:t>
            </a:r>
          </a:p>
        </p:txBody>
      </p:sp>
      <p:sp>
        <p:nvSpPr>
          <p:cNvPr id="4" name="Slide Number Placeholder 3">
            <a:extLst>
              <a:ext uri="{FF2B5EF4-FFF2-40B4-BE49-F238E27FC236}">
                <a16:creationId xmlns:a16="http://schemas.microsoft.com/office/drawing/2014/main" id="{C558075B-C6EC-878C-343C-93D1AF68D94A}"/>
              </a:ext>
            </a:extLst>
          </p:cNvPr>
          <p:cNvSpPr>
            <a:spLocks noGrp="1"/>
          </p:cNvSpPr>
          <p:nvPr>
            <p:ph type="sldNum" sz="quarter" idx="12"/>
          </p:nvPr>
        </p:nvSpPr>
        <p:spPr/>
        <p:txBody>
          <a:bodyPr/>
          <a:lstStyle/>
          <a:p>
            <a:fld id="{B82CCC60-E8CD-4174-8B1A-7DF615B22EEF}" type="slidenum">
              <a:rPr lang="en-US" smtClean="0"/>
              <a:pPr/>
              <a:t>31</a:t>
            </a:fld>
            <a:endParaRPr lang="en-US"/>
          </a:p>
        </p:txBody>
      </p:sp>
      <p:pic>
        <p:nvPicPr>
          <p:cNvPr id="6" name="Picture 5">
            <a:extLst>
              <a:ext uri="{FF2B5EF4-FFF2-40B4-BE49-F238E27FC236}">
                <a16:creationId xmlns:a16="http://schemas.microsoft.com/office/drawing/2014/main" id="{D235879F-E475-3C19-E172-10562D50147D}"/>
              </a:ext>
            </a:extLst>
          </p:cNvPr>
          <p:cNvPicPr>
            <a:picLocks noChangeAspect="1"/>
          </p:cNvPicPr>
          <p:nvPr/>
        </p:nvPicPr>
        <p:blipFill>
          <a:blip r:embed="rId2"/>
          <a:stretch>
            <a:fillRect/>
          </a:stretch>
        </p:blipFill>
        <p:spPr>
          <a:xfrm>
            <a:off x="551884" y="2140220"/>
            <a:ext cx="1474234" cy="449792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D94426F-940C-D94F-F74D-3CCFED63F8DE}"/>
                  </a:ext>
                </a:extLst>
              </p:cNvPr>
              <p:cNvSpPr txBox="1"/>
              <p:nvPr/>
            </p:nvSpPr>
            <p:spPr>
              <a:xfrm>
                <a:off x="2653953" y="3334630"/>
                <a:ext cx="1474234" cy="690895"/>
              </a:xfrm>
              <a:prstGeom prst="rect">
                <a:avLst/>
              </a:prstGeom>
              <a:noFill/>
            </p:spPr>
            <p:txBody>
              <a:bodyPr wrap="square">
                <a:spAutoFit/>
              </a:bodyPr>
              <a:lstStyle/>
              <a:p>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𝑃</m:t>
                        </m:r>
                      </m:e>
                      <m:sub>
                        <m:r>
                          <a:rPr lang="en-US" sz="3600" i="1">
                            <a:latin typeface="Cambria Math" panose="02040503050406030204" pitchFamily="18" charset="0"/>
                          </a:rPr>
                          <m:t>𝑖</m:t>
                        </m:r>
                        <m:r>
                          <a:rPr lang="en-US" sz="3600" i="1">
                            <a:latin typeface="Cambria Math" panose="02040503050406030204" pitchFamily="18" charset="0"/>
                          </a:rPr>
                          <m:t>,</m:t>
                        </m:r>
                        <m:r>
                          <a:rPr lang="en-US" sz="3600" i="1">
                            <a:latin typeface="Cambria Math" panose="02040503050406030204" pitchFamily="18" charset="0"/>
                          </a:rPr>
                          <m:t>𝑗</m:t>
                        </m:r>
                      </m:sub>
                    </m:sSub>
                    <m:r>
                      <a:rPr lang="en-US" sz="3600" i="1" smtClean="0">
                        <a:latin typeface="Cambria Math" panose="02040503050406030204" pitchFamily="18" charset="0"/>
                      </a:rPr>
                      <m:t>=</m:t>
                    </m:r>
                  </m:oMath>
                </a14:m>
                <a:r>
                  <a:rPr lang="en-US" sz="3600" dirty="0"/>
                  <a:t> </a:t>
                </a:r>
              </a:p>
            </p:txBody>
          </p:sp>
        </mc:Choice>
        <mc:Fallback xmlns="">
          <p:sp>
            <p:nvSpPr>
              <p:cNvPr id="8" name="TextBox 7">
                <a:extLst>
                  <a:ext uri="{FF2B5EF4-FFF2-40B4-BE49-F238E27FC236}">
                    <a16:creationId xmlns:a16="http://schemas.microsoft.com/office/drawing/2014/main" id="{8D94426F-940C-D94F-F74D-3CCFED63F8DE}"/>
                  </a:ext>
                </a:extLst>
              </p:cNvPr>
              <p:cNvSpPr txBox="1">
                <a:spLocks noRot="1" noChangeAspect="1" noMove="1" noResize="1" noEditPoints="1" noAdjustHandles="1" noChangeArrowheads="1" noChangeShapeType="1" noTextEdit="1"/>
              </p:cNvSpPr>
              <p:nvPr/>
            </p:nvSpPr>
            <p:spPr>
              <a:xfrm>
                <a:off x="2653953" y="3334630"/>
                <a:ext cx="1474234" cy="690895"/>
              </a:xfrm>
              <a:prstGeom prst="rect">
                <a:avLst/>
              </a:prstGeom>
              <a:blipFill>
                <a:blip r:embed="rId3"/>
                <a:stretch>
                  <a:fillRect/>
                </a:stretch>
              </a:blipFill>
            </p:spPr>
            <p:txBody>
              <a:bodyPr/>
              <a:lstStyle/>
              <a:p>
                <a:r>
                  <a:rPr lang="en-US">
                    <a:noFill/>
                  </a:rPr>
                  <a:t> </a:t>
                </a:r>
              </a:p>
            </p:txBody>
          </p:sp>
        </mc:Fallback>
      </mc:AlternateContent>
      <p:pic>
        <p:nvPicPr>
          <p:cNvPr id="14" name="Picture 13">
            <a:extLst>
              <a:ext uri="{FF2B5EF4-FFF2-40B4-BE49-F238E27FC236}">
                <a16:creationId xmlns:a16="http://schemas.microsoft.com/office/drawing/2014/main" id="{14E0D884-29BF-0786-A15C-4F3742D305CF}"/>
              </a:ext>
            </a:extLst>
          </p:cNvPr>
          <p:cNvPicPr>
            <a:picLocks noChangeAspect="1"/>
          </p:cNvPicPr>
          <p:nvPr/>
        </p:nvPicPr>
        <p:blipFill>
          <a:blip r:embed="rId4"/>
          <a:stretch>
            <a:fillRect/>
          </a:stretch>
        </p:blipFill>
        <p:spPr>
          <a:xfrm>
            <a:off x="3909624" y="2771608"/>
            <a:ext cx="7212028" cy="1816941"/>
          </a:xfrm>
          <a:prstGeom prst="rect">
            <a:avLst/>
          </a:prstGeom>
        </p:spPr>
      </p:pic>
    </p:spTree>
    <p:extLst>
      <p:ext uri="{BB962C8B-B14F-4D97-AF65-F5344CB8AC3E}">
        <p14:creationId xmlns:p14="http://schemas.microsoft.com/office/powerpoint/2010/main" val="289301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CA422-EB5B-6C9F-83F4-CCA5AC38E6BB}"/>
              </a:ext>
            </a:extLst>
          </p:cNvPr>
          <p:cNvSpPr>
            <a:spLocks noGrp="1"/>
          </p:cNvSpPr>
          <p:nvPr>
            <p:ph type="title"/>
          </p:nvPr>
        </p:nvSpPr>
        <p:spPr/>
        <p:txBody>
          <a:bodyPr>
            <a:normAutofit fontScale="90000"/>
          </a:bodyPr>
          <a:lstStyle/>
          <a:p>
            <a:r>
              <a:rPr lang="en-US" dirty="0"/>
              <a:t>Splice site patterns</a:t>
            </a:r>
          </a:p>
        </p:txBody>
      </p:sp>
      <p:sp>
        <p:nvSpPr>
          <p:cNvPr id="4" name="Slide Number Placeholder 3">
            <a:extLst>
              <a:ext uri="{FF2B5EF4-FFF2-40B4-BE49-F238E27FC236}">
                <a16:creationId xmlns:a16="http://schemas.microsoft.com/office/drawing/2014/main" id="{C62F78B9-9182-E692-99AF-1FA2D9B1C388}"/>
              </a:ext>
            </a:extLst>
          </p:cNvPr>
          <p:cNvSpPr>
            <a:spLocks noGrp="1"/>
          </p:cNvSpPr>
          <p:nvPr>
            <p:ph type="sldNum" sz="quarter" idx="12"/>
          </p:nvPr>
        </p:nvSpPr>
        <p:spPr/>
        <p:txBody>
          <a:bodyPr/>
          <a:lstStyle/>
          <a:p>
            <a:fld id="{B82CCC60-E8CD-4174-8B1A-7DF615B22EEF}" type="slidenum">
              <a:rPr lang="en-US" smtClean="0"/>
              <a:pPr/>
              <a:t>32</a:t>
            </a:fld>
            <a:endParaRPr lang="en-US"/>
          </a:p>
        </p:txBody>
      </p:sp>
      <p:pic>
        <p:nvPicPr>
          <p:cNvPr id="7" name="Picture 6">
            <a:extLst>
              <a:ext uri="{FF2B5EF4-FFF2-40B4-BE49-F238E27FC236}">
                <a16:creationId xmlns:a16="http://schemas.microsoft.com/office/drawing/2014/main" id="{9403D917-D8B8-7316-1BC8-4876A096C5FB}"/>
              </a:ext>
            </a:extLst>
          </p:cNvPr>
          <p:cNvPicPr>
            <a:picLocks noChangeAspect="1"/>
          </p:cNvPicPr>
          <p:nvPr/>
        </p:nvPicPr>
        <p:blipFill>
          <a:blip r:embed="rId2"/>
          <a:stretch>
            <a:fillRect/>
          </a:stretch>
        </p:blipFill>
        <p:spPr>
          <a:xfrm>
            <a:off x="3674217" y="2006518"/>
            <a:ext cx="8437459" cy="4091344"/>
          </a:xfrm>
          <a:prstGeom prst="rect">
            <a:avLst/>
          </a:prstGeom>
        </p:spPr>
      </p:pic>
      <p:pic>
        <p:nvPicPr>
          <p:cNvPr id="9" name="Picture 8">
            <a:extLst>
              <a:ext uri="{FF2B5EF4-FFF2-40B4-BE49-F238E27FC236}">
                <a16:creationId xmlns:a16="http://schemas.microsoft.com/office/drawing/2014/main" id="{6B966AE1-796E-6EAE-1517-76D18A951198}"/>
              </a:ext>
            </a:extLst>
          </p:cNvPr>
          <p:cNvPicPr>
            <a:picLocks noChangeAspect="1"/>
          </p:cNvPicPr>
          <p:nvPr/>
        </p:nvPicPr>
        <p:blipFill>
          <a:blip r:embed="rId3"/>
          <a:stretch>
            <a:fillRect/>
          </a:stretch>
        </p:blipFill>
        <p:spPr>
          <a:xfrm>
            <a:off x="226494" y="2128063"/>
            <a:ext cx="3307736" cy="3901625"/>
          </a:xfrm>
          <a:prstGeom prst="rect">
            <a:avLst/>
          </a:prstGeom>
        </p:spPr>
      </p:pic>
      <p:pic>
        <p:nvPicPr>
          <p:cNvPr id="11" name="Picture 10">
            <a:extLst>
              <a:ext uri="{FF2B5EF4-FFF2-40B4-BE49-F238E27FC236}">
                <a16:creationId xmlns:a16="http://schemas.microsoft.com/office/drawing/2014/main" id="{FE3AD03D-16BF-6442-AF61-6D82FBBDE134}"/>
              </a:ext>
            </a:extLst>
          </p:cNvPr>
          <p:cNvPicPr>
            <a:picLocks noChangeAspect="1"/>
          </p:cNvPicPr>
          <p:nvPr/>
        </p:nvPicPr>
        <p:blipFill>
          <a:blip r:embed="rId4"/>
          <a:stretch>
            <a:fillRect/>
          </a:stretch>
        </p:blipFill>
        <p:spPr>
          <a:xfrm>
            <a:off x="8297989" y="760138"/>
            <a:ext cx="3894011" cy="1224283"/>
          </a:xfrm>
          <a:prstGeom prst="rect">
            <a:avLst/>
          </a:prstGeom>
        </p:spPr>
      </p:pic>
      <p:sp>
        <p:nvSpPr>
          <p:cNvPr id="12" name="TextBox 11">
            <a:extLst>
              <a:ext uri="{FF2B5EF4-FFF2-40B4-BE49-F238E27FC236}">
                <a16:creationId xmlns:a16="http://schemas.microsoft.com/office/drawing/2014/main" id="{AAC7C38F-A22A-D105-3E87-477459DC8AFD}"/>
              </a:ext>
            </a:extLst>
          </p:cNvPr>
          <p:cNvSpPr txBox="1"/>
          <p:nvPr/>
        </p:nvSpPr>
        <p:spPr>
          <a:xfrm>
            <a:off x="931164" y="1651700"/>
            <a:ext cx="1223861" cy="369332"/>
          </a:xfrm>
          <a:prstGeom prst="rect">
            <a:avLst/>
          </a:prstGeom>
          <a:noFill/>
        </p:spPr>
        <p:txBody>
          <a:bodyPr wrap="none" rtlCol="0">
            <a:spAutoFit/>
          </a:bodyPr>
          <a:lstStyle/>
          <a:p>
            <a:r>
              <a:rPr lang="en-US" dirty="0"/>
              <a:t>Donor (GT)</a:t>
            </a:r>
          </a:p>
        </p:txBody>
      </p:sp>
      <p:sp>
        <p:nvSpPr>
          <p:cNvPr id="13" name="TextBox 12">
            <a:extLst>
              <a:ext uri="{FF2B5EF4-FFF2-40B4-BE49-F238E27FC236}">
                <a16:creationId xmlns:a16="http://schemas.microsoft.com/office/drawing/2014/main" id="{1D9F0EAD-576D-79AD-537E-10C7899ACCEE}"/>
              </a:ext>
            </a:extLst>
          </p:cNvPr>
          <p:cNvSpPr txBox="1"/>
          <p:nvPr/>
        </p:nvSpPr>
        <p:spPr>
          <a:xfrm>
            <a:off x="6178078" y="1626138"/>
            <a:ext cx="1497398" cy="369332"/>
          </a:xfrm>
          <a:prstGeom prst="rect">
            <a:avLst/>
          </a:prstGeom>
          <a:noFill/>
        </p:spPr>
        <p:txBody>
          <a:bodyPr wrap="none" rtlCol="0">
            <a:spAutoFit/>
          </a:bodyPr>
          <a:lstStyle/>
          <a:p>
            <a:r>
              <a:rPr lang="en-US"/>
              <a:t>Acceptor (AG)</a:t>
            </a:r>
            <a:endParaRPr lang="en-US" dirty="0"/>
          </a:p>
        </p:txBody>
      </p:sp>
    </p:spTree>
    <p:extLst>
      <p:ext uri="{BB962C8B-B14F-4D97-AF65-F5344CB8AC3E}">
        <p14:creationId xmlns:p14="http://schemas.microsoft.com/office/powerpoint/2010/main" val="30599375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460D9-C78E-CB19-C14B-DD84F9C0F686}"/>
              </a:ext>
            </a:extLst>
          </p:cNvPr>
          <p:cNvSpPr>
            <a:spLocks noGrp="1"/>
          </p:cNvSpPr>
          <p:nvPr>
            <p:ph type="title"/>
          </p:nvPr>
        </p:nvSpPr>
        <p:spPr/>
        <p:txBody>
          <a:bodyPr>
            <a:normAutofit fontScale="90000"/>
          </a:bodyPr>
          <a:lstStyle/>
          <a:p>
            <a:r>
              <a:rPr lang="en-US" dirty="0"/>
              <a:t>Using PWM to evaluate pattern</a:t>
            </a:r>
          </a:p>
        </p:txBody>
      </p:sp>
      <p:sp>
        <p:nvSpPr>
          <p:cNvPr id="3" name="Content Placeholder 2">
            <a:extLst>
              <a:ext uri="{FF2B5EF4-FFF2-40B4-BE49-F238E27FC236}">
                <a16:creationId xmlns:a16="http://schemas.microsoft.com/office/drawing/2014/main" id="{CF82D7D5-8A36-45DC-A910-2A1EEAE735D1}"/>
              </a:ext>
            </a:extLst>
          </p:cNvPr>
          <p:cNvSpPr>
            <a:spLocks noGrp="1"/>
          </p:cNvSpPr>
          <p:nvPr>
            <p:ph idx="1"/>
          </p:nvPr>
        </p:nvSpPr>
        <p:spPr>
          <a:xfrm>
            <a:off x="470780" y="1596540"/>
            <a:ext cx="11100640" cy="5124936"/>
          </a:xfrm>
        </p:spPr>
        <p:txBody>
          <a:bodyPr>
            <a:normAutofit lnSpcReduction="10000"/>
          </a:bodyPr>
          <a:lstStyle/>
          <a:p>
            <a:r>
              <a:rPr lang="en-US" dirty="0"/>
              <a:t>We can calculate the probability of a sequence given a PPM, by multiplying the relevant probabilities at each position. For example, the probability of the sequence </a:t>
            </a:r>
            <a:r>
              <a:rPr lang="en-US" i="1" dirty="0"/>
              <a:t>S</a:t>
            </a:r>
            <a:r>
              <a:rPr lang="en-US" dirty="0"/>
              <a:t> = GAGGTAAAC can be calculated:</a:t>
            </a:r>
          </a:p>
          <a:p>
            <a:endParaRPr lang="en-US" dirty="0"/>
          </a:p>
          <a:p>
            <a:endParaRPr lang="en-US" dirty="0"/>
          </a:p>
          <a:p>
            <a:endParaRPr lang="en-US" dirty="0"/>
          </a:p>
          <a:p>
            <a:endParaRPr lang="en-US" dirty="0"/>
          </a:p>
          <a:p>
            <a:endParaRPr lang="en-US" dirty="0"/>
          </a:p>
          <a:p>
            <a:endParaRPr lang="en-US" dirty="0"/>
          </a:p>
          <a:p>
            <a:r>
              <a:rPr lang="en-US" dirty="0"/>
              <a:t>Compare this to the probability of a random sequence (all probabilities are 0.25) 0.25^9=0.0000038</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3EBE8B4C-7A69-33EE-A22B-3EB95E69830A}"/>
              </a:ext>
            </a:extLst>
          </p:cNvPr>
          <p:cNvSpPr>
            <a:spLocks noGrp="1"/>
          </p:cNvSpPr>
          <p:nvPr>
            <p:ph type="sldNum" sz="quarter" idx="12"/>
          </p:nvPr>
        </p:nvSpPr>
        <p:spPr/>
        <p:txBody>
          <a:bodyPr/>
          <a:lstStyle/>
          <a:p>
            <a:fld id="{B82CCC60-E8CD-4174-8B1A-7DF615B22EEF}" type="slidenum">
              <a:rPr lang="en-US" smtClean="0"/>
              <a:pPr/>
              <a:t>33</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CAEAE9E-A053-D0C9-B138-EB8D3E979FB0}"/>
                  </a:ext>
                </a:extLst>
              </p:cNvPr>
              <p:cNvSpPr txBox="1"/>
              <p:nvPr/>
            </p:nvSpPr>
            <p:spPr>
              <a:xfrm>
                <a:off x="1160131" y="3579687"/>
                <a:ext cx="1474234" cy="763222"/>
              </a:xfrm>
              <a:prstGeom prst="rect">
                <a:avLst/>
              </a:prstGeom>
              <a:noFill/>
            </p:spPr>
            <p:txBody>
              <a:bodyPr wrap="square">
                <a:spAutoFit/>
              </a:bodyPr>
              <a:lstStyle/>
              <a:p>
                <a14:m>
                  <m:oMath xmlns:m="http://schemas.openxmlformats.org/officeDocument/2006/math">
                    <m:sSub>
                      <m:sSubPr>
                        <m:ctrlPr>
                          <a:rPr lang="en-US" sz="3600" b="0" i="1" smtClean="0">
                            <a:latin typeface="Cambria Math" panose="02040503050406030204" pitchFamily="18" charset="0"/>
                          </a:rPr>
                        </m:ctrlPr>
                      </m:sSubPr>
                      <m:e>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𝑃</m:t>
                            </m:r>
                          </m:e>
                          <m:sub>
                            <m:r>
                              <a:rPr lang="en-US" sz="3600" b="0" i="1" smtClean="0">
                                <a:latin typeface="Cambria Math" panose="02040503050406030204" pitchFamily="18" charset="0"/>
                              </a:rPr>
                              <m:t>𝑖</m:t>
                            </m:r>
                            <m:r>
                              <a:rPr lang="en-US" sz="3600" b="0" i="1" smtClean="0">
                                <a:latin typeface="Cambria Math" panose="02040503050406030204" pitchFamily="18" charset="0"/>
                              </a:rPr>
                              <m:t>,</m:t>
                            </m:r>
                            <m:r>
                              <a:rPr lang="en-US" sz="3600" b="0" i="1" smtClean="0">
                                <a:latin typeface="Cambria Math" panose="02040503050406030204" pitchFamily="18" charset="0"/>
                              </a:rPr>
                              <m:t>𝑗</m:t>
                            </m:r>
                          </m:sub>
                        </m:sSub>
                      </m:e>
                      <m:sub>
                        <m:r>
                          <a:rPr lang="en-US" sz="3600" b="0" i="1" smtClean="0">
                            <a:latin typeface="Cambria Math" panose="02040503050406030204" pitchFamily="18" charset="0"/>
                          </a:rPr>
                          <m:t> </m:t>
                        </m:r>
                      </m:sub>
                    </m:sSub>
                    <m:r>
                      <a:rPr lang="en-US" sz="3600" i="1" smtClean="0">
                        <a:latin typeface="Cambria Math" panose="02040503050406030204" pitchFamily="18" charset="0"/>
                      </a:rPr>
                      <m:t>=</m:t>
                    </m:r>
                  </m:oMath>
                </a14:m>
                <a:r>
                  <a:rPr lang="en-US" sz="3600" dirty="0"/>
                  <a:t> </a:t>
                </a:r>
              </a:p>
            </p:txBody>
          </p:sp>
        </mc:Choice>
        <mc:Fallback xmlns="">
          <p:sp>
            <p:nvSpPr>
              <p:cNvPr id="5" name="TextBox 4">
                <a:extLst>
                  <a:ext uri="{FF2B5EF4-FFF2-40B4-BE49-F238E27FC236}">
                    <a16:creationId xmlns:a16="http://schemas.microsoft.com/office/drawing/2014/main" id="{0CAEAE9E-A053-D0C9-B138-EB8D3E979FB0}"/>
                  </a:ext>
                </a:extLst>
              </p:cNvPr>
              <p:cNvSpPr txBox="1">
                <a:spLocks noRot="1" noChangeAspect="1" noMove="1" noResize="1" noEditPoints="1" noAdjustHandles="1" noChangeArrowheads="1" noChangeShapeType="1" noTextEdit="1"/>
              </p:cNvSpPr>
              <p:nvPr/>
            </p:nvSpPr>
            <p:spPr>
              <a:xfrm>
                <a:off x="1160131" y="3579687"/>
                <a:ext cx="1474234" cy="763222"/>
              </a:xfrm>
              <a:prstGeom prst="rect">
                <a:avLst/>
              </a:prstGeom>
              <a:blipFill>
                <a:blip r:embed="rId2"/>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6EAF85E8-95BD-654F-24B7-E3638372CD15}"/>
              </a:ext>
            </a:extLst>
          </p:cNvPr>
          <p:cNvPicPr>
            <a:picLocks noChangeAspect="1"/>
          </p:cNvPicPr>
          <p:nvPr/>
        </p:nvPicPr>
        <p:blipFill>
          <a:blip r:embed="rId3"/>
          <a:stretch>
            <a:fillRect/>
          </a:stretch>
        </p:blipFill>
        <p:spPr>
          <a:xfrm>
            <a:off x="2489986" y="3057248"/>
            <a:ext cx="7212028" cy="1816941"/>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A775CB57-5E06-8286-ED2F-D213FA35F718}"/>
                  </a:ext>
                </a:extLst>
              </p:cNvPr>
              <p:cNvSpPr txBox="1"/>
              <p:nvPr/>
            </p:nvSpPr>
            <p:spPr>
              <a:xfrm>
                <a:off x="785109" y="4949291"/>
                <a:ext cx="10599821" cy="6243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𝑝</m:t>
                          </m:r>
                          <m:r>
                            <a:rPr lang="en-US" sz="3200" b="0" i="1" smtClean="0">
                              <a:latin typeface="Cambria Math" panose="02040503050406030204" pitchFamily="18" charset="0"/>
                            </a:rPr>
                            <m:t>(</m:t>
                          </m:r>
                          <m:r>
                            <a:rPr lang="en-US" sz="3200" b="0" i="1" smtClean="0">
                              <a:latin typeface="Cambria Math" panose="02040503050406030204" pitchFamily="18" charset="0"/>
                            </a:rPr>
                            <m:t>𝑆</m:t>
                          </m:r>
                          <m:r>
                            <a:rPr lang="en-US" sz="3200" b="0" i="1" smtClean="0">
                              <a:latin typeface="Cambria Math" panose="02040503050406030204" pitchFamily="18" charset="0"/>
                            </a:rPr>
                            <m:t>|</m:t>
                          </m:r>
                          <m:r>
                            <a:rPr lang="en-US" sz="3200" b="0" i="1" smtClean="0">
                              <a:latin typeface="Cambria Math" panose="02040503050406030204" pitchFamily="18" charset="0"/>
                            </a:rPr>
                            <m:t>𝑃</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𝑗</m:t>
                          </m:r>
                        </m:sub>
                      </m:sSub>
                      <m:r>
                        <a:rPr lang="en-US" sz="3200" b="0" i="1" smtClean="0">
                          <a:latin typeface="Cambria Math" panose="02040503050406030204" pitchFamily="18" charset="0"/>
                        </a:rPr>
                        <m:t>)=.1∗</m:t>
                      </m:r>
                      <m:r>
                        <a:rPr lang="en-US" sz="3200" b="0" i="0" smtClean="0">
                          <a:latin typeface="Cambria Math" panose="02040503050406030204" pitchFamily="18" charset="0"/>
                        </a:rPr>
                        <m:t>.6∗.7∗1∗1∗.1∗.7∗.2∗.2=0.0007056</m:t>
                      </m:r>
                    </m:oMath>
                  </m:oMathPara>
                </a14:m>
                <a:endParaRPr lang="en-US" sz="3200" dirty="0"/>
              </a:p>
            </p:txBody>
          </p:sp>
        </mc:Choice>
        <mc:Fallback>
          <p:sp>
            <p:nvSpPr>
              <p:cNvPr id="8" name="TextBox 7">
                <a:extLst>
                  <a:ext uri="{FF2B5EF4-FFF2-40B4-BE49-F238E27FC236}">
                    <a16:creationId xmlns:a16="http://schemas.microsoft.com/office/drawing/2014/main" id="{A775CB57-5E06-8286-ED2F-D213FA35F718}"/>
                  </a:ext>
                </a:extLst>
              </p:cNvPr>
              <p:cNvSpPr txBox="1">
                <a:spLocks noRot="1" noChangeAspect="1" noMove="1" noResize="1" noEditPoints="1" noAdjustHandles="1" noChangeArrowheads="1" noChangeShapeType="1" noTextEdit="1"/>
              </p:cNvSpPr>
              <p:nvPr/>
            </p:nvSpPr>
            <p:spPr>
              <a:xfrm>
                <a:off x="785109" y="4949291"/>
                <a:ext cx="10599821" cy="62433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09515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271B0-2712-EE95-0A7B-7EDE2ECDA786}"/>
              </a:ext>
            </a:extLst>
          </p:cNvPr>
          <p:cNvSpPr>
            <a:spLocks noGrp="1"/>
          </p:cNvSpPr>
          <p:nvPr>
            <p:ph type="title"/>
          </p:nvPr>
        </p:nvSpPr>
        <p:spPr/>
        <p:txBody>
          <a:bodyPr>
            <a:normAutofit fontScale="90000"/>
          </a:bodyPr>
          <a:lstStyle/>
          <a:p>
            <a:r>
              <a:rPr lang="en-US" dirty="0"/>
              <a:t>PPM vs PWM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D262FE-8C30-EE82-BA92-B49DAF2A1EE1}"/>
                  </a:ext>
                </a:extLst>
              </p:cNvPr>
              <p:cNvSpPr>
                <a:spLocks noGrp="1"/>
              </p:cNvSpPr>
              <p:nvPr>
                <p:ph idx="1"/>
              </p:nvPr>
            </p:nvSpPr>
            <p:spPr/>
            <p:txBody>
              <a:bodyPr/>
              <a:lstStyle/>
              <a:p>
                <a:r>
                  <a:rPr lang="en-US" dirty="0"/>
                  <a:t>PPM can be transformed int Positional Weight Matrix:</a:t>
                </a:r>
                <a:br>
                  <a:rPr lang="en-US" dirty="0"/>
                </a:br>
                <a:br>
                  <a:rPr lang="en-US" dirty="0"/>
                </a:br>
                <a:br>
                  <a:rPr lang="en-US" dirty="0"/>
                </a:br>
                <a:br>
                  <a:rPr lang="en-US" dirty="0"/>
                </a:br>
                <a:r>
                  <a:rPr lang="en-US" dirty="0"/>
                  <a:t>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𝑘</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𝑘</m:t>
                            </m:r>
                          </m:e>
                        </m:d>
                      </m:den>
                    </m:f>
                    <m:r>
                      <a:rPr lang="en-US" b="0" i="0" smtClean="0">
                        <a:latin typeface="Cambria Math" panose="02040503050406030204" pitchFamily="18" charset="0"/>
                      </a:rPr>
                      <m:t>, </m:t>
                    </m:r>
                    <m:r>
                      <m:rPr>
                        <m:sty m:val="p"/>
                      </m:rPr>
                      <a:rPr lang="en-US" b="0" i="0" smtClean="0">
                        <a:latin typeface="Cambria Math" panose="02040503050406030204" pitchFamily="18" charset="0"/>
                      </a:rPr>
                      <m:t>k</m:t>
                    </m:r>
                  </m:oMath>
                </a14:m>
                <a:r>
                  <a:rPr lang="en-US" dirty="0"/>
                  <a:t> is the number of symbols in the alphabet (A,C,G,T), for DNA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𝑘</m:t>
                        </m:r>
                      </m:sub>
                    </m:sSub>
                    <m:r>
                      <a:rPr lang="en-US" i="1">
                        <a:latin typeface="Cambria Math" panose="02040503050406030204" pitchFamily="18" charset="0"/>
                      </a:rPr>
                      <m:t>=</m:t>
                    </m:r>
                    <m:r>
                      <a:rPr lang="en-US" b="0" i="1" smtClean="0">
                        <a:latin typeface="Cambria Math" panose="02040503050406030204" pitchFamily="18" charset="0"/>
                      </a:rPr>
                      <m:t>0.25</m:t>
                    </m:r>
                  </m:oMath>
                </a14:m>
                <a:r>
                  <a:rPr lang="en-US" dirty="0"/>
                  <a:t>.  For our example </a:t>
                </a:r>
              </a:p>
            </p:txBody>
          </p:sp>
        </mc:Choice>
        <mc:Fallback xmlns="">
          <p:sp>
            <p:nvSpPr>
              <p:cNvPr id="3" name="Content Placeholder 2">
                <a:extLst>
                  <a:ext uri="{FF2B5EF4-FFF2-40B4-BE49-F238E27FC236}">
                    <a16:creationId xmlns:a16="http://schemas.microsoft.com/office/drawing/2014/main" id="{7FD262FE-8C30-EE82-BA92-B49DAF2A1EE1}"/>
                  </a:ext>
                </a:extLst>
              </p:cNvPr>
              <p:cNvSpPr>
                <a:spLocks noGrp="1" noRot="1" noChangeAspect="1" noMove="1" noResize="1" noEditPoints="1" noAdjustHandles="1" noChangeArrowheads="1" noChangeShapeType="1" noTextEdit="1"/>
              </p:cNvSpPr>
              <p:nvPr>
                <p:ph idx="1"/>
              </p:nvPr>
            </p:nvSpPr>
            <p:spPr>
              <a:blipFill>
                <a:blip r:embed="rId2"/>
                <a:stretch>
                  <a:fillRect l="-1000" t="-1555" r="-172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B271BB5-4123-FAB7-C5B7-5B68FED7A6E1}"/>
              </a:ext>
            </a:extLst>
          </p:cNvPr>
          <p:cNvSpPr>
            <a:spLocks noGrp="1"/>
          </p:cNvSpPr>
          <p:nvPr>
            <p:ph type="sldNum" sz="quarter" idx="12"/>
          </p:nvPr>
        </p:nvSpPr>
        <p:spPr/>
        <p:txBody>
          <a:bodyPr/>
          <a:lstStyle/>
          <a:p>
            <a:fld id="{B82CCC60-E8CD-4174-8B1A-7DF615B22EEF}" type="slidenum">
              <a:rPr lang="en-US" smtClean="0"/>
              <a:pPr/>
              <a:t>34</a:t>
            </a:fld>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4DF6BDB-B240-D97E-DDC4-E15C830694FC}"/>
                  </a:ext>
                </a:extLst>
              </p:cNvPr>
              <p:cNvSpPr txBox="1"/>
              <p:nvPr/>
            </p:nvSpPr>
            <p:spPr>
              <a:xfrm>
                <a:off x="1298093" y="2087771"/>
                <a:ext cx="4797907" cy="12391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𝑊</m:t>
                          </m:r>
                        </m:e>
                        <m:sub>
                          <m:r>
                            <a:rPr lang="en-US" sz="3600" b="0" i="1" smtClean="0">
                              <a:latin typeface="Cambria Math" panose="02040503050406030204" pitchFamily="18" charset="0"/>
                            </a:rPr>
                            <m:t>𝑖</m:t>
                          </m:r>
                          <m:r>
                            <a:rPr lang="en-US" sz="3600" b="0" i="1" smtClean="0">
                              <a:latin typeface="Cambria Math" panose="02040503050406030204" pitchFamily="18" charset="0"/>
                            </a:rPr>
                            <m:t>,</m:t>
                          </m:r>
                          <m:r>
                            <a:rPr lang="en-US" sz="3600" b="0" i="1" smtClean="0">
                              <a:latin typeface="Cambria Math" panose="02040503050406030204" pitchFamily="18" charset="0"/>
                            </a:rPr>
                            <m:t>𝑗</m:t>
                          </m:r>
                        </m:sub>
                      </m:sSub>
                      <m:r>
                        <a:rPr lang="en-US" sz="3600" i="1" smtClean="0">
                          <a:latin typeface="Cambria Math" panose="02040503050406030204" pitchFamily="18" charset="0"/>
                        </a:rPr>
                        <m:t>=</m:t>
                      </m:r>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𝑙𝑜𝑔</m:t>
                          </m:r>
                        </m:e>
                        <m:sub>
                          <m:r>
                            <a:rPr lang="en-US" sz="3600" b="0" i="1" smtClean="0">
                              <a:latin typeface="Cambria Math" panose="02040503050406030204" pitchFamily="18" charset="0"/>
                            </a:rPr>
                            <m:t>2</m:t>
                          </m:r>
                        </m:sub>
                      </m:sSub>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𝑃</m:t>
                              </m:r>
                            </m:e>
                            <m:sub>
                              <m:r>
                                <a:rPr lang="en-US" sz="3600" i="1">
                                  <a:latin typeface="Cambria Math" panose="02040503050406030204" pitchFamily="18" charset="0"/>
                                </a:rPr>
                                <m:t>𝑖</m:t>
                              </m:r>
                              <m:r>
                                <a:rPr lang="en-US" sz="3600" i="1">
                                  <a:latin typeface="Cambria Math" panose="02040503050406030204" pitchFamily="18" charset="0"/>
                                </a:rPr>
                                <m:t>,</m:t>
                              </m:r>
                              <m:r>
                                <a:rPr lang="en-US" sz="3600" i="1">
                                  <a:latin typeface="Cambria Math" panose="02040503050406030204" pitchFamily="18" charset="0"/>
                                </a:rPr>
                                <m:t>𝑗</m:t>
                              </m:r>
                            </m:sub>
                          </m:sSub>
                        </m:num>
                        <m:den>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𝑏</m:t>
                              </m:r>
                            </m:e>
                            <m:sub>
                              <m:r>
                                <a:rPr lang="en-US" sz="3600" b="0" i="1" smtClean="0">
                                  <a:latin typeface="Cambria Math" panose="02040503050406030204" pitchFamily="18" charset="0"/>
                                </a:rPr>
                                <m:t>𝑘</m:t>
                              </m:r>
                            </m:sub>
                          </m:sSub>
                        </m:den>
                      </m:f>
                      <m:r>
                        <a:rPr lang="en-US" sz="3600" b="0" i="1" smtClean="0">
                          <a:latin typeface="Cambria Math" panose="02040503050406030204" pitchFamily="18" charset="0"/>
                        </a:rPr>
                        <m:t>)</m:t>
                      </m:r>
                    </m:oMath>
                  </m:oMathPara>
                </a14:m>
                <a:endParaRPr lang="en-US" sz="3600" dirty="0"/>
              </a:p>
            </p:txBody>
          </p:sp>
        </mc:Choice>
        <mc:Fallback xmlns="">
          <p:sp>
            <p:nvSpPr>
              <p:cNvPr id="10" name="TextBox 9">
                <a:extLst>
                  <a:ext uri="{FF2B5EF4-FFF2-40B4-BE49-F238E27FC236}">
                    <a16:creationId xmlns:a16="http://schemas.microsoft.com/office/drawing/2014/main" id="{A4DF6BDB-B240-D97E-DDC4-E15C830694FC}"/>
                  </a:ext>
                </a:extLst>
              </p:cNvPr>
              <p:cNvSpPr txBox="1">
                <a:spLocks noRot="1" noChangeAspect="1" noMove="1" noResize="1" noEditPoints="1" noAdjustHandles="1" noChangeArrowheads="1" noChangeShapeType="1" noTextEdit="1"/>
              </p:cNvSpPr>
              <p:nvPr/>
            </p:nvSpPr>
            <p:spPr>
              <a:xfrm>
                <a:off x="1298093" y="2087771"/>
                <a:ext cx="4797907" cy="123912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9275A70-8BBE-B71F-9E8C-13FD0BF1A837}"/>
                  </a:ext>
                </a:extLst>
              </p:cNvPr>
              <p:cNvSpPr txBox="1"/>
              <p:nvPr/>
            </p:nvSpPr>
            <p:spPr>
              <a:xfrm>
                <a:off x="74596" y="5207927"/>
                <a:ext cx="2601227" cy="6908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𝑊</m:t>
                          </m:r>
                        </m:e>
                        <m:sub>
                          <m:r>
                            <a:rPr lang="en-US" sz="3600" b="0" i="1" smtClean="0">
                              <a:latin typeface="Cambria Math" panose="02040503050406030204" pitchFamily="18" charset="0"/>
                            </a:rPr>
                            <m:t>𝑖</m:t>
                          </m:r>
                          <m:r>
                            <a:rPr lang="en-US" sz="3600" b="0" i="1" smtClean="0">
                              <a:latin typeface="Cambria Math" panose="02040503050406030204" pitchFamily="18" charset="0"/>
                            </a:rPr>
                            <m:t>,</m:t>
                          </m:r>
                          <m:r>
                            <a:rPr lang="en-US" sz="3600" b="0" i="1" smtClean="0">
                              <a:latin typeface="Cambria Math" panose="02040503050406030204" pitchFamily="18" charset="0"/>
                            </a:rPr>
                            <m:t>𝑗</m:t>
                          </m:r>
                        </m:sub>
                      </m:sSub>
                      <m:r>
                        <a:rPr lang="en-US" sz="3600" i="1" smtClean="0">
                          <a:latin typeface="Cambria Math" panose="02040503050406030204" pitchFamily="18" charset="0"/>
                        </a:rPr>
                        <m:t>=</m:t>
                      </m:r>
                    </m:oMath>
                  </m:oMathPara>
                </a14:m>
                <a:endParaRPr lang="en-US" sz="3600" dirty="0"/>
              </a:p>
            </p:txBody>
          </p:sp>
        </mc:Choice>
        <mc:Fallback xmlns="">
          <p:sp>
            <p:nvSpPr>
              <p:cNvPr id="13" name="TextBox 12">
                <a:extLst>
                  <a:ext uri="{FF2B5EF4-FFF2-40B4-BE49-F238E27FC236}">
                    <a16:creationId xmlns:a16="http://schemas.microsoft.com/office/drawing/2014/main" id="{99275A70-8BBE-B71F-9E8C-13FD0BF1A837}"/>
                  </a:ext>
                </a:extLst>
              </p:cNvPr>
              <p:cNvSpPr txBox="1">
                <a:spLocks noRot="1" noChangeAspect="1" noMove="1" noResize="1" noEditPoints="1" noAdjustHandles="1" noChangeArrowheads="1" noChangeShapeType="1" noTextEdit="1"/>
              </p:cNvSpPr>
              <p:nvPr/>
            </p:nvSpPr>
            <p:spPr>
              <a:xfrm>
                <a:off x="74596" y="5207927"/>
                <a:ext cx="2601227" cy="690895"/>
              </a:xfrm>
              <a:prstGeom prst="rect">
                <a:avLst/>
              </a:prstGeom>
              <a:blipFill>
                <a:blip r:embed="rId4"/>
                <a:stretch>
                  <a:fillRect/>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B93BD07C-4CCB-B5A4-E63E-281E743B16F6}"/>
              </a:ext>
            </a:extLst>
          </p:cNvPr>
          <p:cNvPicPr>
            <a:picLocks noChangeAspect="1"/>
          </p:cNvPicPr>
          <p:nvPr/>
        </p:nvPicPr>
        <p:blipFill>
          <a:blip r:embed="rId5"/>
          <a:stretch>
            <a:fillRect/>
          </a:stretch>
        </p:blipFill>
        <p:spPr>
          <a:xfrm>
            <a:off x="2132933" y="4772215"/>
            <a:ext cx="8830907" cy="1562318"/>
          </a:xfrm>
          <a:prstGeom prst="rect">
            <a:avLst/>
          </a:prstGeom>
        </p:spPr>
      </p:pic>
    </p:spTree>
    <p:extLst>
      <p:ext uri="{BB962C8B-B14F-4D97-AF65-F5344CB8AC3E}">
        <p14:creationId xmlns:p14="http://schemas.microsoft.com/office/powerpoint/2010/main" val="38512343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DAF30-71A0-6C7B-822A-B6663A1103CA}"/>
              </a:ext>
            </a:extLst>
          </p:cNvPr>
          <p:cNvSpPr>
            <a:spLocks noGrp="1"/>
          </p:cNvSpPr>
          <p:nvPr>
            <p:ph type="title"/>
          </p:nvPr>
        </p:nvSpPr>
        <p:spPr/>
        <p:txBody>
          <a:bodyPr>
            <a:normAutofit fontScale="90000"/>
          </a:bodyPr>
          <a:lstStyle/>
          <a:p>
            <a:r>
              <a:rPr lang="en-US" dirty="0"/>
              <a:t>Scoring with PWMs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771B00-CD65-4A23-B7A9-D52ECBC4DD9C}"/>
                  </a:ext>
                </a:extLst>
              </p:cNvPr>
              <p:cNvSpPr>
                <a:spLocks noGrp="1"/>
              </p:cNvSpPr>
              <p:nvPr>
                <p:ph idx="1"/>
              </p:nvPr>
            </p:nvSpPr>
            <p:spPr>
              <a:xfrm>
                <a:off x="166228" y="1596540"/>
                <a:ext cx="12025772" cy="3918803"/>
              </a:xfrm>
            </p:spPr>
            <p:txBody>
              <a:bodyPr>
                <a:normAutofit/>
              </a:bodyPr>
              <a:lstStyle/>
              <a:p>
                <a:r>
                  <a:rPr lang="en-US" dirty="0"/>
                  <a:t>Log of zero is minus infinity.  To deal with that on can add 1e-10 to each value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oMath>
                </a14:m>
                <a:r>
                  <a:rPr lang="en-US" dirty="0"/>
                  <a:t>, then minus infinity becomes a large negative number</a:t>
                </a:r>
              </a:p>
              <a:p>
                <a:r>
                  <a:rPr lang="en-US" dirty="0"/>
                  <a:t>Since PWM elements are calculated using log likelihoods, the score of a sequence can be calculated by adding (rather than multiplying) the relevant values at each position in the PWM. For example, the score of the sequence </a:t>
                </a:r>
                <a:r>
                  <a:rPr lang="en-US" i="1" dirty="0"/>
                  <a:t>S</a:t>
                </a:r>
                <a:r>
                  <a:rPr lang="en-US" dirty="0"/>
                  <a:t> = GAGGTAAAC can be calculated:</a:t>
                </a:r>
                <a:br>
                  <a:rPr lang="en-US" dirty="0"/>
                </a:b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𝑃</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a:latin typeface="Cambria Math" panose="02040503050406030204" pitchFamily="18" charset="0"/>
                      </a:rPr>
                      <m:t>)=</m:t>
                    </m:r>
                    <m:r>
                      <a:rPr lang="en-US" b="0" i="0" smtClean="0">
                        <a:latin typeface="Cambria Math" panose="02040503050406030204" pitchFamily="18" charset="0"/>
                      </a:rPr>
                      <m:t>−1.32+1.26+1.49+2+2+1.26+1.49−.32−.32</m:t>
                    </m:r>
                    <m:r>
                      <a:rPr lang="en-US">
                        <a:latin typeface="Cambria Math" panose="02040503050406030204" pitchFamily="18" charset="0"/>
                      </a:rPr>
                      <m:t>=</m:t>
                    </m:r>
                    <m:r>
                      <a:rPr lang="en-US" b="0" i="0" smtClean="0">
                        <a:latin typeface="Cambria Math" panose="02040503050406030204" pitchFamily="18" charset="0"/>
                      </a:rPr>
                      <m:t>7.54</m:t>
                    </m:r>
                  </m:oMath>
                </a14:m>
                <a:br>
                  <a:rPr lang="en-US" dirty="0"/>
                </a:br>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4A771B00-CD65-4A23-B7A9-D52ECBC4DD9C}"/>
                  </a:ext>
                </a:extLst>
              </p:cNvPr>
              <p:cNvSpPr>
                <a:spLocks noGrp="1" noRot="1" noChangeAspect="1" noMove="1" noResize="1" noEditPoints="1" noAdjustHandles="1" noChangeArrowheads="1" noChangeShapeType="1" noTextEdit="1"/>
              </p:cNvSpPr>
              <p:nvPr>
                <p:ph idx="1"/>
              </p:nvPr>
            </p:nvSpPr>
            <p:spPr>
              <a:xfrm>
                <a:off x="166228" y="1596540"/>
                <a:ext cx="12025772" cy="3918803"/>
              </a:xfrm>
              <a:blipFill>
                <a:blip r:embed="rId2"/>
                <a:stretch>
                  <a:fillRect l="-912" t="-155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AB52DB0-4B64-B989-C4F7-5AF836F80118}"/>
              </a:ext>
            </a:extLst>
          </p:cNvPr>
          <p:cNvSpPr>
            <a:spLocks noGrp="1"/>
          </p:cNvSpPr>
          <p:nvPr>
            <p:ph type="sldNum" sz="quarter" idx="12"/>
          </p:nvPr>
        </p:nvSpPr>
        <p:spPr/>
        <p:txBody>
          <a:bodyPr/>
          <a:lstStyle/>
          <a:p>
            <a:fld id="{B82CCC60-E8CD-4174-8B1A-7DF615B22EEF}" type="slidenum">
              <a:rPr lang="en-US" smtClean="0"/>
              <a:pPr/>
              <a:t>35</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2EA02DB-91A1-5DD1-CA58-5411B37B6D37}"/>
                  </a:ext>
                </a:extLst>
              </p:cNvPr>
              <p:cNvSpPr txBox="1"/>
              <p:nvPr/>
            </p:nvSpPr>
            <p:spPr>
              <a:xfrm>
                <a:off x="166228" y="5665456"/>
                <a:ext cx="2601227" cy="6908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𝑊</m:t>
                          </m:r>
                        </m:e>
                        <m:sub>
                          <m:r>
                            <a:rPr lang="en-US" sz="3600" b="0" i="1" smtClean="0">
                              <a:latin typeface="Cambria Math" panose="02040503050406030204" pitchFamily="18" charset="0"/>
                            </a:rPr>
                            <m:t>𝑖</m:t>
                          </m:r>
                          <m:r>
                            <a:rPr lang="en-US" sz="3600" b="0" i="1" smtClean="0">
                              <a:latin typeface="Cambria Math" panose="02040503050406030204" pitchFamily="18" charset="0"/>
                            </a:rPr>
                            <m:t>,</m:t>
                          </m:r>
                          <m:r>
                            <a:rPr lang="en-US" sz="3600" b="0" i="1" smtClean="0">
                              <a:latin typeface="Cambria Math" panose="02040503050406030204" pitchFamily="18" charset="0"/>
                            </a:rPr>
                            <m:t>𝑗</m:t>
                          </m:r>
                        </m:sub>
                      </m:sSub>
                      <m:r>
                        <a:rPr lang="en-US" sz="3600" i="1" smtClean="0">
                          <a:latin typeface="Cambria Math" panose="02040503050406030204" pitchFamily="18" charset="0"/>
                        </a:rPr>
                        <m:t>=</m:t>
                      </m:r>
                    </m:oMath>
                  </m:oMathPara>
                </a14:m>
                <a:endParaRPr lang="en-US" sz="3600" dirty="0"/>
              </a:p>
            </p:txBody>
          </p:sp>
        </mc:Choice>
        <mc:Fallback xmlns="">
          <p:sp>
            <p:nvSpPr>
              <p:cNvPr id="5" name="TextBox 4">
                <a:extLst>
                  <a:ext uri="{FF2B5EF4-FFF2-40B4-BE49-F238E27FC236}">
                    <a16:creationId xmlns:a16="http://schemas.microsoft.com/office/drawing/2014/main" id="{52EA02DB-91A1-5DD1-CA58-5411B37B6D37}"/>
                  </a:ext>
                </a:extLst>
              </p:cNvPr>
              <p:cNvSpPr txBox="1">
                <a:spLocks noRot="1" noChangeAspect="1" noMove="1" noResize="1" noEditPoints="1" noAdjustHandles="1" noChangeArrowheads="1" noChangeShapeType="1" noTextEdit="1"/>
              </p:cNvSpPr>
              <p:nvPr/>
            </p:nvSpPr>
            <p:spPr>
              <a:xfrm>
                <a:off x="166228" y="5665456"/>
                <a:ext cx="2601227" cy="690895"/>
              </a:xfrm>
              <a:prstGeom prst="rect">
                <a:avLst/>
              </a:prstGeom>
              <a:blipFill>
                <a:blip r:embed="rId3"/>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44E81110-8A80-C523-87BE-AC44E25026DB}"/>
              </a:ext>
            </a:extLst>
          </p:cNvPr>
          <p:cNvPicPr>
            <a:picLocks noChangeAspect="1"/>
          </p:cNvPicPr>
          <p:nvPr/>
        </p:nvPicPr>
        <p:blipFill>
          <a:blip r:embed="rId4"/>
          <a:stretch>
            <a:fillRect/>
          </a:stretch>
        </p:blipFill>
        <p:spPr>
          <a:xfrm>
            <a:off x="2335063" y="5192299"/>
            <a:ext cx="8830907" cy="1562318"/>
          </a:xfrm>
          <a:prstGeom prst="rect">
            <a:avLst/>
          </a:prstGeom>
        </p:spPr>
      </p:pic>
    </p:spTree>
    <p:extLst>
      <p:ext uri="{BB962C8B-B14F-4D97-AF65-F5344CB8AC3E}">
        <p14:creationId xmlns:p14="http://schemas.microsoft.com/office/powerpoint/2010/main" val="25097722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0AA63-EDD4-D4F9-4059-40F3AF78221F}"/>
              </a:ext>
            </a:extLst>
          </p:cNvPr>
          <p:cNvSpPr>
            <a:spLocks noGrp="1"/>
          </p:cNvSpPr>
          <p:nvPr>
            <p:ph type="title"/>
          </p:nvPr>
        </p:nvSpPr>
        <p:spPr/>
        <p:txBody>
          <a:bodyPr>
            <a:normAutofit fontScale="90000"/>
          </a:bodyPr>
          <a:lstStyle/>
          <a:p>
            <a:r>
              <a:rPr lang="en-US" dirty="0"/>
              <a:t>PWM score</a:t>
            </a:r>
          </a:p>
        </p:txBody>
      </p:sp>
      <p:sp>
        <p:nvSpPr>
          <p:cNvPr id="3" name="Content Placeholder 2">
            <a:extLst>
              <a:ext uri="{FF2B5EF4-FFF2-40B4-BE49-F238E27FC236}">
                <a16:creationId xmlns:a16="http://schemas.microsoft.com/office/drawing/2014/main" id="{5244FEAC-25B3-ADFF-A8CA-95514D172D76}"/>
              </a:ext>
            </a:extLst>
          </p:cNvPr>
          <p:cNvSpPr>
            <a:spLocks noGrp="1"/>
          </p:cNvSpPr>
          <p:nvPr>
            <p:ph idx="1"/>
          </p:nvPr>
        </p:nvSpPr>
        <p:spPr>
          <a:xfrm>
            <a:off x="598620" y="1596540"/>
            <a:ext cx="10972800" cy="4702660"/>
          </a:xfrm>
        </p:spPr>
        <p:txBody>
          <a:bodyPr>
            <a:normAutofit fontScale="92500" lnSpcReduction="20000"/>
          </a:bodyPr>
          <a:lstStyle/>
          <a:p>
            <a:r>
              <a:rPr lang="en-US" dirty="0"/>
              <a:t>The sequence score gives an indication of how different the sequence is from a random sequence (all weights are the same). </a:t>
            </a:r>
          </a:p>
          <a:p>
            <a:endParaRPr lang="en-US" dirty="0"/>
          </a:p>
          <a:p>
            <a:r>
              <a:rPr lang="en-US" dirty="0"/>
              <a:t>The score is 0 if the sequence has the same probability of being a valid pattern (splice site) and of being a random site. </a:t>
            </a:r>
          </a:p>
          <a:p>
            <a:endParaRPr lang="en-US" dirty="0"/>
          </a:p>
          <a:p>
            <a:r>
              <a:rPr lang="en-US" dirty="0"/>
              <a:t>The score is greater than 0 if it is more likely to be a valid splice site than a random site, and less than 0 if it is more likely to be a random site than a valid splice site.</a:t>
            </a:r>
          </a:p>
          <a:p>
            <a:endParaRPr lang="en-US" dirty="0"/>
          </a:p>
          <a:p>
            <a:r>
              <a:rPr lang="en-US" dirty="0"/>
              <a:t>This can be generalized to look or test any feature (donor splice site, acceptor splice site, coding start, </a:t>
            </a:r>
            <a:r>
              <a:rPr lang="en-US"/>
              <a:t>coding stop)</a:t>
            </a:r>
            <a:endParaRPr lang="en-US" dirty="0"/>
          </a:p>
          <a:p>
            <a:endParaRPr lang="en-US" dirty="0"/>
          </a:p>
        </p:txBody>
      </p:sp>
      <p:sp>
        <p:nvSpPr>
          <p:cNvPr id="4" name="Slide Number Placeholder 3">
            <a:extLst>
              <a:ext uri="{FF2B5EF4-FFF2-40B4-BE49-F238E27FC236}">
                <a16:creationId xmlns:a16="http://schemas.microsoft.com/office/drawing/2014/main" id="{032FE3ED-74F8-15DE-3F65-5ADBE2843152}"/>
              </a:ext>
            </a:extLst>
          </p:cNvPr>
          <p:cNvSpPr>
            <a:spLocks noGrp="1"/>
          </p:cNvSpPr>
          <p:nvPr>
            <p:ph type="sldNum" sz="quarter" idx="12"/>
          </p:nvPr>
        </p:nvSpPr>
        <p:spPr/>
        <p:txBody>
          <a:bodyPr/>
          <a:lstStyle/>
          <a:p>
            <a:fld id="{B82CCC60-E8CD-4174-8B1A-7DF615B22EEF}" type="slidenum">
              <a:rPr lang="en-US" smtClean="0"/>
              <a:pPr/>
              <a:t>36</a:t>
            </a:fld>
            <a:endParaRPr lang="en-US"/>
          </a:p>
        </p:txBody>
      </p:sp>
    </p:spTree>
    <p:extLst>
      <p:ext uri="{BB962C8B-B14F-4D97-AF65-F5344CB8AC3E}">
        <p14:creationId xmlns:p14="http://schemas.microsoft.com/office/powerpoint/2010/main" val="3349687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FE74E-4BE7-DCDD-CA7B-AC2E50DA2EF6}"/>
              </a:ext>
            </a:extLst>
          </p:cNvPr>
          <p:cNvSpPr>
            <a:spLocks noGrp="1"/>
          </p:cNvSpPr>
          <p:nvPr>
            <p:ph type="title"/>
          </p:nvPr>
        </p:nvSpPr>
        <p:spPr/>
        <p:txBody>
          <a:bodyPr>
            <a:normAutofit fontScale="90000"/>
          </a:bodyPr>
          <a:lstStyle/>
          <a:p>
            <a:r>
              <a:rPr lang="en-US" dirty="0"/>
              <a:t>Drawback of PWMs</a:t>
            </a:r>
          </a:p>
        </p:txBody>
      </p:sp>
      <p:sp>
        <p:nvSpPr>
          <p:cNvPr id="3" name="Content Placeholder 2">
            <a:extLst>
              <a:ext uri="{FF2B5EF4-FFF2-40B4-BE49-F238E27FC236}">
                <a16:creationId xmlns:a16="http://schemas.microsoft.com/office/drawing/2014/main" id="{BAAFADB7-8BC4-DA62-552C-EE4B427BA1F8}"/>
              </a:ext>
            </a:extLst>
          </p:cNvPr>
          <p:cNvSpPr>
            <a:spLocks noGrp="1"/>
          </p:cNvSpPr>
          <p:nvPr>
            <p:ph idx="1"/>
          </p:nvPr>
        </p:nvSpPr>
        <p:spPr/>
        <p:txBody>
          <a:bodyPr/>
          <a:lstStyle/>
          <a:p>
            <a:r>
              <a:rPr lang="en-US" dirty="0"/>
              <a:t>PWMs assume statistical independence between positions in the pattern, as the probabilities for each position are calculated independently of other positions. </a:t>
            </a:r>
          </a:p>
          <a:p>
            <a:pPr marL="0" indent="0">
              <a:buNone/>
            </a:pPr>
            <a:endParaRPr lang="en-US" dirty="0"/>
          </a:p>
          <a:p>
            <a:r>
              <a:rPr lang="en-US" dirty="0"/>
              <a:t>This assumption does not match reality for splice site patterns</a:t>
            </a:r>
          </a:p>
          <a:p>
            <a:endParaRPr lang="en-US" dirty="0"/>
          </a:p>
          <a:p>
            <a:r>
              <a:rPr lang="en-US" dirty="0"/>
              <a:t>Longer correlations are present</a:t>
            </a:r>
          </a:p>
          <a:p>
            <a:endParaRPr lang="en-US" dirty="0"/>
          </a:p>
        </p:txBody>
      </p:sp>
      <p:sp>
        <p:nvSpPr>
          <p:cNvPr id="4" name="Slide Number Placeholder 3">
            <a:extLst>
              <a:ext uri="{FF2B5EF4-FFF2-40B4-BE49-F238E27FC236}">
                <a16:creationId xmlns:a16="http://schemas.microsoft.com/office/drawing/2014/main" id="{0EEA60F6-2593-7D0F-9015-9212932B69DB}"/>
              </a:ext>
            </a:extLst>
          </p:cNvPr>
          <p:cNvSpPr>
            <a:spLocks noGrp="1"/>
          </p:cNvSpPr>
          <p:nvPr>
            <p:ph type="sldNum" sz="quarter" idx="12"/>
          </p:nvPr>
        </p:nvSpPr>
        <p:spPr/>
        <p:txBody>
          <a:bodyPr/>
          <a:lstStyle/>
          <a:p>
            <a:fld id="{B82CCC60-E8CD-4174-8B1A-7DF615B22EEF}" type="slidenum">
              <a:rPr lang="en-US" smtClean="0"/>
              <a:pPr/>
              <a:t>37</a:t>
            </a:fld>
            <a:endParaRPr lang="en-US"/>
          </a:p>
        </p:txBody>
      </p:sp>
    </p:spTree>
    <p:extLst>
      <p:ext uri="{BB962C8B-B14F-4D97-AF65-F5344CB8AC3E}">
        <p14:creationId xmlns:p14="http://schemas.microsoft.com/office/powerpoint/2010/main" val="21552466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B62A6-6CF6-33A1-9035-3D601E8263EB}"/>
              </a:ext>
            </a:extLst>
          </p:cNvPr>
          <p:cNvSpPr>
            <a:spLocks noGrp="1"/>
          </p:cNvSpPr>
          <p:nvPr>
            <p:ph type="title"/>
          </p:nvPr>
        </p:nvSpPr>
        <p:spPr/>
        <p:txBody>
          <a:bodyPr>
            <a:normAutofit fontScale="90000"/>
          </a:bodyPr>
          <a:lstStyle/>
          <a:p>
            <a:r>
              <a:rPr lang="en-US" dirty="0"/>
              <a:t>Markov chain</a:t>
            </a:r>
          </a:p>
        </p:txBody>
      </p:sp>
      <p:sp>
        <p:nvSpPr>
          <p:cNvPr id="3" name="Content Placeholder 2">
            <a:extLst>
              <a:ext uri="{FF2B5EF4-FFF2-40B4-BE49-F238E27FC236}">
                <a16:creationId xmlns:a16="http://schemas.microsoft.com/office/drawing/2014/main" id="{EA16B95C-02A4-9151-191B-9D8BCD6D1383}"/>
              </a:ext>
            </a:extLst>
          </p:cNvPr>
          <p:cNvSpPr>
            <a:spLocks noGrp="1"/>
          </p:cNvSpPr>
          <p:nvPr>
            <p:ph idx="1"/>
          </p:nvPr>
        </p:nvSpPr>
        <p:spPr>
          <a:xfrm>
            <a:off x="598620" y="1596540"/>
            <a:ext cx="7948614" cy="5016016"/>
          </a:xfrm>
        </p:spPr>
        <p:txBody>
          <a:bodyPr>
            <a:normAutofit lnSpcReduction="10000"/>
          </a:bodyPr>
          <a:lstStyle/>
          <a:p>
            <a:r>
              <a:rPr lang="en-US" dirty="0"/>
              <a:t>Markov chains allow one to quantify correlations in patterns </a:t>
            </a:r>
          </a:p>
          <a:p>
            <a:r>
              <a:rPr lang="en-US" dirty="0"/>
              <a:t>Markov chain or Markov process is a stochastic process describing a sequence of possible events in which the probability of each event depends only on the state attained in the previous event. </a:t>
            </a:r>
          </a:p>
          <a:p>
            <a:r>
              <a:rPr lang="en-US" dirty="0"/>
              <a:t>Informally, this may be thought of as, "What happens next depends only on the state of affairs now." </a:t>
            </a:r>
          </a:p>
          <a:p>
            <a:r>
              <a:rPr lang="en-US" dirty="0"/>
              <a:t>Markov processes are named in honor of the Russian mathematician Andrey Markov.</a:t>
            </a:r>
          </a:p>
          <a:p>
            <a:endParaRPr lang="en-US" dirty="0"/>
          </a:p>
        </p:txBody>
      </p:sp>
      <p:sp>
        <p:nvSpPr>
          <p:cNvPr id="4" name="Slide Number Placeholder 3">
            <a:extLst>
              <a:ext uri="{FF2B5EF4-FFF2-40B4-BE49-F238E27FC236}">
                <a16:creationId xmlns:a16="http://schemas.microsoft.com/office/drawing/2014/main" id="{C252BC07-EBC6-D9FC-A9BA-EFB43DB0CF7E}"/>
              </a:ext>
            </a:extLst>
          </p:cNvPr>
          <p:cNvSpPr>
            <a:spLocks noGrp="1"/>
          </p:cNvSpPr>
          <p:nvPr>
            <p:ph type="sldNum" sz="quarter" idx="12"/>
          </p:nvPr>
        </p:nvSpPr>
        <p:spPr/>
        <p:txBody>
          <a:bodyPr/>
          <a:lstStyle/>
          <a:p>
            <a:fld id="{B82CCC60-E8CD-4174-8B1A-7DF615B22EEF}" type="slidenum">
              <a:rPr lang="en-US" smtClean="0"/>
              <a:pPr/>
              <a:t>38</a:t>
            </a:fld>
            <a:endParaRPr lang="en-US"/>
          </a:p>
        </p:txBody>
      </p:sp>
      <p:pic>
        <p:nvPicPr>
          <p:cNvPr id="6" name="Picture 5">
            <a:extLst>
              <a:ext uri="{FF2B5EF4-FFF2-40B4-BE49-F238E27FC236}">
                <a16:creationId xmlns:a16="http://schemas.microsoft.com/office/drawing/2014/main" id="{FA7806DA-61BA-845C-E315-7F828AE892FB}"/>
              </a:ext>
            </a:extLst>
          </p:cNvPr>
          <p:cNvPicPr>
            <a:picLocks noChangeAspect="1"/>
          </p:cNvPicPr>
          <p:nvPr/>
        </p:nvPicPr>
        <p:blipFill>
          <a:blip r:embed="rId2"/>
          <a:stretch>
            <a:fillRect/>
          </a:stretch>
        </p:blipFill>
        <p:spPr>
          <a:xfrm>
            <a:off x="8659344" y="1252578"/>
            <a:ext cx="3362794" cy="4925112"/>
          </a:xfrm>
          <a:prstGeom prst="rect">
            <a:avLst/>
          </a:prstGeom>
        </p:spPr>
      </p:pic>
    </p:spTree>
    <p:extLst>
      <p:ext uri="{BB962C8B-B14F-4D97-AF65-F5344CB8AC3E}">
        <p14:creationId xmlns:p14="http://schemas.microsoft.com/office/powerpoint/2010/main" val="26283520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0BA50-468B-9A7B-2055-9462DED1B608}"/>
              </a:ext>
            </a:extLst>
          </p:cNvPr>
          <p:cNvSpPr>
            <a:spLocks noGrp="1"/>
          </p:cNvSpPr>
          <p:nvPr>
            <p:ph type="title"/>
          </p:nvPr>
        </p:nvSpPr>
        <p:spPr/>
        <p:txBody>
          <a:bodyPr>
            <a:normAutofit fontScale="90000"/>
          </a:bodyPr>
          <a:lstStyle/>
          <a:p>
            <a:r>
              <a:rPr lang="en-US" dirty="0"/>
              <a:t>Markov model</a:t>
            </a:r>
          </a:p>
        </p:txBody>
      </p:sp>
      <p:sp>
        <p:nvSpPr>
          <p:cNvPr id="4" name="Slide Number Placeholder 3">
            <a:extLst>
              <a:ext uri="{FF2B5EF4-FFF2-40B4-BE49-F238E27FC236}">
                <a16:creationId xmlns:a16="http://schemas.microsoft.com/office/drawing/2014/main" id="{DFFF569B-E796-AF0A-70C8-DD40FA3BBFD5}"/>
              </a:ext>
            </a:extLst>
          </p:cNvPr>
          <p:cNvSpPr>
            <a:spLocks noGrp="1"/>
          </p:cNvSpPr>
          <p:nvPr>
            <p:ph type="sldNum" sz="quarter" idx="12"/>
          </p:nvPr>
        </p:nvSpPr>
        <p:spPr/>
        <p:txBody>
          <a:bodyPr/>
          <a:lstStyle/>
          <a:p>
            <a:fld id="{B82CCC60-E8CD-4174-8B1A-7DF615B22EEF}" type="slidenum">
              <a:rPr lang="en-US" smtClean="0"/>
              <a:pPr/>
              <a:t>39</a:t>
            </a:fld>
            <a:endParaRPr lang="en-US"/>
          </a:p>
        </p:txBody>
      </p:sp>
      <p:sp>
        <p:nvSpPr>
          <p:cNvPr id="5" name="Oval 4">
            <a:extLst>
              <a:ext uri="{FF2B5EF4-FFF2-40B4-BE49-F238E27FC236}">
                <a16:creationId xmlns:a16="http://schemas.microsoft.com/office/drawing/2014/main" id="{CB03D258-65BC-1899-A9DE-78941C62335D}"/>
              </a:ext>
            </a:extLst>
          </p:cNvPr>
          <p:cNvSpPr/>
          <p:nvPr/>
        </p:nvSpPr>
        <p:spPr>
          <a:xfrm>
            <a:off x="5929084" y="4470400"/>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5F43DE0B-A74A-1BFE-4832-6070FE0945FB}"/>
              </a:ext>
            </a:extLst>
          </p:cNvPr>
          <p:cNvSpPr/>
          <p:nvPr/>
        </p:nvSpPr>
        <p:spPr>
          <a:xfrm>
            <a:off x="8889999" y="4470400"/>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A3DAD338-3529-0BA9-BF9D-04D50CC07251}"/>
                  </a:ext>
                </a:extLst>
              </p14:cNvPr>
              <p14:cNvContentPartPr/>
              <p14:nvPr/>
            </p14:nvContentPartPr>
            <p14:xfrm>
              <a:off x="6625662" y="4193440"/>
              <a:ext cx="2343600" cy="472680"/>
            </p14:xfrm>
          </p:contentPart>
        </mc:Choice>
        <mc:Fallback xmlns="">
          <p:pic>
            <p:nvPicPr>
              <p:cNvPr id="12" name="Ink 11">
                <a:extLst>
                  <a:ext uri="{FF2B5EF4-FFF2-40B4-BE49-F238E27FC236}">
                    <a16:creationId xmlns:a16="http://schemas.microsoft.com/office/drawing/2014/main" id="{A3DAD338-3529-0BA9-BF9D-04D50CC07251}"/>
                  </a:ext>
                </a:extLst>
              </p:cNvPr>
              <p:cNvPicPr/>
              <p:nvPr/>
            </p:nvPicPr>
            <p:blipFill>
              <a:blip r:embed="rId3"/>
              <a:stretch>
                <a:fillRect/>
              </a:stretch>
            </p:blipFill>
            <p:spPr>
              <a:xfrm>
                <a:off x="6619542" y="4187320"/>
                <a:ext cx="235584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0286670F-611A-8C09-FC4B-6073AD8420D3}"/>
                  </a:ext>
                </a:extLst>
              </p14:cNvPr>
              <p14:cNvContentPartPr/>
              <p14:nvPr/>
            </p14:nvContentPartPr>
            <p14:xfrm>
              <a:off x="6627102" y="5311960"/>
              <a:ext cx="2502720" cy="400320"/>
            </p14:xfrm>
          </p:contentPart>
        </mc:Choice>
        <mc:Fallback xmlns="">
          <p:pic>
            <p:nvPicPr>
              <p:cNvPr id="13" name="Ink 12">
                <a:extLst>
                  <a:ext uri="{FF2B5EF4-FFF2-40B4-BE49-F238E27FC236}">
                    <a16:creationId xmlns:a16="http://schemas.microsoft.com/office/drawing/2014/main" id="{0286670F-611A-8C09-FC4B-6073AD8420D3}"/>
                  </a:ext>
                </a:extLst>
              </p:cNvPr>
              <p:cNvPicPr/>
              <p:nvPr/>
            </p:nvPicPr>
            <p:blipFill>
              <a:blip r:embed="rId5"/>
              <a:stretch>
                <a:fillRect/>
              </a:stretch>
            </p:blipFill>
            <p:spPr>
              <a:xfrm>
                <a:off x="6620982" y="5305840"/>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E88A6678-029B-DE86-4569-5EB1C2527D45}"/>
                  </a:ext>
                </a:extLst>
              </p14:cNvPr>
              <p14:cNvContentPartPr/>
              <p14:nvPr/>
            </p14:nvContentPartPr>
            <p14:xfrm>
              <a:off x="9687822" y="4339600"/>
              <a:ext cx="1329840" cy="1373040"/>
            </p14:xfrm>
          </p:contentPart>
        </mc:Choice>
        <mc:Fallback xmlns="">
          <p:pic>
            <p:nvPicPr>
              <p:cNvPr id="14" name="Ink 13">
                <a:extLst>
                  <a:ext uri="{FF2B5EF4-FFF2-40B4-BE49-F238E27FC236}">
                    <a16:creationId xmlns:a16="http://schemas.microsoft.com/office/drawing/2014/main" id="{E88A6678-029B-DE86-4569-5EB1C2527D45}"/>
                  </a:ext>
                </a:extLst>
              </p:cNvPr>
              <p:cNvPicPr/>
              <p:nvPr/>
            </p:nvPicPr>
            <p:blipFill>
              <a:blip r:embed="rId7"/>
              <a:stretch>
                <a:fillRect/>
              </a:stretch>
            </p:blipFill>
            <p:spPr>
              <a:xfrm>
                <a:off x="9681702" y="4333480"/>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B318501D-3BFA-1759-BAC7-3D2CCD418F07}"/>
                  </a:ext>
                </a:extLst>
              </p14:cNvPr>
              <p14:cNvContentPartPr/>
              <p14:nvPr/>
            </p14:nvContentPartPr>
            <p14:xfrm>
              <a:off x="4695342" y="4150960"/>
              <a:ext cx="1371600" cy="1343880"/>
            </p14:xfrm>
          </p:contentPart>
        </mc:Choice>
        <mc:Fallback xmlns="">
          <p:pic>
            <p:nvPicPr>
              <p:cNvPr id="15" name="Ink 14">
                <a:extLst>
                  <a:ext uri="{FF2B5EF4-FFF2-40B4-BE49-F238E27FC236}">
                    <a16:creationId xmlns:a16="http://schemas.microsoft.com/office/drawing/2014/main" id="{B318501D-3BFA-1759-BAC7-3D2CCD418F07}"/>
                  </a:ext>
                </a:extLst>
              </p:cNvPr>
              <p:cNvPicPr/>
              <p:nvPr/>
            </p:nvPicPr>
            <p:blipFill>
              <a:blip r:embed="rId9"/>
              <a:stretch>
                <a:fillRect/>
              </a:stretch>
            </p:blipFill>
            <p:spPr>
              <a:xfrm>
                <a:off x="4689222" y="4144840"/>
                <a:ext cx="1383840" cy="1356120"/>
              </a:xfrm>
              <a:prstGeom prst="rect">
                <a:avLst/>
              </a:prstGeom>
            </p:spPr>
          </p:pic>
        </mc:Fallback>
      </mc:AlternateContent>
      <p:sp>
        <p:nvSpPr>
          <p:cNvPr id="16" name="TextBox 15">
            <a:extLst>
              <a:ext uri="{FF2B5EF4-FFF2-40B4-BE49-F238E27FC236}">
                <a16:creationId xmlns:a16="http://schemas.microsoft.com/office/drawing/2014/main" id="{7BD87FAF-6FC2-ED8F-985E-B67DB59F1172}"/>
              </a:ext>
            </a:extLst>
          </p:cNvPr>
          <p:cNvSpPr txBox="1"/>
          <p:nvPr/>
        </p:nvSpPr>
        <p:spPr>
          <a:xfrm>
            <a:off x="7402050" y="3810485"/>
            <a:ext cx="476412" cy="369332"/>
          </a:xfrm>
          <a:prstGeom prst="rect">
            <a:avLst/>
          </a:prstGeom>
          <a:noFill/>
        </p:spPr>
        <p:txBody>
          <a:bodyPr wrap="none" rtlCol="0">
            <a:spAutoFit/>
          </a:bodyPr>
          <a:lstStyle/>
          <a:p>
            <a:r>
              <a:rPr lang="en-US" dirty="0"/>
              <a:t>0.8</a:t>
            </a:r>
          </a:p>
        </p:txBody>
      </p:sp>
      <p:sp>
        <p:nvSpPr>
          <p:cNvPr id="17" name="TextBox 16">
            <a:extLst>
              <a:ext uri="{FF2B5EF4-FFF2-40B4-BE49-F238E27FC236}">
                <a16:creationId xmlns:a16="http://schemas.microsoft.com/office/drawing/2014/main" id="{DE78BEF8-AF42-0D49-94F4-10DEF6780D95}"/>
              </a:ext>
            </a:extLst>
          </p:cNvPr>
          <p:cNvSpPr txBox="1"/>
          <p:nvPr/>
        </p:nvSpPr>
        <p:spPr>
          <a:xfrm>
            <a:off x="7402050" y="5868925"/>
            <a:ext cx="476412" cy="369332"/>
          </a:xfrm>
          <a:prstGeom prst="rect">
            <a:avLst/>
          </a:prstGeom>
          <a:noFill/>
        </p:spPr>
        <p:txBody>
          <a:bodyPr wrap="none" rtlCol="0">
            <a:spAutoFit/>
          </a:bodyPr>
          <a:lstStyle/>
          <a:p>
            <a:r>
              <a:rPr lang="en-US" dirty="0"/>
              <a:t>0.5</a:t>
            </a:r>
          </a:p>
        </p:txBody>
      </p:sp>
      <p:sp>
        <p:nvSpPr>
          <p:cNvPr id="18" name="TextBox 17">
            <a:extLst>
              <a:ext uri="{FF2B5EF4-FFF2-40B4-BE49-F238E27FC236}">
                <a16:creationId xmlns:a16="http://schemas.microsoft.com/office/drawing/2014/main" id="{F7B9C477-3A97-9117-F829-B7BEBAA1ED59}"/>
              </a:ext>
            </a:extLst>
          </p:cNvPr>
          <p:cNvSpPr txBox="1"/>
          <p:nvPr/>
        </p:nvSpPr>
        <p:spPr>
          <a:xfrm>
            <a:off x="11017662" y="4822900"/>
            <a:ext cx="476412" cy="369332"/>
          </a:xfrm>
          <a:prstGeom prst="rect">
            <a:avLst/>
          </a:prstGeom>
          <a:noFill/>
        </p:spPr>
        <p:txBody>
          <a:bodyPr wrap="none" rtlCol="0">
            <a:spAutoFit/>
          </a:bodyPr>
          <a:lstStyle/>
          <a:p>
            <a:r>
              <a:rPr lang="en-US" dirty="0"/>
              <a:t>0.5</a:t>
            </a:r>
          </a:p>
        </p:txBody>
      </p:sp>
      <p:sp>
        <p:nvSpPr>
          <p:cNvPr id="19" name="TextBox 18">
            <a:extLst>
              <a:ext uri="{FF2B5EF4-FFF2-40B4-BE49-F238E27FC236}">
                <a16:creationId xmlns:a16="http://schemas.microsoft.com/office/drawing/2014/main" id="{A2189685-645B-1507-7902-1342429B1033}"/>
              </a:ext>
            </a:extLst>
          </p:cNvPr>
          <p:cNvSpPr txBox="1"/>
          <p:nvPr/>
        </p:nvSpPr>
        <p:spPr>
          <a:xfrm>
            <a:off x="5142936" y="3781628"/>
            <a:ext cx="476412" cy="369332"/>
          </a:xfrm>
          <a:prstGeom prst="rect">
            <a:avLst/>
          </a:prstGeom>
          <a:noFill/>
        </p:spPr>
        <p:txBody>
          <a:bodyPr wrap="none" rtlCol="0">
            <a:spAutoFit/>
          </a:bodyPr>
          <a:lstStyle/>
          <a:p>
            <a:r>
              <a:rPr lang="en-US" dirty="0"/>
              <a:t>0.2</a:t>
            </a:r>
          </a:p>
        </p:txBody>
      </p:sp>
      <p:sp>
        <p:nvSpPr>
          <p:cNvPr id="20" name="TextBox 19">
            <a:extLst>
              <a:ext uri="{FF2B5EF4-FFF2-40B4-BE49-F238E27FC236}">
                <a16:creationId xmlns:a16="http://schemas.microsoft.com/office/drawing/2014/main" id="{FDEE1BCD-2B6A-0177-D5DE-D8080229269E}"/>
              </a:ext>
            </a:extLst>
          </p:cNvPr>
          <p:cNvSpPr txBox="1"/>
          <p:nvPr/>
        </p:nvSpPr>
        <p:spPr>
          <a:xfrm>
            <a:off x="5963771" y="2984203"/>
            <a:ext cx="3829382" cy="369332"/>
          </a:xfrm>
          <a:prstGeom prst="rect">
            <a:avLst/>
          </a:prstGeom>
          <a:noFill/>
        </p:spPr>
        <p:txBody>
          <a:bodyPr wrap="none" rtlCol="0">
            <a:spAutoFit/>
          </a:bodyPr>
          <a:lstStyle/>
          <a:p>
            <a:r>
              <a:rPr lang="en-US" dirty="0"/>
              <a:t>Outgoing probabilities must sum to 1 !</a:t>
            </a:r>
          </a:p>
        </p:txBody>
      </p:sp>
      <p:sp>
        <p:nvSpPr>
          <p:cNvPr id="21" name="TextBox 20">
            <a:extLst>
              <a:ext uri="{FF2B5EF4-FFF2-40B4-BE49-F238E27FC236}">
                <a16:creationId xmlns:a16="http://schemas.microsoft.com/office/drawing/2014/main" id="{BB50C94E-B231-39D3-72F0-7360E8C5C211}"/>
              </a:ext>
            </a:extLst>
          </p:cNvPr>
          <p:cNvSpPr txBox="1"/>
          <p:nvPr/>
        </p:nvSpPr>
        <p:spPr>
          <a:xfrm>
            <a:off x="586283" y="1654283"/>
            <a:ext cx="4157741" cy="5078313"/>
          </a:xfrm>
          <a:prstGeom prst="rect">
            <a:avLst/>
          </a:prstGeom>
          <a:noFill/>
        </p:spPr>
        <p:txBody>
          <a:bodyPr wrap="none" rtlCol="0">
            <a:spAutoFit/>
          </a:bodyPr>
          <a:lstStyle/>
          <a:p>
            <a:r>
              <a:rPr lang="en-US" dirty="0"/>
              <a:t>Markov model has:</a:t>
            </a:r>
          </a:p>
          <a:p>
            <a:pPr marL="342900" indent="-342900">
              <a:buAutoNum type="arabicPeriod"/>
            </a:pPr>
            <a:r>
              <a:rPr lang="en-US" dirty="0"/>
              <a:t>A set of states</a:t>
            </a:r>
          </a:p>
          <a:p>
            <a:pPr marL="342900" indent="-342900">
              <a:buAutoNum type="arabicPeriod"/>
            </a:pPr>
            <a:r>
              <a:rPr lang="en-US" dirty="0"/>
              <a:t>Transition probabilities between states</a:t>
            </a:r>
          </a:p>
          <a:p>
            <a:pPr marL="342900" indent="-342900">
              <a:buAutoNum type="arabicPeriod"/>
            </a:pPr>
            <a:r>
              <a:rPr lang="en-US" dirty="0"/>
              <a:t>Probabilities of the starting states</a:t>
            </a:r>
          </a:p>
          <a:p>
            <a:endParaRPr lang="en-US" dirty="0"/>
          </a:p>
          <a:p>
            <a:r>
              <a:rPr lang="en-US" dirty="0"/>
              <a:t>Transition probability matrix:</a:t>
            </a:r>
          </a:p>
          <a:p>
            <a:r>
              <a:rPr lang="en-US" dirty="0">
                <a:latin typeface="Courier New" panose="02070309020205020404" pitchFamily="49" charset="0"/>
                <a:cs typeface="Courier New" panose="02070309020205020404" pitchFamily="49" charset="0"/>
              </a:rPr>
              <a:t>           To</a:t>
            </a:r>
          </a:p>
          <a:p>
            <a:r>
              <a:rPr lang="en-US" dirty="0">
                <a:latin typeface="Courier New" panose="02070309020205020404" pitchFamily="49" charset="0"/>
                <a:cs typeface="Courier New" panose="02070309020205020404" pitchFamily="49" charset="0"/>
              </a:rPr>
              <a:t>         B    G</a:t>
            </a:r>
          </a:p>
          <a:p>
            <a:r>
              <a:rPr lang="en-US" dirty="0">
                <a:latin typeface="Courier New" panose="02070309020205020404" pitchFamily="49" charset="0"/>
                <a:cs typeface="Courier New" panose="02070309020205020404" pitchFamily="49" charset="0"/>
              </a:rPr>
              <a:t>From B  0.2  0.8</a:t>
            </a:r>
          </a:p>
          <a:p>
            <a:r>
              <a:rPr lang="en-US" dirty="0">
                <a:latin typeface="Courier New" panose="02070309020205020404" pitchFamily="49" charset="0"/>
                <a:cs typeface="Courier New" panose="02070309020205020404" pitchFamily="49" charset="0"/>
              </a:rPr>
              <a:t>     G  0.5  0.5</a:t>
            </a:r>
          </a:p>
          <a:p>
            <a:endParaRPr lang="en-US"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Starting probabilities</a:t>
            </a:r>
          </a:p>
          <a:p>
            <a:r>
              <a:rPr lang="en-US" dirty="0" err="1">
                <a:latin typeface="Courier New" panose="02070309020205020404" pitchFamily="49" charset="0"/>
                <a:cs typeface="Courier New" panose="02070309020205020404" pitchFamily="49" charset="0"/>
              </a:rPr>
              <a:t>Pr</a:t>
            </a:r>
            <a:r>
              <a:rPr lang="en-US" dirty="0">
                <a:latin typeface="Courier New" panose="02070309020205020404" pitchFamily="49" charset="0"/>
                <a:cs typeface="Courier New" panose="02070309020205020404" pitchFamily="49" charset="0"/>
              </a:rPr>
              <a:t>(B) = 0.6</a:t>
            </a:r>
          </a:p>
          <a:p>
            <a:r>
              <a:rPr lang="en-US" dirty="0" err="1">
                <a:latin typeface="Courier New" panose="02070309020205020404" pitchFamily="49" charset="0"/>
                <a:cs typeface="Courier New" panose="02070309020205020404" pitchFamily="49" charset="0"/>
              </a:rPr>
              <a:t>Pr</a:t>
            </a:r>
            <a:r>
              <a:rPr lang="en-US" dirty="0">
                <a:latin typeface="Courier New" panose="02070309020205020404" pitchFamily="49" charset="0"/>
                <a:cs typeface="Courier New" panose="02070309020205020404" pitchFamily="49" charset="0"/>
              </a:rPr>
              <a:t>(G) = 0.4</a:t>
            </a:r>
          </a:p>
          <a:p>
            <a:endParaRPr lang="en-US" dirty="0">
              <a:latin typeface="Courier New" panose="02070309020205020404" pitchFamily="49" charset="0"/>
              <a:cs typeface="Courier New" panose="02070309020205020404" pitchFamily="49" charset="0"/>
            </a:endParaRPr>
          </a:p>
          <a:p>
            <a:r>
              <a:rPr lang="en-US" dirty="0"/>
              <a:t>Markov walk:</a:t>
            </a:r>
          </a:p>
          <a:p>
            <a:r>
              <a:rPr lang="en-US" dirty="0">
                <a:latin typeface="Courier New" panose="02070309020205020404" pitchFamily="49" charset="0"/>
                <a:cs typeface="Courier New" panose="02070309020205020404" pitchFamily="49" charset="0"/>
              </a:rPr>
              <a:t>BGGBGBGGGBBGBGGGBGGGGB</a:t>
            </a:r>
          </a:p>
          <a:p>
            <a:r>
              <a:rPr lang="en-US"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640467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xEl>
                                              <p:pRg st="15" end="1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xEl>
                                              <p:pRg st="16" end="1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03951-AC80-E0AF-7E71-92F513EA53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CF4F25-810E-77F3-6390-D68CB56F8E76}"/>
              </a:ext>
            </a:extLst>
          </p:cNvPr>
          <p:cNvSpPr>
            <a:spLocks noGrp="1"/>
          </p:cNvSpPr>
          <p:nvPr>
            <p:ph type="title"/>
          </p:nvPr>
        </p:nvSpPr>
        <p:spPr/>
        <p:txBody>
          <a:bodyPr>
            <a:normAutofit fontScale="90000"/>
          </a:bodyPr>
          <a:lstStyle/>
          <a:p>
            <a:r>
              <a:rPr lang="en-US" dirty="0"/>
              <a:t>Markov model</a:t>
            </a:r>
          </a:p>
        </p:txBody>
      </p:sp>
      <p:sp>
        <p:nvSpPr>
          <p:cNvPr id="4" name="Slide Number Placeholder 3">
            <a:extLst>
              <a:ext uri="{FF2B5EF4-FFF2-40B4-BE49-F238E27FC236}">
                <a16:creationId xmlns:a16="http://schemas.microsoft.com/office/drawing/2014/main" id="{D1951542-F298-E800-5A7F-583812C68826}"/>
              </a:ext>
            </a:extLst>
          </p:cNvPr>
          <p:cNvSpPr>
            <a:spLocks noGrp="1"/>
          </p:cNvSpPr>
          <p:nvPr>
            <p:ph type="sldNum" sz="quarter" idx="12"/>
          </p:nvPr>
        </p:nvSpPr>
        <p:spPr/>
        <p:txBody>
          <a:bodyPr/>
          <a:lstStyle/>
          <a:p>
            <a:fld id="{B82CCC60-E8CD-4174-8B1A-7DF615B22EEF}" type="slidenum">
              <a:rPr lang="en-US" smtClean="0"/>
              <a:pPr/>
              <a:t>40</a:t>
            </a:fld>
            <a:endParaRPr lang="en-US"/>
          </a:p>
        </p:txBody>
      </p:sp>
      <p:sp>
        <p:nvSpPr>
          <p:cNvPr id="5" name="Oval 4">
            <a:extLst>
              <a:ext uri="{FF2B5EF4-FFF2-40B4-BE49-F238E27FC236}">
                <a16:creationId xmlns:a16="http://schemas.microsoft.com/office/drawing/2014/main" id="{F90B7F7D-E6D1-CDC0-7573-3011B9EFF025}"/>
              </a:ext>
            </a:extLst>
          </p:cNvPr>
          <p:cNvSpPr/>
          <p:nvPr/>
        </p:nvSpPr>
        <p:spPr>
          <a:xfrm>
            <a:off x="5929084" y="4470400"/>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E546F05-01AA-5B5D-4865-8108599C1BE2}"/>
              </a:ext>
            </a:extLst>
          </p:cNvPr>
          <p:cNvSpPr/>
          <p:nvPr/>
        </p:nvSpPr>
        <p:spPr>
          <a:xfrm>
            <a:off x="8889999" y="4470400"/>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C3B430CC-7913-8DB9-558C-B915C5076B41}"/>
                  </a:ext>
                </a:extLst>
              </p14:cNvPr>
              <p14:cNvContentPartPr/>
              <p14:nvPr/>
            </p14:nvContentPartPr>
            <p14:xfrm>
              <a:off x="6625662" y="4193440"/>
              <a:ext cx="2343600" cy="472680"/>
            </p14:xfrm>
          </p:contentPart>
        </mc:Choice>
        <mc:Fallback xmlns="">
          <p:pic>
            <p:nvPicPr>
              <p:cNvPr id="12" name="Ink 11">
                <a:extLst>
                  <a:ext uri="{FF2B5EF4-FFF2-40B4-BE49-F238E27FC236}">
                    <a16:creationId xmlns:a16="http://schemas.microsoft.com/office/drawing/2014/main" id="{C3B430CC-7913-8DB9-558C-B915C5076B41}"/>
                  </a:ext>
                </a:extLst>
              </p:cNvPr>
              <p:cNvPicPr/>
              <p:nvPr/>
            </p:nvPicPr>
            <p:blipFill>
              <a:blip r:embed="rId3"/>
              <a:stretch>
                <a:fillRect/>
              </a:stretch>
            </p:blipFill>
            <p:spPr>
              <a:xfrm>
                <a:off x="6619541" y="4187320"/>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E5DF799E-9A78-C13D-0FAE-3923EBFB3ACD}"/>
                  </a:ext>
                </a:extLst>
              </p14:cNvPr>
              <p14:cNvContentPartPr/>
              <p14:nvPr/>
            </p14:nvContentPartPr>
            <p14:xfrm>
              <a:off x="6627102" y="5311960"/>
              <a:ext cx="2502720" cy="400320"/>
            </p14:xfrm>
          </p:contentPart>
        </mc:Choice>
        <mc:Fallback xmlns="">
          <p:pic>
            <p:nvPicPr>
              <p:cNvPr id="13" name="Ink 12">
                <a:extLst>
                  <a:ext uri="{FF2B5EF4-FFF2-40B4-BE49-F238E27FC236}">
                    <a16:creationId xmlns:a16="http://schemas.microsoft.com/office/drawing/2014/main" id="{E5DF799E-9A78-C13D-0FAE-3923EBFB3ACD}"/>
                  </a:ext>
                </a:extLst>
              </p:cNvPr>
              <p:cNvPicPr/>
              <p:nvPr/>
            </p:nvPicPr>
            <p:blipFill>
              <a:blip r:embed="rId5"/>
              <a:stretch>
                <a:fillRect/>
              </a:stretch>
            </p:blipFill>
            <p:spPr>
              <a:xfrm>
                <a:off x="6620982" y="5305840"/>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F8F5AAF6-B8A3-793B-DE8E-A6183F15A5AB}"/>
                  </a:ext>
                </a:extLst>
              </p14:cNvPr>
              <p14:cNvContentPartPr/>
              <p14:nvPr/>
            </p14:nvContentPartPr>
            <p14:xfrm>
              <a:off x="9687822" y="4339600"/>
              <a:ext cx="1329840" cy="1373040"/>
            </p14:xfrm>
          </p:contentPart>
        </mc:Choice>
        <mc:Fallback xmlns="">
          <p:pic>
            <p:nvPicPr>
              <p:cNvPr id="14" name="Ink 13">
                <a:extLst>
                  <a:ext uri="{FF2B5EF4-FFF2-40B4-BE49-F238E27FC236}">
                    <a16:creationId xmlns:a16="http://schemas.microsoft.com/office/drawing/2014/main" id="{F8F5AAF6-B8A3-793B-DE8E-A6183F15A5AB}"/>
                  </a:ext>
                </a:extLst>
              </p:cNvPr>
              <p:cNvPicPr/>
              <p:nvPr/>
            </p:nvPicPr>
            <p:blipFill>
              <a:blip r:embed="rId7"/>
              <a:stretch>
                <a:fillRect/>
              </a:stretch>
            </p:blipFill>
            <p:spPr>
              <a:xfrm>
                <a:off x="9681702" y="4333480"/>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3D4EF1FF-E8E6-1E6A-664C-820698237A8A}"/>
                  </a:ext>
                </a:extLst>
              </p14:cNvPr>
              <p14:cNvContentPartPr/>
              <p14:nvPr/>
            </p14:nvContentPartPr>
            <p14:xfrm>
              <a:off x="4695342" y="4150960"/>
              <a:ext cx="1371600" cy="1343880"/>
            </p14:xfrm>
          </p:contentPart>
        </mc:Choice>
        <mc:Fallback xmlns="">
          <p:pic>
            <p:nvPicPr>
              <p:cNvPr id="15" name="Ink 14">
                <a:extLst>
                  <a:ext uri="{FF2B5EF4-FFF2-40B4-BE49-F238E27FC236}">
                    <a16:creationId xmlns:a16="http://schemas.microsoft.com/office/drawing/2014/main" id="{3D4EF1FF-E8E6-1E6A-664C-820698237A8A}"/>
                  </a:ext>
                </a:extLst>
              </p:cNvPr>
              <p:cNvPicPr/>
              <p:nvPr/>
            </p:nvPicPr>
            <p:blipFill>
              <a:blip r:embed="rId9"/>
              <a:stretch>
                <a:fillRect/>
              </a:stretch>
            </p:blipFill>
            <p:spPr>
              <a:xfrm>
                <a:off x="4689222" y="4144840"/>
                <a:ext cx="1383840" cy="1356120"/>
              </a:xfrm>
              <a:prstGeom prst="rect">
                <a:avLst/>
              </a:prstGeom>
            </p:spPr>
          </p:pic>
        </mc:Fallback>
      </mc:AlternateContent>
      <p:sp>
        <p:nvSpPr>
          <p:cNvPr id="16" name="TextBox 15">
            <a:extLst>
              <a:ext uri="{FF2B5EF4-FFF2-40B4-BE49-F238E27FC236}">
                <a16:creationId xmlns:a16="http://schemas.microsoft.com/office/drawing/2014/main" id="{A317E113-FCA7-ECBF-6138-7A52B1DE4079}"/>
              </a:ext>
            </a:extLst>
          </p:cNvPr>
          <p:cNvSpPr txBox="1"/>
          <p:nvPr/>
        </p:nvSpPr>
        <p:spPr>
          <a:xfrm>
            <a:off x="7402050" y="3810485"/>
            <a:ext cx="476412" cy="369332"/>
          </a:xfrm>
          <a:prstGeom prst="rect">
            <a:avLst/>
          </a:prstGeom>
          <a:noFill/>
        </p:spPr>
        <p:txBody>
          <a:bodyPr wrap="none" rtlCol="0">
            <a:spAutoFit/>
          </a:bodyPr>
          <a:lstStyle/>
          <a:p>
            <a:r>
              <a:rPr lang="en-US" dirty="0"/>
              <a:t>0.8</a:t>
            </a:r>
          </a:p>
        </p:txBody>
      </p:sp>
      <p:sp>
        <p:nvSpPr>
          <p:cNvPr id="17" name="TextBox 16">
            <a:extLst>
              <a:ext uri="{FF2B5EF4-FFF2-40B4-BE49-F238E27FC236}">
                <a16:creationId xmlns:a16="http://schemas.microsoft.com/office/drawing/2014/main" id="{70FA37D2-51DA-8187-9EE3-88D52DCC9B06}"/>
              </a:ext>
            </a:extLst>
          </p:cNvPr>
          <p:cNvSpPr txBox="1"/>
          <p:nvPr/>
        </p:nvSpPr>
        <p:spPr>
          <a:xfrm>
            <a:off x="7402050" y="5868925"/>
            <a:ext cx="476412" cy="369332"/>
          </a:xfrm>
          <a:prstGeom prst="rect">
            <a:avLst/>
          </a:prstGeom>
          <a:noFill/>
        </p:spPr>
        <p:txBody>
          <a:bodyPr wrap="none" rtlCol="0">
            <a:spAutoFit/>
          </a:bodyPr>
          <a:lstStyle/>
          <a:p>
            <a:r>
              <a:rPr lang="en-US" dirty="0"/>
              <a:t>0.5</a:t>
            </a:r>
          </a:p>
        </p:txBody>
      </p:sp>
      <p:sp>
        <p:nvSpPr>
          <p:cNvPr id="18" name="TextBox 17">
            <a:extLst>
              <a:ext uri="{FF2B5EF4-FFF2-40B4-BE49-F238E27FC236}">
                <a16:creationId xmlns:a16="http://schemas.microsoft.com/office/drawing/2014/main" id="{F87AE215-EF32-3CE4-F086-4B0768385BE0}"/>
              </a:ext>
            </a:extLst>
          </p:cNvPr>
          <p:cNvSpPr txBox="1"/>
          <p:nvPr/>
        </p:nvSpPr>
        <p:spPr>
          <a:xfrm>
            <a:off x="11017662" y="4822900"/>
            <a:ext cx="476412" cy="369332"/>
          </a:xfrm>
          <a:prstGeom prst="rect">
            <a:avLst/>
          </a:prstGeom>
          <a:noFill/>
        </p:spPr>
        <p:txBody>
          <a:bodyPr wrap="none" rtlCol="0">
            <a:spAutoFit/>
          </a:bodyPr>
          <a:lstStyle/>
          <a:p>
            <a:r>
              <a:rPr lang="en-US" dirty="0"/>
              <a:t>0.5</a:t>
            </a:r>
          </a:p>
        </p:txBody>
      </p:sp>
      <p:sp>
        <p:nvSpPr>
          <p:cNvPr id="19" name="TextBox 18">
            <a:extLst>
              <a:ext uri="{FF2B5EF4-FFF2-40B4-BE49-F238E27FC236}">
                <a16:creationId xmlns:a16="http://schemas.microsoft.com/office/drawing/2014/main" id="{51C62830-B416-A51B-C17A-CEB45657B88F}"/>
              </a:ext>
            </a:extLst>
          </p:cNvPr>
          <p:cNvSpPr txBox="1"/>
          <p:nvPr/>
        </p:nvSpPr>
        <p:spPr>
          <a:xfrm>
            <a:off x="5142936" y="3781628"/>
            <a:ext cx="476412" cy="369332"/>
          </a:xfrm>
          <a:prstGeom prst="rect">
            <a:avLst/>
          </a:prstGeom>
          <a:noFill/>
        </p:spPr>
        <p:txBody>
          <a:bodyPr wrap="none" rtlCol="0">
            <a:spAutoFit/>
          </a:bodyPr>
          <a:lstStyle/>
          <a:p>
            <a:r>
              <a:rPr lang="en-US" dirty="0"/>
              <a:t>0.2</a:t>
            </a:r>
          </a:p>
        </p:txBody>
      </p:sp>
      <p:sp>
        <p:nvSpPr>
          <p:cNvPr id="21" name="TextBox 20">
            <a:extLst>
              <a:ext uri="{FF2B5EF4-FFF2-40B4-BE49-F238E27FC236}">
                <a16:creationId xmlns:a16="http://schemas.microsoft.com/office/drawing/2014/main" id="{63EB80CD-B586-BD85-55F4-B87AF6C1ED9C}"/>
              </a:ext>
            </a:extLst>
          </p:cNvPr>
          <p:cNvSpPr txBox="1"/>
          <p:nvPr/>
        </p:nvSpPr>
        <p:spPr>
          <a:xfrm>
            <a:off x="586283" y="1654283"/>
            <a:ext cx="8465972" cy="5078313"/>
          </a:xfrm>
          <a:prstGeom prst="rect">
            <a:avLst/>
          </a:prstGeom>
          <a:noFill/>
        </p:spPr>
        <p:txBody>
          <a:bodyPr wrap="none" rtlCol="0">
            <a:spAutoFit/>
          </a:bodyPr>
          <a:lstStyle/>
          <a:p>
            <a:r>
              <a:rPr lang="en-US" dirty="0"/>
              <a:t>For any observed walk we can compute probability that this process generated the walk:</a:t>
            </a:r>
          </a:p>
          <a:p>
            <a:r>
              <a:rPr lang="en-US" dirty="0" err="1">
                <a:latin typeface="Courier New" panose="02070309020205020404" pitchFamily="49" charset="0"/>
                <a:cs typeface="Courier New" panose="02070309020205020404" pitchFamily="49" charset="0"/>
              </a:rPr>
              <a:t>Pr</a:t>
            </a:r>
            <a:r>
              <a:rPr lang="en-US" dirty="0">
                <a:latin typeface="Courier New" panose="02070309020205020404" pitchFamily="49" charset="0"/>
                <a:cs typeface="Courier New" panose="02070309020205020404" pitchFamily="49" charset="0"/>
              </a:rPr>
              <a:t>(BGGB)=0.6*0.8*0.5*0.5=0.072</a:t>
            </a:r>
          </a:p>
          <a:p>
            <a:r>
              <a:rPr lang="en-US" b="1" dirty="0">
                <a:cs typeface="Courier New" panose="02070309020205020404" pitchFamily="49" charset="0"/>
              </a:rPr>
              <a:t>How is this probability useful?</a:t>
            </a:r>
            <a:br>
              <a:rPr lang="en-US" b="1" dirty="0">
                <a:cs typeface="Courier New" panose="02070309020205020404" pitchFamily="49" charset="0"/>
              </a:rPr>
            </a:br>
            <a:r>
              <a:rPr lang="en-US" b="1" dirty="0">
                <a:cs typeface="Courier New" panose="02070309020205020404" pitchFamily="49" charset="0"/>
              </a:rPr>
              <a:t>We can use it to distinguish between two Markov Processes!</a:t>
            </a:r>
            <a:endParaRPr lang="en-US" dirty="0"/>
          </a:p>
          <a:p>
            <a:endParaRPr lang="en-US" dirty="0"/>
          </a:p>
          <a:p>
            <a:endParaRPr lang="en-US" dirty="0"/>
          </a:p>
          <a:p>
            <a:endParaRPr lang="en-US" dirty="0"/>
          </a:p>
          <a:p>
            <a:endParaRPr lang="en-US" dirty="0"/>
          </a:p>
          <a:p>
            <a:r>
              <a:rPr lang="en-US" dirty="0"/>
              <a:t>Transition probability matrix:</a:t>
            </a:r>
          </a:p>
          <a:p>
            <a:r>
              <a:rPr lang="en-US" dirty="0">
                <a:latin typeface="Courier New" panose="02070309020205020404" pitchFamily="49" charset="0"/>
                <a:cs typeface="Courier New" panose="02070309020205020404" pitchFamily="49" charset="0"/>
              </a:rPr>
              <a:t>           To</a:t>
            </a:r>
          </a:p>
          <a:p>
            <a:r>
              <a:rPr lang="en-US" dirty="0">
                <a:latin typeface="Courier New" panose="02070309020205020404" pitchFamily="49" charset="0"/>
                <a:cs typeface="Courier New" panose="02070309020205020404" pitchFamily="49" charset="0"/>
              </a:rPr>
              <a:t>         B    G</a:t>
            </a:r>
          </a:p>
          <a:p>
            <a:r>
              <a:rPr lang="en-US" dirty="0">
                <a:latin typeface="Courier New" panose="02070309020205020404" pitchFamily="49" charset="0"/>
                <a:cs typeface="Courier New" panose="02070309020205020404" pitchFamily="49" charset="0"/>
              </a:rPr>
              <a:t>From B  0.2  0.8</a:t>
            </a:r>
          </a:p>
          <a:p>
            <a:r>
              <a:rPr lang="en-US" dirty="0">
                <a:latin typeface="Courier New" panose="02070309020205020404" pitchFamily="49" charset="0"/>
                <a:cs typeface="Courier New" panose="02070309020205020404" pitchFamily="49" charset="0"/>
              </a:rPr>
              <a:t>     G  0.5  0.5</a:t>
            </a:r>
          </a:p>
          <a:p>
            <a:endParaRPr lang="en-US"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Starting probabilities</a:t>
            </a:r>
          </a:p>
          <a:p>
            <a:r>
              <a:rPr lang="en-US" dirty="0" err="1">
                <a:latin typeface="Courier New" panose="02070309020205020404" pitchFamily="49" charset="0"/>
                <a:cs typeface="Courier New" panose="02070309020205020404" pitchFamily="49" charset="0"/>
              </a:rPr>
              <a:t>Pr</a:t>
            </a:r>
            <a:r>
              <a:rPr lang="en-US" dirty="0">
                <a:latin typeface="Courier New" panose="02070309020205020404" pitchFamily="49" charset="0"/>
                <a:cs typeface="Courier New" panose="02070309020205020404" pitchFamily="49" charset="0"/>
              </a:rPr>
              <a:t>(B) = 0.6</a:t>
            </a:r>
          </a:p>
          <a:p>
            <a:r>
              <a:rPr lang="en-US" dirty="0" err="1">
                <a:latin typeface="Courier New" panose="02070309020205020404" pitchFamily="49" charset="0"/>
                <a:cs typeface="Courier New" panose="02070309020205020404" pitchFamily="49" charset="0"/>
              </a:rPr>
              <a:t>Pr</a:t>
            </a:r>
            <a:r>
              <a:rPr lang="en-US" dirty="0">
                <a:latin typeface="Courier New" panose="02070309020205020404" pitchFamily="49" charset="0"/>
                <a:cs typeface="Courier New" panose="02070309020205020404" pitchFamily="49" charset="0"/>
              </a:rPr>
              <a:t>(G) = 0.4</a:t>
            </a:r>
          </a:p>
          <a:p>
            <a:r>
              <a:rPr lang="en-US"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749512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7DB58-5975-353D-CB08-0FC3DD95E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8F0F31-EBCD-DC70-4601-DDF90F2ECE7F}"/>
              </a:ext>
            </a:extLst>
          </p:cNvPr>
          <p:cNvSpPr>
            <a:spLocks noGrp="1"/>
          </p:cNvSpPr>
          <p:nvPr>
            <p:ph type="title"/>
          </p:nvPr>
        </p:nvSpPr>
        <p:spPr/>
        <p:txBody>
          <a:bodyPr>
            <a:normAutofit fontScale="90000"/>
          </a:bodyPr>
          <a:lstStyle/>
          <a:p>
            <a:r>
              <a:rPr lang="en-US" dirty="0"/>
              <a:t>Markov model</a:t>
            </a:r>
          </a:p>
        </p:txBody>
      </p:sp>
      <p:sp>
        <p:nvSpPr>
          <p:cNvPr id="4" name="Slide Number Placeholder 3">
            <a:extLst>
              <a:ext uri="{FF2B5EF4-FFF2-40B4-BE49-F238E27FC236}">
                <a16:creationId xmlns:a16="http://schemas.microsoft.com/office/drawing/2014/main" id="{183A7543-0014-71FC-3CDF-C721ED84EFD1}"/>
              </a:ext>
            </a:extLst>
          </p:cNvPr>
          <p:cNvSpPr>
            <a:spLocks noGrp="1"/>
          </p:cNvSpPr>
          <p:nvPr>
            <p:ph type="sldNum" sz="quarter" idx="12"/>
          </p:nvPr>
        </p:nvSpPr>
        <p:spPr/>
        <p:txBody>
          <a:bodyPr/>
          <a:lstStyle/>
          <a:p>
            <a:fld id="{B82CCC60-E8CD-4174-8B1A-7DF615B22EEF}" type="slidenum">
              <a:rPr lang="en-US" smtClean="0"/>
              <a:pPr/>
              <a:t>41</a:t>
            </a:fld>
            <a:endParaRPr lang="en-US"/>
          </a:p>
        </p:txBody>
      </p:sp>
      <p:sp>
        <p:nvSpPr>
          <p:cNvPr id="5" name="Oval 4">
            <a:extLst>
              <a:ext uri="{FF2B5EF4-FFF2-40B4-BE49-F238E27FC236}">
                <a16:creationId xmlns:a16="http://schemas.microsoft.com/office/drawing/2014/main" id="{81113835-B715-C26D-59BD-226355604F30}"/>
              </a:ext>
            </a:extLst>
          </p:cNvPr>
          <p:cNvSpPr/>
          <p:nvPr/>
        </p:nvSpPr>
        <p:spPr>
          <a:xfrm>
            <a:off x="6627010" y="3730865"/>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F00C92F4-0F58-11B9-09E6-9D718E0BB8A3}"/>
              </a:ext>
            </a:extLst>
          </p:cNvPr>
          <p:cNvSpPr/>
          <p:nvPr/>
        </p:nvSpPr>
        <p:spPr>
          <a:xfrm>
            <a:off x="9587925" y="3730865"/>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C9329504-1DD8-B0FE-2E48-0624DA49FD91}"/>
                  </a:ext>
                </a:extLst>
              </p14:cNvPr>
              <p14:cNvContentPartPr/>
              <p14:nvPr/>
            </p14:nvContentPartPr>
            <p14:xfrm>
              <a:off x="7323588" y="3453905"/>
              <a:ext cx="2343600" cy="472680"/>
            </p14:xfrm>
          </p:contentPart>
        </mc:Choice>
        <mc:Fallback xmlns="">
          <p:pic>
            <p:nvPicPr>
              <p:cNvPr id="12" name="Ink 11">
                <a:extLst>
                  <a:ext uri="{FF2B5EF4-FFF2-40B4-BE49-F238E27FC236}">
                    <a16:creationId xmlns:a16="http://schemas.microsoft.com/office/drawing/2014/main" id="{C9329504-1DD8-B0FE-2E48-0624DA49FD91}"/>
                  </a:ext>
                </a:extLst>
              </p:cNvPr>
              <p:cNvPicPr/>
              <p:nvPr/>
            </p:nvPicPr>
            <p:blipFill>
              <a:blip r:embed="rId3"/>
              <a:stretch>
                <a:fillRect/>
              </a:stretch>
            </p:blipFill>
            <p:spPr>
              <a:xfrm>
                <a:off x="7317467" y="3447785"/>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D951C65E-4C4F-A642-FD4F-C6D5BAF44BC0}"/>
                  </a:ext>
                </a:extLst>
              </p14:cNvPr>
              <p14:cNvContentPartPr/>
              <p14:nvPr/>
            </p14:nvContentPartPr>
            <p14:xfrm>
              <a:off x="7325028" y="4572425"/>
              <a:ext cx="2502720" cy="400320"/>
            </p14:xfrm>
          </p:contentPart>
        </mc:Choice>
        <mc:Fallback xmlns="">
          <p:pic>
            <p:nvPicPr>
              <p:cNvPr id="13" name="Ink 12">
                <a:extLst>
                  <a:ext uri="{FF2B5EF4-FFF2-40B4-BE49-F238E27FC236}">
                    <a16:creationId xmlns:a16="http://schemas.microsoft.com/office/drawing/2014/main" id="{D951C65E-4C4F-A642-FD4F-C6D5BAF44BC0}"/>
                  </a:ext>
                </a:extLst>
              </p:cNvPr>
              <p:cNvPicPr/>
              <p:nvPr/>
            </p:nvPicPr>
            <p:blipFill>
              <a:blip r:embed="rId5"/>
              <a:stretch>
                <a:fillRect/>
              </a:stretch>
            </p:blipFill>
            <p:spPr>
              <a:xfrm>
                <a:off x="7318908" y="4566305"/>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76005D0E-8097-AB66-8EEA-D8268287C0D2}"/>
                  </a:ext>
                </a:extLst>
              </p14:cNvPr>
              <p14:cNvContentPartPr/>
              <p14:nvPr/>
            </p14:nvContentPartPr>
            <p14:xfrm>
              <a:off x="10385748" y="3600065"/>
              <a:ext cx="1329840" cy="1373040"/>
            </p14:xfrm>
          </p:contentPart>
        </mc:Choice>
        <mc:Fallback xmlns="">
          <p:pic>
            <p:nvPicPr>
              <p:cNvPr id="14" name="Ink 13">
                <a:extLst>
                  <a:ext uri="{FF2B5EF4-FFF2-40B4-BE49-F238E27FC236}">
                    <a16:creationId xmlns:a16="http://schemas.microsoft.com/office/drawing/2014/main" id="{76005D0E-8097-AB66-8EEA-D8268287C0D2}"/>
                  </a:ext>
                </a:extLst>
              </p:cNvPr>
              <p:cNvPicPr/>
              <p:nvPr/>
            </p:nvPicPr>
            <p:blipFill>
              <a:blip r:embed="rId7"/>
              <a:stretch>
                <a:fillRect/>
              </a:stretch>
            </p:blipFill>
            <p:spPr>
              <a:xfrm>
                <a:off x="10379628" y="3593945"/>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355B48FB-5374-575D-AF20-9027723CA999}"/>
                  </a:ext>
                </a:extLst>
              </p14:cNvPr>
              <p14:cNvContentPartPr/>
              <p14:nvPr/>
            </p14:nvContentPartPr>
            <p14:xfrm>
              <a:off x="5393268" y="3411425"/>
              <a:ext cx="1371600" cy="1343880"/>
            </p14:xfrm>
          </p:contentPart>
        </mc:Choice>
        <mc:Fallback xmlns="">
          <p:pic>
            <p:nvPicPr>
              <p:cNvPr id="15" name="Ink 14">
                <a:extLst>
                  <a:ext uri="{FF2B5EF4-FFF2-40B4-BE49-F238E27FC236}">
                    <a16:creationId xmlns:a16="http://schemas.microsoft.com/office/drawing/2014/main" id="{355B48FB-5374-575D-AF20-9027723CA999}"/>
                  </a:ext>
                </a:extLst>
              </p:cNvPr>
              <p:cNvPicPr/>
              <p:nvPr/>
            </p:nvPicPr>
            <p:blipFill>
              <a:blip r:embed="rId9"/>
              <a:stretch>
                <a:fillRect/>
              </a:stretch>
            </p:blipFill>
            <p:spPr>
              <a:xfrm>
                <a:off x="5387148" y="3405305"/>
                <a:ext cx="1383840" cy="1356120"/>
              </a:xfrm>
              <a:prstGeom prst="rect">
                <a:avLst/>
              </a:prstGeom>
            </p:spPr>
          </p:pic>
        </mc:Fallback>
      </mc:AlternateContent>
      <p:sp>
        <p:nvSpPr>
          <p:cNvPr id="16" name="TextBox 15">
            <a:extLst>
              <a:ext uri="{FF2B5EF4-FFF2-40B4-BE49-F238E27FC236}">
                <a16:creationId xmlns:a16="http://schemas.microsoft.com/office/drawing/2014/main" id="{B1A913AE-D55F-950A-FACB-994181B8AF4A}"/>
              </a:ext>
            </a:extLst>
          </p:cNvPr>
          <p:cNvSpPr txBox="1"/>
          <p:nvPr/>
        </p:nvSpPr>
        <p:spPr>
          <a:xfrm>
            <a:off x="8099976" y="3070950"/>
            <a:ext cx="476412" cy="369332"/>
          </a:xfrm>
          <a:prstGeom prst="rect">
            <a:avLst/>
          </a:prstGeom>
          <a:noFill/>
        </p:spPr>
        <p:txBody>
          <a:bodyPr wrap="none" rtlCol="0">
            <a:spAutoFit/>
          </a:bodyPr>
          <a:lstStyle/>
          <a:p>
            <a:r>
              <a:rPr lang="en-US" dirty="0"/>
              <a:t>0.8</a:t>
            </a:r>
          </a:p>
        </p:txBody>
      </p:sp>
      <p:sp>
        <p:nvSpPr>
          <p:cNvPr id="17" name="TextBox 16">
            <a:extLst>
              <a:ext uri="{FF2B5EF4-FFF2-40B4-BE49-F238E27FC236}">
                <a16:creationId xmlns:a16="http://schemas.microsoft.com/office/drawing/2014/main" id="{C3D6A795-49A8-5F69-E841-445E6BCEA305}"/>
              </a:ext>
            </a:extLst>
          </p:cNvPr>
          <p:cNvSpPr txBox="1"/>
          <p:nvPr/>
        </p:nvSpPr>
        <p:spPr>
          <a:xfrm>
            <a:off x="8099976" y="5129390"/>
            <a:ext cx="476412" cy="369332"/>
          </a:xfrm>
          <a:prstGeom prst="rect">
            <a:avLst/>
          </a:prstGeom>
          <a:noFill/>
        </p:spPr>
        <p:txBody>
          <a:bodyPr wrap="none" rtlCol="0">
            <a:spAutoFit/>
          </a:bodyPr>
          <a:lstStyle/>
          <a:p>
            <a:r>
              <a:rPr lang="en-US" dirty="0"/>
              <a:t>0.5</a:t>
            </a:r>
          </a:p>
        </p:txBody>
      </p:sp>
      <p:sp>
        <p:nvSpPr>
          <p:cNvPr id="18" name="TextBox 17">
            <a:extLst>
              <a:ext uri="{FF2B5EF4-FFF2-40B4-BE49-F238E27FC236}">
                <a16:creationId xmlns:a16="http://schemas.microsoft.com/office/drawing/2014/main" id="{D42EA50E-9CC2-7B9E-3024-49DD7B9CD199}"/>
              </a:ext>
            </a:extLst>
          </p:cNvPr>
          <p:cNvSpPr txBox="1"/>
          <p:nvPr/>
        </p:nvSpPr>
        <p:spPr>
          <a:xfrm>
            <a:off x="11715588" y="4083365"/>
            <a:ext cx="476412" cy="369332"/>
          </a:xfrm>
          <a:prstGeom prst="rect">
            <a:avLst/>
          </a:prstGeom>
          <a:noFill/>
        </p:spPr>
        <p:txBody>
          <a:bodyPr wrap="none" rtlCol="0">
            <a:spAutoFit/>
          </a:bodyPr>
          <a:lstStyle/>
          <a:p>
            <a:r>
              <a:rPr lang="en-US" dirty="0"/>
              <a:t>0.5</a:t>
            </a:r>
          </a:p>
        </p:txBody>
      </p:sp>
      <p:sp>
        <p:nvSpPr>
          <p:cNvPr id="19" name="TextBox 18">
            <a:extLst>
              <a:ext uri="{FF2B5EF4-FFF2-40B4-BE49-F238E27FC236}">
                <a16:creationId xmlns:a16="http://schemas.microsoft.com/office/drawing/2014/main" id="{1915ED56-5F6A-053C-CAC6-C35D01BEEF9F}"/>
              </a:ext>
            </a:extLst>
          </p:cNvPr>
          <p:cNvSpPr txBox="1"/>
          <p:nvPr/>
        </p:nvSpPr>
        <p:spPr>
          <a:xfrm>
            <a:off x="5840862" y="3042093"/>
            <a:ext cx="476412" cy="369332"/>
          </a:xfrm>
          <a:prstGeom prst="rect">
            <a:avLst/>
          </a:prstGeom>
          <a:noFill/>
        </p:spPr>
        <p:txBody>
          <a:bodyPr wrap="none" rtlCol="0">
            <a:spAutoFit/>
          </a:bodyPr>
          <a:lstStyle/>
          <a:p>
            <a:r>
              <a:rPr lang="en-US" dirty="0"/>
              <a:t>0.2</a:t>
            </a:r>
          </a:p>
        </p:txBody>
      </p:sp>
      <p:sp>
        <p:nvSpPr>
          <p:cNvPr id="21" name="TextBox 20">
            <a:extLst>
              <a:ext uri="{FF2B5EF4-FFF2-40B4-BE49-F238E27FC236}">
                <a16:creationId xmlns:a16="http://schemas.microsoft.com/office/drawing/2014/main" id="{0894BA7D-F776-4BF8-E677-A0F6BD73892D}"/>
              </a:ext>
            </a:extLst>
          </p:cNvPr>
          <p:cNvSpPr txBox="1"/>
          <p:nvPr/>
        </p:nvSpPr>
        <p:spPr>
          <a:xfrm>
            <a:off x="586283" y="1654283"/>
            <a:ext cx="5483681" cy="1477328"/>
          </a:xfrm>
          <a:prstGeom prst="rect">
            <a:avLst/>
          </a:prstGeom>
          <a:noFill/>
        </p:spPr>
        <p:txBody>
          <a:bodyPr wrap="none" rtlCol="0">
            <a:spAutoFit/>
          </a:bodyPr>
          <a:lstStyle/>
          <a:p>
            <a:r>
              <a:rPr lang="en-US" dirty="0">
                <a:cs typeface="Courier New" panose="02070309020205020404" pitchFamily="49" charset="0"/>
              </a:rPr>
              <a:t>Process 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a:t>
            </a:r>
            <a:r>
              <a:rPr lang="en-US" dirty="0">
                <a:latin typeface="Courier New" panose="02070309020205020404" pitchFamily="49" charset="0"/>
                <a:cs typeface="Courier New" panose="02070309020205020404" pitchFamily="49" charset="0"/>
              </a:rPr>
              <a:t>(BGGB)=0.6*0.8*0.5*0.5=0.072</a:t>
            </a:r>
          </a:p>
          <a:p>
            <a:r>
              <a:rPr lang="en-US" dirty="0">
                <a:cs typeface="Courier New" panose="02070309020205020404" pitchFamily="49" charset="0"/>
              </a:rPr>
              <a:t>Process B</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a:t>
            </a:r>
            <a:r>
              <a:rPr lang="en-US" dirty="0">
                <a:latin typeface="Courier New" panose="02070309020205020404" pitchFamily="49" charset="0"/>
                <a:cs typeface="Courier New" panose="02070309020205020404" pitchFamily="49" charset="0"/>
              </a:rPr>
              <a:t>(BGGB)=0.5*0.5*0.5*0.5=0.0625</a:t>
            </a:r>
          </a:p>
          <a:p>
            <a:endParaRPr lang="en-US"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Process A is more likely!</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 </a:t>
            </a:r>
          </a:p>
        </p:txBody>
      </p:sp>
      <p:sp>
        <p:nvSpPr>
          <p:cNvPr id="3" name="Oval 2">
            <a:extLst>
              <a:ext uri="{FF2B5EF4-FFF2-40B4-BE49-F238E27FC236}">
                <a16:creationId xmlns:a16="http://schemas.microsoft.com/office/drawing/2014/main" id="{FA86C4D9-A4BF-3ACC-9AD4-5FAFF3380081}"/>
              </a:ext>
            </a:extLst>
          </p:cNvPr>
          <p:cNvSpPr/>
          <p:nvPr/>
        </p:nvSpPr>
        <p:spPr>
          <a:xfrm>
            <a:off x="1477281" y="5129390"/>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246441C-F392-A1D1-463F-BCE3C903679F}"/>
              </a:ext>
            </a:extLst>
          </p:cNvPr>
          <p:cNvSpPr/>
          <p:nvPr/>
        </p:nvSpPr>
        <p:spPr>
          <a:xfrm>
            <a:off x="4438196" y="5129390"/>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C3927AD2-475D-60EA-9294-9FD2D429DD6D}"/>
                  </a:ext>
                </a:extLst>
              </p14:cNvPr>
              <p14:cNvContentPartPr/>
              <p14:nvPr/>
            </p14:nvContentPartPr>
            <p14:xfrm>
              <a:off x="2173859" y="4852430"/>
              <a:ext cx="2343600" cy="472680"/>
            </p14:xfrm>
          </p:contentPart>
        </mc:Choice>
        <mc:Fallback xmlns="">
          <p:pic>
            <p:nvPicPr>
              <p:cNvPr id="8" name="Ink 7">
                <a:extLst>
                  <a:ext uri="{FF2B5EF4-FFF2-40B4-BE49-F238E27FC236}">
                    <a16:creationId xmlns:a16="http://schemas.microsoft.com/office/drawing/2014/main" id="{C3927AD2-475D-60EA-9294-9FD2D429DD6D}"/>
                  </a:ext>
                </a:extLst>
              </p:cNvPr>
              <p:cNvPicPr/>
              <p:nvPr/>
            </p:nvPicPr>
            <p:blipFill>
              <a:blip r:embed="rId11"/>
              <a:stretch>
                <a:fillRect/>
              </a:stretch>
            </p:blipFill>
            <p:spPr>
              <a:xfrm>
                <a:off x="2167738" y="4846310"/>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52C0C83D-57FC-39B6-FF1B-31AB71CBDD14}"/>
                  </a:ext>
                </a:extLst>
              </p14:cNvPr>
              <p14:cNvContentPartPr/>
              <p14:nvPr/>
            </p14:nvContentPartPr>
            <p14:xfrm>
              <a:off x="2175299" y="5970950"/>
              <a:ext cx="2502720" cy="400320"/>
            </p14:xfrm>
          </p:contentPart>
        </mc:Choice>
        <mc:Fallback xmlns="">
          <p:pic>
            <p:nvPicPr>
              <p:cNvPr id="9" name="Ink 8">
                <a:extLst>
                  <a:ext uri="{FF2B5EF4-FFF2-40B4-BE49-F238E27FC236}">
                    <a16:creationId xmlns:a16="http://schemas.microsoft.com/office/drawing/2014/main" id="{52C0C83D-57FC-39B6-FF1B-31AB71CBDD14}"/>
                  </a:ext>
                </a:extLst>
              </p:cNvPr>
              <p:cNvPicPr/>
              <p:nvPr/>
            </p:nvPicPr>
            <p:blipFill>
              <a:blip r:embed="rId5"/>
              <a:stretch>
                <a:fillRect/>
              </a:stretch>
            </p:blipFill>
            <p:spPr>
              <a:xfrm>
                <a:off x="2169179" y="5964830"/>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3C9F6E6C-13D4-0E79-7A93-FEA024F8D1F2}"/>
                  </a:ext>
                </a:extLst>
              </p14:cNvPr>
              <p14:cNvContentPartPr/>
              <p14:nvPr/>
            </p14:nvContentPartPr>
            <p14:xfrm>
              <a:off x="5236019" y="4998590"/>
              <a:ext cx="1329840" cy="1373040"/>
            </p14:xfrm>
          </p:contentPart>
        </mc:Choice>
        <mc:Fallback xmlns="">
          <p:pic>
            <p:nvPicPr>
              <p:cNvPr id="10" name="Ink 9">
                <a:extLst>
                  <a:ext uri="{FF2B5EF4-FFF2-40B4-BE49-F238E27FC236}">
                    <a16:creationId xmlns:a16="http://schemas.microsoft.com/office/drawing/2014/main" id="{3C9F6E6C-13D4-0E79-7A93-FEA024F8D1F2}"/>
                  </a:ext>
                </a:extLst>
              </p:cNvPr>
              <p:cNvPicPr/>
              <p:nvPr/>
            </p:nvPicPr>
            <p:blipFill>
              <a:blip r:embed="rId14"/>
              <a:stretch>
                <a:fillRect/>
              </a:stretch>
            </p:blipFill>
            <p:spPr>
              <a:xfrm>
                <a:off x="5229899" y="4992470"/>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9C85D91A-D6E9-1E84-0338-6645A2494CD2}"/>
                  </a:ext>
                </a:extLst>
              </p14:cNvPr>
              <p14:cNvContentPartPr/>
              <p14:nvPr/>
            </p14:nvContentPartPr>
            <p14:xfrm>
              <a:off x="243539" y="4809950"/>
              <a:ext cx="1371600" cy="1343880"/>
            </p14:xfrm>
          </p:contentPart>
        </mc:Choice>
        <mc:Fallback xmlns="">
          <p:pic>
            <p:nvPicPr>
              <p:cNvPr id="11" name="Ink 10">
                <a:extLst>
                  <a:ext uri="{FF2B5EF4-FFF2-40B4-BE49-F238E27FC236}">
                    <a16:creationId xmlns:a16="http://schemas.microsoft.com/office/drawing/2014/main" id="{9C85D91A-D6E9-1E84-0338-6645A2494CD2}"/>
                  </a:ext>
                </a:extLst>
              </p:cNvPr>
              <p:cNvPicPr/>
              <p:nvPr/>
            </p:nvPicPr>
            <p:blipFill>
              <a:blip r:embed="rId16"/>
              <a:stretch>
                <a:fillRect/>
              </a:stretch>
            </p:blipFill>
            <p:spPr>
              <a:xfrm>
                <a:off x="237419" y="4803830"/>
                <a:ext cx="1383840" cy="1356120"/>
              </a:xfrm>
              <a:prstGeom prst="rect">
                <a:avLst/>
              </a:prstGeom>
            </p:spPr>
          </p:pic>
        </mc:Fallback>
      </mc:AlternateContent>
      <p:sp>
        <p:nvSpPr>
          <p:cNvPr id="22" name="TextBox 21">
            <a:extLst>
              <a:ext uri="{FF2B5EF4-FFF2-40B4-BE49-F238E27FC236}">
                <a16:creationId xmlns:a16="http://schemas.microsoft.com/office/drawing/2014/main" id="{B661DD2A-651A-E504-B6B9-053C3968D40C}"/>
              </a:ext>
            </a:extLst>
          </p:cNvPr>
          <p:cNvSpPr txBox="1"/>
          <p:nvPr/>
        </p:nvSpPr>
        <p:spPr>
          <a:xfrm>
            <a:off x="2950247" y="4469475"/>
            <a:ext cx="476412" cy="369332"/>
          </a:xfrm>
          <a:prstGeom prst="rect">
            <a:avLst/>
          </a:prstGeom>
          <a:noFill/>
        </p:spPr>
        <p:txBody>
          <a:bodyPr wrap="none" rtlCol="0">
            <a:spAutoFit/>
          </a:bodyPr>
          <a:lstStyle/>
          <a:p>
            <a:r>
              <a:rPr lang="en-US" dirty="0"/>
              <a:t>0.5</a:t>
            </a:r>
          </a:p>
        </p:txBody>
      </p:sp>
      <p:sp>
        <p:nvSpPr>
          <p:cNvPr id="23" name="TextBox 22">
            <a:extLst>
              <a:ext uri="{FF2B5EF4-FFF2-40B4-BE49-F238E27FC236}">
                <a16:creationId xmlns:a16="http://schemas.microsoft.com/office/drawing/2014/main" id="{DB8E3D20-DE82-E221-FC04-FFF6D9126165}"/>
              </a:ext>
            </a:extLst>
          </p:cNvPr>
          <p:cNvSpPr txBox="1"/>
          <p:nvPr/>
        </p:nvSpPr>
        <p:spPr>
          <a:xfrm>
            <a:off x="2950247" y="6527915"/>
            <a:ext cx="476412" cy="369332"/>
          </a:xfrm>
          <a:prstGeom prst="rect">
            <a:avLst/>
          </a:prstGeom>
          <a:noFill/>
        </p:spPr>
        <p:txBody>
          <a:bodyPr wrap="none" rtlCol="0">
            <a:spAutoFit/>
          </a:bodyPr>
          <a:lstStyle/>
          <a:p>
            <a:r>
              <a:rPr lang="en-US" dirty="0"/>
              <a:t>0.5</a:t>
            </a:r>
          </a:p>
        </p:txBody>
      </p:sp>
      <p:sp>
        <p:nvSpPr>
          <p:cNvPr id="24" name="TextBox 23">
            <a:extLst>
              <a:ext uri="{FF2B5EF4-FFF2-40B4-BE49-F238E27FC236}">
                <a16:creationId xmlns:a16="http://schemas.microsoft.com/office/drawing/2014/main" id="{85701581-6B4A-D1BC-1234-12A7EE2E6F44}"/>
              </a:ext>
            </a:extLst>
          </p:cNvPr>
          <p:cNvSpPr txBox="1"/>
          <p:nvPr/>
        </p:nvSpPr>
        <p:spPr>
          <a:xfrm>
            <a:off x="6565859" y="5481890"/>
            <a:ext cx="476412" cy="369332"/>
          </a:xfrm>
          <a:prstGeom prst="rect">
            <a:avLst/>
          </a:prstGeom>
          <a:noFill/>
        </p:spPr>
        <p:txBody>
          <a:bodyPr wrap="none" rtlCol="0">
            <a:spAutoFit/>
          </a:bodyPr>
          <a:lstStyle/>
          <a:p>
            <a:r>
              <a:rPr lang="en-US" dirty="0"/>
              <a:t>0.5</a:t>
            </a:r>
          </a:p>
        </p:txBody>
      </p:sp>
      <p:sp>
        <p:nvSpPr>
          <p:cNvPr id="25" name="TextBox 24">
            <a:extLst>
              <a:ext uri="{FF2B5EF4-FFF2-40B4-BE49-F238E27FC236}">
                <a16:creationId xmlns:a16="http://schemas.microsoft.com/office/drawing/2014/main" id="{90B85F7D-5A78-6D05-4A5E-C13E3A42E381}"/>
              </a:ext>
            </a:extLst>
          </p:cNvPr>
          <p:cNvSpPr txBox="1"/>
          <p:nvPr/>
        </p:nvSpPr>
        <p:spPr>
          <a:xfrm>
            <a:off x="691133" y="4440618"/>
            <a:ext cx="476412" cy="369332"/>
          </a:xfrm>
          <a:prstGeom prst="rect">
            <a:avLst/>
          </a:prstGeom>
          <a:noFill/>
        </p:spPr>
        <p:txBody>
          <a:bodyPr wrap="none" rtlCol="0">
            <a:spAutoFit/>
          </a:bodyPr>
          <a:lstStyle/>
          <a:p>
            <a:r>
              <a:rPr lang="en-US" dirty="0"/>
              <a:t>0.5</a:t>
            </a:r>
          </a:p>
        </p:txBody>
      </p:sp>
      <p:sp>
        <p:nvSpPr>
          <p:cNvPr id="26" name="TextBox 25">
            <a:extLst>
              <a:ext uri="{FF2B5EF4-FFF2-40B4-BE49-F238E27FC236}">
                <a16:creationId xmlns:a16="http://schemas.microsoft.com/office/drawing/2014/main" id="{FD668653-37D0-3DD2-1788-64D10F0F1F04}"/>
              </a:ext>
            </a:extLst>
          </p:cNvPr>
          <p:cNvSpPr txBox="1"/>
          <p:nvPr/>
        </p:nvSpPr>
        <p:spPr>
          <a:xfrm>
            <a:off x="6317274" y="2738760"/>
            <a:ext cx="5076390" cy="369332"/>
          </a:xfrm>
          <a:prstGeom prst="rect">
            <a:avLst/>
          </a:prstGeom>
          <a:noFill/>
        </p:spPr>
        <p:txBody>
          <a:bodyPr wrap="none" rtlCol="0">
            <a:spAutoFit/>
          </a:bodyPr>
          <a:lstStyle/>
          <a:p>
            <a:r>
              <a:rPr lang="en-US" dirty="0"/>
              <a:t>Process A: Starting probabilities </a:t>
            </a:r>
            <a:r>
              <a:rPr lang="en-US" dirty="0" err="1"/>
              <a:t>Pr</a:t>
            </a:r>
            <a:r>
              <a:rPr lang="en-US" dirty="0"/>
              <a:t>(B)=0.6, </a:t>
            </a:r>
            <a:r>
              <a:rPr lang="en-US" dirty="0" err="1"/>
              <a:t>Pr</a:t>
            </a:r>
            <a:r>
              <a:rPr lang="en-US" dirty="0"/>
              <a:t>(G)=0.4</a:t>
            </a:r>
          </a:p>
        </p:txBody>
      </p:sp>
      <p:sp>
        <p:nvSpPr>
          <p:cNvPr id="27" name="TextBox 26">
            <a:extLst>
              <a:ext uri="{FF2B5EF4-FFF2-40B4-BE49-F238E27FC236}">
                <a16:creationId xmlns:a16="http://schemas.microsoft.com/office/drawing/2014/main" id="{F4B7DEF5-589C-BED9-D558-419B038A9C43}"/>
              </a:ext>
            </a:extLst>
          </p:cNvPr>
          <p:cNvSpPr txBox="1"/>
          <p:nvPr/>
        </p:nvSpPr>
        <p:spPr>
          <a:xfrm>
            <a:off x="347037" y="4176790"/>
            <a:ext cx="5076390" cy="369332"/>
          </a:xfrm>
          <a:prstGeom prst="rect">
            <a:avLst/>
          </a:prstGeom>
          <a:noFill/>
        </p:spPr>
        <p:txBody>
          <a:bodyPr wrap="none" rtlCol="0">
            <a:spAutoFit/>
          </a:bodyPr>
          <a:lstStyle/>
          <a:p>
            <a:r>
              <a:rPr lang="en-US" dirty="0"/>
              <a:t>Process B: Starting probabilities </a:t>
            </a:r>
            <a:r>
              <a:rPr lang="en-US" dirty="0" err="1"/>
              <a:t>Pr</a:t>
            </a:r>
            <a:r>
              <a:rPr lang="en-US" dirty="0"/>
              <a:t>(B)=0.5, </a:t>
            </a:r>
            <a:r>
              <a:rPr lang="en-US" dirty="0" err="1"/>
              <a:t>Pr</a:t>
            </a:r>
            <a:r>
              <a:rPr lang="en-US" dirty="0"/>
              <a:t>(G)=0.5</a:t>
            </a:r>
          </a:p>
        </p:txBody>
      </p:sp>
    </p:spTree>
    <p:extLst>
      <p:ext uri="{BB962C8B-B14F-4D97-AF65-F5344CB8AC3E}">
        <p14:creationId xmlns:p14="http://schemas.microsoft.com/office/powerpoint/2010/main" val="10075813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01F76-B980-0774-3059-8D2F97F54932}"/>
              </a:ext>
            </a:extLst>
          </p:cNvPr>
          <p:cNvSpPr>
            <a:spLocks noGrp="1"/>
          </p:cNvSpPr>
          <p:nvPr>
            <p:ph type="title"/>
          </p:nvPr>
        </p:nvSpPr>
        <p:spPr/>
        <p:txBody>
          <a:bodyPr>
            <a:normAutofit fontScale="90000"/>
          </a:bodyPr>
          <a:lstStyle/>
          <a:p>
            <a:r>
              <a:rPr lang="en-US" dirty="0"/>
              <a:t>Markov chain</a:t>
            </a:r>
          </a:p>
        </p:txBody>
      </p:sp>
      <p:sp>
        <p:nvSpPr>
          <p:cNvPr id="3" name="Content Placeholder 2">
            <a:extLst>
              <a:ext uri="{FF2B5EF4-FFF2-40B4-BE49-F238E27FC236}">
                <a16:creationId xmlns:a16="http://schemas.microsoft.com/office/drawing/2014/main" id="{A241362D-6289-93C2-9175-08BB8693B456}"/>
              </a:ext>
            </a:extLst>
          </p:cNvPr>
          <p:cNvSpPr>
            <a:spLocks noGrp="1"/>
          </p:cNvSpPr>
          <p:nvPr>
            <p:ph idx="1"/>
          </p:nvPr>
        </p:nvSpPr>
        <p:spPr>
          <a:xfrm>
            <a:off x="598620" y="1596540"/>
            <a:ext cx="10972800" cy="5124936"/>
          </a:xfrm>
        </p:spPr>
        <p:txBody>
          <a:bodyPr>
            <a:normAutofit lnSpcReduction="10000"/>
          </a:bodyPr>
          <a:lstStyle/>
          <a:p>
            <a:r>
              <a:rPr lang="en-US" dirty="0"/>
              <a:t>We will consider Discrete-time Markov Chains</a:t>
            </a:r>
          </a:p>
          <a:p>
            <a:r>
              <a:rPr lang="en-US" dirty="0"/>
              <a:t>A discrete-time Markov chain is a sequence of random variables </a:t>
            </a:r>
            <a:r>
              <a:rPr lang="en-US" i="1" dirty="0"/>
              <a:t>X</a:t>
            </a:r>
            <a:r>
              <a:rPr lang="en-US" i="1" baseline="-25000" dirty="0"/>
              <a:t>1</a:t>
            </a:r>
            <a:r>
              <a:rPr lang="en-US" i="1" dirty="0"/>
              <a:t>, X</a:t>
            </a:r>
            <a:r>
              <a:rPr lang="en-US" i="1" baseline="-25000" dirty="0"/>
              <a:t>2</a:t>
            </a:r>
            <a:r>
              <a:rPr lang="en-US" i="1" dirty="0"/>
              <a:t>, X</a:t>
            </a:r>
            <a:r>
              <a:rPr lang="en-US" i="1" baseline="-25000" dirty="0"/>
              <a:t>3</a:t>
            </a:r>
            <a:r>
              <a:rPr lang="en-US" i="1" dirty="0"/>
              <a:t>, ... </a:t>
            </a:r>
            <a:r>
              <a:rPr lang="en-US" dirty="0"/>
              <a:t>with the Markov property, namely that the probability of moving to the next state depends only on the present state and not on the previous states:</a:t>
            </a:r>
          </a:p>
          <a:p>
            <a:endParaRPr lang="en-US" dirty="0"/>
          </a:p>
          <a:p>
            <a:r>
              <a:rPr lang="en-US" i="1" dirty="0"/>
              <a:t>Order</a:t>
            </a:r>
            <a:r>
              <a:rPr lang="en-US" dirty="0"/>
              <a:t> of the Markov chain is equal to the dimension of the previous state</a:t>
            </a:r>
          </a:p>
          <a:p>
            <a:r>
              <a:rPr lang="en-US" dirty="0"/>
              <a:t>PPM/PWM is zero-order Markov chain (current state does not depend on previous state</a:t>
            </a:r>
            <a:br>
              <a:rPr lang="en-US" dirty="0"/>
            </a:br>
            <a:endParaRPr lang="en-US" dirty="0"/>
          </a:p>
        </p:txBody>
      </p:sp>
      <p:sp>
        <p:nvSpPr>
          <p:cNvPr id="4" name="Slide Number Placeholder 3">
            <a:extLst>
              <a:ext uri="{FF2B5EF4-FFF2-40B4-BE49-F238E27FC236}">
                <a16:creationId xmlns:a16="http://schemas.microsoft.com/office/drawing/2014/main" id="{14024010-2C37-2FB8-95A9-C81A412BC4CD}"/>
              </a:ext>
            </a:extLst>
          </p:cNvPr>
          <p:cNvSpPr>
            <a:spLocks noGrp="1"/>
          </p:cNvSpPr>
          <p:nvPr>
            <p:ph type="sldNum" sz="quarter" idx="12"/>
          </p:nvPr>
        </p:nvSpPr>
        <p:spPr/>
        <p:txBody>
          <a:bodyPr/>
          <a:lstStyle/>
          <a:p>
            <a:fld id="{B82CCC60-E8CD-4174-8B1A-7DF615B22EEF}" type="slidenum">
              <a:rPr lang="en-US" smtClean="0"/>
              <a:pPr/>
              <a:t>42</a:t>
            </a:fld>
            <a:endParaRPr lang="en-US"/>
          </a:p>
        </p:txBody>
      </p:sp>
      <p:pic>
        <p:nvPicPr>
          <p:cNvPr id="6" name="Picture 5">
            <a:extLst>
              <a:ext uri="{FF2B5EF4-FFF2-40B4-BE49-F238E27FC236}">
                <a16:creationId xmlns:a16="http://schemas.microsoft.com/office/drawing/2014/main" id="{96420FFC-EA14-08C2-EC8D-168F81626249}"/>
              </a:ext>
            </a:extLst>
          </p:cNvPr>
          <p:cNvPicPr>
            <a:picLocks noChangeAspect="1"/>
          </p:cNvPicPr>
          <p:nvPr/>
        </p:nvPicPr>
        <p:blipFill>
          <a:blip r:embed="rId2"/>
          <a:stretch>
            <a:fillRect/>
          </a:stretch>
        </p:blipFill>
        <p:spPr>
          <a:xfrm>
            <a:off x="620580" y="3643925"/>
            <a:ext cx="10637587" cy="515083"/>
          </a:xfrm>
          <a:prstGeom prst="rect">
            <a:avLst/>
          </a:prstGeom>
        </p:spPr>
      </p:pic>
    </p:spTree>
    <p:extLst>
      <p:ext uri="{BB962C8B-B14F-4D97-AF65-F5344CB8AC3E}">
        <p14:creationId xmlns:p14="http://schemas.microsoft.com/office/powerpoint/2010/main" val="688161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437D8-7DD7-C7AD-D3ED-0A62003EA336}"/>
              </a:ext>
            </a:extLst>
          </p:cNvPr>
          <p:cNvSpPr>
            <a:spLocks noGrp="1"/>
          </p:cNvSpPr>
          <p:nvPr>
            <p:ph type="title"/>
          </p:nvPr>
        </p:nvSpPr>
        <p:spPr>
          <a:xfrm>
            <a:off x="598620" y="136524"/>
            <a:ext cx="6658828" cy="1001901"/>
          </a:xfrm>
        </p:spPr>
        <p:txBody>
          <a:bodyPr>
            <a:normAutofit/>
          </a:bodyPr>
          <a:lstStyle/>
          <a:p>
            <a:r>
              <a:rPr lang="en-US" dirty="0"/>
              <a:t>Training Markov chain</a:t>
            </a:r>
          </a:p>
        </p:txBody>
      </p:sp>
      <p:sp>
        <p:nvSpPr>
          <p:cNvPr id="3" name="Content Placeholder 2">
            <a:extLst>
              <a:ext uri="{FF2B5EF4-FFF2-40B4-BE49-F238E27FC236}">
                <a16:creationId xmlns:a16="http://schemas.microsoft.com/office/drawing/2014/main" id="{12CE0587-976A-8645-BAF8-D412EA4D0C31}"/>
              </a:ext>
            </a:extLst>
          </p:cNvPr>
          <p:cNvSpPr>
            <a:spLocks noGrp="1"/>
          </p:cNvSpPr>
          <p:nvPr>
            <p:ph idx="1"/>
          </p:nvPr>
        </p:nvSpPr>
        <p:spPr>
          <a:xfrm>
            <a:off x="598620" y="1596540"/>
            <a:ext cx="10972800" cy="4881262"/>
          </a:xfrm>
        </p:spPr>
        <p:txBody>
          <a:bodyPr>
            <a:normAutofit fontScale="92500" lnSpcReduction="20000"/>
          </a:bodyPr>
          <a:lstStyle/>
          <a:p>
            <a:r>
              <a:rPr lang="en-US" dirty="0"/>
              <a:t>Training Markov chain involves estimating transition probability matrix from the data</a:t>
            </a:r>
          </a:p>
          <a:p>
            <a:endParaRPr lang="en-US" dirty="0"/>
          </a:p>
          <a:p>
            <a:r>
              <a:rPr lang="en-US" dirty="0"/>
              <a:t>Consider 1</a:t>
            </a:r>
            <a:r>
              <a:rPr lang="en-US" baseline="30000" dirty="0"/>
              <a:t>st</a:t>
            </a:r>
            <a:r>
              <a:rPr lang="en-US" dirty="0"/>
              <a:t> order Markov chain for a splice site pattern.  The probability of the next letter depends only on the previous letter in the pattern</a:t>
            </a:r>
          </a:p>
          <a:p>
            <a:endParaRPr lang="en-US" dirty="0"/>
          </a:p>
          <a:p>
            <a:r>
              <a:rPr lang="en-US" dirty="0"/>
              <a:t>Computation of probabilities is the same as for the PPM, except the alphabet is tuples (“AA”,”AC”,”AG”,”AT”,”CA”,....,”TT”), size=16</a:t>
            </a:r>
          </a:p>
          <a:p>
            <a:endParaRPr lang="en-US" dirty="0"/>
          </a:p>
          <a:p>
            <a:r>
              <a:rPr lang="en-US" dirty="0"/>
              <a:t>Let each tuple be </a:t>
            </a:r>
          </a:p>
          <a:p>
            <a:pPr marL="0" indent="0">
              <a:buNone/>
            </a:pPr>
            <a:endParaRPr lang="en-US" dirty="0"/>
          </a:p>
          <a:p>
            <a:r>
              <a:rPr lang="en-US" dirty="0"/>
              <a:t>Compute probabilities for every pair of consecutive letters, for a pattern of length </a:t>
            </a:r>
            <a:r>
              <a:rPr lang="en-US" i="1" dirty="0"/>
              <a:t>n</a:t>
            </a:r>
            <a:r>
              <a:rPr lang="en-US" dirty="0"/>
              <a:t>, the              matrix will have dimensions </a:t>
            </a:r>
            <a:r>
              <a:rPr lang="en-US" i="1" dirty="0"/>
              <a:t>16 </a:t>
            </a:r>
            <a:r>
              <a:rPr lang="en-US" dirty="0"/>
              <a:t>by </a:t>
            </a:r>
            <a:r>
              <a:rPr lang="en-US" i="1" dirty="0"/>
              <a:t>(n-1)</a:t>
            </a:r>
          </a:p>
        </p:txBody>
      </p:sp>
      <p:sp>
        <p:nvSpPr>
          <p:cNvPr id="4" name="Slide Number Placeholder 3">
            <a:extLst>
              <a:ext uri="{FF2B5EF4-FFF2-40B4-BE49-F238E27FC236}">
                <a16:creationId xmlns:a16="http://schemas.microsoft.com/office/drawing/2014/main" id="{2E453488-16C5-7D26-0C1B-1EC0AA7C0CB0}"/>
              </a:ext>
            </a:extLst>
          </p:cNvPr>
          <p:cNvSpPr>
            <a:spLocks noGrp="1"/>
          </p:cNvSpPr>
          <p:nvPr>
            <p:ph type="sldNum" sz="quarter" idx="12"/>
          </p:nvPr>
        </p:nvSpPr>
        <p:spPr/>
        <p:txBody>
          <a:bodyPr/>
          <a:lstStyle/>
          <a:p>
            <a:fld id="{B82CCC60-E8CD-4174-8B1A-7DF615B22EEF}" type="slidenum">
              <a:rPr lang="en-US" smtClean="0"/>
              <a:pPr/>
              <a:t>43</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EF8DDE3-56D6-EF6B-9117-DDB8731FFFEF}"/>
                  </a:ext>
                </a:extLst>
              </p:cNvPr>
              <p:cNvSpPr txBox="1"/>
              <p:nvPr/>
            </p:nvSpPr>
            <p:spPr>
              <a:xfrm>
                <a:off x="2453800" y="5931470"/>
                <a:ext cx="1474234" cy="7394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600" i="1">
                              <a:latin typeface="Cambria Math" panose="02040503050406030204" pitchFamily="18" charset="0"/>
                            </a:rPr>
                          </m:ctrlPr>
                        </m:sSubSupPr>
                        <m:e>
                          <m:r>
                            <a:rPr lang="en-US" sz="3600" i="1">
                              <a:latin typeface="Cambria Math" panose="02040503050406030204" pitchFamily="18" charset="0"/>
                            </a:rPr>
                            <m:t>𝑃</m:t>
                          </m:r>
                        </m:e>
                        <m:sub>
                          <m:r>
                            <a:rPr lang="en-US" sz="3600" i="1">
                              <a:latin typeface="Cambria Math" panose="02040503050406030204" pitchFamily="18" charset="0"/>
                            </a:rPr>
                            <m:t>𝑖</m:t>
                          </m:r>
                          <m:r>
                            <a:rPr lang="en-US" sz="3600" i="1">
                              <a:latin typeface="Cambria Math" panose="02040503050406030204" pitchFamily="18" charset="0"/>
                            </a:rPr>
                            <m:t>,</m:t>
                          </m:r>
                          <m:r>
                            <a:rPr lang="en-US" sz="3600" i="1">
                              <a:latin typeface="Cambria Math" panose="02040503050406030204" pitchFamily="18" charset="0"/>
                            </a:rPr>
                            <m:t>𝑗</m:t>
                          </m:r>
                        </m:sub>
                        <m:sup>
                          <m:r>
                            <a:rPr lang="en-US" sz="3600" i="1">
                              <a:latin typeface="Cambria Math" panose="02040503050406030204" pitchFamily="18" charset="0"/>
                            </a:rPr>
                            <m:t>𝑀</m:t>
                          </m:r>
                        </m:sup>
                      </m:sSubSup>
                    </m:oMath>
                  </m:oMathPara>
                </a14:m>
                <a:endParaRPr lang="en-US" sz="3600" dirty="0"/>
              </a:p>
            </p:txBody>
          </p:sp>
        </mc:Choice>
        <mc:Fallback xmlns="">
          <p:sp>
            <p:nvSpPr>
              <p:cNvPr id="5" name="TextBox 4">
                <a:extLst>
                  <a:ext uri="{FF2B5EF4-FFF2-40B4-BE49-F238E27FC236}">
                    <a16:creationId xmlns:a16="http://schemas.microsoft.com/office/drawing/2014/main" id="{5EF8DDE3-56D6-EF6B-9117-DDB8731FFFEF}"/>
                  </a:ext>
                </a:extLst>
              </p:cNvPr>
              <p:cNvSpPr txBox="1">
                <a:spLocks noRot="1" noChangeAspect="1" noMove="1" noResize="1" noEditPoints="1" noAdjustHandles="1" noChangeArrowheads="1" noChangeShapeType="1" noTextEdit="1"/>
              </p:cNvSpPr>
              <p:nvPr/>
            </p:nvSpPr>
            <p:spPr>
              <a:xfrm>
                <a:off x="2453800" y="5931470"/>
                <a:ext cx="1474234" cy="73943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B95C70B-BFD2-B94D-1FD5-8C83078724A2}"/>
                  </a:ext>
                </a:extLst>
              </p:cNvPr>
              <p:cNvSpPr txBox="1"/>
              <p:nvPr/>
            </p:nvSpPr>
            <p:spPr>
              <a:xfrm>
                <a:off x="3017807" y="4823043"/>
                <a:ext cx="1474234"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𝑇</m:t>
                          </m:r>
                        </m:e>
                        <m:sub>
                          <m:r>
                            <a:rPr lang="en-US" sz="3600" i="1">
                              <a:latin typeface="Cambria Math" panose="02040503050406030204" pitchFamily="18" charset="0"/>
                            </a:rPr>
                            <m:t>𝑖</m:t>
                          </m:r>
                        </m:sub>
                      </m:sSub>
                    </m:oMath>
                  </m:oMathPara>
                </a14:m>
                <a:endParaRPr lang="en-US" sz="3600" dirty="0"/>
              </a:p>
            </p:txBody>
          </p:sp>
        </mc:Choice>
        <mc:Fallback xmlns="">
          <p:sp>
            <p:nvSpPr>
              <p:cNvPr id="7" name="TextBox 6">
                <a:extLst>
                  <a:ext uri="{FF2B5EF4-FFF2-40B4-BE49-F238E27FC236}">
                    <a16:creationId xmlns:a16="http://schemas.microsoft.com/office/drawing/2014/main" id="{7B95C70B-BFD2-B94D-1FD5-8C83078724A2}"/>
                  </a:ext>
                </a:extLst>
              </p:cNvPr>
              <p:cNvSpPr txBox="1">
                <a:spLocks noRot="1" noChangeAspect="1" noMove="1" noResize="1" noEditPoints="1" noAdjustHandles="1" noChangeArrowheads="1" noChangeShapeType="1" noTextEdit="1"/>
              </p:cNvSpPr>
              <p:nvPr/>
            </p:nvSpPr>
            <p:spPr>
              <a:xfrm>
                <a:off x="3017807" y="4823043"/>
                <a:ext cx="1474234" cy="646331"/>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773050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A2E4A-9C03-C24C-7D44-6DDB30C62E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8DCA8-073B-2BCE-940F-3DFA29F35218}"/>
              </a:ext>
            </a:extLst>
          </p:cNvPr>
          <p:cNvSpPr>
            <a:spLocks noGrp="1"/>
          </p:cNvSpPr>
          <p:nvPr>
            <p:ph type="title"/>
          </p:nvPr>
        </p:nvSpPr>
        <p:spPr>
          <a:xfrm>
            <a:off x="598620" y="136524"/>
            <a:ext cx="6658828" cy="1001901"/>
          </a:xfrm>
        </p:spPr>
        <p:txBody>
          <a:bodyPr>
            <a:normAutofit fontScale="90000"/>
          </a:bodyPr>
          <a:lstStyle/>
          <a:p>
            <a:r>
              <a:rPr lang="en-US" dirty="0"/>
              <a:t>Computing Markov chain probability matrix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53E0F9-6B84-78E0-8AA7-8A09E45285D9}"/>
                  </a:ext>
                </a:extLst>
              </p:cNvPr>
              <p:cNvSpPr>
                <a:spLocks noGrp="1"/>
              </p:cNvSpPr>
              <p:nvPr>
                <p:ph idx="1"/>
              </p:nvPr>
            </p:nvSpPr>
            <p:spPr>
              <a:xfrm>
                <a:off x="598620" y="1596540"/>
                <a:ext cx="10972800" cy="4977515"/>
              </a:xfrm>
            </p:spPr>
            <p:txBody>
              <a:bodyPr>
                <a:normAutofit lnSpcReduction="10000"/>
              </a:bodyPr>
              <a:lstStyle/>
              <a:p>
                <a:r>
                  <a:rPr lang="en-US" dirty="0"/>
                  <a:t>Convert PPM to PWM by using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𝑘</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d>
                          <m:dPr>
                            <m:begChr m:val="|"/>
                            <m:endChr m:val="|"/>
                            <m:ctrlPr>
                              <a:rPr lang="en-US" i="1">
                                <a:latin typeface="Cambria Math" panose="02040503050406030204" pitchFamily="18" charset="0"/>
                              </a:rPr>
                            </m:ctrlPr>
                          </m:dPr>
                          <m:e>
                            <m:r>
                              <a:rPr lang="en-US" i="1">
                                <a:latin typeface="Cambria Math" panose="02040503050406030204" pitchFamily="18" charset="0"/>
                              </a:rPr>
                              <m:t>𝑘</m:t>
                            </m:r>
                          </m:e>
                        </m:d>
                      </m:den>
                    </m:f>
                  </m:oMath>
                </a14:m>
                <a:r>
                  <a:rPr lang="en-US" dirty="0"/>
                  <a:t>, </a:t>
                </a:r>
                <a:r>
                  <a:rPr lang="en-US" i="1" dirty="0"/>
                  <a:t>k=16</a:t>
                </a:r>
                <a:br>
                  <a:rPr lang="en-US" i="1" dirty="0"/>
                </a:br>
                <a:br>
                  <a:rPr lang="en-US" i="1" dirty="0"/>
                </a:br>
                <a:endParaRPr lang="en-US" i="1" dirty="0"/>
              </a:p>
              <a:p>
                <a:endParaRPr lang="en-US" i="1" dirty="0"/>
              </a:p>
              <a:p>
                <a:r>
                  <a:rPr lang="en-US" dirty="0"/>
                  <a:t>Markov chain score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𝑊</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𝑊</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r>
                          <a:rPr lang="en-US" i="1">
                            <a:latin typeface="Cambria Math" panose="02040503050406030204" pitchFamily="18" charset="0"/>
                          </a:rPr>
                          <m:t>𝑀</m:t>
                        </m:r>
                      </m:sup>
                    </m:sSubSup>
                    <m:r>
                      <a:rPr lang="en-US" b="0" i="1" smtClean="0">
                        <a:latin typeface="Cambria Math" panose="02040503050406030204" pitchFamily="18" charset="0"/>
                      </a:rPr>
                      <m:t>)</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𝑖</m:t>
                        </m:r>
                        <m:r>
                          <a:rPr lang="en-US" b="0" i="1" smtClean="0">
                            <a:latin typeface="Cambria Math" panose="02040503050406030204" pitchFamily="18" charset="0"/>
                          </a:rPr>
                          <m:t>,0</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r>
                              <a:rPr lang="en-US" i="1">
                                <a:latin typeface="Cambria Math" panose="02040503050406030204" pitchFamily="18" charset="0"/>
                              </a:rPr>
                              <m:t>𝑀</m:t>
                            </m:r>
                          </m:sup>
                        </m:sSubSup>
                      </m:e>
                    </m:nary>
                  </m:oMath>
                </a14:m>
                <a:r>
                  <a:rPr lang="en-US" dirty="0"/>
                  <a:t>, where </a:t>
                </a:r>
                <a:br>
                  <a:rPr lang="en-US" dirty="0"/>
                </a:br>
                <a:r>
                  <a:rPr lang="en-US" i="1" dirty="0"/>
                  <a:t>S</a:t>
                </a:r>
                <a:r>
                  <a:rPr lang="en-US" dirty="0"/>
                  <a:t> is the string being scored, </a:t>
                </a:r>
                <a:br>
                  <a:rPr lang="en-US" i="1" dirty="0">
                    <a:latin typeface="Cambria Math" panose="02040503050406030204" pitchFamily="18" charset="0"/>
                  </a:rPr>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𝑖</m:t>
                        </m:r>
                        <m:r>
                          <a:rPr lang="en-US" i="1">
                            <a:latin typeface="Cambria Math" panose="02040503050406030204" pitchFamily="18" charset="0"/>
                          </a:rPr>
                          <m:t>,0</m:t>
                        </m:r>
                      </m:sub>
                    </m:sSub>
                  </m:oMath>
                </a14:m>
                <a:r>
                  <a:rPr lang="en-US" dirty="0"/>
                  <a:t> is the positional weight of the first letter (starting probability)</a:t>
                </a:r>
                <a:br>
                  <a:rPr lang="en-US" dirty="0"/>
                </a:b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r>
                          <a:rPr lang="en-US" i="1">
                            <a:latin typeface="Cambria Math" panose="02040503050406030204" pitchFamily="18" charset="0"/>
                          </a:rPr>
                          <m:t>𝑀</m:t>
                        </m:r>
                      </m:sup>
                    </m:sSubSup>
                  </m:oMath>
                </a14:m>
                <a:r>
                  <a:rPr lang="en-US" dirty="0"/>
                  <a:t> is the positional score of tuple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𝑖</m:t>
                        </m:r>
                      </m:sub>
                    </m:sSub>
                  </m:oMath>
                </a14:m>
                <a:r>
                  <a:rPr lang="en-US" dirty="0"/>
                  <a:t> starting at position </a:t>
                </a:r>
                <a:r>
                  <a:rPr lang="en-US" i="1" dirty="0"/>
                  <a:t>j (j=0,...,n-1) </a:t>
                </a:r>
                <a:r>
                  <a:rPr lang="en-US" dirty="0"/>
                  <a:t>The </a:t>
                </a:r>
                <a14:m>
                  <m:oMath xmlns:m="http://schemas.openxmlformats.org/officeDocument/2006/math">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𝑗</m:t>
                        </m:r>
                      </m:sub>
                      <m:sup/>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r>
                              <a:rPr lang="en-US" i="1">
                                <a:latin typeface="Cambria Math" panose="02040503050406030204" pitchFamily="18" charset="0"/>
                              </a:rPr>
                              <m:t>𝑀</m:t>
                            </m:r>
                          </m:sup>
                        </m:sSubSup>
                      </m:e>
                    </m:nary>
                  </m:oMath>
                </a14:m>
                <a:r>
                  <a:rPr lang="en-US" dirty="0"/>
                  <a:t> is of the positional weights for all tuples of letters in the pattern </a:t>
                </a:r>
              </a:p>
            </p:txBody>
          </p:sp>
        </mc:Choice>
        <mc:Fallback xmlns="">
          <p:sp>
            <p:nvSpPr>
              <p:cNvPr id="3" name="Content Placeholder 2">
                <a:extLst>
                  <a:ext uri="{FF2B5EF4-FFF2-40B4-BE49-F238E27FC236}">
                    <a16:creationId xmlns:a16="http://schemas.microsoft.com/office/drawing/2014/main" id="{A353E0F9-6B84-78E0-8AA7-8A09E45285D9}"/>
                  </a:ext>
                </a:extLst>
              </p:cNvPr>
              <p:cNvSpPr>
                <a:spLocks noGrp="1" noRot="1" noChangeAspect="1" noMove="1" noResize="1" noEditPoints="1" noAdjustHandles="1" noChangeArrowheads="1" noChangeShapeType="1" noTextEdit="1"/>
              </p:cNvSpPr>
              <p:nvPr>
                <p:ph idx="1"/>
              </p:nvPr>
            </p:nvSpPr>
            <p:spPr>
              <a:xfrm>
                <a:off x="598620" y="1596540"/>
                <a:ext cx="10972800" cy="4977515"/>
              </a:xfrm>
              <a:blipFill>
                <a:blip r:embed="rId2"/>
                <a:stretch>
                  <a:fillRect l="-1000" t="-36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9F2B5A9E-0BFF-C3E2-CC3D-5D1A2C409BF4}"/>
              </a:ext>
            </a:extLst>
          </p:cNvPr>
          <p:cNvSpPr>
            <a:spLocks noGrp="1"/>
          </p:cNvSpPr>
          <p:nvPr>
            <p:ph type="sldNum" sz="quarter" idx="12"/>
          </p:nvPr>
        </p:nvSpPr>
        <p:spPr/>
        <p:txBody>
          <a:bodyPr/>
          <a:lstStyle/>
          <a:p>
            <a:fld id="{B82CCC60-E8CD-4174-8B1A-7DF615B22EEF}" type="slidenum">
              <a:rPr lang="en-US" smtClean="0"/>
              <a:pPr/>
              <a:t>44</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8DD4042-8A43-3B28-FB99-A424D208671D}"/>
                  </a:ext>
                </a:extLst>
              </p:cNvPr>
              <p:cNvSpPr txBox="1"/>
              <p:nvPr/>
            </p:nvSpPr>
            <p:spPr>
              <a:xfrm>
                <a:off x="1951256" y="2236276"/>
                <a:ext cx="4797907" cy="13509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600" i="1">
                              <a:latin typeface="Cambria Math" panose="02040503050406030204" pitchFamily="18" charset="0"/>
                            </a:rPr>
                          </m:ctrlPr>
                        </m:sSubSupPr>
                        <m:e>
                          <m:r>
                            <a:rPr lang="en-US" sz="3600" i="1">
                              <a:latin typeface="Cambria Math" panose="02040503050406030204" pitchFamily="18" charset="0"/>
                            </a:rPr>
                            <m:t>𝑊</m:t>
                          </m:r>
                        </m:e>
                        <m:sub>
                          <m:r>
                            <a:rPr lang="en-US" sz="3600" i="1">
                              <a:latin typeface="Cambria Math" panose="02040503050406030204" pitchFamily="18" charset="0"/>
                            </a:rPr>
                            <m:t>𝑖</m:t>
                          </m:r>
                          <m:r>
                            <a:rPr lang="en-US" sz="3600" i="1">
                              <a:latin typeface="Cambria Math" panose="02040503050406030204" pitchFamily="18" charset="0"/>
                            </a:rPr>
                            <m:t>,</m:t>
                          </m:r>
                          <m:r>
                            <a:rPr lang="en-US" sz="3600" i="1">
                              <a:latin typeface="Cambria Math" panose="02040503050406030204" pitchFamily="18" charset="0"/>
                            </a:rPr>
                            <m:t>𝑗</m:t>
                          </m:r>
                        </m:sub>
                        <m:sup>
                          <m:r>
                            <a:rPr lang="en-US" sz="3600" i="1">
                              <a:latin typeface="Cambria Math" panose="02040503050406030204" pitchFamily="18" charset="0"/>
                            </a:rPr>
                            <m:t>𝑀</m:t>
                          </m:r>
                        </m:sup>
                      </m:sSubSup>
                      <m:r>
                        <a:rPr lang="en-US" sz="3600" i="1">
                          <a:latin typeface="Cambria Math" panose="02040503050406030204" pitchFamily="18" charset="0"/>
                        </a:rPr>
                        <m:t> </m:t>
                      </m:r>
                      <m:r>
                        <a:rPr lang="en-US" sz="3600" i="1" smtClean="0">
                          <a:latin typeface="Cambria Math" panose="02040503050406030204" pitchFamily="18" charset="0"/>
                        </a:rPr>
                        <m:t>=</m:t>
                      </m:r>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𝑙𝑜𝑔</m:t>
                          </m:r>
                        </m:e>
                        <m:sub>
                          <m:r>
                            <a:rPr lang="en-US" sz="3600" b="0" i="1" smtClean="0">
                              <a:latin typeface="Cambria Math" panose="02040503050406030204" pitchFamily="18" charset="0"/>
                            </a:rPr>
                            <m:t>2</m:t>
                          </m:r>
                        </m:sub>
                      </m:sSub>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sSubSup>
                            <m:sSubSupPr>
                              <m:ctrlPr>
                                <a:rPr lang="en-US" sz="3600" i="1">
                                  <a:latin typeface="Cambria Math" panose="02040503050406030204" pitchFamily="18" charset="0"/>
                                </a:rPr>
                              </m:ctrlPr>
                            </m:sSubSupPr>
                            <m:e>
                              <m:r>
                                <a:rPr lang="en-US" sz="3600" i="1">
                                  <a:latin typeface="Cambria Math" panose="02040503050406030204" pitchFamily="18" charset="0"/>
                                </a:rPr>
                                <m:t>𝑃</m:t>
                              </m:r>
                            </m:e>
                            <m:sub>
                              <m:r>
                                <a:rPr lang="en-US" sz="3600" i="1">
                                  <a:latin typeface="Cambria Math" panose="02040503050406030204" pitchFamily="18" charset="0"/>
                                </a:rPr>
                                <m:t>𝑖</m:t>
                              </m:r>
                              <m:r>
                                <a:rPr lang="en-US" sz="3600" i="1">
                                  <a:latin typeface="Cambria Math" panose="02040503050406030204" pitchFamily="18" charset="0"/>
                                </a:rPr>
                                <m:t>,</m:t>
                              </m:r>
                              <m:r>
                                <a:rPr lang="en-US" sz="3600" i="1">
                                  <a:latin typeface="Cambria Math" panose="02040503050406030204" pitchFamily="18" charset="0"/>
                                </a:rPr>
                                <m:t>𝑗</m:t>
                              </m:r>
                            </m:sub>
                            <m:sup>
                              <m:r>
                                <a:rPr lang="en-US" sz="3600" i="1">
                                  <a:latin typeface="Cambria Math" panose="02040503050406030204" pitchFamily="18" charset="0"/>
                                </a:rPr>
                                <m:t>𝑀</m:t>
                              </m:r>
                            </m:sup>
                          </m:sSubSup>
                        </m:num>
                        <m:den>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𝑏</m:t>
                              </m:r>
                            </m:e>
                            <m:sub>
                              <m:r>
                                <a:rPr lang="en-US" sz="3600" b="0" i="1" smtClean="0">
                                  <a:latin typeface="Cambria Math" panose="02040503050406030204" pitchFamily="18" charset="0"/>
                                </a:rPr>
                                <m:t>𝑘</m:t>
                              </m:r>
                            </m:sub>
                          </m:sSub>
                        </m:den>
                      </m:f>
                      <m:r>
                        <a:rPr lang="en-US" sz="3600" b="0" i="1" smtClean="0">
                          <a:latin typeface="Cambria Math" panose="02040503050406030204" pitchFamily="18" charset="0"/>
                        </a:rPr>
                        <m:t>)</m:t>
                      </m:r>
                    </m:oMath>
                  </m:oMathPara>
                </a14:m>
                <a:endParaRPr lang="en-US" sz="3600" dirty="0"/>
              </a:p>
            </p:txBody>
          </p:sp>
        </mc:Choice>
        <mc:Fallback xmlns="">
          <p:sp>
            <p:nvSpPr>
              <p:cNvPr id="6" name="TextBox 5">
                <a:extLst>
                  <a:ext uri="{FF2B5EF4-FFF2-40B4-BE49-F238E27FC236}">
                    <a16:creationId xmlns:a16="http://schemas.microsoft.com/office/drawing/2014/main" id="{78DD4042-8A43-3B28-FB99-A424D208671D}"/>
                  </a:ext>
                </a:extLst>
              </p:cNvPr>
              <p:cNvSpPr txBox="1">
                <a:spLocks noRot="1" noChangeAspect="1" noMove="1" noResize="1" noEditPoints="1" noAdjustHandles="1" noChangeArrowheads="1" noChangeShapeType="1" noTextEdit="1"/>
              </p:cNvSpPr>
              <p:nvPr/>
            </p:nvSpPr>
            <p:spPr>
              <a:xfrm>
                <a:off x="1951256" y="2236276"/>
                <a:ext cx="4797907" cy="1350947"/>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43782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C9B29-5164-3CD4-9FEC-7379FC421C1E}"/>
              </a:ext>
            </a:extLst>
          </p:cNvPr>
          <p:cNvSpPr>
            <a:spLocks noGrp="1"/>
          </p:cNvSpPr>
          <p:nvPr>
            <p:ph type="title"/>
          </p:nvPr>
        </p:nvSpPr>
        <p:spPr/>
        <p:txBody>
          <a:bodyPr>
            <a:normAutofit fontScale="90000"/>
          </a:bodyPr>
          <a:lstStyle/>
          <a:p>
            <a:r>
              <a:rPr lang="en-US" dirty="0"/>
              <a:t>Estimation of negative hypothesis</a:t>
            </a:r>
          </a:p>
        </p:txBody>
      </p:sp>
      <p:sp>
        <p:nvSpPr>
          <p:cNvPr id="3" name="Content Placeholder 2">
            <a:extLst>
              <a:ext uri="{FF2B5EF4-FFF2-40B4-BE49-F238E27FC236}">
                <a16:creationId xmlns:a16="http://schemas.microsoft.com/office/drawing/2014/main" id="{46FDFBAF-8918-9EF7-DB9F-8779A3510868}"/>
              </a:ext>
            </a:extLst>
          </p:cNvPr>
          <p:cNvSpPr>
            <a:spLocks noGrp="1"/>
          </p:cNvSpPr>
          <p:nvPr>
            <p:ph idx="1"/>
          </p:nvPr>
        </p:nvSpPr>
        <p:spPr>
          <a:xfrm>
            <a:off x="598620" y="1596540"/>
            <a:ext cx="10972800" cy="4833289"/>
          </a:xfrm>
        </p:spPr>
        <p:txBody>
          <a:bodyPr>
            <a:normAutofit fontScale="85000" lnSpcReduction="10000"/>
          </a:bodyPr>
          <a:lstStyle/>
          <a:p>
            <a:r>
              <a:rPr lang="en-US" dirty="0"/>
              <a:t>Markov chain score is related to the probability that the Markov process generated the pattern</a:t>
            </a:r>
          </a:p>
          <a:p>
            <a:endParaRPr lang="en-US" dirty="0"/>
          </a:p>
          <a:p>
            <a:r>
              <a:rPr lang="en-US" dirty="0"/>
              <a:t>One should compare it to the negative hypothesis -- score of a randomly chosen pattern</a:t>
            </a:r>
          </a:p>
          <a:p>
            <a:endParaRPr lang="en-US" dirty="0"/>
          </a:p>
          <a:p>
            <a:r>
              <a:rPr lang="en-US" dirty="0"/>
              <a:t>For the negative hypothesis one can compute “negative” Markov chain score using weights computed from genome sequences of length </a:t>
            </a:r>
            <a:r>
              <a:rPr lang="en-US" i="1" dirty="0"/>
              <a:t>n </a:t>
            </a:r>
            <a:r>
              <a:rPr lang="en-US" dirty="0"/>
              <a:t>that are not valid patterns</a:t>
            </a:r>
          </a:p>
          <a:p>
            <a:endParaRPr lang="en-US" dirty="0"/>
          </a:p>
          <a:p>
            <a:r>
              <a:rPr lang="en-US" dirty="0"/>
              <a:t>A reasonable assumption is that for the negative hypothesis all weights are the same </a:t>
            </a:r>
          </a:p>
          <a:p>
            <a:pPr lvl="1"/>
            <a:r>
              <a:rPr lang="en-US" dirty="0"/>
              <a:t>Genomes with strong GC-bias (more G’s and C’s compared to A’s and T’s) fail that assumption</a:t>
            </a:r>
          </a:p>
        </p:txBody>
      </p:sp>
      <p:sp>
        <p:nvSpPr>
          <p:cNvPr id="4" name="Slide Number Placeholder 3">
            <a:extLst>
              <a:ext uri="{FF2B5EF4-FFF2-40B4-BE49-F238E27FC236}">
                <a16:creationId xmlns:a16="http://schemas.microsoft.com/office/drawing/2014/main" id="{BCB705A7-24B7-EB37-75D6-6ECDDAC534FD}"/>
              </a:ext>
            </a:extLst>
          </p:cNvPr>
          <p:cNvSpPr>
            <a:spLocks noGrp="1"/>
          </p:cNvSpPr>
          <p:nvPr>
            <p:ph type="sldNum" sz="quarter" idx="12"/>
          </p:nvPr>
        </p:nvSpPr>
        <p:spPr/>
        <p:txBody>
          <a:bodyPr/>
          <a:lstStyle/>
          <a:p>
            <a:fld id="{B82CCC60-E8CD-4174-8B1A-7DF615B22EEF}" type="slidenum">
              <a:rPr lang="en-US" smtClean="0"/>
              <a:pPr/>
              <a:t>45</a:t>
            </a:fld>
            <a:endParaRPr lang="en-US"/>
          </a:p>
        </p:txBody>
      </p:sp>
    </p:spTree>
    <p:extLst>
      <p:ext uri="{BB962C8B-B14F-4D97-AF65-F5344CB8AC3E}">
        <p14:creationId xmlns:p14="http://schemas.microsoft.com/office/powerpoint/2010/main" val="2143161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55D9D-9CFA-E3E5-F3E9-76BB0B94B400}"/>
              </a:ext>
            </a:extLst>
          </p:cNvPr>
          <p:cNvSpPr>
            <a:spLocks noGrp="1"/>
          </p:cNvSpPr>
          <p:nvPr>
            <p:ph type="title"/>
          </p:nvPr>
        </p:nvSpPr>
        <p:spPr>
          <a:xfrm>
            <a:off x="357988" y="420428"/>
            <a:ext cx="10972800" cy="458115"/>
          </a:xfrm>
        </p:spPr>
        <p:txBody>
          <a:bodyPr>
            <a:normAutofit fontScale="90000"/>
          </a:bodyPr>
          <a:lstStyle/>
          <a:p>
            <a:r>
              <a:rPr lang="en-US" dirty="0"/>
              <a:t>Extend to Markov chain of arbitrary order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14B6AC-11A8-4B13-35A2-65F3080A2081}"/>
                  </a:ext>
                </a:extLst>
              </p:cNvPr>
              <p:cNvSpPr>
                <a:spLocks noGrp="1"/>
              </p:cNvSpPr>
              <p:nvPr>
                <p:ph idx="1"/>
              </p:nvPr>
            </p:nvSpPr>
            <p:spPr>
              <a:xfrm>
                <a:off x="598620" y="1596540"/>
                <a:ext cx="10972800" cy="4948639"/>
              </a:xfrm>
            </p:spPr>
            <p:txBody>
              <a:bodyPr/>
              <a:lstStyle/>
              <a:p>
                <a:r>
                  <a:rPr lang="en-US" dirty="0"/>
                  <a:t>To compute Markov chain scoring matrix of arbitrary order, </a:t>
                </a:r>
                <a:r>
                  <a:rPr lang="en-US" i="1" dirty="0"/>
                  <a:t>O</a:t>
                </a:r>
                <a:r>
                  <a:rPr lang="en-US" dirty="0"/>
                  <a:t>, we need to:</a:t>
                </a:r>
              </a:p>
              <a:p>
                <a:pPr lvl="1"/>
                <a:r>
                  <a:rPr lang="en-US" dirty="0"/>
                  <a:t>Use the training data to compute </a:t>
                </a:r>
                <a14:m>
                  <m:oMath xmlns:m="http://schemas.openxmlformats.org/officeDocument/2006/math">
                    <m:sSubSup>
                      <m:sSubSupPr>
                        <m:ctrlPr>
                          <a:rPr lang="en-US" i="1">
                            <a:latin typeface="Cambria Math" panose="02040503050406030204" pitchFamily="18" charset="0"/>
                          </a:rPr>
                        </m:ctrlPr>
                      </m:sSubSupPr>
                      <m:e>
                        <m:r>
                          <a:rPr lang="en-US" b="0" i="1" smtClean="0">
                            <a:latin typeface="Cambria Math" panose="02040503050406030204" pitchFamily="18" charset="0"/>
                          </a:rPr>
                          <m:t>𝑃</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r>
                          <a:rPr lang="en-US" i="1">
                            <a:latin typeface="Cambria Math" panose="02040503050406030204" pitchFamily="18" charset="0"/>
                          </a:rPr>
                          <m:t>𝑀</m:t>
                        </m:r>
                      </m:sup>
                    </m:sSubSup>
                  </m:oMath>
                </a14:m>
                <a:r>
                  <a:rPr lang="en-US" dirty="0"/>
                  <a:t>, dimensions </a:t>
                </a:r>
                <a:r>
                  <a:rPr lang="en-US" i="1" dirty="0"/>
                  <a:t>4^(O+1) by (n – O)</a:t>
                </a:r>
                <a:endParaRPr lang="en-US" dirty="0"/>
              </a:p>
              <a:p>
                <a:pPr lvl="1"/>
                <a:r>
                  <a:rPr lang="en-US" dirty="0"/>
                  <a:t>Convert </a:t>
                </a:r>
              </a:p>
              <a:p>
                <a:pPr lvl="1"/>
                <a:endParaRPr lang="en-US" dirty="0"/>
              </a:p>
              <a:p>
                <a:pPr lvl="1"/>
                <a:r>
                  <a:rPr lang="en-US" dirty="0"/>
                  <a:t>Compute additional weights for the patterns corresponding to </a:t>
                </a:r>
                <a:r>
                  <a:rPr lang="en-US" i="1" dirty="0"/>
                  <a:t>1,...,O </a:t>
                </a:r>
                <a:r>
                  <a:rPr lang="en-US" dirty="0"/>
                  <a:t>letters</a:t>
                </a:r>
              </a:p>
              <a:p>
                <a:pPr lvl="1"/>
                <a:r>
                  <a:rPr lang="en-US" dirty="0"/>
                  <a:t>Score is the sum of the above scores for the pattern being scored</a:t>
                </a:r>
              </a:p>
            </p:txBody>
          </p:sp>
        </mc:Choice>
        <mc:Fallback xmlns="">
          <p:sp>
            <p:nvSpPr>
              <p:cNvPr id="3" name="Content Placeholder 2">
                <a:extLst>
                  <a:ext uri="{FF2B5EF4-FFF2-40B4-BE49-F238E27FC236}">
                    <a16:creationId xmlns:a16="http://schemas.microsoft.com/office/drawing/2014/main" id="{8014B6AC-11A8-4B13-35A2-65F3080A2081}"/>
                  </a:ext>
                </a:extLst>
              </p:cNvPr>
              <p:cNvSpPr>
                <a:spLocks noGrp="1" noRot="1" noChangeAspect="1" noMove="1" noResize="1" noEditPoints="1" noAdjustHandles="1" noChangeArrowheads="1" noChangeShapeType="1" noTextEdit="1"/>
              </p:cNvSpPr>
              <p:nvPr>
                <p:ph idx="1"/>
              </p:nvPr>
            </p:nvSpPr>
            <p:spPr>
              <a:xfrm>
                <a:off x="598620" y="1596540"/>
                <a:ext cx="10972800" cy="4948639"/>
              </a:xfrm>
              <a:blipFill>
                <a:blip r:embed="rId2"/>
                <a:stretch>
                  <a:fillRect l="-1000" t="-1232" r="-50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FE5D1DB-CDC8-196F-B209-A0AE42841D45}"/>
              </a:ext>
            </a:extLst>
          </p:cNvPr>
          <p:cNvSpPr>
            <a:spLocks noGrp="1"/>
          </p:cNvSpPr>
          <p:nvPr>
            <p:ph type="sldNum" sz="quarter" idx="12"/>
          </p:nvPr>
        </p:nvSpPr>
        <p:spPr/>
        <p:txBody>
          <a:bodyPr/>
          <a:lstStyle/>
          <a:p>
            <a:fld id="{B82CCC60-E8CD-4174-8B1A-7DF615B22EEF}" type="slidenum">
              <a:rPr lang="en-US" smtClean="0"/>
              <a:pPr/>
              <a:t>46</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8A5BDDE-0405-DA21-B4BA-46E66DDFB1FF}"/>
                  </a:ext>
                </a:extLst>
              </p:cNvPr>
              <p:cNvSpPr txBox="1"/>
              <p:nvPr/>
            </p:nvSpPr>
            <p:spPr>
              <a:xfrm>
                <a:off x="2310064" y="3000628"/>
                <a:ext cx="5640404" cy="11106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2800" i="1" smtClean="0">
                              <a:latin typeface="Cambria Math" panose="02040503050406030204" pitchFamily="18" charset="0"/>
                            </a:rPr>
                          </m:ctrlPr>
                        </m:sSubSupPr>
                        <m:e>
                          <m:r>
                            <a:rPr lang="en-US" sz="2800" i="1">
                              <a:latin typeface="Cambria Math" panose="02040503050406030204" pitchFamily="18" charset="0"/>
                            </a:rPr>
                            <m:t>𝑊</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𝑗</m:t>
                          </m:r>
                        </m:sub>
                        <m:sup>
                          <m:r>
                            <a:rPr lang="en-US" sz="2800" i="1">
                              <a:latin typeface="Cambria Math" panose="02040503050406030204" pitchFamily="18" charset="0"/>
                            </a:rPr>
                            <m:t>𝑀</m:t>
                          </m:r>
                        </m:sup>
                      </m:sSubSup>
                      <m:r>
                        <a:rPr lang="en-US" sz="2800" i="1">
                          <a:latin typeface="Cambria Math" panose="02040503050406030204" pitchFamily="18" charset="0"/>
                        </a:rPr>
                        <m:t> </m:t>
                      </m:r>
                      <m:r>
                        <a:rPr lang="en-US" sz="2800" i="1" smtClean="0">
                          <a:latin typeface="Cambria Math" panose="02040503050406030204" pitchFamily="18" charset="0"/>
                        </a:rPr>
                        <m:t>=</m:t>
                      </m:r>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𝑙𝑜𝑔</m:t>
                          </m:r>
                        </m:e>
                        <m:sub>
                          <m:r>
                            <a:rPr lang="en-US" sz="2800" b="0" i="1" smtClean="0">
                              <a:latin typeface="Cambria Math" panose="02040503050406030204" pitchFamily="18" charset="0"/>
                            </a:rPr>
                            <m:t>2</m:t>
                          </m:r>
                        </m:sub>
                      </m:sSub>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sSubSup>
                                <m:sSubSupPr>
                                  <m:ctrlPr>
                                    <a:rPr lang="en-US" sz="2800" i="1">
                                      <a:latin typeface="Cambria Math" panose="02040503050406030204" pitchFamily="18" charset="0"/>
                                    </a:rPr>
                                  </m:ctrlPr>
                                </m:sSubSupPr>
                                <m:e>
                                  <m:r>
                                    <a:rPr lang="en-US" sz="2800" i="1">
                                      <a:latin typeface="Cambria Math" panose="02040503050406030204" pitchFamily="18" charset="0"/>
                                    </a:rPr>
                                    <m:t>𝑃</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𝑗</m:t>
                                  </m:r>
                                </m:sub>
                                <m:sup>
                                  <m:r>
                                    <a:rPr lang="en-US" sz="2800" i="1">
                                      <a:latin typeface="Cambria Math" panose="02040503050406030204" pitchFamily="18" charset="0"/>
                                    </a:rPr>
                                    <m:t>𝑀</m:t>
                                  </m:r>
                                </m:sup>
                              </m:sSubSup>
                            </m:num>
                            <m:den>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𝑏</m:t>
                                  </m:r>
                                </m:e>
                                <m:sub>
                                  <m:r>
                                    <a:rPr lang="en-US" sz="2800" b="0" i="1" smtClean="0">
                                      <a:latin typeface="Cambria Math" panose="02040503050406030204" pitchFamily="18" charset="0"/>
                                    </a:rPr>
                                    <m:t>𝑘</m:t>
                                  </m:r>
                                </m:sub>
                              </m:sSub>
                            </m:den>
                          </m:f>
                        </m:e>
                      </m:d>
                      <m:r>
                        <a:rPr lang="en-US" sz="2800" b="0" i="1" smtClean="0">
                          <a:latin typeface="Cambria Math" panose="02040503050406030204" pitchFamily="18" charset="0"/>
                        </a:rPr>
                        <m:t>, </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𝑏</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4</m:t>
                          </m:r>
                        </m:e>
                        <m:sup>
                          <m:r>
                            <a:rPr lang="en-US" sz="2800" b="0" i="1" smtClean="0">
                              <a:latin typeface="Cambria Math" panose="02040503050406030204" pitchFamily="18" charset="0"/>
                            </a:rPr>
                            <m:t>𝑂</m:t>
                          </m:r>
                          <m:r>
                            <a:rPr lang="en-US" sz="2800" b="0" i="1" smtClean="0">
                              <a:latin typeface="Cambria Math" panose="02040503050406030204" pitchFamily="18" charset="0"/>
                            </a:rPr>
                            <m:t>+1</m:t>
                          </m:r>
                        </m:sup>
                      </m:sSup>
                    </m:oMath>
                  </m:oMathPara>
                </a14:m>
                <a:endParaRPr lang="en-US" sz="2800" dirty="0"/>
              </a:p>
            </p:txBody>
          </p:sp>
        </mc:Choice>
        <mc:Fallback xmlns="">
          <p:sp>
            <p:nvSpPr>
              <p:cNvPr id="5" name="TextBox 4">
                <a:extLst>
                  <a:ext uri="{FF2B5EF4-FFF2-40B4-BE49-F238E27FC236}">
                    <a16:creationId xmlns:a16="http://schemas.microsoft.com/office/drawing/2014/main" id="{E8A5BDDE-0405-DA21-B4BA-46E66DDFB1FF}"/>
                  </a:ext>
                </a:extLst>
              </p:cNvPr>
              <p:cNvSpPr txBox="1">
                <a:spLocks noRot="1" noChangeAspect="1" noMove="1" noResize="1" noEditPoints="1" noAdjustHandles="1" noChangeArrowheads="1" noChangeShapeType="1" noTextEdit="1"/>
              </p:cNvSpPr>
              <p:nvPr/>
            </p:nvSpPr>
            <p:spPr>
              <a:xfrm>
                <a:off x="2310064" y="3000628"/>
                <a:ext cx="5640404" cy="111062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314796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C5DCC-C520-670E-6642-CE9D0E7199CB}"/>
              </a:ext>
            </a:extLst>
          </p:cNvPr>
          <p:cNvSpPr>
            <a:spLocks noGrp="1"/>
          </p:cNvSpPr>
          <p:nvPr>
            <p:ph type="title"/>
          </p:nvPr>
        </p:nvSpPr>
        <p:spPr>
          <a:xfrm>
            <a:off x="290612" y="297417"/>
            <a:ext cx="10972800" cy="458115"/>
          </a:xfrm>
        </p:spPr>
        <p:txBody>
          <a:bodyPr>
            <a:normAutofit fontScale="90000"/>
          </a:bodyPr>
          <a:lstStyle/>
          <a:p>
            <a:r>
              <a:rPr lang="en-US" dirty="0"/>
              <a:t>How to choose the order of Markov chain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50CE74-1411-C091-C2D9-3D46CF9D22E3}"/>
                  </a:ext>
                </a:extLst>
              </p:cNvPr>
              <p:cNvSpPr>
                <a:spLocks noGrp="1"/>
              </p:cNvSpPr>
              <p:nvPr>
                <p:ph idx="1"/>
              </p:nvPr>
            </p:nvSpPr>
            <p:spPr/>
            <p:txBody>
              <a:bodyPr>
                <a:normAutofit lnSpcReduction="10000"/>
              </a:bodyPr>
              <a:lstStyle/>
              <a:p>
                <a:r>
                  <a:rPr lang="en-US" dirty="0"/>
                  <a:t>In general Markov chain of the higher order performs better than the Markov chain of the lower order</a:t>
                </a:r>
              </a:p>
              <a:p>
                <a:r>
                  <a:rPr lang="en-US" dirty="0"/>
                  <a:t>The number of coefficients is </a:t>
                </a:r>
                <a:r>
                  <a:rPr lang="en-US" i="1" dirty="0"/>
                  <a:t>4^(O+1) by (n – O), increases exponentially </a:t>
                </a:r>
                <a:r>
                  <a:rPr lang="en-US" dirty="0"/>
                  <a:t>with increasing </a:t>
                </a:r>
                <a:r>
                  <a:rPr lang="en-US" i="1" dirty="0"/>
                  <a:t>O</a:t>
                </a:r>
                <a:endParaRPr lang="en-US" dirty="0"/>
              </a:p>
              <a:p>
                <a:r>
                  <a:rPr lang="en-US" dirty="0"/>
                  <a:t>The standard error in each coefficient is proportional to </a:t>
                </a:r>
                <a14:m>
                  <m:oMath xmlns:m="http://schemas.openxmlformats.org/officeDocument/2006/math">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ad>
                          <m:radPr>
                            <m:degHide m:val="on"/>
                            <m:ctrlPr>
                              <a:rPr lang="en-US" i="1" dirty="0">
                                <a:latin typeface="Cambria Math" panose="02040503050406030204" pitchFamily="18" charset="0"/>
                              </a:rPr>
                            </m:ctrlPr>
                          </m:radPr>
                          <m:deg/>
                          <m:e>
                            <m:r>
                              <a:rPr lang="en-US" i="1" dirty="0">
                                <a:latin typeface="Cambria Math" panose="02040503050406030204" pitchFamily="18" charset="0"/>
                              </a:rPr>
                              <m:t>𝑁</m:t>
                            </m:r>
                          </m:e>
                        </m:rad>
                      </m:den>
                    </m:f>
                    <m:r>
                      <a:rPr lang="en-US" i="1" dirty="0" smtClean="0">
                        <a:latin typeface="Cambria Math" panose="02040503050406030204" pitchFamily="18" charset="0"/>
                      </a:rPr>
                      <m:t> </m:t>
                    </m:r>
                  </m:oMath>
                </a14:m>
                <a:r>
                  <a:rPr lang="en-US" dirty="0"/>
                  <a:t>, where </a:t>
                </a:r>
                <a:r>
                  <a:rPr lang="en-US" i="1" dirty="0"/>
                  <a:t>N</a:t>
                </a:r>
                <a:r>
                  <a:rPr lang="en-US" dirty="0"/>
                  <a:t> is the number of patterns in the training data set, for large </a:t>
                </a:r>
                <a:r>
                  <a:rPr lang="en-US" i="1" dirty="0"/>
                  <a:t>N</a:t>
                </a:r>
                <a:endParaRPr lang="ru-RU" i="1" dirty="0"/>
              </a:p>
              <a:p>
                <a:r>
                  <a:rPr lang="en-US" dirty="0"/>
                  <a:t>Each pattern in the training data contributes to </a:t>
                </a:r>
                <a:r>
                  <a:rPr lang="en-US" i="1" dirty="0"/>
                  <a:t>n – O </a:t>
                </a:r>
                <a:r>
                  <a:rPr lang="en-US" dirty="0"/>
                  <a:t>coefficients, we need </a:t>
                </a:r>
                <a:r>
                  <a:rPr lang="en-US" i="1" dirty="0"/>
                  <a:t>N &gt;&gt; 4^(O+1)</a:t>
                </a:r>
              </a:p>
              <a:p>
                <a:endParaRPr lang="en-US" dirty="0"/>
              </a:p>
            </p:txBody>
          </p:sp>
        </mc:Choice>
        <mc:Fallback xmlns="">
          <p:sp>
            <p:nvSpPr>
              <p:cNvPr id="3" name="Content Placeholder 2">
                <a:extLst>
                  <a:ext uri="{FF2B5EF4-FFF2-40B4-BE49-F238E27FC236}">
                    <a16:creationId xmlns:a16="http://schemas.microsoft.com/office/drawing/2014/main" id="{CB50CE74-1411-C091-C2D9-3D46CF9D22E3}"/>
                  </a:ext>
                </a:extLst>
              </p:cNvPr>
              <p:cNvSpPr>
                <a:spLocks noGrp="1" noRot="1" noChangeAspect="1" noMove="1" noResize="1" noEditPoints="1" noAdjustHandles="1" noChangeArrowheads="1" noChangeShapeType="1" noTextEdit="1"/>
              </p:cNvSpPr>
              <p:nvPr>
                <p:ph idx="1"/>
              </p:nvPr>
            </p:nvSpPr>
            <p:spPr>
              <a:blipFill>
                <a:blip r:embed="rId2"/>
                <a:stretch>
                  <a:fillRect l="-1000" t="-2644" r="-144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DC447D2-5BB9-1AD7-0A7A-5BA1484BBD10}"/>
              </a:ext>
            </a:extLst>
          </p:cNvPr>
          <p:cNvSpPr>
            <a:spLocks noGrp="1"/>
          </p:cNvSpPr>
          <p:nvPr>
            <p:ph type="sldNum" sz="quarter" idx="12"/>
          </p:nvPr>
        </p:nvSpPr>
        <p:spPr/>
        <p:txBody>
          <a:bodyPr/>
          <a:lstStyle/>
          <a:p>
            <a:fld id="{B82CCC60-E8CD-4174-8B1A-7DF615B22EEF}" type="slidenum">
              <a:rPr lang="en-US" smtClean="0"/>
              <a:pPr/>
              <a:t>47</a:t>
            </a:fld>
            <a:endParaRPr lang="en-US"/>
          </a:p>
        </p:txBody>
      </p:sp>
    </p:spTree>
    <p:extLst>
      <p:ext uri="{BB962C8B-B14F-4D97-AF65-F5344CB8AC3E}">
        <p14:creationId xmlns:p14="http://schemas.microsoft.com/office/powerpoint/2010/main" val="802404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E0712-84F4-9B72-B202-DCC6B2B0EA25}"/>
              </a:ext>
            </a:extLst>
          </p:cNvPr>
          <p:cNvSpPr>
            <a:spLocks noGrp="1"/>
          </p:cNvSpPr>
          <p:nvPr>
            <p:ph type="title"/>
          </p:nvPr>
        </p:nvSpPr>
        <p:spPr/>
        <p:txBody>
          <a:bodyPr>
            <a:normAutofit fontScale="90000"/>
          </a:bodyPr>
          <a:lstStyle/>
          <a:p>
            <a:r>
              <a:rPr lang="en-US" dirty="0"/>
              <a:t>Hidden Markov Models</a:t>
            </a:r>
          </a:p>
        </p:txBody>
      </p:sp>
      <p:sp>
        <p:nvSpPr>
          <p:cNvPr id="3" name="Content Placeholder 2">
            <a:extLst>
              <a:ext uri="{FF2B5EF4-FFF2-40B4-BE49-F238E27FC236}">
                <a16:creationId xmlns:a16="http://schemas.microsoft.com/office/drawing/2014/main" id="{FDF225FF-F196-D470-BDE3-7F2595F6DA2B}"/>
              </a:ext>
            </a:extLst>
          </p:cNvPr>
          <p:cNvSpPr>
            <a:spLocks noGrp="1"/>
          </p:cNvSpPr>
          <p:nvPr>
            <p:ph idx="1"/>
          </p:nvPr>
        </p:nvSpPr>
        <p:spPr>
          <a:xfrm>
            <a:off x="598620" y="1596540"/>
            <a:ext cx="10972800" cy="4759811"/>
          </a:xfrm>
        </p:spPr>
        <p:txBody>
          <a:bodyPr>
            <a:normAutofit lnSpcReduction="10000"/>
          </a:bodyPr>
          <a:lstStyle/>
          <a:p>
            <a:r>
              <a:rPr lang="en-US" dirty="0"/>
              <a:t>Imagine that we cannot observe/measure the states directly, but the states emit data</a:t>
            </a:r>
          </a:p>
          <a:p>
            <a:endParaRPr lang="en-US" dirty="0"/>
          </a:p>
          <a:p>
            <a:endParaRPr lang="en-US" dirty="0"/>
          </a:p>
          <a:p>
            <a:endParaRPr lang="en-US" dirty="0"/>
          </a:p>
          <a:p>
            <a:endParaRPr lang="en-US" dirty="0"/>
          </a:p>
          <a:p>
            <a:endParaRPr lang="en-US" dirty="0"/>
          </a:p>
          <a:p>
            <a:endParaRPr lang="en-US" dirty="0"/>
          </a:p>
          <a:p>
            <a:r>
              <a:rPr lang="en-US" dirty="0"/>
              <a:t>The goal is to determine the most likely sequence of states given the observed data</a:t>
            </a:r>
          </a:p>
          <a:p>
            <a:endParaRPr lang="en-US" dirty="0"/>
          </a:p>
        </p:txBody>
      </p:sp>
      <p:sp>
        <p:nvSpPr>
          <p:cNvPr id="4" name="Slide Number Placeholder 3">
            <a:extLst>
              <a:ext uri="{FF2B5EF4-FFF2-40B4-BE49-F238E27FC236}">
                <a16:creationId xmlns:a16="http://schemas.microsoft.com/office/drawing/2014/main" id="{1E82A1BA-BA60-E69C-7CE7-EB603784FC35}"/>
              </a:ext>
            </a:extLst>
          </p:cNvPr>
          <p:cNvSpPr>
            <a:spLocks noGrp="1"/>
          </p:cNvSpPr>
          <p:nvPr>
            <p:ph type="sldNum" sz="quarter" idx="12"/>
          </p:nvPr>
        </p:nvSpPr>
        <p:spPr/>
        <p:txBody>
          <a:bodyPr/>
          <a:lstStyle/>
          <a:p>
            <a:fld id="{B82CCC60-E8CD-4174-8B1A-7DF615B22EEF}" type="slidenum">
              <a:rPr lang="en-US" smtClean="0"/>
              <a:pPr/>
              <a:t>48</a:t>
            </a:fld>
            <a:endParaRPr lang="en-US"/>
          </a:p>
        </p:txBody>
      </p:sp>
      <p:sp>
        <p:nvSpPr>
          <p:cNvPr id="5" name="Oval 4">
            <a:extLst>
              <a:ext uri="{FF2B5EF4-FFF2-40B4-BE49-F238E27FC236}">
                <a16:creationId xmlns:a16="http://schemas.microsoft.com/office/drawing/2014/main" id="{539A4F1F-7A20-26AC-FE40-91C37AA1F624}"/>
              </a:ext>
            </a:extLst>
          </p:cNvPr>
          <p:cNvSpPr/>
          <p:nvPr/>
        </p:nvSpPr>
        <p:spPr>
          <a:xfrm>
            <a:off x="3715656" y="3269436"/>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F4252672-5240-96D1-B041-84A73062D82D}"/>
              </a:ext>
            </a:extLst>
          </p:cNvPr>
          <p:cNvSpPr/>
          <p:nvPr/>
        </p:nvSpPr>
        <p:spPr>
          <a:xfrm>
            <a:off x="6676571" y="3269436"/>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1FF51F26-1599-C12B-FE80-3291D29F99CB}"/>
                  </a:ext>
                </a:extLst>
              </p14:cNvPr>
              <p14:cNvContentPartPr/>
              <p14:nvPr/>
            </p14:nvContentPartPr>
            <p14:xfrm>
              <a:off x="4412234" y="2992476"/>
              <a:ext cx="2343600" cy="472680"/>
            </p14:xfrm>
          </p:contentPart>
        </mc:Choice>
        <mc:Fallback xmlns="">
          <p:pic>
            <p:nvPicPr>
              <p:cNvPr id="7" name="Ink 6">
                <a:extLst>
                  <a:ext uri="{FF2B5EF4-FFF2-40B4-BE49-F238E27FC236}">
                    <a16:creationId xmlns:a16="http://schemas.microsoft.com/office/drawing/2014/main" id="{1FF51F26-1599-C12B-FE80-3291D29F99CB}"/>
                  </a:ext>
                </a:extLst>
              </p:cNvPr>
              <p:cNvPicPr/>
              <p:nvPr/>
            </p:nvPicPr>
            <p:blipFill>
              <a:blip r:embed="rId3"/>
              <a:stretch>
                <a:fillRect/>
              </a:stretch>
            </p:blipFill>
            <p:spPr>
              <a:xfrm>
                <a:off x="4406114" y="2986356"/>
                <a:ext cx="2355840"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15E8C6D2-7495-622D-7520-FA7113ECCA2B}"/>
                  </a:ext>
                </a:extLst>
              </p14:cNvPr>
              <p14:cNvContentPartPr/>
              <p14:nvPr/>
            </p14:nvContentPartPr>
            <p14:xfrm>
              <a:off x="4413674" y="4110996"/>
              <a:ext cx="2502720" cy="400320"/>
            </p14:xfrm>
          </p:contentPart>
        </mc:Choice>
        <mc:Fallback xmlns="">
          <p:pic>
            <p:nvPicPr>
              <p:cNvPr id="8" name="Ink 7">
                <a:extLst>
                  <a:ext uri="{FF2B5EF4-FFF2-40B4-BE49-F238E27FC236}">
                    <a16:creationId xmlns:a16="http://schemas.microsoft.com/office/drawing/2014/main" id="{15E8C6D2-7495-622D-7520-FA7113ECCA2B}"/>
                  </a:ext>
                </a:extLst>
              </p:cNvPr>
              <p:cNvPicPr/>
              <p:nvPr/>
            </p:nvPicPr>
            <p:blipFill>
              <a:blip r:embed="rId5"/>
              <a:stretch>
                <a:fillRect/>
              </a:stretch>
            </p:blipFill>
            <p:spPr>
              <a:xfrm>
                <a:off x="4407554" y="4104876"/>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68D7ECD4-15F5-F3BC-3E1A-614291CC5092}"/>
                  </a:ext>
                </a:extLst>
              </p14:cNvPr>
              <p14:cNvContentPartPr/>
              <p14:nvPr/>
            </p14:nvContentPartPr>
            <p14:xfrm>
              <a:off x="7474394" y="3138636"/>
              <a:ext cx="1329840" cy="1373040"/>
            </p14:xfrm>
          </p:contentPart>
        </mc:Choice>
        <mc:Fallback xmlns="">
          <p:pic>
            <p:nvPicPr>
              <p:cNvPr id="9" name="Ink 8">
                <a:extLst>
                  <a:ext uri="{FF2B5EF4-FFF2-40B4-BE49-F238E27FC236}">
                    <a16:creationId xmlns:a16="http://schemas.microsoft.com/office/drawing/2014/main" id="{68D7ECD4-15F5-F3BC-3E1A-614291CC5092}"/>
                  </a:ext>
                </a:extLst>
              </p:cNvPr>
              <p:cNvPicPr/>
              <p:nvPr/>
            </p:nvPicPr>
            <p:blipFill>
              <a:blip r:embed="rId7"/>
              <a:stretch>
                <a:fillRect/>
              </a:stretch>
            </p:blipFill>
            <p:spPr>
              <a:xfrm>
                <a:off x="7468274" y="3132516"/>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8E054F4F-C2FE-D616-6B8E-5E49C125446C}"/>
                  </a:ext>
                </a:extLst>
              </p14:cNvPr>
              <p14:cNvContentPartPr/>
              <p14:nvPr/>
            </p14:nvContentPartPr>
            <p14:xfrm>
              <a:off x="2481914" y="2949996"/>
              <a:ext cx="1371600" cy="1343880"/>
            </p14:xfrm>
          </p:contentPart>
        </mc:Choice>
        <mc:Fallback xmlns="">
          <p:pic>
            <p:nvPicPr>
              <p:cNvPr id="10" name="Ink 9">
                <a:extLst>
                  <a:ext uri="{FF2B5EF4-FFF2-40B4-BE49-F238E27FC236}">
                    <a16:creationId xmlns:a16="http://schemas.microsoft.com/office/drawing/2014/main" id="{8E054F4F-C2FE-D616-6B8E-5E49C125446C}"/>
                  </a:ext>
                </a:extLst>
              </p:cNvPr>
              <p:cNvPicPr/>
              <p:nvPr/>
            </p:nvPicPr>
            <p:blipFill>
              <a:blip r:embed="rId9"/>
              <a:stretch>
                <a:fillRect/>
              </a:stretch>
            </p:blipFill>
            <p:spPr>
              <a:xfrm>
                <a:off x="2475794" y="2943876"/>
                <a:ext cx="1383840" cy="1356120"/>
              </a:xfrm>
              <a:prstGeom prst="rect">
                <a:avLst/>
              </a:prstGeom>
            </p:spPr>
          </p:pic>
        </mc:Fallback>
      </mc:AlternateContent>
      <p:sp>
        <p:nvSpPr>
          <p:cNvPr id="11" name="TextBox 10">
            <a:extLst>
              <a:ext uri="{FF2B5EF4-FFF2-40B4-BE49-F238E27FC236}">
                <a16:creationId xmlns:a16="http://schemas.microsoft.com/office/drawing/2014/main" id="{2B2250BE-9C6E-1116-B192-21813B8F8A40}"/>
              </a:ext>
            </a:extLst>
          </p:cNvPr>
          <p:cNvSpPr txBox="1"/>
          <p:nvPr/>
        </p:nvSpPr>
        <p:spPr>
          <a:xfrm>
            <a:off x="5188622" y="2609521"/>
            <a:ext cx="476412" cy="369332"/>
          </a:xfrm>
          <a:prstGeom prst="rect">
            <a:avLst/>
          </a:prstGeom>
          <a:noFill/>
        </p:spPr>
        <p:txBody>
          <a:bodyPr wrap="none" rtlCol="0">
            <a:spAutoFit/>
          </a:bodyPr>
          <a:lstStyle/>
          <a:p>
            <a:r>
              <a:rPr lang="en-US" dirty="0"/>
              <a:t>0.2</a:t>
            </a:r>
          </a:p>
        </p:txBody>
      </p:sp>
      <p:sp>
        <p:nvSpPr>
          <p:cNvPr id="12" name="TextBox 11">
            <a:extLst>
              <a:ext uri="{FF2B5EF4-FFF2-40B4-BE49-F238E27FC236}">
                <a16:creationId xmlns:a16="http://schemas.microsoft.com/office/drawing/2014/main" id="{46949013-ED6B-462D-858D-88698E8EF942}"/>
              </a:ext>
            </a:extLst>
          </p:cNvPr>
          <p:cNvSpPr txBox="1"/>
          <p:nvPr/>
        </p:nvSpPr>
        <p:spPr>
          <a:xfrm>
            <a:off x="5188622" y="4667961"/>
            <a:ext cx="476412" cy="369332"/>
          </a:xfrm>
          <a:prstGeom prst="rect">
            <a:avLst/>
          </a:prstGeom>
          <a:noFill/>
        </p:spPr>
        <p:txBody>
          <a:bodyPr wrap="none" rtlCol="0">
            <a:spAutoFit/>
          </a:bodyPr>
          <a:lstStyle/>
          <a:p>
            <a:r>
              <a:rPr lang="en-US" dirty="0"/>
              <a:t>0.2</a:t>
            </a:r>
          </a:p>
        </p:txBody>
      </p:sp>
      <p:sp>
        <p:nvSpPr>
          <p:cNvPr id="13" name="TextBox 12">
            <a:extLst>
              <a:ext uri="{FF2B5EF4-FFF2-40B4-BE49-F238E27FC236}">
                <a16:creationId xmlns:a16="http://schemas.microsoft.com/office/drawing/2014/main" id="{392D2B55-E3E6-344F-363B-931C99B21FEF}"/>
              </a:ext>
            </a:extLst>
          </p:cNvPr>
          <p:cNvSpPr txBox="1"/>
          <p:nvPr/>
        </p:nvSpPr>
        <p:spPr>
          <a:xfrm>
            <a:off x="7976180" y="2707384"/>
            <a:ext cx="476412" cy="369332"/>
          </a:xfrm>
          <a:prstGeom prst="rect">
            <a:avLst/>
          </a:prstGeom>
          <a:noFill/>
        </p:spPr>
        <p:txBody>
          <a:bodyPr wrap="none" rtlCol="0">
            <a:spAutoFit/>
          </a:bodyPr>
          <a:lstStyle/>
          <a:p>
            <a:r>
              <a:rPr lang="en-US" dirty="0"/>
              <a:t>0.8</a:t>
            </a:r>
          </a:p>
        </p:txBody>
      </p:sp>
      <p:sp>
        <p:nvSpPr>
          <p:cNvPr id="14" name="TextBox 13">
            <a:extLst>
              <a:ext uri="{FF2B5EF4-FFF2-40B4-BE49-F238E27FC236}">
                <a16:creationId xmlns:a16="http://schemas.microsoft.com/office/drawing/2014/main" id="{9ECC6130-52AC-9110-4D7D-BD535EBEE328}"/>
              </a:ext>
            </a:extLst>
          </p:cNvPr>
          <p:cNvSpPr txBox="1"/>
          <p:nvPr/>
        </p:nvSpPr>
        <p:spPr>
          <a:xfrm>
            <a:off x="2929508" y="2580664"/>
            <a:ext cx="476412" cy="369332"/>
          </a:xfrm>
          <a:prstGeom prst="rect">
            <a:avLst/>
          </a:prstGeom>
          <a:noFill/>
        </p:spPr>
        <p:txBody>
          <a:bodyPr wrap="none" rtlCol="0">
            <a:spAutoFit/>
          </a:bodyPr>
          <a:lstStyle/>
          <a:p>
            <a:r>
              <a:rPr lang="en-US" dirty="0"/>
              <a:t>0.8</a:t>
            </a:r>
          </a:p>
        </p:txBody>
      </p:sp>
    </p:spTree>
    <p:extLst>
      <p:ext uri="{BB962C8B-B14F-4D97-AF65-F5344CB8AC3E}">
        <p14:creationId xmlns:p14="http://schemas.microsoft.com/office/powerpoint/2010/main" val="26346460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30217-F9CB-BA87-8E50-27F9F1DB05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1D0862-4CF4-F655-58FA-A061B6CF3D46}"/>
              </a:ext>
            </a:extLst>
          </p:cNvPr>
          <p:cNvSpPr>
            <a:spLocks noGrp="1"/>
          </p:cNvSpPr>
          <p:nvPr>
            <p:ph type="title"/>
          </p:nvPr>
        </p:nvSpPr>
        <p:spPr/>
        <p:txBody>
          <a:bodyPr>
            <a:normAutofit fontScale="90000"/>
          </a:bodyPr>
          <a:lstStyle/>
          <a:p>
            <a:r>
              <a:rPr lang="en-US" dirty="0"/>
              <a:t>Hidden Markov Models</a:t>
            </a:r>
          </a:p>
        </p:txBody>
      </p:sp>
      <p:sp>
        <p:nvSpPr>
          <p:cNvPr id="3" name="Content Placeholder 2">
            <a:extLst>
              <a:ext uri="{FF2B5EF4-FFF2-40B4-BE49-F238E27FC236}">
                <a16:creationId xmlns:a16="http://schemas.microsoft.com/office/drawing/2014/main" id="{E177515E-FD50-DFBC-DC5E-BF086D267559}"/>
              </a:ext>
            </a:extLst>
          </p:cNvPr>
          <p:cNvSpPr>
            <a:spLocks noGrp="1"/>
          </p:cNvSpPr>
          <p:nvPr>
            <p:ph idx="1"/>
          </p:nvPr>
        </p:nvSpPr>
        <p:spPr>
          <a:xfrm>
            <a:off x="598620" y="1596540"/>
            <a:ext cx="10972800" cy="4759811"/>
          </a:xfrm>
        </p:spPr>
        <p:txBody>
          <a:bodyPr>
            <a:normAutofit lnSpcReduction="10000"/>
          </a:bodyPr>
          <a:lstStyle/>
          <a:p>
            <a:r>
              <a:rPr lang="en-US" dirty="0"/>
              <a:t>A Hidden Markov Model is a Markov model that emits data at each state with different probability distributions</a:t>
            </a:r>
          </a:p>
          <a:p>
            <a:endParaRPr lang="en-US" dirty="0"/>
          </a:p>
          <a:p>
            <a:endParaRPr lang="en-US" dirty="0"/>
          </a:p>
          <a:p>
            <a:endParaRPr lang="en-US" dirty="0"/>
          </a:p>
          <a:p>
            <a:endParaRPr lang="en-US" dirty="0"/>
          </a:p>
          <a:p>
            <a:endParaRPr lang="en-US" dirty="0"/>
          </a:p>
          <a:p>
            <a:endParaRPr lang="en-US" dirty="0"/>
          </a:p>
          <a:p>
            <a:r>
              <a:rPr lang="en-US" dirty="0"/>
              <a:t>Blue state emits data distributed according to probabilities Pb and Green state emits data distributed with probabilities Pg</a:t>
            </a:r>
          </a:p>
          <a:p>
            <a:endParaRPr lang="en-US" dirty="0"/>
          </a:p>
          <a:p>
            <a:endParaRPr lang="en-US" dirty="0"/>
          </a:p>
          <a:p>
            <a:endParaRPr lang="en-US" dirty="0"/>
          </a:p>
          <a:p>
            <a:endParaRPr lang="en-US" dirty="0"/>
          </a:p>
          <a:p>
            <a:endParaRPr lang="en-US" dirty="0"/>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EDE38625-2B7A-38A7-EC06-7D88AEC787CE}"/>
              </a:ext>
            </a:extLst>
          </p:cNvPr>
          <p:cNvSpPr>
            <a:spLocks noGrp="1"/>
          </p:cNvSpPr>
          <p:nvPr>
            <p:ph type="sldNum" sz="quarter" idx="12"/>
          </p:nvPr>
        </p:nvSpPr>
        <p:spPr/>
        <p:txBody>
          <a:bodyPr/>
          <a:lstStyle/>
          <a:p>
            <a:fld id="{B82CCC60-E8CD-4174-8B1A-7DF615B22EEF}" type="slidenum">
              <a:rPr lang="en-US" smtClean="0"/>
              <a:pPr/>
              <a:t>49</a:t>
            </a:fld>
            <a:endParaRPr lang="en-US"/>
          </a:p>
        </p:txBody>
      </p:sp>
      <p:sp>
        <p:nvSpPr>
          <p:cNvPr id="5" name="Oval 4">
            <a:extLst>
              <a:ext uri="{FF2B5EF4-FFF2-40B4-BE49-F238E27FC236}">
                <a16:creationId xmlns:a16="http://schemas.microsoft.com/office/drawing/2014/main" id="{C5029330-5B64-40F5-F23B-851D8E7B51C2}"/>
              </a:ext>
            </a:extLst>
          </p:cNvPr>
          <p:cNvSpPr/>
          <p:nvPr/>
        </p:nvSpPr>
        <p:spPr>
          <a:xfrm>
            <a:off x="3817257" y="3207846"/>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0138FAB-1C37-68E8-DC59-73F902AA8755}"/>
              </a:ext>
            </a:extLst>
          </p:cNvPr>
          <p:cNvSpPr/>
          <p:nvPr/>
        </p:nvSpPr>
        <p:spPr>
          <a:xfrm>
            <a:off x="6778172" y="3207846"/>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7F9FB03D-231E-D48F-1FC2-F765BC6AF61A}"/>
                  </a:ext>
                </a:extLst>
              </p14:cNvPr>
              <p14:cNvContentPartPr/>
              <p14:nvPr/>
            </p14:nvContentPartPr>
            <p14:xfrm>
              <a:off x="4513835" y="2930886"/>
              <a:ext cx="2343600" cy="472680"/>
            </p14:xfrm>
          </p:contentPart>
        </mc:Choice>
        <mc:Fallback xmlns="">
          <p:pic>
            <p:nvPicPr>
              <p:cNvPr id="7" name="Ink 6">
                <a:extLst>
                  <a:ext uri="{FF2B5EF4-FFF2-40B4-BE49-F238E27FC236}">
                    <a16:creationId xmlns:a16="http://schemas.microsoft.com/office/drawing/2014/main" id="{7F9FB03D-231E-D48F-1FC2-F765BC6AF61A}"/>
                  </a:ext>
                </a:extLst>
              </p:cNvPr>
              <p:cNvPicPr/>
              <p:nvPr/>
            </p:nvPicPr>
            <p:blipFill>
              <a:blip r:embed="rId3"/>
              <a:stretch>
                <a:fillRect/>
              </a:stretch>
            </p:blipFill>
            <p:spPr>
              <a:xfrm>
                <a:off x="4507714" y="2924766"/>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57B67913-6EEA-DE13-19E1-3571A72FDAF3}"/>
                  </a:ext>
                </a:extLst>
              </p14:cNvPr>
              <p14:cNvContentPartPr/>
              <p14:nvPr/>
            </p14:nvContentPartPr>
            <p14:xfrm>
              <a:off x="4515275" y="4049406"/>
              <a:ext cx="2502720" cy="400320"/>
            </p14:xfrm>
          </p:contentPart>
        </mc:Choice>
        <mc:Fallback xmlns="">
          <p:pic>
            <p:nvPicPr>
              <p:cNvPr id="8" name="Ink 7">
                <a:extLst>
                  <a:ext uri="{FF2B5EF4-FFF2-40B4-BE49-F238E27FC236}">
                    <a16:creationId xmlns:a16="http://schemas.microsoft.com/office/drawing/2014/main" id="{57B67913-6EEA-DE13-19E1-3571A72FDAF3}"/>
                  </a:ext>
                </a:extLst>
              </p:cNvPr>
              <p:cNvPicPr/>
              <p:nvPr/>
            </p:nvPicPr>
            <p:blipFill>
              <a:blip r:embed="rId5"/>
              <a:stretch>
                <a:fillRect/>
              </a:stretch>
            </p:blipFill>
            <p:spPr>
              <a:xfrm>
                <a:off x="4509155" y="4043286"/>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B94BF825-DD48-0C51-4DDE-36833D49A6E5}"/>
                  </a:ext>
                </a:extLst>
              </p14:cNvPr>
              <p14:cNvContentPartPr/>
              <p14:nvPr/>
            </p14:nvContentPartPr>
            <p14:xfrm>
              <a:off x="7575995" y="3077046"/>
              <a:ext cx="1329840" cy="1373040"/>
            </p14:xfrm>
          </p:contentPart>
        </mc:Choice>
        <mc:Fallback xmlns="">
          <p:pic>
            <p:nvPicPr>
              <p:cNvPr id="9" name="Ink 8">
                <a:extLst>
                  <a:ext uri="{FF2B5EF4-FFF2-40B4-BE49-F238E27FC236}">
                    <a16:creationId xmlns:a16="http://schemas.microsoft.com/office/drawing/2014/main" id="{B94BF825-DD48-0C51-4DDE-36833D49A6E5}"/>
                  </a:ext>
                </a:extLst>
              </p:cNvPr>
              <p:cNvPicPr/>
              <p:nvPr/>
            </p:nvPicPr>
            <p:blipFill>
              <a:blip r:embed="rId7"/>
              <a:stretch>
                <a:fillRect/>
              </a:stretch>
            </p:blipFill>
            <p:spPr>
              <a:xfrm>
                <a:off x="7569875" y="3070926"/>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36608982-D253-41F2-B626-8BD9A1EB39E0}"/>
                  </a:ext>
                </a:extLst>
              </p14:cNvPr>
              <p14:cNvContentPartPr/>
              <p14:nvPr/>
            </p14:nvContentPartPr>
            <p14:xfrm>
              <a:off x="2583515" y="2888406"/>
              <a:ext cx="1371600" cy="1343880"/>
            </p14:xfrm>
          </p:contentPart>
        </mc:Choice>
        <mc:Fallback xmlns="">
          <p:pic>
            <p:nvPicPr>
              <p:cNvPr id="10" name="Ink 9">
                <a:extLst>
                  <a:ext uri="{FF2B5EF4-FFF2-40B4-BE49-F238E27FC236}">
                    <a16:creationId xmlns:a16="http://schemas.microsoft.com/office/drawing/2014/main" id="{36608982-D253-41F2-B626-8BD9A1EB39E0}"/>
                  </a:ext>
                </a:extLst>
              </p:cNvPr>
              <p:cNvPicPr/>
              <p:nvPr/>
            </p:nvPicPr>
            <p:blipFill>
              <a:blip r:embed="rId9"/>
              <a:stretch>
                <a:fillRect/>
              </a:stretch>
            </p:blipFill>
            <p:spPr>
              <a:xfrm>
                <a:off x="2577395" y="2882286"/>
                <a:ext cx="1383840" cy="1356120"/>
              </a:xfrm>
              <a:prstGeom prst="rect">
                <a:avLst/>
              </a:prstGeom>
            </p:spPr>
          </p:pic>
        </mc:Fallback>
      </mc:AlternateContent>
      <p:sp>
        <p:nvSpPr>
          <p:cNvPr id="11" name="TextBox 10">
            <a:extLst>
              <a:ext uri="{FF2B5EF4-FFF2-40B4-BE49-F238E27FC236}">
                <a16:creationId xmlns:a16="http://schemas.microsoft.com/office/drawing/2014/main" id="{8E11B187-B37C-E90F-11EA-77A5C60BDC5E}"/>
              </a:ext>
            </a:extLst>
          </p:cNvPr>
          <p:cNvSpPr txBox="1"/>
          <p:nvPr/>
        </p:nvSpPr>
        <p:spPr>
          <a:xfrm>
            <a:off x="5290223" y="2547931"/>
            <a:ext cx="476412" cy="369332"/>
          </a:xfrm>
          <a:prstGeom prst="rect">
            <a:avLst/>
          </a:prstGeom>
          <a:noFill/>
        </p:spPr>
        <p:txBody>
          <a:bodyPr wrap="none" rtlCol="0">
            <a:spAutoFit/>
          </a:bodyPr>
          <a:lstStyle/>
          <a:p>
            <a:r>
              <a:rPr lang="en-US" dirty="0"/>
              <a:t>0.2</a:t>
            </a:r>
          </a:p>
        </p:txBody>
      </p:sp>
      <p:sp>
        <p:nvSpPr>
          <p:cNvPr id="12" name="TextBox 11">
            <a:extLst>
              <a:ext uri="{FF2B5EF4-FFF2-40B4-BE49-F238E27FC236}">
                <a16:creationId xmlns:a16="http://schemas.microsoft.com/office/drawing/2014/main" id="{71FFA82D-5863-61D8-77E5-08E2C891570F}"/>
              </a:ext>
            </a:extLst>
          </p:cNvPr>
          <p:cNvSpPr txBox="1"/>
          <p:nvPr/>
        </p:nvSpPr>
        <p:spPr>
          <a:xfrm>
            <a:off x="5290223" y="4606371"/>
            <a:ext cx="476412" cy="369332"/>
          </a:xfrm>
          <a:prstGeom prst="rect">
            <a:avLst/>
          </a:prstGeom>
          <a:noFill/>
        </p:spPr>
        <p:txBody>
          <a:bodyPr wrap="none" rtlCol="0">
            <a:spAutoFit/>
          </a:bodyPr>
          <a:lstStyle/>
          <a:p>
            <a:r>
              <a:rPr lang="en-US" dirty="0"/>
              <a:t>0.2</a:t>
            </a:r>
          </a:p>
        </p:txBody>
      </p:sp>
      <p:sp>
        <p:nvSpPr>
          <p:cNvPr id="13" name="TextBox 12">
            <a:extLst>
              <a:ext uri="{FF2B5EF4-FFF2-40B4-BE49-F238E27FC236}">
                <a16:creationId xmlns:a16="http://schemas.microsoft.com/office/drawing/2014/main" id="{1A70824C-F46F-D8E4-D876-688C21794D27}"/>
              </a:ext>
            </a:extLst>
          </p:cNvPr>
          <p:cNvSpPr txBox="1"/>
          <p:nvPr/>
        </p:nvSpPr>
        <p:spPr>
          <a:xfrm>
            <a:off x="8077781" y="2645794"/>
            <a:ext cx="476412" cy="369332"/>
          </a:xfrm>
          <a:prstGeom prst="rect">
            <a:avLst/>
          </a:prstGeom>
          <a:noFill/>
        </p:spPr>
        <p:txBody>
          <a:bodyPr wrap="none" rtlCol="0">
            <a:spAutoFit/>
          </a:bodyPr>
          <a:lstStyle/>
          <a:p>
            <a:r>
              <a:rPr lang="en-US" dirty="0"/>
              <a:t>0.8</a:t>
            </a:r>
          </a:p>
        </p:txBody>
      </p:sp>
      <p:sp>
        <p:nvSpPr>
          <p:cNvPr id="14" name="TextBox 13">
            <a:extLst>
              <a:ext uri="{FF2B5EF4-FFF2-40B4-BE49-F238E27FC236}">
                <a16:creationId xmlns:a16="http://schemas.microsoft.com/office/drawing/2014/main" id="{D685B373-DF56-97B4-DFE0-416EF22CA411}"/>
              </a:ext>
            </a:extLst>
          </p:cNvPr>
          <p:cNvSpPr txBox="1"/>
          <p:nvPr/>
        </p:nvSpPr>
        <p:spPr>
          <a:xfrm>
            <a:off x="3031109" y="2519074"/>
            <a:ext cx="476412" cy="369332"/>
          </a:xfrm>
          <a:prstGeom prst="rect">
            <a:avLst/>
          </a:prstGeom>
          <a:noFill/>
        </p:spPr>
        <p:txBody>
          <a:bodyPr wrap="none" rtlCol="0">
            <a:spAutoFit/>
          </a:bodyPr>
          <a:lstStyle/>
          <a:p>
            <a:r>
              <a:rPr lang="en-US" dirty="0"/>
              <a:t>0.8</a:t>
            </a:r>
          </a:p>
        </p:txBody>
      </p:sp>
    </p:spTree>
    <p:extLst>
      <p:ext uri="{BB962C8B-B14F-4D97-AF65-F5344CB8AC3E}">
        <p14:creationId xmlns:p14="http://schemas.microsoft.com/office/powerpoint/2010/main" val="32611309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B8B34-EC6C-7ECD-8975-DE5F1D2DA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A4E25-34EC-4BC9-7887-C4C1ED75240F}"/>
              </a:ext>
            </a:extLst>
          </p:cNvPr>
          <p:cNvSpPr>
            <a:spLocks noGrp="1"/>
          </p:cNvSpPr>
          <p:nvPr>
            <p:ph type="title"/>
          </p:nvPr>
        </p:nvSpPr>
        <p:spPr/>
        <p:txBody>
          <a:bodyPr>
            <a:normAutofit fontScale="90000"/>
          </a:bodyPr>
          <a:lstStyle/>
          <a:p>
            <a:r>
              <a:rPr lang="en-US" dirty="0"/>
              <a:t>The game</a:t>
            </a:r>
          </a:p>
        </p:txBody>
      </p:sp>
      <p:sp>
        <p:nvSpPr>
          <p:cNvPr id="3" name="Content Placeholder 2">
            <a:extLst>
              <a:ext uri="{FF2B5EF4-FFF2-40B4-BE49-F238E27FC236}">
                <a16:creationId xmlns:a16="http://schemas.microsoft.com/office/drawing/2014/main" id="{223AE1AC-CDE4-B4C2-0A21-47173E19A542}"/>
              </a:ext>
            </a:extLst>
          </p:cNvPr>
          <p:cNvSpPr>
            <a:spLocks noGrp="1"/>
          </p:cNvSpPr>
          <p:nvPr>
            <p:ph idx="1"/>
          </p:nvPr>
        </p:nvSpPr>
        <p:spPr>
          <a:xfrm>
            <a:off x="598620" y="1596541"/>
            <a:ext cx="10972800" cy="2831808"/>
          </a:xfrm>
        </p:spPr>
        <p:txBody>
          <a:bodyPr>
            <a:normAutofit fontScale="62500" lnSpcReduction="20000"/>
          </a:bodyPr>
          <a:lstStyle/>
          <a:p>
            <a:r>
              <a:rPr lang="en-US" dirty="0"/>
              <a:t>Imagine the following game:  </a:t>
            </a:r>
          </a:p>
          <a:p>
            <a:pPr lvl="1"/>
            <a:r>
              <a:rPr lang="en-US" dirty="0"/>
              <a:t>One coin is </a:t>
            </a:r>
            <a:r>
              <a:rPr lang="en-US" b="1" dirty="0"/>
              <a:t>fair</a:t>
            </a:r>
            <a:r>
              <a:rPr lang="en-US" dirty="0"/>
              <a:t>: probability of heads or tails is 50%</a:t>
            </a:r>
          </a:p>
          <a:p>
            <a:pPr lvl="1"/>
            <a:r>
              <a:rPr lang="en-US" dirty="0"/>
              <a:t>One coin is </a:t>
            </a:r>
            <a:r>
              <a:rPr lang="en-US" b="1" dirty="0"/>
              <a:t>biased</a:t>
            </a:r>
            <a:r>
              <a:rPr lang="en-US" dirty="0"/>
              <a:t>: probability of heads is 90%</a:t>
            </a:r>
          </a:p>
          <a:p>
            <a:pPr lvl="1"/>
            <a:r>
              <a:rPr lang="en-US" dirty="0"/>
              <a:t>Coins </a:t>
            </a:r>
            <a:r>
              <a:rPr lang="en-US" b="1" dirty="0"/>
              <a:t>look identical </a:t>
            </a:r>
            <a:r>
              <a:rPr lang="en-US" dirty="0"/>
              <a:t>to us (state cannot be observed directly)</a:t>
            </a:r>
          </a:p>
          <a:p>
            <a:pPr lvl="1"/>
            <a:endParaRPr lang="en-US" dirty="0"/>
          </a:p>
          <a:p>
            <a:r>
              <a:rPr lang="en-US" dirty="0"/>
              <a:t>The game (repeats N times): </a:t>
            </a:r>
          </a:p>
          <a:p>
            <a:pPr lvl="1"/>
            <a:r>
              <a:rPr lang="en-US" dirty="0"/>
              <a:t>Dealer picks a coin with probability 50% in secret, flips it and makes the result visible</a:t>
            </a:r>
          </a:p>
          <a:p>
            <a:pPr lvl="1"/>
            <a:r>
              <a:rPr lang="en-US" dirty="0"/>
              <a:t>Dealer then switches the coin with probability 20% in secret</a:t>
            </a:r>
          </a:p>
          <a:p>
            <a:pPr lvl="1"/>
            <a:endParaRPr lang="en-US" dirty="0"/>
          </a:p>
          <a:p>
            <a:r>
              <a:rPr lang="en-US" dirty="0"/>
              <a:t>Our goal is to guess which coin is used at every toss</a:t>
            </a:r>
          </a:p>
          <a:p>
            <a:endParaRPr lang="en-US" dirty="0"/>
          </a:p>
          <a:p>
            <a:endParaRPr lang="en-US" dirty="0"/>
          </a:p>
          <a:p>
            <a:endParaRPr lang="en-US" dirty="0"/>
          </a:p>
          <a:p>
            <a:endParaRPr lang="en-US" dirty="0"/>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8E32F5BE-CFA4-5AEB-FB72-B7A7BE361054}"/>
              </a:ext>
            </a:extLst>
          </p:cNvPr>
          <p:cNvSpPr>
            <a:spLocks noGrp="1"/>
          </p:cNvSpPr>
          <p:nvPr>
            <p:ph type="sldNum" sz="quarter" idx="12"/>
          </p:nvPr>
        </p:nvSpPr>
        <p:spPr/>
        <p:txBody>
          <a:bodyPr/>
          <a:lstStyle/>
          <a:p>
            <a:fld id="{B82CCC60-E8CD-4174-8B1A-7DF615B22EEF}" type="slidenum">
              <a:rPr lang="en-US" smtClean="0"/>
              <a:pPr/>
              <a:t>50</a:t>
            </a:fld>
            <a:endParaRPr lang="en-US"/>
          </a:p>
        </p:txBody>
      </p:sp>
      <p:sp>
        <p:nvSpPr>
          <p:cNvPr id="5" name="Oval 4">
            <a:extLst>
              <a:ext uri="{FF2B5EF4-FFF2-40B4-BE49-F238E27FC236}">
                <a16:creationId xmlns:a16="http://schemas.microsoft.com/office/drawing/2014/main" id="{93DB01BF-D79D-10CB-74F4-2D087991B988}"/>
              </a:ext>
            </a:extLst>
          </p:cNvPr>
          <p:cNvSpPr/>
          <p:nvPr/>
        </p:nvSpPr>
        <p:spPr>
          <a:xfrm>
            <a:off x="3725708" y="5090143"/>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E0E227F6-38B9-61CE-281C-BC262468FA31}"/>
              </a:ext>
            </a:extLst>
          </p:cNvPr>
          <p:cNvSpPr/>
          <p:nvPr/>
        </p:nvSpPr>
        <p:spPr>
          <a:xfrm>
            <a:off x="6686623" y="5090143"/>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28E43E4B-FB25-6479-DA90-D0451598F2C3}"/>
                  </a:ext>
                </a:extLst>
              </p14:cNvPr>
              <p14:cNvContentPartPr/>
              <p14:nvPr/>
            </p14:nvContentPartPr>
            <p14:xfrm>
              <a:off x="4422286" y="4813183"/>
              <a:ext cx="2343600" cy="472680"/>
            </p14:xfrm>
          </p:contentPart>
        </mc:Choice>
        <mc:Fallback xmlns="">
          <p:pic>
            <p:nvPicPr>
              <p:cNvPr id="7" name="Ink 6">
                <a:extLst>
                  <a:ext uri="{FF2B5EF4-FFF2-40B4-BE49-F238E27FC236}">
                    <a16:creationId xmlns:a16="http://schemas.microsoft.com/office/drawing/2014/main" id="{28E43E4B-FB25-6479-DA90-D0451598F2C3}"/>
                  </a:ext>
                </a:extLst>
              </p:cNvPr>
              <p:cNvPicPr/>
              <p:nvPr/>
            </p:nvPicPr>
            <p:blipFill>
              <a:blip r:embed="rId3"/>
              <a:stretch>
                <a:fillRect/>
              </a:stretch>
            </p:blipFill>
            <p:spPr>
              <a:xfrm>
                <a:off x="4416165" y="4807063"/>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462A546A-642C-77F7-7EE7-529E62872156}"/>
                  </a:ext>
                </a:extLst>
              </p14:cNvPr>
              <p14:cNvContentPartPr/>
              <p14:nvPr/>
            </p14:nvContentPartPr>
            <p14:xfrm>
              <a:off x="4423726" y="5931703"/>
              <a:ext cx="2502720" cy="400320"/>
            </p14:xfrm>
          </p:contentPart>
        </mc:Choice>
        <mc:Fallback xmlns="">
          <p:pic>
            <p:nvPicPr>
              <p:cNvPr id="8" name="Ink 7">
                <a:extLst>
                  <a:ext uri="{FF2B5EF4-FFF2-40B4-BE49-F238E27FC236}">
                    <a16:creationId xmlns:a16="http://schemas.microsoft.com/office/drawing/2014/main" id="{462A546A-642C-77F7-7EE7-529E62872156}"/>
                  </a:ext>
                </a:extLst>
              </p:cNvPr>
              <p:cNvPicPr/>
              <p:nvPr/>
            </p:nvPicPr>
            <p:blipFill>
              <a:blip r:embed="rId5"/>
              <a:stretch>
                <a:fillRect/>
              </a:stretch>
            </p:blipFill>
            <p:spPr>
              <a:xfrm>
                <a:off x="4417606" y="5925583"/>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A84ABD6A-1698-6007-1C62-67FB8B6EB29A}"/>
                  </a:ext>
                </a:extLst>
              </p14:cNvPr>
              <p14:cNvContentPartPr/>
              <p14:nvPr/>
            </p14:nvContentPartPr>
            <p14:xfrm>
              <a:off x="7484446" y="4959343"/>
              <a:ext cx="1329840" cy="1373040"/>
            </p14:xfrm>
          </p:contentPart>
        </mc:Choice>
        <mc:Fallback xmlns="">
          <p:pic>
            <p:nvPicPr>
              <p:cNvPr id="9" name="Ink 8">
                <a:extLst>
                  <a:ext uri="{FF2B5EF4-FFF2-40B4-BE49-F238E27FC236}">
                    <a16:creationId xmlns:a16="http://schemas.microsoft.com/office/drawing/2014/main" id="{A84ABD6A-1698-6007-1C62-67FB8B6EB29A}"/>
                  </a:ext>
                </a:extLst>
              </p:cNvPr>
              <p:cNvPicPr/>
              <p:nvPr/>
            </p:nvPicPr>
            <p:blipFill>
              <a:blip r:embed="rId7"/>
              <a:stretch>
                <a:fillRect/>
              </a:stretch>
            </p:blipFill>
            <p:spPr>
              <a:xfrm>
                <a:off x="7478326" y="4953223"/>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F9214677-80B7-A650-4D6C-4C8D7236E00A}"/>
                  </a:ext>
                </a:extLst>
              </p14:cNvPr>
              <p14:cNvContentPartPr/>
              <p14:nvPr/>
            </p14:nvContentPartPr>
            <p14:xfrm>
              <a:off x="2491966" y="4770703"/>
              <a:ext cx="1371600" cy="1343880"/>
            </p14:xfrm>
          </p:contentPart>
        </mc:Choice>
        <mc:Fallback xmlns="">
          <p:pic>
            <p:nvPicPr>
              <p:cNvPr id="10" name="Ink 9">
                <a:extLst>
                  <a:ext uri="{FF2B5EF4-FFF2-40B4-BE49-F238E27FC236}">
                    <a16:creationId xmlns:a16="http://schemas.microsoft.com/office/drawing/2014/main" id="{F9214677-80B7-A650-4D6C-4C8D7236E00A}"/>
                  </a:ext>
                </a:extLst>
              </p:cNvPr>
              <p:cNvPicPr/>
              <p:nvPr/>
            </p:nvPicPr>
            <p:blipFill>
              <a:blip r:embed="rId9"/>
              <a:stretch>
                <a:fillRect/>
              </a:stretch>
            </p:blipFill>
            <p:spPr>
              <a:xfrm>
                <a:off x="2485846" y="4764583"/>
                <a:ext cx="1383840" cy="1356120"/>
              </a:xfrm>
              <a:prstGeom prst="rect">
                <a:avLst/>
              </a:prstGeom>
            </p:spPr>
          </p:pic>
        </mc:Fallback>
      </mc:AlternateContent>
      <p:sp>
        <p:nvSpPr>
          <p:cNvPr id="11" name="TextBox 10">
            <a:extLst>
              <a:ext uri="{FF2B5EF4-FFF2-40B4-BE49-F238E27FC236}">
                <a16:creationId xmlns:a16="http://schemas.microsoft.com/office/drawing/2014/main" id="{10A503C6-5C8E-14BA-B5E4-1A6280A8A57C}"/>
              </a:ext>
            </a:extLst>
          </p:cNvPr>
          <p:cNvSpPr txBox="1"/>
          <p:nvPr/>
        </p:nvSpPr>
        <p:spPr>
          <a:xfrm>
            <a:off x="5198674" y="4430228"/>
            <a:ext cx="476412" cy="369332"/>
          </a:xfrm>
          <a:prstGeom prst="rect">
            <a:avLst/>
          </a:prstGeom>
          <a:noFill/>
        </p:spPr>
        <p:txBody>
          <a:bodyPr wrap="none" rtlCol="0">
            <a:spAutoFit/>
          </a:bodyPr>
          <a:lstStyle/>
          <a:p>
            <a:r>
              <a:rPr lang="en-US" dirty="0"/>
              <a:t>0.2</a:t>
            </a:r>
          </a:p>
        </p:txBody>
      </p:sp>
      <p:sp>
        <p:nvSpPr>
          <p:cNvPr id="12" name="TextBox 11">
            <a:extLst>
              <a:ext uri="{FF2B5EF4-FFF2-40B4-BE49-F238E27FC236}">
                <a16:creationId xmlns:a16="http://schemas.microsoft.com/office/drawing/2014/main" id="{A34633C3-9234-65CA-6C0C-564B3DE63320}"/>
              </a:ext>
            </a:extLst>
          </p:cNvPr>
          <p:cNvSpPr txBox="1"/>
          <p:nvPr/>
        </p:nvSpPr>
        <p:spPr>
          <a:xfrm>
            <a:off x="5198674" y="6488668"/>
            <a:ext cx="476412" cy="369332"/>
          </a:xfrm>
          <a:prstGeom prst="rect">
            <a:avLst/>
          </a:prstGeom>
          <a:noFill/>
        </p:spPr>
        <p:txBody>
          <a:bodyPr wrap="none" rtlCol="0">
            <a:spAutoFit/>
          </a:bodyPr>
          <a:lstStyle/>
          <a:p>
            <a:r>
              <a:rPr lang="en-US" dirty="0"/>
              <a:t>0.2</a:t>
            </a:r>
          </a:p>
        </p:txBody>
      </p:sp>
      <p:sp>
        <p:nvSpPr>
          <p:cNvPr id="13" name="TextBox 12">
            <a:extLst>
              <a:ext uri="{FF2B5EF4-FFF2-40B4-BE49-F238E27FC236}">
                <a16:creationId xmlns:a16="http://schemas.microsoft.com/office/drawing/2014/main" id="{9441D2A0-FA3F-A1E3-8CF2-5CD91BB32C7F}"/>
              </a:ext>
            </a:extLst>
          </p:cNvPr>
          <p:cNvSpPr txBox="1"/>
          <p:nvPr/>
        </p:nvSpPr>
        <p:spPr>
          <a:xfrm>
            <a:off x="7986232" y="4528091"/>
            <a:ext cx="476412" cy="369332"/>
          </a:xfrm>
          <a:prstGeom prst="rect">
            <a:avLst/>
          </a:prstGeom>
          <a:noFill/>
        </p:spPr>
        <p:txBody>
          <a:bodyPr wrap="none" rtlCol="0">
            <a:spAutoFit/>
          </a:bodyPr>
          <a:lstStyle/>
          <a:p>
            <a:r>
              <a:rPr lang="en-US" dirty="0"/>
              <a:t>0.8</a:t>
            </a:r>
          </a:p>
        </p:txBody>
      </p:sp>
      <p:sp>
        <p:nvSpPr>
          <p:cNvPr id="14" name="TextBox 13">
            <a:extLst>
              <a:ext uri="{FF2B5EF4-FFF2-40B4-BE49-F238E27FC236}">
                <a16:creationId xmlns:a16="http://schemas.microsoft.com/office/drawing/2014/main" id="{9B6BB83F-94F6-CAFA-6FC1-23F9A55E16C0}"/>
              </a:ext>
            </a:extLst>
          </p:cNvPr>
          <p:cNvSpPr txBox="1"/>
          <p:nvPr/>
        </p:nvSpPr>
        <p:spPr>
          <a:xfrm>
            <a:off x="2939560" y="4401371"/>
            <a:ext cx="476412" cy="369332"/>
          </a:xfrm>
          <a:prstGeom prst="rect">
            <a:avLst/>
          </a:prstGeom>
          <a:noFill/>
        </p:spPr>
        <p:txBody>
          <a:bodyPr wrap="none" rtlCol="0">
            <a:spAutoFit/>
          </a:bodyPr>
          <a:lstStyle/>
          <a:p>
            <a:r>
              <a:rPr lang="en-US" dirty="0"/>
              <a:t>0.8</a:t>
            </a:r>
          </a:p>
        </p:txBody>
      </p:sp>
      <p:sp>
        <p:nvSpPr>
          <p:cNvPr id="15" name="TextBox 14">
            <a:extLst>
              <a:ext uri="{FF2B5EF4-FFF2-40B4-BE49-F238E27FC236}">
                <a16:creationId xmlns:a16="http://schemas.microsoft.com/office/drawing/2014/main" id="{AC74FC00-7F74-CDAB-A40E-CFEF423255BB}"/>
              </a:ext>
            </a:extLst>
          </p:cNvPr>
          <p:cNvSpPr txBox="1"/>
          <p:nvPr/>
        </p:nvSpPr>
        <p:spPr>
          <a:xfrm>
            <a:off x="3761820" y="5355420"/>
            <a:ext cx="827662" cy="369332"/>
          </a:xfrm>
          <a:prstGeom prst="rect">
            <a:avLst/>
          </a:prstGeom>
          <a:noFill/>
        </p:spPr>
        <p:txBody>
          <a:bodyPr wrap="none" rtlCol="0">
            <a:spAutoFit/>
          </a:bodyPr>
          <a:lstStyle/>
          <a:p>
            <a:r>
              <a:rPr lang="en-US" dirty="0"/>
              <a:t>Fair (F)</a:t>
            </a:r>
          </a:p>
        </p:txBody>
      </p:sp>
      <p:sp>
        <p:nvSpPr>
          <p:cNvPr id="16" name="TextBox 15">
            <a:extLst>
              <a:ext uri="{FF2B5EF4-FFF2-40B4-BE49-F238E27FC236}">
                <a16:creationId xmlns:a16="http://schemas.microsoft.com/office/drawing/2014/main" id="{BF0187BE-DC35-BD8B-06FA-D82F328C9564}"/>
              </a:ext>
            </a:extLst>
          </p:cNvPr>
          <p:cNvSpPr txBox="1"/>
          <p:nvPr/>
        </p:nvSpPr>
        <p:spPr>
          <a:xfrm>
            <a:off x="6711335" y="5355420"/>
            <a:ext cx="881973" cy="369332"/>
          </a:xfrm>
          <a:prstGeom prst="rect">
            <a:avLst/>
          </a:prstGeom>
          <a:noFill/>
        </p:spPr>
        <p:txBody>
          <a:bodyPr wrap="none" rtlCol="0">
            <a:spAutoFit/>
          </a:bodyPr>
          <a:lstStyle/>
          <a:p>
            <a:r>
              <a:rPr lang="en-US" dirty="0"/>
              <a:t>Bias (B)</a:t>
            </a:r>
          </a:p>
        </p:txBody>
      </p:sp>
    </p:spTree>
    <p:extLst>
      <p:ext uri="{BB962C8B-B14F-4D97-AF65-F5344CB8AC3E}">
        <p14:creationId xmlns:p14="http://schemas.microsoft.com/office/powerpoint/2010/main" val="4152095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3702D-E791-7332-90A1-24058B1B0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EEBB2B-D2DE-A216-CE73-F304CD1BE277}"/>
              </a:ext>
            </a:extLst>
          </p:cNvPr>
          <p:cNvSpPr>
            <a:spLocks noGrp="1"/>
          </p:cNvSpPr>
          <p:nvPr>
            <p:ph type="title"/>
          </p:nvPr>
        </p:nvSpPr>
        <p:spPr/>
        <p:txBody>
          <a:bodyPr>
            <a:normAutofit fontScale="90000"/>
          </a:bodyPr>
          <a:lstStyle/>
          <a:p>
            <a:r>
              <a:rPr lang="en-US" dirty="0"/>
              <a:t>Hidden Markov Models</a:t>
            </a:r>
          </a:p>
        </p:txBody>
      </p:sp>
      <p:sp>
        <p:nvSpPr>
          <p:cNvPr id="3" name="Content Placeholder 2">
            <a:extLst>
              <a:ext uri="{FF2B5EF4-FFF2-40B4-BE49-F238E27FC236}">
                <a16:creationId xmlns:a16="http://schemas.microsoft.com/office/drawing/2014/main" id="{FCD4D567-7692-99EC-0858-6D96C357AF73}"/>
              </a:ext>
            </a:extLst>
          </p:cNvPr>
          <p:cNvSpPr>
            <a:spLocks noGrp="1"/>
          </p:cNvSpPr>
          <p:nvPr>
            <p:ph idx="1"/>
          </p:nvPr>
        </p:nvSpPr>
        <p:spPr>
          <a:xfrm>
            <a:off x="598620" y="1596541"/>
            <a:ext cx="10972800" cy="2831808"/>
          </a:xfrm>
        </p:spPr>
        <p:txBody>
          <a:bodyPr>
            <a:normAutofit/>
          </a:bodyPr>
          <a:lstStyle/>
          <a:p>
            <a:r>
              <a:rPr lang="en-US" dirty="0"/>
              <a:t>A walk in HMM from the dealer’s perspective: </a:t>
            </a:r>
            <a:br>
              <a:rPr lang="en-US" dirty="0"/>
            </a:br>
            <a:r>
              <a:rPr lang="en-US" dirty="0">
                <a:latin typeface="Courier New" panose="02070309020205020404" pitchFamily="49" charset="0"/>
                <a:cs typeface="Courier New" panose="02070309020205020404" pitchFamily="49" charset="0"/>
              </a:rPr>
              <a:t>FFBB</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HTHH</a:t>
            </a:r>
          </a:p>
          <a:p>
            <a:r>
              <a:rPr lang="en-US" dirty="0"/>
              <a:t>We observe: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HTHH</a:t>
            </a: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p>
          <a:p>
            <a:endParaRPr lang="en-US" dirty="0"/>
          </a:p>
          <a:p>
            <a:endParaRPr lang="en-US" dirty="0"/>
          </a:p>
          <a:p>
            <a:endParaRPr lang="en-US" dirty="0"/>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CF01E706-1F82-C454-F077-0927AB67E7EB}"/>
              </a:ext>
            </a:extLst>
          </p:cNvPr>
          <p:cNvSpPr>
            <a:spLocks noGrp="1"/>
          </p:cNvSpPr>
          <p:nvPr>
            <p:ph type="sldNum" sz="quarter" idx="12"/>
          </p:nvPr>
        </p:nvSpPr>
        <p:spPr/>
        <p:txBody>
          <a:bodyPr/>
          <a:lstStyle/>
          <a:p>
            <a:fld id="{B82CCC60-E8CD-4174-8B1A-7DF615B22EEF}" type="slidenum">
              <a:rPr lang="en-US" smtClean="0"/>
              <a:pPr/>
              <a:t>51</a:t>
            </a:fld>
            <a:endParaRPr lang="en-US"/>
          </a:p>
        </p:txBody>
      </p:sp>
      <p:sp>
        <p:nvSpPr>
          <p:cNvPr id="5" name="Oval 4">
            <a:extLst>
              <a:ext uri="{FF2B5EF4-FFF2-40B4-BE49-F238E27FC236}">
                <a16:creationId xmlns:a16="http://schemas.microsoft.com/office/drawing/2014/main" id="{1CDD9513-33A5-1792-58D0-0C35B5F00527}"/>
              </a:ext>
            </a:extLst>
          </p:cNvPr>
          <p:cNvSpPr/>
          <p:nvPr/>
        </p:nvSpPr>
        <p:spPr>
          <a:xfrm>
            <a:off x="3725708" y="5090143"/>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382A174-BDA0-A1A2-C8CB-C322EA5B3D90}"/>
              </a:ext>
            </a:extLst>
          </p:cNvPr>
          <p:cNvSpPr/>
          <p:nvPr/>
        </p:nvSpPr>
        <p:spPr>
          <a:xfrm>
            <a:off x="6686623" y="5090143"/>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1FBC47E8-9EE8-DC92-8C84-EE6FEC919BF1}"/>
                  </a:ext>
                </a:extLst>
              </p14:cNvPr>
              <p14:cNvContentPartPr/>
              <p14:nvPr/>
            </p14:nvContentPartPr>
            <p14:xfrm>
              <a:off x="4422286" y="4813183"/>
              <a:ext cx="2343600" cy="472680"/>
            </p14:xfrm>
          </p:contentPart>
        </mc:Choice>
        <mc:Fallback xmlns="">
          <p:pic>
            <p:nvPicPr>
              <p:cNvPr id="7" name="Ink 6">
                <a:extLst>
                  <a:ext uri="{FF2B5EF4-FFF2-40B4-BE49-F238E27FC236}">
                    <a16:creationId xmlns:a16="http://schemas.microsoft.com/office/drawing/2014/main" id="{1FBC47E8-9EE8-DC92-8C84-EE6FEC919BF1}"/>
                  </a:ext>
                </a:extLst>
              </p:cNvPr>
              <p:cNvPicPr/>
              <p:nvPr/>
            </p:nvPicPr>
            <p:blipFill>
              <a:blip r:embed="rId3"/>
              <a:stretch>
                <a:fillRect/>
              </a:stretch>
            </p:blipFill>
            <p:spPr>
              <a:xfrm>
                <a:off x="4416165" y="4807063"/>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DC88B532-DEDB-8044-B453-F46927CB347B}"/>
                  </a:ext>
                </a:extLst>
              </p14:cNvPr>
              <p14:cNvContentPartPr/>
              <p14:nvPr/>
            </p14:nvContentPartPr>
            <p14:xfrm>
              <a:off x="4423726" y="5931703"/>
              <a:ext cx="2502720" cy="400320"/>
            </p14:xfrm>
          </p:contentPart>
        </mc:Choice>
        <mc:Fallback xmlns="">
          <p:pic>
            <p:nvPicPr>
              <p:cNvPr id="8" name="Ink 7">
                <a:extLst>
                  <a:ext uri="{FF2B5EF4-FFF2-40B4-BE49-F238E27FC236}">
                    <a16:creationId xmlns:a16="http://schemas.microsoft.com/office/drawing/2014/main" id="{DC88B532-DEDB-8044-B453-F46927CB347B}"/>
                  </a:ext>
                </a:extLst>
              </p:cNvPr>
              <p:cNvPicPr/>
              <p:nvPr/>
            </p:nvPicPr>
            <p:blipFill>
              <a:blip r:embed="rId5"/>
              <a:stretch>
                <a:fillRect/>
              </a:stretch>
            </p:blipFill>
            <p:spPr>
              <a:xfrm>
                <a:off x="4417606" y="5925583"/>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84134525-3FCC-C0AB-2CD4-E73FDFDB4C08}"/>
                  </a:ext>
                </a:extLst>
              </p14:cNvPr>
              <p14:cNvContentPartPr/>
              <p14:nvPr/>
            </p14:nvContentPartPr>
            <p14:xfrm>
              <a:off x="7484446" y="4959343"/>
              <a:ext cx="1329840" cy="1373040"/>
            </p14:xfrm>
          </p:contentPart>
        </mc:Choice>
        <mc:Fallback xmlns="">
          <p:pic>
            <p:nvPicPr>
              <p:cNvPr id="9" name="Ink 8">
                <a:extLst>
                  <a:ext uri="{FF2B5EF4-FFF2-40B4-BE49-F238E27FC236}">
                    <a16:creationId xmlns:a16="http://schemas.microsoft.com/office/drawing/2014/main" id="{84134525-3FCC-C0AB-2CD4-E73FDFDB4C08}"/>
                  </a:ext>
                </a:extLst>
              </p:cNvPr>
              <p:cNvPicPr/>
              <p:nvPr/>
            </p:nvPicPr>
            <p:blipFill>
              <a:blip r:embed="rId7"/>
              <a:stretch>
                <a:fillRect/>
              </a:stretch>
            </p:blipFill>
            <p:spPr>
              <a:xfrm>
                <a:off x="7478326" y="4953223"/>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04A1350D-F674-D736-D4DE-D27287C24D3A}"/>
                  </a:ext>
                </a:extLst>
              </p14:cNvPr>
              <p14:cNvContentPartPr/>
              <p14:nvPr/>
            </p14:nvContentPartPr>
            <p14:xfrm>
              <a:off x="2491966" y="4770703"/>
              <a:ext cx="1371600" cy="1343880"/>
            </p14:xfrm>
          </p:contentPart>
        </mc:Choice>
        <mc:Fallback xmlns="">
          <p:pic>
            <p:nvPicPr>
              <p:cNvPr id="10" name="Ink 9">
                <a:extLst>
                  <a:ext uri="{FF2B5EF4-FFF2-40B4-BE49-F238E27FC236}">
                    <a16:creationId xmlns:a16="http://schemas.microsoft.com/office/drawing/2014/main" id="{04A1350D-F674-D736-D4DE-D27287C24D3A}"/>
                  </a:ext>
                </a:extLst>
              </p:cNvPr>
              <p:cNvPicPr/>
              <p:nvPr/>
            </p:nvPicPr>
            <p:blipFill>
              <a:blip r:embed="rId9"/>
              <a:stretch>
                <a:fillRect/>
              </a:stretch>
            </p:blipFill>
            <p:spPr>
              <a:xfrm>
                <a:off x="2485846" y="4764583"/>
                <a:ext cx="1383840" cy="1356120"/>
              </a:xfrm>
              <a:prstGeom prst="rect">
                <a:avLst/>
              </a:prstGeom>
            </p:spPr>
          </p:pic>
        </mc:Fallback>
      </mc:AlternateContent>
      <p:sp>
        <p:nvSpPr>
          <p:cNvPr id="11" name="TextBox 10">
            <a:extLst>
              <a:ext uri="{FF2B5EF4-FFF2-40B4-BE49-F238E27FC236}">
                <a16:creationId xmlns:a16="http://schemas.microsoft.com/office/drawing/2014/main" id="{3AF2DBBA-8A5D-B8DB-4904-FDD066D89B9A}"/>
              </a:ext>
            </a:extLst>
          </p:cNvPr>
          <p:cNvSpPr txBox="1"/>
          <p:nvPr/>
        </p:nvSpPr>
        <p:spPr>
          <a:xfrm>
            <a:off x="5198674" y="4430228"/>
            <a:ext cx="476412" cy="369332"/>
          </a:xfrm>
          <a:prstGeom prst="rect">
            <a:avLst/>
          </a:prstGeom>
          <a:noFill/>
        </p:spPr>
        <p:txBody>
          <a:bodyPr wrap="none" rtlCol="0">
            <a:spAutoFit/>
          </a:bodyPr>
          <a:lstStyle/>
          <a:p>
            <a:r>
              <a:rPr lang="en-US" dirty="0"/>
              <a:t>0.2</a:t>
            </a:r>
          </a:p>
        </p:txBody>
      </p:sp>
      <p:sp>
        <p:nvSpPr>
          <p:cNvPr id="12" name="TextBox 11">
            <a:extLst>
              <a:ext uri="{FF2B5EF4-FFF2-40B4-BE49-F238E27FC236}">
                <a16:creationId xmlns:a16="http://schemas.microsoft.com/office/drawing/2014/main" id="{467FBC51-D720-D0AC-D0F0-87174BE5D3CC}"/>
              </a:ext>
            </a:extLst>
          </p:cNvPr>
          <p:cNvSpPr txBox="1"/>
          <p:nvPr/>
        </p:nvSpPr>
        <p:spPr>
          <a:xfrm>
            <a:off x="5198674" y="6488668"/>
            <a:ext cx="476412" cy="369332"/>
          </a:xfrm>
          <a:prstGeom prst="rect">
            <a:avLst/>
          </a:prstGeom>
          <a:noFill/>
        </p:spPr>
        <p:txBody>
          <a:bodyPr wrap="none" rtlCol="0">
            <a:spAutoFit/>
          </a:bodyPr>
          <a:lstStyle/>
          <a:p>
            <a:r>
              <a:rPr lang="en-US" dirty="0"/>
              <a:t>0.2</a:t>
            </a:r>
          </a:p>
        </p:txBody>
      </p:sp>
      <p:sp>
        <p:nvSpPr>
          <p:cNvPr id="13" name="TextBox 12">
            <a:extLst>
              <a:ext uri="{FF2B5EF4-FFF2-40B4-BE49-F238E27FC236}">
                <a16:creationId xmlns:a16="http://schemas.microsoft.com/office/drawing/2014/main" id="{F3975C6D-6088-0237-0623-D3EE73BD39D2}"/>
              </a:ext>
            </a:extLst>
          </p:cNvPr>
          <p:cNvSpPr txBox="1"/>
          <p:nvPr/>
        </p:nvSpPr>
        <p:spPr>
          <a:xfrm>
            <a:off x="7986232" y="4528091"/>
            <a:ext cx="476412" cy="369332"/>
          </a:xfrm>
          <a:prstGeom prst="rect">
            <a:avLst/>
          </a:prstGeom>
          <a:noFill/>
        </p:spPr>
        <p:txBody>
          <a:bodyPr wrap="none" rtlCol="0">
            <a:spAutoFit/>
          </a:bodyPr>
          <a:lstStyle/>
          <a:p>
            <a:r>
              <a:rPr lang="en-US" dirty="0"/>
              <a:t>0.8</a:t>
            </a:r>
          </a:p>
        </p:txBody>
      </p:sp>
      <p:sp>
        <p:nvSpPr>
          <p:cNvPr id="14" name="TextBox 13">
            <a:extLst>
              <a:ext uri="{FF2B5EF4-FFF2-40B4-BE49-F238E27FC236}">
                <a16:creationId xmlns:a16="http://schemas.microsoft.com/office/drawing/2014/main" id="{BAED02FB-4C79-C7AC-BAFE-EA03E7CBB3E8}"/>
              </a:ext>
            </a:extLst>
          </p:cNvPr>
          <p:cNvSpPr txBox="1"/>
          <p:nvPr/>
        </p:nvSpPr>
        <p:spPr>
          <a:xfrm>
            <a:off x="2939560" y="4401371"/>
            <a:ext cx="476412" cy="369332"/>
          </a:xfrm>
          <a:prstGeom prst="rect">
            <a:avLst/>
          </a:prstGeom>
          <a:noFill/>
        </p:spPr>
        <p:txBody>
          <a:bodyPr wrap="none" rtlCol="0">
            <a:spAutoFit/>
          </a:bodyPr>
          <a:lstStyle/>
          <a:p>
            <a:r>
              <a:rPr lang="en-US" dirty="0"/>
              <a:t>0.8</a:t>
            </a:r>
          </a:p>
        </p:txBody>
      </p:sp>
      <p:sp>
        <p:nvSpPr>
          <p:cNvPr id="15" name="TextBox 14">
            <a:extLst>
              <a:ext uri="{FF2B5EF4-FFF2-40B4-BE49-F238E27FC236}">
                <a16:creationId xmlns:a16="http://schemas.microsoft.com/office/drawing/2014/main" id="{B4B90408-1228-540B-72C7-27A54CA064DC}"/>
              </a:ext>
            </a:extLst>
          </p:cNvPr>
          <p:cNvSpPr txBox="1"/>
          <p:nvPr/>
        </p:nvSpPr>
        <p:spPr>
          <a:xfrm>
            <a:off x="3761820" y="5355420"/>
            <a:ext cx="827662" cy="369332"/>
          </a:xfrm>
          <a:prstGeom prst="rect">
            <a:avLst/>
          </a:prstGeom>
          <a:noFill/>
        </p:spPr>
        <p:txBody>
          <a:bodyPr wrap="none" rtlCol="0">
            <a:spAutoFit/>
          </a:bodyPr>
          <a:lstStyle/>
          <a:p>
            <a:r>
              <a:rPr lang="en-US" dirty="0"/>
              <a:t>Fair (F)</a:t>
            </a:r>
          </a:p>
        </p:txBody>
      </p:sp>
      <p:sp>
        <p:nvSpPr>
          <p:cNvPr id="16" name="TextBox 15">
            <a:extLst>
              <a:ext uri="{FF2B5EF4-FFF2-40B4-BE49-F238E27FC236}">
                <a16:creationId xmlns:a16="http://schemas.microsoft.com/office/drawing/2014/main" id="{F828265B-EEAE-95FD-8BBD-DA30A0DB3174}"/>
              </a:ext>
            </a:extLst>
          </p:cNvPr>
          <p:cNvSpPr txBox="1"/>
          <p:nvPr/>
        </p:nvSpPr>
        <p:spPr>
          <a:xfrm>
            <a:off x="6711335" y="5355420"/>
            <a:ext cx="881973" cy="369332"/>
          </a:xfrm>
          <a:prstGeom prst="rect">
            <a:avLst/>
          </a:prstGeom>
          <a:noFill/>
        </p:spPr>
        <p:txBody>
          <a:bodyPr wrap="none" rtlCol="0">
            <a:spAutoFit/>
          </a:bodyPr>
          <a:lstStyle/>
          <a:p>
            <a:r>
              <a:rPr lang="en-US" dirty="0"/>
              <a:t>Bias (B)</a:t>
            </a:r>
          </a:p>
        </p:txBody>
      </p:sp>
    </p:spTree>
    <p:extLst>
      <p:ext uri="{BB962C8B-B14F-4D97-AF65-F5344CB8AC3E}">
        <p14:creationId xmlns:p14="http://schemas.microsoft.com/office/powerpoint/2010/main" val="30415951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CA9FE-9ECF-3DB4-B21D-D3F16DF3BA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2DACF-B005-5BCC-E9BE-21E29D6A42AD}"/>
              </a:ext>
            </a:extLst>
          </p:cNvPr>
          <p:cNvSpPr>
            <a:spLocks noGrp="1"/>
          </p:cNvSpPr>
          <p:nvPr>
            <p:ph type="title"/>
          </p:nvPr>
        </p:nvSpPr>
        <p:spPr/>
        <p:txBody>
          <a:bodyPr>
            <a:normAutofit fontScale="90000"/>
          </a:bodyPr>
          <a:lstStyle/>
          <a:p>
            <a:r>
              <a:rPr lang="en-US" dirty="0"/>
              <a:t>Hidden Markov Models</a:t>
            </a:r>
          </a:p>
        </p:txBody>
      </p:sp>
      <p:sp>
        <p:nvSpPr>
          <p:cNvPr id="3" name="Content Placeholder 2">
            <a:extLst>
              <a:ext uri="{FF2B5EF4-FFF2-40B4-BE49-F238E27FC236}">
                <a16:creationId xmlns:a16="http://schemas.microsoft.com/office/drawing/2014/main" id="{4AE122E6-B362-AFF3-6A31-4E7966D91717}"/>
              </a:ext>
            </a:extLst>
          </p:cNvPr>
          <p:cNvSpPr>
            <a:spLocks noGrp="1"/>
          </p:cNvSpPr>
          <p:nvPr>
            <p:ph idx="1"/>
          </p:nvPr>
        </p:nvSpPr>
        <p:spPr>
          <a:xfrm>
            <a:off x="598620" y="1596541"/>
            <a:ext cx="10972800" cy="2831808"/>
          </a:xfrm>
        </p:spPr>
        <p:txBody>
          <a:bodyPr>
            <a:normAutofit fontScale="92500" lnSpcReduction="10000"/>
          </a:bodyPr>
          <a:lstStyle/>
          <a:p>
            <a:r>
              <a:rPr lang="en-US" dirty="0"/>
              <a:t>A walk in HMM from the dealer’s perspective: </a:t>
            </a:r>
            <a:br>
              <a:rPr lang="en-US" dirty="0"/>
            </a:br>
            <a:r>
              <a:rPr lang="en-US" dirty="0">
                <a:latin typeface="Courier New" panose="02070309020205020404" pitchFamily="49" charset="0"/>
                <a:cs typeface="Courier New" panose="02070309020205020404" pitchFamily="49" charset="0"/>
              </a:rPr>
              <a:t>FFBB</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HTHH</a:t>
            </a:r>
          </a:p>
          <a:p>
            <a:r>
              <a:rPr lang="en-US" dirty="0"/>
              <a:t>It is easy for the dealer to compute the probability:</a:t>
            </a:r>
            <a:br>
              <a:rPr lang="en-US" dirty="0"/>
            </a:br>
            <a:r>
              <a:rPr lang="en-US" dirty="0" err="1"/>
              <a:t>Pr</a:t>
            </a:r>
            <a:r>
              <a:rPr lang="en-US" dirty="0"/>
              <a:t>(</a:t>
            </a:r>
            <a:r>
              <a:rPr lang="en-US" dirty="0">
                <a:latin typeface="Courier New" panose="02070309020205020404" pitchFamily="49" charset="0"/>
                <a:cs typeface="Courier New" panose="02070309020205020404" pitchFamily="49" charset="0"/>
              </a:rPr>
              <a:t>FFBB</a:t>
            </a:r>
            <a:r>
              <a:rPr lang="en-US" dirty="0">
                <a:cs typeface="Courier New" panose="02070309020205020404" pitchFamily="49" charset="0"/>
              </a:rPr>
              <a:t>)=</a:t>
            </a:r>
            <a:r>
              <a:rPr lang="en-US" dirty="0" err="1">
                <a:cs typeface="Courier New" panose="02070309020205020404" pitchFamily="49" charset="0"/>
              </a:rPr>
              <a:t>Pr</a:t>
            </a:r>
            <a:r>
              <a:rPr lang="en-US" dirty="0">
                <a:cs typeface="Courier New" panose="02070309020205020404" pitchFamily="49" charset="0"/>
              </a:rPr>
              <a:t>(start in F)*</a:t>
            </a:r>
            <a:r>
              <a:rPr lang="en-US" dirty="0" err="1">
                <a:cs typeface="Courier New" panose="02070309020205020404" pitchFamily="49" charset="0"/>
              </a:rPr>
              <a:t>Pr</a:t>
            </a:r>
            <a:r>
              <a:rPr lang="en-US" dirty="0">
                <a:cs typeface="Courier New" panose="02070309020205020404" pitchFamily="49" charset="0"/>
              </a:rPr>
              <a:t>(emit H in F)*</a:t>
            </a:r>
            <a:r>
              <a:rPr lang="en-US" dirty="0" err="1">
                <a:cs typeface="Courier New" panose="02070309020205020404" pitchFamily="49" charset="0"/>
              </a:rPr>
              <a:t>Pr</a:t>
            </a:r>
            <a:r>
              <a:rPr lang="en-US" dirty="0">
                <a:cs typeface="Courier New" panose="02070309020205020404" pitchFamily="49" charset="0"/>
              </a:rPr>
              <a:t>(stay in F)* </a:t>
            </a:r>
            <a:r>
              <a:rPr lang="en-US" dirty="0" err="1">
                <a:cs typeface="Courier New" panose="02070309020205020404" pitchFamily="49" charset="0"/>
              </a:rPr>
              <a:t>Pr</a:t>
            </a:r>
            <a:r>
              <a:rPr lang="en-US" dirty="0">
                <a:cs typeface="Courier New" panose="02070309020205020404" pitchFamily="49" charset="0"/>
              </a:rPr>
              <a:t>(emit T in F)* </a:t>
            </a:r>
            <a:r>
              <a:rPr lang="en-US" dirty="0" err="1">
                <a:cs typeface="Courier New" panose="02070309020205020404" pitchFamily="49" charset="0"/>
              </a:rPr>
              <a:t>Pr</a:t>
            </a:r>
            <a:r>
              <a:rPr lang="en-US" dirty="0">
                <a:cs typeface="Courier New" panose="02070309020205020404" pitchFamily="49" charset="0"/>
              </a:rPr>
              <a:t>(switch to B)* </a:t>
            </a:r>
            <a:r>
              <a:rPr lang="en-US" dirty="0" err="1">
                <a:cs typeface="Courier New" panose="02070309020205020404" pitchFamily="49" charset="0"/>
              </a:rPr>
              <a:t>Pr</a:t>
            </a:r>
            <a:r>
              <a:rPr lang="en-US" dirty="0">
                <a:cs typeface="Courier New" panose="02070309020205020404" pitchFamily="49" charset="0"/>
              </a:rPr>
              <a:t>(emit H in B)*</a:t>
            </a:r>
            <a:r>
              <a:rPr lang="en-US" dirty="0" err="1">
                <a:cs typeface="Courier New" panose="02070309020205020404" pitchFamily="49" charset="0"/>
              </a:rPr>
              <a:t>Pr</a:t>
            </a:r>
            <a:r>
              <a:rPr lang="en-US" dirty="0">
                <a:cs typeface="Courier New" panose="02070309020205020404" pitchFamily="49" charset="0"/>
              </a:rPr>
              <a:t>(stay in B)* </a:t>
            </a:r>
            <a:r>
              <a:rPr lang="en-US" dirty="0" err="1">
                <a:cs typeface="Courier New" panose="02070309020205020404" pitchFamily="49" charset="0"/>
              </a:rPr>
              <a:t>Pr</a:t>
            </a:r>
            <a:r>
              <a:rPr lang="en-US" dirty="0">
                <a:cs typeface="Courier New" panose="02070309020205020404" pitchFamily="49" charset="0"/>
              </a:rPr>
              <a:t>(emit H in B) = </a:t>
            </a:r>
            <a:br>
              <a:rPr lang="en-US" dirty="0">
                <a:cs typeface="Courier New" panose="02070309020205020404" pitchFamily="49" charset="0"/>
              </a:rPr>
            </a:br>
            <a:r>
              <a:rPr lang="en-US" dirty="0">
                <a:cs typeface="Courier New" panose="02070309020205020404" pitchFamily="49" charset="0"/>
              </a:rPr>
              <a:t>0.5*0.5*0.8*0.5*0.2*0.9*0.8*0.9</a:t>
            </a:r>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p>
          <a:p>
            <a:endParaRPr lang="en-US" dirty="0"/>
          </a:p>
          <a:p>
            <a:endParaRPr lang="en-US" dirty="0"/>
          </a:p>
          <a:p>
            <a:endParaRPr lang="en-US" dirty="0"/>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C0F5982B-5F33-B9E6-B77B-24962F05583C}"/>
              </a:ext>
            </a:extLst>
          </p:cNvPr>
          <p:cNvSpPr>
            <a:spLocks noGrp="1"/>
          </p:cNvSpPr>
          <p:nvPr>
            <p:ph type="sldNum" sz="quarter" idx="12"/>
          </p:nvPr>
        </p:nvSpPr>
        <p:spPr/>
        <p:txBody>
          <a:bodyPr/>
          <a:lstStyle/>
          <a:p>
            <a:fld id="{B82CCC60-E8CD-4174-8B1A-7DF615B22EEF}" type="slidenum">
              <a:rPr lang="en-US" smtClean="0"/>
              <a:pPr/>
              <a:t>52</a:t>
            </a:fld>
            <a:endParaRPr lang="en-US"/>
          </a:p>
        </p:txBody>
      </p:sp>
      <p:sp>
        <p:nvSpPr>
          <p:cNvPr id="5" name="Oval 4">
            <a:extLst>
              <a:ext uri="{FF2B5EF4-FFF2-40B4-BE49-F238E27FC236}">
                <a16:creationId xmlns:a16="http://schemas.microsoft.com/office/drawing/2014/main" id="{BC39ADAA-9D2A-298D-DD69-A5BE32D0C565}"/>
              </a:ext>
            </a:extLst>
          </p:cNvPr>
          <p:cNvSpPr/>
          <p:nvPr/>
        </p:nvSpPr>
        <p:spPr>
          <a:xfrm>
            <a:off x="3725708" y="5090143"/>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B278906-3134-B264-5987-CC4F215A1860}"/>
              </a:ext>
            </a:extLst>
          </p:cNvPr>
          <p:cNvSpPr/>
          <p:nvPr/>
        </p:nvSpPr>
        <p:spPr>
          <a:xfrm>
            <a:off x="6686623" y="5090143"/>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244D23E3-96BA-5D6B-4952-2916A41FC51F}"/>
                  </a:ext>
                </a:extLst>
              </p14:cNvPr>
              <p14:cNvContentPartPr/>
              <p14:nvPr/>
            </p14:nvContentPartPr>
            <p14:xfrm>
              <a:off x="4422286" y="4813183"/>
              <a:ext cx="2343600" cy="472680"/>
            </p14:xfrm>
          </p:contentPart>
        </mc:Choice>
        <mc:Fallback xmlns="">
          <p:pic>
            <p:nvPicPr>
              <p:cNvPr id="7" name="Ink 6">
                <a:extLst>
                  <a:ext uri="{FF2B5EF4-FFF2-40B4-BE49-F238E27FC236}">
                    <a16:creationId xmlns:a16="http://schemas.microsoft.com/office/drawing/2014/main" id="{244D23E3-96BA-5D6B-4952-2916A41FC51F}"/>
                  </a:ext>
                </a:extLst>
              </p:cNvPr>
              <p:cNvPicPr/>
              <p:nvPr/>
            </p:nvPicPr>
            <p:blipFill>
              <a:blip r:embed="rId3"/>
              <a:stretch>
                <a:fillRect/>
              </a:stretch>
            </p:blipFill>
            <p:spPr>
              <a:xfrm>
                <a:off x="4416165" y="4807063"/>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9F86BA86-54F1-1332-5EE1-F9F4753BD315}"/>
                  </a:ext>
                </a:extLst>
              </p14:cNvPr>
              <p14:cNvContentPartPr/>
              <p14:nvPr/>
            </p14:nvContentPartPr>
            <p14:xfrm>
              <a:off x="4423726" y="5931703"/>
              <a:ext cx="2502720" cy="400320"/>
            </p14:xfrm>
          </p:contentPart>
        </mc:Choice>
        <mc:Fallback xmlns="">
          <p:pic>
            <p:nvPicPr>
              <p:cNvPr id="8" name="Ink 7">
                <a:extLst>
                  <a:ext uri="{FF2B5EF4-FFF2-40B4-BE49-F238E27FC236}">
                    <a16:creationId xmlns:a16="http://schemas.microsoft.com/office/drawing/2014/main" id="{9F86BA86-54F1-1332-5EE1-F9F4753BD315}"/>
                  </a:ext>
                </a:extLst>
              </p:cNvPr>
              <p:cNvPicPr/>
              <p:nvPr/>
            </p:nvPicPr>
            <p:blipFill>
              <a:blip r:embed="rId5"/>
              <a:stretch>
                <a:fillRect/>
              </a:stretch>
            </p:blipFill>
            <p:spPr>
              <a:xfrm>
                <a:off x="4417606" y="5925583"/>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74DEE59B-326F-9578-BF8F-46C193D81738}"/>
                  </a:ext>
                </a:extLst>
              </p14:cNvPr>
              <p14:cNvContentPartPr/>
              <p14:nvPr/>
            </p14:nvContentPartPr>
            <p14:xfrm>
              <a:off x="7484446" y="4959343"/>
              <a:ext cx="1329840" cy="1373040"/>
            </p14:xfrm>
          </p:contentPart>
        </mc:Choice>
        <mc:Fallback xmlns="">
          <p:pic>
            <p:nvPicPr>
              <p:cNvPr id="9" name="Ink 8">
                <a:extLst>
                  <a:ext uri="{FF2B5EF4-FFF2-40B4-BE49-F238E27FC236}">
                    <a16:creationId xmlns:a16="http://schemas.microsoft.com/office/drawing/2014/main" id="{74DEE59B-326F-9578-BF8F-46C193D81738}"/>
                  </a:ext>
                </a:extLst>
              </p:cNvPr>
              <p:cNvPicPr/>
              <p:nvPr/>
            </p:nvPicPr>
            <p:blipFill>
              <a:blip r:embed="rId7"/>
              <a:stretch>
                <a:fillRect/>
              </a:stretch>
            </p:blipFill>
            <p:spPr>
              <a:xfrm>
                <a:off x="7478326" y="4953223"/>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5CCAB885-0764-64B5-ACF3-84306CBBFD8B}"/>
                  </a:ext>
                </a:extLst>
              </p14:cNvPr>
              <p14:cNvContentPartPr/>
              <p14:nvPr/>
            </p14:nvContentPartPr>
            <p14:xfrm>
              <a:off x="2491966" y="4770703"/>
              <a:ext cx="1371600" cy="1343880"/>
            </p14:xfrm>
          </p:contentPart>
        </mc:Choice>
        <mc:Fallback xmlns="">
          <p:pic>
            <p:nvPicPr>
              <p:cNvPr id="10" name="Ink 9">
                <a:extLst>
                  <a:ext uri="{FF2B5EF4-FFF2-40B4-BE49-F238E27FC236}">
                    <a16:creationId xmlns:a16="http://schemas.microsoft.com/office/drawing/2014/main" id="{5CCAB885-0764-64B5-ACF3-84306CBBFD8B}"/>
                  </a:ext>
                </a:extLst>
              </p:cNvPr>
              <p:cNvPicPr/>
              <p:nvPr/>
            </p:nvPicPr>
            <p:blipFill>
              <a:blip r:embed="rId9"/>
              <a:stretch>
                <a:fillRect/>
              </a:stretch>
            </p:blipFill>
            <p:spPr>
              <a:xfrm>
                <a:off x="2485846" y="4764583"/>
                <a:ext cx="1383840" cy="1356120"/>
              </a:xfrm>
              <a:prstGeom prst="rect">
                <a:avLst/>
              </a:prstGeom>
            </p:spPr>
          </p:pic>
        </mc:Fallback>
      </mc:AlternateContent>
      <p:sp>
        <p:nvSpPr>
          <p:cNvPr id="11" name="TextBox 10">
            <a:extLst>
              <a:ext uri="{FF2B5EF4-FFF2-40B4-BE49-F238E27FC236}">
                <a16:creationId xmlns:a16="http://schemas.microsoft.com/office/drawing/2014/main" id="{45DBDF70-2D97-4FF2-B51A-50B5FEBCF94A}"/>
              </a:ext>
            </a:extLst>
          </p:cNvPr>
          <p:cNvSpPr txBox="1"/>
          <p:nvPr/>
        </p:nvSpPr>
        <p:spPr>
          <a:xfrm>
            <a:off x="5198674" y="4430228"/>
            <a:ext cx="476412" cy="369332"/>
          </a:xfrm>
          <a:prstGeom prst="rect">
            <a:avLst/>
          </a:prstGeom>
          <a:noFill/>
        </p:spPr>
        <p:txBody>
          <a:bodyPr wrap="none" rtlCol="0">
            <a:spAutoFit/>
          </a:bodyPr>
          <a:lstStyle/>
          <a:p>
            <a:r>
              <a:rPr lang="en-US" dirty="0"/>
              <a:t>0.2</a:t>
            </a:r>
          </a:p>
        </p:txBody>
      </p:sp>
      <p:sp>
        <p:nvSpPr>
          <p:cNvPr id="12" name="TextBox 11">
            <a:extLst>
              <a:ext uri="{FF2B5EF4-FFF2-40B4-BE49-F238E27FC236}">
                <a16:creationId xmlns:a16="http://schemas.microsoft.com/office/drawing/2014/main" id="{2C866F49-BF0D-FBB4-5844-C7AD498F2BEC}"/>
              </a:ext>
            </a:extLst>
          </p:cNvPr>
          <p:cNvSpPr txBox="1"/>
          <p:nvPr/>
        </p:nvSpPr>
        <p:spPr>
          <a:xfrm>
            <a:off x="5198674" y="6488668"/>
            <a:ext cx="476412" cy="369332"/>
          </a:xfrm>
          <a:prstGeom prst="rect">
            <a:avLst/>
          </a:prstGeom>
          <a:noFill/>
        </p:spPr>
        <p:txBody>
          <a:bodyPr wrap="none" rtlCol="0">
            <a:spAutoFit/>
          </a:bodyPr>
          <a:lstStyle/>
          <a:p>
            <a:r>
              <a:rPr lang="en-US" dirty="0"/>
              <a:t>0.2</a:t>
            </a:r>
          </a:p>
        </p:txBody>
      </p:sp>
      <p:sp>
        <p:nvSpPr>
          <p:cNvPr id="13" name="TextBox 12">
            <a:extLst>
              <a:ext uri="{FF2B5EF4-FFF2-40B4-BE49-F238E27FC236}">
                <a16:creationId xmlns:a16="http://schemas.microsoft.com/office/drawing/2014/main" id="{B67CB788-4FD3-045E-A387-4E9010F9EA7A}"/>
              </a:ext>
            </a:extLst>
          </p:cNvPr>
          <p:cNvSpPr txBox="1"/>
          <p:nvPr/>
        </p:nvSpPr>
        <p:spPr>
          <a:xfrm>
            <a:off x="7986232" y="4528091"/>
            <a:ext cx="476412" cy="369332"/>
          </a:xfrm>
          <a:prstGeom prst="rect">
            <a:avLst/>
          </a:prstGeom>
          <a:noFill/>
        </p:spPr>
        <p:txBody>
          <a:bodyPr wrap="none" rtlCol="0">
            <a:spAutoFit/>
          </a:bodyPr>
          <a:lstStyle/>
          <a:p>
            <a:r>
              <a:rPr lang="en-US" dirty="0"/>
              <a:t>0.8</a:t>
            </a:r>
          </a:p>
        </p:txBody>
      </p:sp>
      <p:sp>
        <p:nvSpPr>
          <p:cNvPr id="14" name="TextBox 13">
            <a:extLst>
              <a:ext uri="{FF2B5EF4-FFF2-40B4-BE49-F238E27FC236}">
                <a16:creationId xmlns:a16="http://schemas.microsoft.com/office/drawing/2014/main" id="{ABD619AE-643D-A691-0B0F-AE1FE0FD9664}"/>
              </a:ext>
            </a:extLst>
          </p:cNvPr>
          <p:cNvSpPr txBox="1"/>
          <p:nvPr/>
        </p:nvSpPr>
        <p:spPr>
          <a:xfrm>
            <a:off x="2939560" y="4401371"/>
            <a:ext cx="476412" cy="369332"/>
          </a:xfrm>
          <a:prstGeom prst="rect">
            <a:avLst/>
          </a:prstGeom>
          <a:noFill/>
        </p:spPr>
        <p:txBody>
          <a:bodyPr wrap="none" rtlCol="0">
            <a:spAutoFit/>
          </a:bodyPr>
          <a:lstStyle/>
          <a:p>
            <a:r>
              <a:rPr lang="en-US" dirty="0"/>
              <a:t>0.8</a:t>
            </a:r>
          </a:p>
        </p:txBody>
      </p:sp>
      <p:sp>
        <p:nvSpPr>
          <p:cNvPr id="15" name="TextBox 14">
            <a:extLst>
              <a:ext uri="{FF2B5EF4-FFF2-40B4-BE49-F238E27FC236}">
                <a16:creationId xmlns:a16="http://schemas.microsoft.com/office/drawing/2014/main" id="{85D557C3-3A3D-0FF5-5A4E-7B5562363ED9}"/>
              </a:ext>
            </a:extLst>
          </p:cNvPr>
          <p:cNvSpPr txBox="1"/>
          <p:nvPr/>
        </p:nvSpPr>
        <p:spPr>
          <a:xfrm>
            <a:off x="3761820" y="5355420"/>
            <a:ext cx="827662" cy="369332"/>
          </a:xfrm>
          <a:prstGeom prst="rect">
            <a:avLst/>
          </a:prstGeom>
          <a:noFill/>
        </p:spPr>
        <p:txBody>
          <a:bodyPr wrap="none" rtlCol="0">
            <a:spAutoFit/>
          </a:bodyPr>
          <a:lstStyle/>
          <a:p>
            <a:r>
              <a:rPr lang="en-US" dirty="0"/>
              <a:t>Fair (F)</a:t>
            </a:r>
          </a:p>
        </p:txBody>
      </p:sp>
      <p:sp>
        <p:nvSpPr>
          <p:cNvPr id="16" name="TextBox 15">
            <a:extLst>
              <a:ext uri="{FF2B5EF4-FFF2-40B4-BE49-F238E27FC236}">
                <a16:creationId xmlns:a16="http://schemas.microsoft.com/office/drawing/2014/main" id="{6B89ADA8-AE0B-2FA3-7C4E-24D5BF713063}"/>
              </a:ext>
            </a:extLst>
          </p:cNvPr>
          <p:cNvSpPr txBox="1"/>
          <p:nvPr/>
        </p:nvSpPr>
        <p:spPr>
          <a:xfrm>
            <a:off x="6711335" y="5355420"/>
            <a:ext cx="881973" cy="369332"/>
          </a:xfrm>
          <a:prstGeom prst="rect">
            <a:avLst/>
          </a:prstGeom>
          <a:noFill/>
        </p:spPr>
        <p:txBody>
          <a:bodyPr wrap="none" rtlCol="0">
            <a:spAutoFit/>
          </a:bodyPr>
          <a:lstStyle/>
          <a:p>
            <a:r>
              <a:rPr lang="en-US" dirty="0"/>
              <a:t>Bias (B)</a:t>
            </a:r>
          </a:p>
        </p:txBody>
      </p:sp>
    </p:spTree>
    <p:extLst>
      <p:ext uri="{BB962C8B-B14F-4D97-AF65-F5344CB8AC3E}">
        <p14:creationId xmlns:p14="http://schemas.microsoft.com/office/powerpoint/2010/main" val="8416648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3BA45-1CED-D738-3D4E-97ABCC9A97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959515-861D-2B62-EFE7-C139A3E4ADC4}"/>
              </a:ext>
            </a:extLst>
          </p:cNvPr>
          <p:cNvSpPr>
            <a:spLocks noGrp="1"/>
          </p:cNvSpPr>
          <p:nvPr>
            <p:ph type="title"/>
          </p:nvPr>
        </p:nvSpPr>
        <p:spPr/>
        <p:txBody>
          <a:bodyPr>
            <a:normAutofit fontScale="90000"/>
          </a:bodyPr>
          <a:lstStyle/>
          <a:p>
            <a:r>
              <a:rPr lang="en-US" dirty="0"/>
              <a:t>Hidden Markov Models</a:t>
            </a:r>
          </a:p>
        </p:txBody>
      </p:sp>
      <p:sp>
        <p:nvSpPr>
          <p:cNvPr id="3" name="Content Placeholder 2">
            <a:extLst>
              <a:ext uri="{FF2B5EF4-FFF2-40B4-BE49-F238E27FC236}">
                <a16:creationId xmlns:a16="http://schemas.microsoft.com/office/drawing/2014/main" id="{D29AC204-01C9-954A-CDCA-0CEB4C5ABBD0}"/>
              </a:ext>
            </a:extLst>
          </p:cNvPr>
          <p:cNvSpPr>
            <a:spLocks noGrp="1"/>
          </p:cNvSpPr>
          <p:nvPr>
            <p:ph idx="1"/>
          </p:nvPr>
        </p:nvSpPr>
        <p:spPr>
          <a:xfrm>
            <a:off x="598620" y="1596541"/>
            <a:ext cx="10972800" cy="2831808"/>
          </a:xfrm>
        </p:spPr>
        <p:txBody>
          <a:bodyPr>
            <a:normAutofit/>
          </a:bodyPr>
          <a:lstStyle/>
          <a:p>
            <a:r>
              <a:rPr lang="en-US" dirty="0"/>
              <a:t>A walk in HMM from the dealer’s perspective: </a:t>
            </a:r>
            <a:br>
              <a:rPr lang="en-US" dirty="0"/>
            </a:br>
            <a:r>
              <a:rPr lang="en-US" dirty="0">
                <a:latin typeface="Courier New" panose="02070309020205020404" pitchFamily="49" charset="0"/>
                <a:cs typeface="Courier New" panose="02070309020205020404" pitchFamily="49" charset="0"/>
              </a:rPr>
              <a:t>FFBB</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HTHH</a:t>
            </a:r>
          </a:p>
          <a:p>
            <a:r>
              <a:rPr lang="en-US" dirty="0"/>
              <a:t>What can we do?  Try all possible sequences of 4-letter combinations of F and B, compute probabilities (2^4)</a:t>
            </a:r>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p>
          <a:p>
            <a:endParaRPr lang="en-US" dirty="0"/>
          </a:p>
          <a:p>
            <a:endParaRPr lang="en-US" dirty="0"/>
          </a:p>
          <a:p>
            <a:endParaRPr lang="en-US" dirty="0"/>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0A664F8C-F966-5408-DEB5-27C9EC48F5FC}"/>
              </a:ext>
            </a:extLst>
          </p:cNvPr>
          <p:cNvSpPr>
            <a:spLocks noGrp="1"/>
          </p:cNvSpPr>
          <p:nvPr>
            <p:ph type="sldNum" sz="quarter" idx="12"/>
          </p:nvPr>
        </p:nvSpPr>
        <p:spPr/>
        <p:txBody>
          <a:bodyPr/>
          <a:lstStyle/>
          <a:p>
            <a:fld id="{B82CCC60-E8CD-4174-8B1A-7DF615B22EEF}" type="slidenum">
              <a:rPr lang="en-US" smtClean="0"/>
              <a:pPr/>
              <a:t>53</a:t>
            </a:fld>
            <a:endParaRPr lang="en-US"/>
          </a:p>
        </p:txBody>
      </p:sp>
      <p:sp>
        <p:nvSpPr>
          <p:cNvPr id="5" name="Oval 4">
            <a:extLst>
              <a:ext uri="{FF2B5EF4-FFF2-40B4-BE49-F238E27FC236}">
                <a16:creationId xmlns:a16="http://schemas.microsoft.com/office/drawing/2014/main" id="{1A7BAC98-E2F6-6DB9-850C-EC92F5C00319}"/>
              </a:ext>
            </a:extLst>
          </p:cNvPr>
          <p:cNvSpPr/>
          <p:nvPr/>
        </p:nvSpPr>
        <p:spPr>
          <a:xfrm>
            <a:off x="3725708" y="5090143"/>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86765AC-5D7E-D806-9988-4FE92DC39D5D}"/>
              </a:ext>
            </a:extLst>
          </p:cNvPr>
          <p:cNvSpPr/>
          <p:nvPr/>
        </p:nvSpPr>
        <p:spPr>
          <a:xfrm>
            <a:off x="6686623" y="5090143"/>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1BE51B1E-B8C7-60B5-A372-35666C77E84D}"/>
                  </a:ext>
                </a:extLst>
              </p14:cNvPr>
              <p14:cNvContentPartPr/>
              <p14:nvPr/>
            </p14:nvContentPartPr>
            <p14:xfrm>
              <a:off x="4422286" y="4813183"/>
              <a:ext cx="2343600" cy="472680"/>
            </p14:xfrm>
          </p:contentPart>
        </mc:Choice>
        <mc:Fallback xmlns="">
          <p:pic>
            <p:nvPicPr>
              <p:cNvPr id="7" name="Ink 6">
                <a:extLst>
                  <a:ext uri="{FF2B5EF4-FFF2-40B4-BE49-F238E27FC236}">
                    <a16:creationId xmlns:a16="http://schemas.microsoft.com/office/drawing/2014/main" id="{1BE51B1E-B8C7-60B5-A372-35666C77E84D}"/>
                  </a:ext>
                </a:extLst>
              </p:cNvPr>
              <p:cNvPicPr/>
              <p:nvPr/>
            </p:nvPicPr>
            <p:blipFill>
              <a:blip r:embed="rId3"/>
              <a:stretch>
                <a:fillRect/>
              </a:stretch>
            </p:blipFill>
            <p:spPr>
              <a:xfrm>
                <a:off x="4416165" y="4807063"/>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1219F17E-B23F-E567-BF0D-8405FA4AAB5E}"/>
                  </a:ext>
                </a:extLst>
              </p14:cNvPr>
              <p14:cNvContentPartPr/>
              <p14:nvPr/>
            </p14:nvContentPartPr>
            <p14:xfrm>
              <a:off x="4423726" y="5931703"/>
              <a:ext cx="2502720" cy="400320"/>
            </p14:xfrm>
          </p:contentPart>
        </mc:Choice>
        <mc:Fallback xmlns="">
          <p:pic>
            <p:nvPicPr>
              <p:cNvPr id="8" name="Ink 7">
                <a:extLst>
                  <a:ext uri="{FF2B5EF4-FFF2-40B4-BE49-F238E27FC236}">
                    <a16:creationId xmlns:a16="http://schemas.microsoft.com/office/drawing/2014/main" id="{1219F17E-B23F-E567-BF0D-8405FA4AAB5E}"/>
                  </a:ext>
                </a:extLst>
              </p:cNvPr>
              <p:cNvPicPr/>
              <p:nvPr/>
            </p:nvPicPr>
            <p:blipFill>
              <a:blip r:embed="rId5"/>
              <a:stretch>
                <a:fillRect/>
              </a:stretch>
            </p:blipFill>
            <p:spPr>
              <a:xfrm>
                <a:off x="4417606" y="5925583"/>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B905D0C6-3704-9AF6-9B9C-3F6D71ABB845}"/>
                  </a:ext>
                </a:extLst>
              </p14:cNvPr>
              <p14:cNvContentPartPr/>
              <p14:nvPr/>
            </p14:nvContentPartPr>
            <p14:xfrm>
              <a:off x="7484446" y="4959343"/>
              <a:ext cx="1329840" cy="1373040"/>
            </p14:xfrm>
          </p:contentPart>
        </mc:Choice>
        <mc:Fallback xmlns="">
          <p:pic>
            <p:nvPicPr>
              <p:cNvPr id="9" name="Ink 8">
                <a:extLst>
                  <a:ext uri="{FF2B5EF4-FFF2-40B4-BE49-F238E27FC236}">
                    <a16:creationId xmlns:a16="http://schemas.microsoft.com/office/drawing/2014/main" id="{B905D0C6-3704-9AF6-9B9C-3F6D71ABB845}"/>
                  </a:ext>
                </a:extLst>
              </p:cNvPr>
              <p:cNvPicPr/>
              <p:nvPr/>
            </p:nvPicPr>
            <p:blipFill>
              <a:blip r:embed="rId7"/>
              <a:stretch>
                <a:fillRect/>
              </a:stretch>
            </p:blipFill>
            <p:spPr>
              <a:xfrm>
                <a:off x="7478326" y="4953223"/>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5BE658BA-C980-01DF-D40A-6CF1B9AFC93A}"/>
                  </a:ext>
                </a:extLst>
              </p14:cNvPr>
              <p14:cNvContentPartPr/>
              <p14:nvPr/>
            </p14:nvContentPartPr>
            <p14:xfrm>
              <a:off x="2491966" y="4770703"/>
              <a:ext cx="1371600" cy="1343880"/>
            </p14:xfrm>
          </p:contentPart>
        </mc:Choice>
        <mc:Fallback xmlns="">
          <p:pic>
            <p:nvPicPr>
              <p:cNvPr id="10" name="Ink 9">
                <a:extLst>
                  <a:ext uri="{FF2B5EF4-FFF2-40B4-BE49-F238E27FC236}">
                    <a16:creationId xmlns:a16="http://schemas.microsoft.com/office/drawing/2014/main" id="{5BE658BA-C980-01DF-D40A-6CF1B9AFC93A}"/>
                  </a:ext>
                </a:extLst>
              </p:cNvPr>
              <p:cNvPicPr/>
              <p:nvPr/>
            </p:nvPicPr>
            <p:blipFill>
              <a:blip r:embed="rId9"/>
              <a:stretch>
                <a:fillRect/>
              </a:stretch>
            </p:blipFill>
            <p:spPr>
              <a:xfrm>
                <a:off x="2485846" y="4764583"/>
                <a:ext cx="1383840" cy="1356120"/>
              </a:xfrm>
              <a:prstGeom prst="rect">
                <a:avLst/>
              </a:prstGeom>
            </p:spPr>
          </p:pic>
        </mc:Fallback>
      </mc:AlternateContent>
      <p:sp>
        <p:nvSpPr>
          <p:cNvPr id="11" name="TextBox 10">
            <a:extLst>
              <a:ext uri="{FF2B5EF4-FFF2-40B4-BE49-F238E27FC236}">
                <a16:creationId xmlns:a16="http://schemas.microsoft.com/office/drawing/2014/main" id="{D7F86296-B2AD-EA38-155E-CC326EED969F}"/>
              </a:ext>
            </a:extLst>
          </p:cNvPr>
          <p:cNvSpPr txBox="1"/>
          <p:nvPr/>
        </p:nvSpPr>
        <p:spPr>
          <a:xfrm>
            <a:off x="5198674" y="4430228"/>
            <a:ext cx="476412" cy="369332"/>
          </a:xfrm>
          <a:prstGeom prst="rect">
            <a:avLst/>
          </a:prstGeom>
          <a:noFill/>
        </p:spPr>
        <p:txBody>
          <a:bodyPr wrap="none" rtlCol="0">
            <a:spAutoFit/>
          </a:bodyPr>
          <a:lstStyle/>
          <a:p>
            <a:r>
              <a:rPr lang="en-US" dirty="0"/>
              <a:t>0.2</a:t>
            </a:r>
          </a:p>
        </p:txBody>
      </p:sp>
      <p:sp>
        <p:nvSpPr>
          <p:cNvPr id="12" name="TextBox 11">
            <a:extLst>
              <a:ext uri="{FF2B5EF4-FFF2-40B4-BE49-F238E27FC236}">
                <a16:creationId xmlns:a16="http://schemas.microsoft.com/office/drawing/2014/main" id="{D86DF8B8-73A9-E400-9157-79A24241F29F}"/>
              </a:ext>
            </a:extLst>
          </p:cNvPr>
          <p:cNvSpPr txBox="1"/>
          <p:nvPr/>
        </p:nvSpPr>
        <p:spPr>
          <a:xfrm>
            <a:off x="5198674" y="6488668"/>
            <a:ext cx="476412" cy="369332"/>
          </a:xfrm>
          <a:prstGeom prst="rect">
            <a:avLst/>
          </a:prstGeom>
          <a:noFill/>
        </p:spPr>
        <p:txBody>
          <a:bodyPr wrap="none" rtlCol="0">
            <a:spAutoFit/>
          </a:bodyPr>
          <a:lstStyle/>
          <a:p>
            <a:r>
              <a:rPr lang="en-US" dirty="0"/>
              <a:t>0.2</a:t>
            </a:r>
          </a:p>
        </p:txBody>
      </p:sp>
      <p:sp>
        <p:nvSpPr>
          <p:cNvPr id="13" name="TextBox 12">
            <a:extLst>
              <a:ext uri="{FF2B5EF4-FFF2-40B4-BE49-F238E27FC236}">
                <a16:creationId xmlns:a16="http://schemas.microsoft.com/office/drawing/2014/main" id="{518259B2-C629-9A96-B5CF-4757CAA9A4DA}"/>
              </a:ext>
            </a:extLst>
          </p:cNvPr>
          <p:cNvSpPr txBox="1"/>
          <p:nvPr/>
        </p:nvSpPr>
        <p:spPr>
          <a:xfrm>
            <a:off x="7986232" y="4528091"/>
            <a:ext cx="476412" cy="369332"/>
          </a:xfrm>
          <a:prstGeom prst="rect">
            <a:avLst/>
          </a:prstGeom>
          <a:noFill/>
        </p:spPr>
        <p:txBody>
          <a:bodyPr wrap="none" rtlCol="0">
            <a:spAutoFit/>
          </a:bodyPr>
          <a:lstStyle/>
          <a:p>
            <a:r>
              <a:rPr lang="en-US" dirty="0"/>
              <a:t>0.8</a:t>
            </a:r>
          </a:p>
        </p:txBody>
      </p:sp>
      <p:sp>
        <p:nvSpPr>
          <p:cNvPr id="14" name="TextBox 13">
            <a:extLst>
              <a:ext uri="{FF2B5EF4-FFF2-40B4-BE49-F238E27FC236}">
                <a16:creationId xmlns:a16="http://schemas.microsoft.com/office/drawing/2014/main" id="{7CDA9687-0F74-3940-DC92-79A8E0FB5291}"/>
              </a:ext>
            </a:extLst>
          </p:cNvPr>
          <p:cNvSpPr txBox="1"/>
          <p:nvPr/>
        </p:nvSpPr>
        <p:spPr>
          <a:xfrm>
            <a:off x="2939560" y="4401371"/>
            <a:ext cx="476412" cy="369332"/>
          </a:xfrm>
          <a:prstGeom prst="rect">
            <a:avLst/>
          </a:prstGeom>
          <a:noFill/>
        </p:spPr>
        <p:txBody>
          <a:bodyPr wrap="none" rtlCol="0">
            <a:spAutoFit/>
          </a:bodyPr>
          <a:lstStyle/>
          <a:p>
            <a:r>
              <a:rPr lang="en-US" dirty="0"/>
              <a:t>0.8</a:t>
            </a:r>
          </a:p>
        </p:txBody>
      </p:sp>
      <p:sp>
        <p:nvSpPr>
          <p:cNvPr id="15" name="TextBox 14">
            <a:extLst>
              <a:ext uri="{FF2B5EF4-FFF2-40B4-BE49-F238E27FC236}">
                <a16:creationId xmlns:a16="http://schemas.microsoft.com/office/drawing/2014/main" id="{C312CFE8-320E-CAF3-F358-5E16C444DA30}"/>
              </a:ext>
            </a:extLst>
          </p:cNvPr>
          <p:cNvSpPr txBox="1"/>
          <p:nvPr/>
        </p:nvSpPr>
        <p:spPr>
          <a:xfrm>
            <a:off x="3761820" y="5355420"/>
            <a:ext cx="827662" cy="369332"/>
          </a:xfrm>
          <a:prstGeom prst="rect">
            <a:avLst/>
          </a:prstGeom>
          <a:noFill/>
        </p:spPr>
        <p:txBody>
          <a:bodyPr wrap="none" rtlCol="0">
            <a:spAutoFit/>
          </a:bodyPr>
          <a:lstStyle/>
          <a:p>
            <a:r>
              <a:rPr lang="en-US" dirty="0"/>
              <a:t>Fair (F)</a:t>
            </a:r>
          </a:p>
        </p:txBody>
      </p:sp>
      <p:sp>
        <p:nvSpPr>
          <p:cNvPr id="16" name="TextBox 15">
            <a:extLst>
              <a:ext uri="{FF2B5EF4-FFF2-40B4-BE49-F238E27FC236}">
                <a16:creationId xmlns:a16="http://schemas.microsoft.com/office/drawing/2014/main" id="{E6AE1A07-65B7-D036-0E9C-E894626A3889}"/>
              </a:ext>
            </a:extLst>
          </p:cNvPr>
          <p:cNvSpPr txBox="1"/>
          <p:nvPr/>
        </p:nvSpPr>
        <p:spPr>
          <a:xfrm>
            <a:off x="6711335" y="5355420"/>
            <a:ext cx="881973" cy="369332"/>
          </a:xfrm>
          <a:prstGeom prst="rect">
            <a:avLst/>
          </a:prstGeom>
          <a:noFill/>
        </p:spPr>
        <p:txBody>
          <a:bodyPr wrap="none" rtlCol="0">
            <a:spAutoFit/>
          </a:bodyPr>
          <a:lstStyle/>
          <a:p>
            <a:r>
              <a:rPr lang="en-US" dirty="0"/>
              <a:t>Bias (B)</a:t>
            </a:r>
          </a:p>
        </p:txBody>
      </p:sp>
    </p:spTree>
    <p:extLst>
      <p:ext uri="{BB962C8B-B14F-4D97-AF65-F5344CB8AC3E}">
        <p14:creationId xmlns:p14="http://schemas.microsoft.com/office/powerpoint/2010/main" val="7497563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0F56C-3590-4B93-8794-A19D3CDE5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57462-F74A-A55E-066C-0C69AA13F5F4}"/>
              </a:ext>
            </a:extLst>
          </p:cNvPr>
          <p:cNvSpPr>
            <a:spLocks noGrp="1"/>
          </p:cNvSpPr>
          <p:nvPr>
            <p:ph type="title"/>
          </p:nvPr>
        </p:nvSpPr>
        <p:spPr/>
        <p:txBody>
          <a:bodyPr>
            <a:normAutofit fontScale="90000"/>
          </a:bodyPr>
          <a:lstStyle/>
          <a:p>
            <a:r>
              <a:rPr lang="en-US" dirty="0"/>
              <a:t>Hidden Markov Models</a:t>
            </a:r>
          </a:p>
        </p:txBody>
      </p:sp>
      <p:sp>
        <p:nvSpPr>
          <p:cNvPr id="4" name="Slide Number Placeholder 3">
            <a:extLst>
              <a:ext uri="{FF2B5EF4-FFF2-40B4-BE49-F238E27FC236}">
                <a16:creationId xmlns:a16="http://schemas.microsoft.com/office/drawing/2014/main" id="{EDA77FF9-F8F5-C646-8BB3-0620F9F2DFE8}"/>
              </a:ext>
            </a:extLst>
          </p:cNvPr>
          <p:cNvSpPr>
            <a:spLocks noGrp="1"/>
          </p:cNvSpPr>
          <p:nvPr>
            <p:ph type="sldNum" sz="quarter" idx="12"/>
          </p:nvPr>
        </p:nvSpPr>
        <p:spPr/>
        <p:txBody>
          <a:bodyPr/>
          <a:lstStyle/>
          <a:p>
            <a:fld id="{B82CCC60-E8CD-4174-8B1A-7DF615B22EEF}" type="slidenum">
              <a:rPr lang="en-US" smtClean="0"/>
              <a:pPr/>
              <a:t>54</a:t>
            </a:fld>
            <a:endParaRPr lang="en-US"/>
          </a:p>
        </p:txBody>
      </p:sp>
      <p:sp>
        <p:nvSpPr>
          <p:cNvPr id="5" name="Oval 4">
            <a:extLst>
              <a:ext uri="{FF2B5EF4-FFF2-40B4-BE49-F238E27FC236}">
                <a16:creationId xmlns:a16="http://schemas.microsoft.com/office/drawing/2014/main" id="{2B168BAB-2083-2502-D353-A25A7769FBD0}"/>
              </a:ext>
            </a:extLst>
          </p:cNvPr>
          <p:cNvSpPr/>
          <p:nvPr/>
        </p:nvSpPr>
        <p:spPr>
          <a:xfrm>
            <a:off x="3725708" y="5090143"/>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94DE4518-21A0-2244-5507-5AD14D5C2E2B}"/>
              </a:ext>
            </a:extLst>
          </p:cNvPr>
          <p:cNvSpPr/>
          <p:nvPr/>
        </p:nvSpPr>
        <p:spPr>
          <a:xfrm>
            <a:off x="6686623" y="5090143"/>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2C033EE1-80CB-5702-2CB6-DE987248708D}"/>
                  </a:ext>
                </a:extLst>
              </p14:cNvPr>
              <p14:cNvContentPartPr/>
              <p14:nvPr/>
            </p14:nvContentPartPr>
            <p14:xfrm>
              <a:off x="4422286" y="4813183"/>
              <a:ext cx="2343600" cy="472680"/>
            </p14:xfrm>
          </p:contentPart>
        </mc:Choice>
        <mc:Fallback xmlns="">
          <p:pic>
            <p:nvPicPr>
              <p:cNvPr id="7" name="Ink 6">
                <a:extLst>
                  <a:ext uri="{FF2B5EF4-FFF2-40B4-BE49-F238E27FC236}">
                    <a16:creationId xmlns:a16="http://schemas.microsoft.com/office/drawing/2014/main" id="{2C033EE1-80CB-5702-2CB6-DE987248708D}"/>
                  </a:ext>
                </a:extLst>
              </p:cNvPr>
              <p:cNvPicPr/>
              <p:nvPr/>
            </p:nvPicPr>
            <p:blipFill>
              <a:blip r:embed="rId3"/>
              <a:stretch>
                <a:fillRect/>
              </a:stretch>
            </p:blipFill>
            <p:spPr>
              <a:xfrm>
                <a:off x="4416165" y="4807063"/>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785C6ED7-F3FE-564F-2717-7064027198B9}"/>
                  </a:ext>
                </a:extLst>
              </p14:cNvPr>
              <p14:cNvContentPartPr/>
              <p14:nvPr/>
            </p14:nvContentPartPr>
            <p14:xfrm>
              <a:off x="4423726" y="5931703"/>
              <a:ext cx="2502720" cy="400320"/>
            </p14:xfrm>
          </p:contentPart>
        </mc:Choice>
        <mc:Fallback xmlns="">
          <p:pic>
            <p:nvPicPr>
              <p:cNvPr id="8" name="Ink 7">
                <a:extLst>
                  <a:ext uri="{FF2B5EF4-FFF2-40B4-BE49-F238E27FC236}">
                    <a16:creationId xmlns:a16="http://schemas.microsoft.com/office/drawing/2014/main" id="{785C6ED7-F3FE-564F-2717-7064027198B9}"/>
                  </a:ext>
                </a:extLst>
              </p:cNvPr>
              <p:cNvPicPr/>
              <p:nvPr/>
            </p:nvPicPr>
            <p:blipFill>
              <a:blip r:embed="rId5"/>
              <a:stretch>
                <a:fillRect/>
              </a:stretch>
            </p:blipFill>
            <p:spPr>
              <a:xfrm>
                <a:off x="4417606" y="5925583"/>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5096853C-B616-36DA-7743-F106416E6323}"/>
                  </a:ext>
                </a:extLst>
              </p14:cNvPr>
              <p14:cNvContentPartPr/>
              <p14:nvPr/>
            </p14:nvContentPartPr>
            <p14:xfrm>
              <a:off x="7484446" y="4959343"/>
              <a:ext cx="1329840" cy="1373040"/>
            </p14:xfrm>
          </p:contentPart>
        </mc:Choice>
        <mc:Fallback xmlns="">
          <p:pic>
            <p:nvPicPr>
              <p:cNvPr id="9" name="Ink 8">
                <a:extLst>
                  <a:ext uri="{FF2B5EF4-FFF2-40B4-BE49-F238E27FC236}">
                    <a16:creationId xmlns:a16="http://schemas.microsoft.com/office/drawing/2014/main" id="{5096853C-B616-36DA-7743-F106416E6323}"/>
                  </a:ext>
                </a:extLst>
              </p:cNvPr>
              <p:cNvPicPr/>
              <p:nvPr/>
            </p:nvPicPr>
            <p:blipFill>
              <a:blip r:embed="rId7"/>
              <a:stretch>
                <a:fillRect/>
              </a:stretch>
            </p:blipFill>
            <p:spPr>
              <a:xfrm>
                <a:off x="7478326" y="4953223"/>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53CFBEF3-2A45-9C85-0AED-68B77005B598}"/>
                  </a:ext>
                </a:extLst>
              </p14:cNvPr>
              <p14:cNvContentPartPr/>
              <p14:nvPr/>
            </p14:nvContentPartPr>
            <p14:xfrm>
              <a:off x="2491966" y="4770703"/>
              <a:ext cx="1371600" cy="1343880"/>
            </p14:xfrm>
          </p:contentPart>
        </mc:Choice>
        <mc:Fallback xmlns="">
          <p:pic>
            <p:nvPicPr>
              <p:cNvPr id="10" name="Ink 9">
                <a:extLst>
                  <a:ext uri="{FF2B5EF4-FFF2-40B4-BE49-F238E27FC236}">
                    <a16:creationId xmlns:a16="http://schemas.microsoft.com/office/drawing/2014/main" id="{53CFBEF3-2A45-9C85-0AED-68B77005B598}"/>
                  </a:ext>
                </a:extLst>
              </p:cNvPr>
              <p:cNvPicPr/>
              <p:nvPr/>
            </p:nvPicPr>
            <p:blipFill>
              <a:blip r:embed="rId9"/>
              <a:stretch>
                <a:fillRect/>
              </a:stretch>
            </p:blipFill>
            <p:spPr>
              <a:xfrm>
                <a:off x="2485846" y="4764583"/>
                <a:ext cx="1383840" cy="1356120"/>
              </a:xfrm>
              <a:prstGeom prst="rect">
                <a:avLst/>
              </a:prstGeom>
            </p:spPr>
          </p:pic>
        </mc:Fallback>
      </mc:AlternateContent>
      <p:sp>
        <p:nvSpPr>
          <p:cNvPr id="11" name="TextBox 10">
            <a:extLst>
              <a:ext uri="{FF2B5EF4-FFF2-40B4-BE49-F238E27FC236}">
                <a16:creationId xmlns:a16="http://schemas.microsoft.com/office/drawing/2014/main" id="{255E23F1-9141-CDC8-3129-D654535A5391}"/>
              </a:ext>
            </a:extLst>
          </p:cNvPr>
          <p:cNvSpPr txBox="1"/>
          <p:nvPr/>
        </p:nvSpPr>
        <p:spPr>
          <a:xfrm>
            <a:off x="5198674" y="4430228"/>
            <a:ext cx="476412" cy="369332"/>
          </a:xfrm>
          <a:prstGeom prst="rect">
            <a:avLst/>
          </a:prstGeom>
          <a:noFill/>
        </p:spPr>
        <p:txBody>
          <a:bodyPr wrap="none" rtlCol="0">
            <a:spAutoFit/>
          </a:bodyPr>
          <a:lstStyle/>
          <a:p>
            <a:r>
              <a:rPr lang="en-US" dirty="0"/>
              <a:t>0.2</a:t>
            </a:r>
          </a:p>
        </p:txBody>
      </p:sp>
      <p:sp>
        <p:nvSpPr>
          <p:cNvPr id="12" name="TextBox 11">
            <a:extLst>
              <a:ext uri="{FF2B5EF4-FFF2-40B4-BE49-F238E27FC236}">
                <a16:creationId xmlns:a16="http://schemas.microsoft.com/office/drawing/2014/main" id="{0FE18C88-F96A-498E-6BE3-1B27D738DB2D}"/>
              </a:ext>
            </a:extLst>
          </p:cNvPr>
          <p:cNvSpPr txBox="1"/>
          <p:nvPr/>
        </p:nvSpPr>
        <p:spPr>
          <a:xfrm>
            <a:off x="5198674" y="6488668"/>
            <a:ext cx="476412" cy="369332"/>
          </a:xfrm>
          <a:prstGeom prst="rect">
            <a:avLst/>
          </a:prstGeom>
          <a:noFill/>
        </p:spPr>
        <p:txBody>
          <a:bodyPr wrap="none" rtlCol="0">
            <a:spAutoFit/>
          </a:bodyPr>
          <a:lstStyle/>
          <a:p>
            <a:r>
              <a:rPr lang="en-US" dirty="0"/>
              <a:t>0.2</a:t>
            </a:r>
          </a:p>
        </p:txBody>
      </p:sp>
      <p:sp>
        <p:nvSpPr>
          <p:cNvPr id="13" name="TextBox 12">
            <a:extLst>
              <a:ext uri="{FF2B5EF4-FFF2-40B4-BE49-F238E27FC236}">
                <a16:creationId xmlns:a16="http://schemas.microsoft.com/office/drawing/2014/main" id="{436286BF-186E-7F87-8853-637AEE049781}"/>
              </a:ext>
            </a:extLst>
          </p:cNvPr>
          <p:cNvSpPr txBox="1"/>
          <p:nvPr/>
        </p:nvSpPr>
        <p:spPr>
          <a:xfrm>
            <a:off x="7986232" y="4528091"/>
            <a:ext cx="476412" cy="369332"/>
          </a:xfrm>
          <a:prstGeom prst="rect">
            <a:avLst/>
          </a:prstGeom>
          <a:noFill/>
        </p:spPr>
        <p:txBody>
          <a:bodyPr wrap="none" rtlCol="0">
            <a:spAutoFit/>
          </a:bodyPr>
          <a:lstStyle/>
          <a:p>
            <a:r>
              <a:rPr lang="en-US" dirty="0"/>
              <a:t>0.8</a:t>
            </a:r>
          </a:p>
        </p:txBody>
      </p:sp>
      <p:sp>
        <p:nvSpPr>
          <p:cNvPr id="14" name="TextBox 13">
            <a:extLst>
              <a:ext uri="{FF2B5EF4-FFF2-40B4-BE49-F238E27FC236}">
                <a16:creationId xmlns:a16="http://schemas.microsoft.com/office/drawing/2014/main" id="{8DC1FE02-EDB6-4A36-A4E3-5E2B36B98B72}"/>
              </a:ext>
            </a:extLst>
          </p:cNvPr>
          <p:cNvSpPr txBox="1"/>
          <p:nvPr/>
        </p:nvSpPr>
        <p:spPr>
          <a:xfrm>
            <a:off x="2939560" y="4401371"/>
            <a:ext cx="476412" cy="369332"/>
          </a:xfrm>
          <a:prstGeom prst="rect">
            <a:avLst/>
          </a:prstGeom>
          <a:noFill/>
        </p:spPr>
        <p:txBody>
          <a:bodyPr wrap="none" rtlCol="0">
            <a:spAutoFit/>
          </a:bodyPr>
          <a:lstStyle/>
          <a:p>
            <a:r>
              <a:rPr lang="en-US" dirty="0"/>
              <a:t>0.8</a:t>
            </a:r>
          </a:p>
        </p:txBody>
      </p:sp>
      <p:sp>
        <p:nvSpPr>
          <p:cNvPr id="15" name="TextBox 14">
            <a:extLst>
              <a:ext uri="{FF2B5EF4-FFF2-40B4-BE49-F238E27FC236}">
                <a16:creationId xmlns:a16="http://schemas.microsoft.com/office/drawing/2014/main" id="{168FA2C9-3513-886F-8292-5CA9EAAC743E}"/>
              </a:ext>
            </a:extLst>
          </p:cNvPr>
          <p:cNvSpPr txBox="1"/>
          <p:nvPr/>
        </p:nvSpPr>
        <p:spPr>
          <a:xfrm>
            <a:off x="3761820" y="5355420"/>
            <a:ext cx="827662" cy="369332"/>
          </a:xfrm>
          <a:prstGeom prst="rect">
            <a:avLst/>
          </a:prstGeom>
          <a:noFill/>
        </p:spPr>
        <p:txBody>
          <a:bodyPr wrap="none" rtlCol="0">
            <a:spAutoFit/>
          </a:bodyPr>
          <a:lstStyle/>
          <a:p>
            <a:r>
              <a:rPr lang="en-US" dirty="0"/>
              <a:t>Fair (F)</a:t>
            </a:r>
          </a:p>
        </p:txBody>
      </p:sp>
      <p:sp>
        <p:nvSpPr>
          <p:cNvPr id="16" name="TextBox 15">
            <a:extLst>
              <a:ext uri="{FF2B5EF4-FFF2-40B4-BE49-F238E27FC236}">
                <a16:creationId xmlns:a16="http://schemas.microsoft.com/office/drawing/2014/main" id="{FBFB9025-2CB3-D674-3F51-301E214E656B}"/>
              </a:ext>
            </a:extLst>
          </p:cNvPr>
          <p:cNvSpPr txBox="1"/>
          <p:nvPr/>
        </p:nvSpPr>
        <p:spPr>
          <a:xfrm>
            <a:off x="6711335" y="5355420"/>
            <a:ext cx="881973" cy="369332"/>
          </a:xfrm>
          <a:prstGeom prst="rect">
            <a:avLst/>
          </a:prstGeom>
          <a:noFill/>
        </p:spPr>
        <p:txBody>
          <a:bodyPr wrap="none" rtlCol="0">
            <a:spAutoFit/>
          </a:bodyPr>
          <a:lstStyle/>
          <a:p>
            <a:r>
              <a:rPr lang="en-US" dirty="0"/>
              <a:t>Bias (B)</a:t>
            </a:r>
          </a:p>
        </p:txBody>
      </p:sp>
      <p:cxnSp>
        <p:nvCxnSpPr>
          <p:cNvPr id="20" name="Straight Connector 19">
            <a:extLst>
              <a:ext uri="{FF2B5EF4-FFF2-40B4-BE49-F238E27FC236}">
                <a16:creationId xmlns:a16="http://schemas.microsoft.com/office/drawing/2014/main" id="{E8544100-A62F-C523-3AD0-4CC8E61D938C}"/>
              </a:ext>
            </a:extLst>
          </p:cNvPr>
          <p:cNvCxnSpPr>
            <a:cxnSpLocks/>
            <a:endCxn id="26" idx="0"/>
          </p:cNvCxnSpPr>
          <p:nvPr/>
        </p:nvCxnSpPr>
        <p:spPr>
          <a:xfrm>
            <a:off x="6191511" y="2049049"/>
            <a:ext cx="1829726" cy="210099"/>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DD4DF3E-91B5-006C-6AC5-F0A8C7EFA5E7}"/>
              </a:ext>
            </a:extLst>
          </p:cNvPr>
          <p:cNvCxnSpPr>
            <a:cxnSpLocks/>
            <a:endCxn id="25" idx="0"/>
          </p:cNvCxnSpPr>
          <p:nvPr/>
        </p:nvCxnSpPr>
        <p:spPr>
          <a:xfrm flipH="1">
            <a:off x="4308596" y="2024743"/>
            <a:ext cx="1584204" cy="191157"/>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85F7F59-92A0-108A-C231-D82E7358C146}"/>
              </a:ext>
            </a:extLst>
          </p:cNvPr>
          <p:cNvSpPr txBox="1"/>
          <p:nvPr/>
        </p:nvSpPr>
        <p:spPr>
          <a:xfrm>
            <a:off x="4180283" y="2215900"/>
            <a:ext cx="256625" cy="369332"/>
          </a:xfrm>
          <a:prstGeom prst="rect">
            <a:avLst/>
          </a:prstGeom>
          <a:noFill/>
        </p:spPr>
        <p:txBody>
          <a:bodyPr wrap="square" rtlCol="0">
            <a:spAutoFit/>
          </a:bodyPr>
          <a:lstStyle/>
          <a:p>
            <a:r>
              <a:rPr lang="en-US" dirty="0"/>
              <a:t>F</a:t>
            </a:r>
          </a:p>
        </p:txBody>
      </p:sp>
      <p:sp>
        <p:nvSpPr>
          <p:cNvPr id="26" name="TextBox 25">
            <a:extLst>
              <a:ext uri="{FF2B5EF4-FFF2-40B4-BE49-F238E27FC236}">
                <a16:creationId xmlns:a16="http://schemas.microsoft.com/office/drawing/2014/main" id="{A6B41A51-5584-AF95-46C4-8A3E56BBC18C}"/>
              </a:ext>
            </a:extLst>
          </p:cNvPr>
          <p:cNvSpPr txBox="1"/>
          <p:nvPr/>
        </p:nvSpPr>
        <p:spPr>
          <a:xfrm>
            <a:off x="7866387" y="2259148"/>
            <a:ext cx="309700" cy="369332"/>
          </a:xfrm>
          <a:prstGeom prst="rect">
            <a:avLst/>
          </a:prstGeom>
          <a:noFill/>
        </p:spPr>
        <p:txBody>
          <a:bodyPr wrap="none" rtlCol="0">
            <a:spAutoFit/>
          </a:bodyPr>
          <a:lstStyle/>
          <a:p>
            <a:r>
              <a:rPr lang="en-US" dirty="0"/>
              <a:t>B</a:t>
            </a:r>
          </a:p>
        </p:txBody>
      </p:sp>
      <p:cxnSp>
        <p:nvCxnSpPr>
          <p:cNvPr id="44" name="Straight Connector 43">
            <a:extLst>
              <a:ext uri="{FF2B5EF4-FFF2-40B4-BE49-F238E27FC236}">
                <a16:creationId xmlns:a16="http://schemas.microsoft.com/office/drawing/2014/main" id="{47DF2FDD-6C92-50D9-B70B-E8D8B631BB69}"/>
              </a:ext>
            </a:extLst>
          </p:cNvPr>
          <p:cNvCxnSpPr>
            <a:cxnSpLocks/>
            <a:stCxn id="25" idx="2"/>
          </p:cNvCxnSpPr>
          <p:nvPr/>
        </p:nvCxnSpPr>
        <p:spPr>
          <a:xfrm>
            <a:off x="4308596" y="2585232"/>
            <a:ext cx="1128284" cy="283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7830D506-CFCF-6E2B-6035-378B817F4A65}"/>
              </a:ext>
            </a:extLst>
          </p:cNvPr>
          <p:cNvCxnSpPr>
            <a:cxnSpLocks/>
            <a:stCxn id="25" idx="2"/>
          </p:cNvCxnSpPr>
          <p:nvPr/>
        </p:nvCxnSpPr>
        <p:spPr>
          <a:xfrm flipH="1">
            <a:off x="3194126" y="2585232"/>
            <a:ext cx="1114470" cy="276960"/>
          </a:xfrm>
          <a:prstGeom prst="line">
            <a:avLst/>
          </a:prstGeom>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8594BEDE-2B6B-B365-8191-FEFDC6A2C5D1}"/>
              </a:ext>
            </a:extLst>
          </p:cNvPr>
          <p:cNvSpPr txBox="1"/>
          <p:nvPr/>
        </p:nvSpPr>
        <p:spPr>
          <a:xfrm>
            <a:off x="3049453" y="2856606"/>
            <a:ext cx="256625" cy="369332"/>
          </a:xfrm>
          <a:prstGeom prst="rect">
            <a:avLst/>
          </a:prstGeom>
          <a:noFill/>
        </p:spPr>
        <p:txBody>
          <a:bodyPr wrap="square" rtlCol="0">
            <a:spAutoFit/>
          </a:bodyPr>
          <a:lstStyle/>
          <a:p>
            <a:r>
              <a:rPr lang="en-US" dirty="0"/>
              <a:t>F</a:t>
            </a:r>
          </a:p>
        </p:txBody>
      </p:sp>
      <p:sp>
        <p:nvSpPr>
          <p:cNvPr id="47" name="TextBox 46">
            <a:extLst>
              <a:ext uri="{FF2B5EF4-FFF2-40B4-BE49-F238E27FC236}">
                <a16:creationId xmlns:a16="http://schemas.microsoft.com/office/drawing/2014/main" id="{CE7E97F8-6B68-959D-4940-AD88F0300ACC}"/>
              </a:ext>
            </a:extLst>
          </p:cNvPr>
          <p:cNvSpPr txBox="1"/>
          <p:nvPr/>
        </p:nvSpPr>
        <p:spPr>
          <a:xfrm>
            <a:off x="5289760" y="2791541"/>
            <a:ext cx="309700" cy="369332"/>
          </a:xfrm>
          <a:prstGeom prst="rect">
            <a:avLst/>
          </a:prstGeom>
          <a:noFill/>
        </p:spPr>
        <p:txBody>
          <a:bodyPr wrap="none" rtlCol="0">
            <a:spAutoFit/>
          </a:bodyPr>
          <a:lstStyle/>
          <a:p>
            <a:r>
              <a:rPr lang="en-US" dirty="0"/>
              <a:t>B</a:t>
            </a:r>
          </a:p>
        </p:txBody>
      </p:sp>
      <p:cxnSp>
        <p:nvCxnSpPr>
          <p:cNvPr id="58" name="Straight Connector 57">
            <a:extLst>
              <a:ext uri="{FF2B5EF4-FFF2-40B4-BE49-F238E27FC236}">
                <a16:creationId xmlns:a16="http://schemas.microsoft.com/office/drawing/2014/main" id="{95C44153-F2E4-FF49-72C3-FD639BBAC441}"/>
              </a:ext>
            </a:extLst>
          </p:cNvPr>
          <p:cNvCxnSpPr>
            <a:cxnSpLocks/>
          </p:cNvCxnSpPr>
          <p:nvPr/>
        </p:nvCxnSpPr>
        <p:spPr>
          <a:xfrm>
            <a:off x="8009788" y="2543401"/>
            <a:ext cx="1128284" cy="283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93BE003-39D7-FD54-6B09-6DD3710576EE}"/>
              </a:ext>
            </a:extLst>
          </p:cNvPr>
          <p:cNvCxnSpPr>
            <a:cxnSpLocks/>
          </p:cNvCxnSpPr>
          <p:nvPr/>
        </p:nvCxnSpPr>
        <p:spPr>
          <a:xfrm flipH="1">
            <a:off x="6895318" y="2543401"/>
            <a:ext cx="1114470" cy="276960"/>
          </a:xfrm>
          <a:prstGeom prst="line">
            <a:avLst/>
          </a:prstGeom>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55A2ADD9-281F-00DE-EF14-9CCEAD2BE942}"/>
              </a:ext>
            </a:extLst>
          </p:cNvPr>
          <p:cNvSpPr txBox="1"/>
          <p:nvPr/>
        </p:nvSpPr>
        <p:spPr>
          <a:xfrm>
            <a:off x="6804789" y="2813572"/>
            <a:ext cx="256625" cy="369332"/>
          </a:xfrm>
          <a:prstGeom prst="rect">
            <a:avLst/>
          </a:prstGeom>
          <a:noFill/>
        </p:spPr>
        <p:txBody>
          <a:bodyPr wrap="square" rtlCol="0">
            <a:spAutoFit/>
          </a:bodyPr>
          <a:lstStyle/>
          <a:p>
            <a:r>
              <a:rPr lang="en-US" dirty="0"/>
              <a:t>F</a:t>
            </a:r>
          </a:p>
        </p:txBody>
      </p:sp>
      <p:sp>
        <p:nvSpPr>
          <p:cNvPr id="61" name="TextBox 60">
            <a:extLst>
              <a:ext uri="{FF2B5EF4-FFF2-40B4-BE49-F238E27FC236}">
                <a16:creationId xmlns:a16="http://schemas.microsoft.com/office/drawing/2014/main" id="{657133D1-B946-E1EC-E694-B1462B688298}"/>
              </a:ext>
            </a:extLst>
          </p:cNvPr>
          <p:cNvSpPr txBox="1"/>
          <p:nvPr/>
        </p:nvSpPr>
        <p:spPr>
          <a:xfrm>
            <a:off x="8881447" y="2780024"/>
            <a:ext cx="309700" cy="369332"/>
          </a:xfrm>
          <a:prstGeom prst="rect">
            <a:avLst/>
          </a:prstGeom>
          <a:noFill/>
        </p:spPr>
        <p:txBody>
          <a:bodyPr wrap="none" rtlCol="0">
            <a:spAutoFit/>
          </a:bodyPr>
          <a:lstStyle/>
          <a:p>
            <a:r>
              <a:rPr lang="en-US" dirty="0"/>
              <a:t>B</a:t>
            </a:r>
          </a:p>
        </p:txBody>
      </p:sp>
      <p:cxnSp>
        <p:nvCxnSpPr>
          <p:cNvPr id="62" name="Straight Connector 61">
            <a:extLst>
              <a:ext uri="{FF2B5EF4-FFF2-40B4-BE49-F238E27FC236}">
                <a16:creationId xmlns:a16="http://schemas.microsoft.com/office/drawing/2014/main" id="{4ADA61D5-C87A-3E4E-F78B-A8C0A488C03D}"/>
              </a:ext>
            </a:extLst>
          </p:cNvPr>
          <p:cNvCxnSpPr>
            <a:cxnSpLocks/>
          </p:cNvCxnSpPr>
          <p:nvPr/>
        </p:nvCxnSpPr>
        <p:spPr>
          <a:xfrm>
            <a:off x="3160563" y="3194188"/>
            <a:ext cx="416019" cy="222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5277F3A6-A29F-18A7-7E8A-E3E0CBBA4FEB}"/>
              </a:ext>
            </a:extLst>
          </p:cNvPr>
          <p:cNvCxnSpPr>
            <a:cxnSpLocks/>
          </p:cNvCxnSpPr>
          <p:nvPr/>
        </p:nvCxnSpPr>
        <p:spPr>
          <a:xfrm flipH="1">
            <a:off x="2775558" y="3194188"/>
            <a:ext cx="385005" cy="222538"/>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2B3AE2B1-70EA-567F-677B-71FC41B041AF}"/>
              </a:ext>
            </a:extLst>
          </p:cNvPr>
          <p:cNvSpPr txBox="1"/>
          <p:nvPr/>
        </p:nvSpPr>
        <p:spPr>
          <a:xfrm>
            <a:off x="2595418" y="3355050"/>
            <a:ext cx="256625" cy="369332"/>
          </a:xfrm>
          <a:prstGeom prst="rect">
            <a:avLst/>
          </a:prstGeom>
          <a:noFill/>
        </p:spPr>
        <p:txBody>
          <a:bodyPr wrap="square" rtlCol="0">
            <a:spAutoFit/>
          </a:bodyPr>
          <a:lstStyle/>
          <a:p>
            <a:r>
              <a:rPr lang="en-US" dirty="0"/>
              <a:t>F</a:t>
            </a:r>
          </a:p>
        </p:txBody>
      </p:sp>
      <p:sp>
        <p:nvSpPr>
          <p:cNvPr id="65" name="TextBox 64">
            <a:extLst>
              <a:ext uri="{FF2B5EF4-FFF2-40B4-BE49-F238E27FC236}">
                <a16:creationId xmlns:a16="http://schemas.microsoft.com/office/drawing/2014/main" id="{5F60D809-CE3A-9234-5EA0-F4DFB757F53C}"/>
              </a:ext>
            </a:extLst>
          </p:cNvPr>
          <p:cNvSpPr txBox="1"/>
          <p:nvPr/>
        </p:nvSpPr>
        <p:spPr>
          <a:xfrm>
            <a:off x="3462080" y="3361187"/>
            <a:ext cx="309700" cy="369332"/>
          </a:xfrm>
          <a:prstGeom prst="rect">
            <a:avLst/>
          </a:prstGeom>
          <a:noFill/>
        </p:spPr>
        <p:txBody>
          <a:bodyPr wrap="none" rtlCol="0">
            <a:spAutoFit/>
          </a:bodyPr>
          <a:lstStyle/>
          <a:p>
            <a:r>
              <a:rPr lang="en-US" dirty="0"/>
              <a:t>B</a:t>
            </a:r>
          </a:p>
        </p:txBody>
      </p:sp>
      <p:cxnSp>
        <p:nvCxnSpPr>
          <p:cNvPr id="79" name="Straight Connector 78">
            <a:extLst>
              <a:ext uri="{FF2B5EF4-FFF2-40B4-BE49-F238E27FC236}">
                <a16:creationId xmlns:a16="http://schemas.microsoft.com/office/drawing/2014/main" id="{713685AF-B62E-F060-05DB-06BA6A920117}"/>
              </a:ext>
            </a:extLst>
          </p:cNvPr>
          <p:cNvCxnSpPr>
            <a:cxnSpLocks/>
          </p:cNvCxnSpPr>
          <p:nvPr/>
        </p:nvCxnSpPr>
        <p:spPr>
          <a:xfrm>
            <a:off x="5436880" y="3189663"/>
            <a:ext cx="416019" cy="222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E5E76BD-C7A7-4FBC-834A-F011E3E10EC5}"/>
              </a:ext>
            </a:extLst>
          </p:cNvPr>
          <p:cNvCxnSpPr>
            <a:cxnSpLocks/>
          </p:cNvCxnSpPr>
          <p:nvPr/>
        </p:nvCxnSpPr>
        <p:spPr>
          <a:xfrm flipH="1">
            <a:off x="5051875" y="3189663"/>
            <a:ext cx="385005" cy="222538"/>
          </a:xfrm>
          <a:prstGeom prst="line">
            <a:avLst/>
          </a:prstGeom>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7758A69F-7F15-B35A-3637-1FC576F1C1FE}"/>
              </a:ext>
            </a:extLst>
          </p:cNvPr>
          <p:cNvSpPr txBox="1"/>
          <p:nvPr/>
        </p:nvSpPr>
        <p:spPr>
          <a:xfrm>
            <a:off x="4871735" y="3350525"/>
            <a:ext cx="256625" cy="369332"/>
          </a:xfrm>
          <a:prstGeom prst="rect">
            <a:avLst/>
          </a:prstGeom>
          <a:noFill/>
        </p:spPr>
        <p:txBody>
          <a:bodyPr wrap="square" rtlCol="0">
            <a:spAutoFit/>
          </a:bodyPr>
          <a:lstStyle/>
          <a:p>
            <a:r>
              <a:rPr lang="en-US" dirty="0"/>
              <a:t>F</a:t>
            </a:r>
          </a:p>
        </p:txBody>
      </p:sp>
      <p:sp>
        <p:nvSpPr>
          <p:cNvPr id="82" name="TextBox 81">
            <a:extLst>
              <a:ext uri="{FF2B5EF4-FFF2-40B4-BE49-F238E27FC236}">
                <a16:creationId xmlns:a16="http://schemas.microsoft.com/office/drawing/2014/main" id="{BF6BCE03-1696-4511-58D7-EDEE0428EEA4}"/>
              </a:ext>
            </a:extLst>
          </p:cNvPr>
          <p:cNvSpPr txBox="1"/>
          <p:nvPr/>
        </p:nvSpPr>
        <p:spPr>
          <a:xfrm>
            <a:off x="5738397" y="3356662"/>
            <a:ext cx="309700" cy="369332"/>
          </a:xfrm>
          <a:prstGeom prst="rect">
            <a:avLst/>
          </a:prstGeom>
          <a:noFill/>
        </p:spPr>
        <p:txBody>
          <a:bodyPr wrap="none" rtlCol="0">
            <a:spAutoFit/>
          </a:bodyPr>
          <a:lstStyle/>
          <a:p>
            <a:r>
              <a:rPr lang="en-US" dirty="0"/>
              <a:t>B</a:t>
            </a:r>
          </a:p>
        </p:txBody>
      </p:sp>
      <p:cxnSp>
        <p:nvCxnSpPr>
          <p:cNvPr id="83" name="Straight Connector 82">
            <a:extLst>
              <a:ext uri="{FF2B5EF4-FFF2-40B4-BE49-F238E27FC236}">
                <a16:creationId xmlns:a16="http://schemas.microsoft.com/office/drawing/2014/main" id="{D684E74E-3D5E-197F-8F4D-7C7A21164D8B}"/>
              </a:ext>
            </a:extLst>
          </p:cNvPr>
          <p:cNvCxnSpPr>
            <a:cxnSpLocks/>
          </p:cNvCxnSpPr>
          <p:nvPr/>
        </p:nvCxnSpPr>
        <p:spPr>
          <a:xfrm>
            <a:off x="6949462" y="3215235"/>
            <a:ext cx="416019" cy="222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56A97F96-4CF9-D7B4-3D10-FABB67BA2C98}"/>
              </a:ext>
            </a:extLst>
          </p:cNvPr>
          <p:cNvCxnSpPr>
            <a:cxnSpLocks/>
          </p:cNvCxnSpPr>
          <p:nvPr/>
        </p:nvCxnSpPr>
        <p:spPr>
          <a:xfrm flipH="1">
            <a:off x="6564457" y="3215235"/>
            <a:ext cx="385005" cy="222538"/>
          </a:xfrm>
          <a:prstGeom prst="line">
            <a:avLst/>
          </a:prstGeom>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318B5CD3-6F16-1B16-72D1-3571933F78D1}"/>
              </a:ext>
            </a:extLst>
          </p:cNvPr>
          <p:cNvSpPr txBox="1"/>
          <p:nvPr/>
        </p:nvSpPr>
        <p:spPr>
          <a:xfrm>
            <a:off x="6384317" y="3376097"/>
            <a:ext cx="256625" cy="369332"/>
          </a:xfrm>
          <a:prstGeom prst="rect">
            <a:avLst/>
          </a:prstGeom>
          <a:noFill/>
        </p:spPr>
        <p:txBody>
          <a:bodyPr wrap="square" rtlCol="0">
            <a:spAutoFit/>
          </a:bodyPr>
          <a:lstStyle/>
          <a:p>
            <a:r>
              <a:rPr lang="en-US" dirty="0"/>
              <a:t>F</a:t>
            </a:r>
          </a:p>
        </p:txBody>
      </p:sp>
      <p:sp>
        <p:nvSpPr>
          <p:cNvPr id="86" name="TextBox 85">
            <a:extLst>
              <a:ext uri="{FF2B5EF4-FFF2-40B4-BE49-F238E27FC236}">
                <a16:creationId xmlns:a16="http://schemas.microsoft.com/office/drawing/2014/main" id="{FF0417D5-DD9D-3E3A-4B08-574146D16637}"/>
              </a:ext>
            </a:extLst>
          </p:cNvPr>
          <p:cNvSpPr txBox="1"/>
          <p:nvPr/>
        </p:nvSpPr>
        <p:spPr>
          <a:xfrm>
            <a:off x="7250979" y="3382234"/>
            <a:ext cx="309700" cy="369332"/>
          </a:xfrm>
          <a:prstGeom prst="rect">
            <a:avLst/>
          </a:prstGeom>
          <a:noFill/>
        </p:spPr>
        <p:txBody>
          <a:bodyPr wrap="none" rtlCol="0">
            <a:spAutoFit/>
          </a:bodyPr>
          <a:lstStyle/>
          <a:p>
            <a:r>
              <a:rPr lang="en-US" dirty="0"/>
              <a:t>B</a:t>
            </a:r>
          </a:p>
        </p:txBody>
      </p:sp>
      <p:cxnSp>
        <p:nvCxnSpPr>
          <p:cNvPr id="87" name="Straight Connector 86">
            <a:extLst>
              <a:ext uri="{FF2B5EF4-FFF2-40B4-BE49-F238E27FC236}">
                <a16:creationId xmlns:a16="http://schemas.microsoft.com/office/drawing/2014/main" id="{5EFD062F-6722-5D8C-EABE-4F202AF28ABD}"/>
              </a:ext>
            </a:extLst>
          </p:cNvPr>
          <p:cNvCxnSpPr>
            <a:cxnSpLocks/>
          </p:cNvCxnSpPr>
          <p:nvPr/>
        </p:nvCxnSpPr>
        <p:spPr>
          <a:xfrm>
            <a:off x="8972340" y="3102827"/>
            <a:ext cx="416019" cy="222538"/>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9F4554D9-3164-70FD-14BA-AF1AE232D1CD}"/>
              </a:ext>
            </a:extLst>
          </p:cNvPr>
          <p:cNvCxnSpPr>
            <a:cxnSpLocks/>
          </p:cNvCxnSpPr>
          <p:nvPr/>
        </p:nvCxnSpPr>
        <p:spPr>
          <a:xfrm flipH="1">
            <a:off x="8587335" y="3102827"/>
            <a:ext cx="385005" cy="222538"/>
          </a:xfrm>
          <a:prstGeom prst="line">
            <a:avLst/>
          </a:prstGeom>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CA36C914-632F-5D2E-0D54-DA1CDE0BD284}"/>
              </a:ext>
            </a:extLst>
          </p:cNvPr>
          <p:cNvSpPr txBox="1"/>
          <p:nvPr/>
        </p:nvSpPr>
        <p:spPr>
          <a:xfrm>
            <a:off x="8407195" y="3263689"/>
            <a:ext cx="256625" cy="369332"/>
          </a:xfrm>
          <a:prstGeom prst="rect">
            <a:avLst/>
          </a:prstGeom>
          <a:noFill/>
        </p:spPr>
        <p:txBody>
          <a:bodyPr wrap="square" rtlCol="0">
            <a:spAutoFit/>
          </a:bodyPr>
          <a:lstStyle/>
          <a:p>
            <a:r>
              <a:rPr lang="en-US" dirty="0"/>
              <a:t>F</a:t>
            </a:r>
          </a:p>
        </p:txBody>
      </p:sp>
      <p:sp>
        <p:nvSpPr>
          <p:cNvPr id="90" name="TextBox 89">
            <a:extLst>
              <a:ext uri="{FF2B5EF4-FFF2-40B4-BE49-F238E27FC236}">
                <a16:creationId xmlns:a16="http://schemas.microsoft.com/office/drawing/2014/main" id="{F1FEF200-7B9C-9B54-34FB-FA64335B2091}"/>
              </a:ext>
            </a:extLst>
          </p:cNvPr>
          <p:cNvSpPr txBox="1"/>
          <p:nvPr/>
        </p:nvSpPr>
        <p:spPr>
          <a:xfrm>
            <a:off x="9273857" y="3269826"/>
            <a:ext cx="309700" cy="369332"/>
          </a:xfrm>
          <a:prstGeom prst="rect">
            <a:avLst/>
          </a:prstGeom>
          <a:noFill/>
        </p:spPr>
        <p:txBody>
          <a:bodyPr wrap="none" rtlCol="0">
            <a:spAutoFit/>
          </a:bodyPr>
          <a:lstStyle/>
          <a:p>
            <a:r>
              <a:rPr lang="en-US" dirty="0"/>
              <a:t>B</a:t>
            </a:r>
          </a:p>
        </p:txBody>
      </p:sp>
      <p:cxnSp>
        <p:nvCxnSpPr>
          <p:cNvPr id="91" name="Straight Connector 90">
            <a:extLst>
              <a:ext uri="{FF2B5EF4-FFF2-40B4-BE49-F238E27FC236}">
                <a16:creationId xmlns:a16="http://schemas.microsoft.com/office/drawing/2014/main" id="{4EA0E46A-7074-BD59-28E5-FED0E1A6F859}"/>
              </a:ext>
            </a:extLst>
          </p:cNvPr>
          <p:cNvCxnSpPr>
            <a:cxnSpLocks/>
          </p:cNvCxnSpPr>
          <p:nvPr/>
        </p:nvCxnSpPr>
        <p:spPr>
          <a:xfrm>
            <a:off x="2788970" y="3652498"/>
            <a:ext cx="203202" cy="121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BF371E66-1FBC-595E-2DAF-62CA0F5AFF7C}"/>
              </a:ext>
            </a:extLst>
          </p:cNvPr>
          <p:cNvCxnSpPr>
            <a:cxnSpLocks/>
          </p:cNvCxnSpPr>
          <p:nvPr/>
        </p:nvCxnSpPr>
        <p:spPr>
          <a:xfrm flipH="1">
            <a:off x="2471840" y="3657012"/>
            <a:ext cx="217714" cy="121600"/>
          </a:xfrm>
          <a:prstGeom prst="line">
            <a:avLst/>
          </a:prstGeom>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C8770D27-1DFB-6C26-C4E4-5EC68F25BAAF}"/>
              </a:ext>
            </a:extLst>
          </p:cNvPr>
          <p:cNvSpPr txBox="1"/>
          <p:nvPr/>
        </p:nvSpPr>
        <p:spPr>
          <a:xfrm>
            <a:off x="2324072" y="3717812"/>
            <a:ext cx="256625" cy="369332"/>
          </a:xfrm>
          <a:prstGeom prst="rect">
            <a:avLst/>
          </a:prstGeom>
          <a:noFill/>
        </p:spPr>
        <p:txBody>
          <a:bodyPr wrap="square" rtlCol="0">
            <a:spAutoFit/>
          </a:bodyPr>
          <a:lstStyle/>
          <a:p>
            <a:r>
              <a:rPr lang="en-US" dirty="0"/>
              <a:t>F</a:t>
            </a:r>
          </a:p>
        </p:txBody>
      </p:sp>
      <p:sp>
        <p:nvSpPr>
          <p:cNvPr id="94" name="TextBox 93">
            <a:extLst>
              <a:ext uri="{FF2B5EF4-FFF2-40B4-BE49-F238E27FC236}">
                <a16:creationId xmlns:a16="http://schemas.microsoft.com/office/drawing/2014/main" id="{AE8D0CCF-7DE4-EC7D-868E-42A18235F3B5}"/>
              </a:ext>
            </a:extLst>
          </p:cNvPr>
          <p:cNvSpPr txBox="1"/>
          <p:nvPr/>
        </p:nvSpPr>
        <p:spPr>
          <a:xfrm>
            <a:off x="2849694" y="3721155"/>
            <a:ext cx="309700" cy="369332"/>
          </a:xfrm>
          <a:prstGeom prst="rect">
            <a:avLst/>
          </a:prstGeom>
          <a:noFill/>
        </p:spPr>
        <p:txBody>
          <a:bodyPr wrap="none" rtlCol="0">
            <a:spAutoFit/>
          </a:bodyPr>
          <a:lstStyle/>
          <a:p>
            <a:r>
              <a:rPr lang="en-US" dirty="0"/>
              <a:t>B</a:t>
            </a:r>
          </a:p>
        </p:txBody>
      </p:sp>
      <p:cxnSp>
        <p:nvCxnSpPr>
          <p:cNvPr id="95" name="Straight Connector 94">
            <a:extLst>
              <a:ext uri="{FF2B5EF4-FFF2-40B4-BE49-F238E27FC236}">
                <a16:creationId xmlns:a16="http://schemas.microsoft.com/office/drawing/2014/main" id="{1C5E2350-97CA-65D4-CD1E-EE6C091C33DE}"/>
              </a:ext>
            </a:extLst>
          </p:cNvPr>
          <p:cNvCxnSpPr>
            <a:cxnSpLocks/>
          </p:cNvCxnSpPr>
          <p:nvPr/>
        </p:nvCxnSpPr>
        <p:spPr>
          <a:xfrm>
            <a:off x="3701428" y="3670852"/>
            <a:ext cx="203202" cy="121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A4EC40E5-DE50-3F73-DFAF-7880D37339D5}"/>
              </a:ext>
            </a:extLst>
          </p:cNvPr>
          <p:cNvCxnSpPr>
            <a:cxnSpLocks/>
          </p:cNvCxnSpPr>
          <p:nvPr/>
        </p:nvCxnSpPr>
        <p:spPr>
          <a:xfrm flipH="1">
            <a:off x="3384298" y="3675366"/>
            <a:ext cx="217714" cy="121600"/>
          </a:xfrm>
          <a:prstGeom prst="line">
            <a:avLst/>
          </a:prstGeom>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FB31E9EC-7221-32DF-0185-DB96FEDB994A}"/>
              </a:ext>
            </a:extLst>
          </p:cNvPr>
          <p:cNvSpPr txBox="1"/>
          <p:nvPr/>
        </p:nvSpPr>
        <p:spPr>
          <a:xfrm>
            <a:off x="3236530" y="3736166"/>
            <a:ext cx="256625" cy="369332"/>
          </a:xfrm>
          <a:prstGeom prst="rect">
            <a:avLst/>
          </a:prstGeom>
          <a:noFill/>
        </p:spPr>
        <p:txBody>
          <a:bodyPr wrap="square" rtlCol="0">
            <a:spAutoFit/>
          </a:bodyPr>
          <a:lstStyle/>
          <a:p>
            <a:r>
              <a:rPr lang="en-US" dirty="0"/>
              <a:t>F</a:t>
            </a:r>
          </a:p>
        </p:txBody>
      </p:sp>
      <p:sp>
        <p:nvSpPr>
          <p:cNvPr id="98" name="TextBox 97">
            <a:extLst>
              <a:ext uri="{FF2B5EF4-FFF2-40B4-BE49-F238E27FC236}">
                <a16:creationId xmlns:a16="http://schemas.microsoft.com/office/drawing/2014/main" id="{899890BF-D665-CB4C-2267-C3D98636592E}"/>
              </a:ext>
            </a:extLst>
          </p:cNvPr>
          <p:cNvSpPr txBox="1"/>
          <p:nvPr/>
        </p:nvSpPr>
        <p:spPr>
          <a:xfrm>
            <a:off x="3762152" y="3739509"/>
            <a:ext cx="309700" cy="369332"/>
          </a:xfrm>
          <a:prstGeom prst="rect">
            <a:avLst/>
          </a:prstGeom>
          <a:noFill/>
        </p:spPr>
        <p:txBody>
          <a:bodyPr wrap="none" rtlCol="0">
            <a:spAutoFit/>
          </a:bodyPr>
          <a:lstStyle/>
          <a:p>
            <a:r>
              <a:rPr lang="en-US" dirty="0"/>
              <a:t>B</a:t>
            </a:r>
          </a:p>
        </p:txBody>
      </p:sp>
      <p:cxnSp>
        <p:nvCxnSpPr>
          <p:cNvPr id="99" name="Straight Connector 98">
            <a:extLst>
              <a:ext uri="{FF2B5EF4-FFF2-40B4-BE49-F238E27FC236}">
                <a16:creationId xmlns:a16="http://schemas.microsoft.com/office/drawing/2014/main" id="{A26448AC-810F-D2B7-293D-A50274869F54}"/>
              </a:ext>
            </a:extLst>
          </p:cNvPr>
          <p:cNvCxnSpPr>
            <a:cxnSpLocks/>
          </p:cNvCxnSpPr>
          <p:nvPr/>
        </p:nvCxnSpPr>
        <p:spPr>
          <a:xfrm>
            <a:off x="4988219" y="3674195"/>
            <a:ext cx="203202" cy="121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F34B40D3-65F1-F4A7-2F94-C80F2805D5F1}"/>
              </a:ext>
            </a:extLst>
          </p:cNvPr>
          <p:cNvCxnSpPr>
            <a:cxnSpLocks/>
          </p:cNvCxnSpPr>
          <p:nvPr/>
        </p:nvCxnSpPr>
        <p:spPr>
          <a:xfrm flipH="1">
            <a:off x="4671089" y="3678709"/>
            <a:ext cx="217714" cy="121600"/>
          </a:xfrm>
          <a:prstGeom prst="line">
            <a:avLst/>
          </a:prstGeom>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54EDC359-9662-662F-480A-04DB7BE7564A}"/>
              </a:ext>
            </a:extLst>
          </p:cNvPr>
          <p:cNvSpPr txBox="1"/>
          <p:nvPr/>
        </p:nvSpPr>
        <p:spPr>
          <a:xfrm>
            <a:off x="4523321" y="3739509"/>
            <a:ext cx="256625" cy="369332"/>
          </a:xfrm>
          <a:prstGeom prst="rect">
            <a:avLst/>
          </a:prstGeom>
          <a:noFill/>
        </p:spPr>
        <p:txBody>
          <a:bodyPr wrap="square" rtlCol="0">
            <a:spAutoFit/>
          </a:bodyPr>
          <a:lstStyle/>
          <a:p>
            <a:r>
              <a:rPr lang="en-US" dirty="0"/>
              <a:t>F</a:t>
            </a:r>
          </a:p>
        </p:txBody>
      </p:sp>
      <p:sp>
        <p:nvSpPr>
          <p:cNvPr id="102" name="TextBox 101">
            <a:extLst>
              <a:ext uri="{FF2B5EF4-FFF2-40B4-BE49-F238E27FC236}">
                <a16:creationId xmlns:a16="http://schemas.microsoft.com/office/drawing/2014/main" id="{F11A9C0F-45E2-8ACD-759A-995642DB329F}"/>
              </a:ext>
            </a:extLst>
          </p:cNvPr>
          <p:cNvSpPr txBox="1"/>
          <p:nvPr/>
        </p:nvSpPr>
        <p:spPr>
          <a:xfrm>
            <a:off x="5048943" y="3742852"/>
            <a:ext cx="309700" cy="369332"/>
          </a:xfrm>
          <a:prstGeom prst="rect">
            <a:avLst/>
          </a:prstGeom>
          <a:noFill/>
        </p:spPr>
        <p:txBody>
          <a:bodyPr wrap="none" rtlCol="0">
            <a:spAutoFit/>
          </a:bodyPr>
          <a:lstStyle/>
          <a:p>
            <a:r>
              <a:rPr lang="en-US" dirty="0"/>
              <a:t>B</a:t>
            </a:r>
          </a:p>
        </p:txBody>
      </p:sp>
      <p:cxnSp>
        <p:nvCxnSpPr>
          <p:cNvPr id="103" name="Straight Connector 102">
            <a:extLst>
              <a:ext uri="{FF2B5EF4-FFF2-40B4-BE49-F238E27FC236}">
                <a16:creationId xmlns:a16="http://schemas.microsoft.com/office/drawing/2014/main" id="{0BA7985D-6D52-E1A4-F03C-66711155101A}"/>
              </a:ext>
            </a:extLst>
          </p:cNvPr>
          <p:cNvCxnSpPr>
            <a:cxnSpLocks/>
          </p:cNvCxnSpPr>
          <p:nvPr/>
        </p:nvCxnSpPr>
        <p:spPr>
          <a:xfrm>
            <a:off x="5901778" y="3673533"/>
            <a:ext cx="203202" cy="121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60CAC981-9C5D-E0F3-1192-FE0AD61778D8}"/>
              </a:ext>
            </a:extLst>
          </p:cNvPr>
          <p:cNvCxnSpPr>
            <a:cxnSpLocks/>
          </p:cNvCxnSpPr>
          <p:nvPr/>
        </p:nvCxnSpPr>
        <p:spPr>
          <a:xfrm flipH="1">
            <a:off x="5584648" y="3678047"/>
            <a:ext cx="217714" cy="121600"/>
          </a:xfrm>
          <a:prstGeom prst="line">
            <a:avLst/>
          </a:prstGeom>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CE7B6A6A-D55C-73F2-2752-AA4CAB8EFA31}"/>
              </a:ext>
            </a:extLst>
          </p:cNvPr>
          <p:cNvSpPr txBox="1"/>
          <p:nvPr/>
        </p:nvSpPr>
        <p:spPr>
          <a:xfrm>
            <a:off x="5436880" y="3738847"/>
            <a:ext cx="256625" cy="369332"/>
          </a:xfrm>
          <a:prstGeom prst="rect">
            <a:avLst/>
          </a:prstGeom>
          <a:noFill/>
        </p:spPr>
        <p:txBody>
          <a:bodyPr wrap="square" rtlCol="0">
            <a:spAutoFit/>
          </a:bodyPr>
          <a:lstStyle/>
          <a:p>
            <a:r>
              <a:rPr lang="en-US" dirty="0"/>
              <a:t>F</a:t>
            </a:r>
          </a:p>
        </p:txBody>
      </p:sp>
      <p:sp>
        <p:nvSpPr>
          <p:cNvPr id="106" name="TextBox 105">
            <a:extLst>
              <a:ext uri="{FF2B5EF4-FFF2-40B4-BE49-F238E27FC236}">
                <a16:creationId xmlns:a16="http://schemas.microsoft.com/office/drawing/2014/main" id="{0C331DC9-4721-8181-87D7-65EA11CC3182}"/>
              </a:ext>
            </a:extLst>
          </p:cNvPr>
          <p:cNvSpPr txBox="1"/>
          <p:nvPr/>
        </p:nvSpPr>
        <p:spPr>
          <a:xfrm>
            <a:off x="5962502" y="3742190"/>
            <a:ext cx="309700" cy="369332"/>
          </a:xfrm>
          <a:prstGeom prst="rect">
            <a:avLst/>
          </a:prstGeom>
          <a:noFill/>
        </p:spPr>
        <p:txBody>
          <a:bodyPr wrap="none" rtlCol="0">
            <a:spAutoFit/>
          </a:bodyPr>
          <a:lstStyle/>
          <a:p>
            <a:r>
              <a:rPr lang="en-US" dirty="0"/>
              <a:t>B</a:t>
            </a:r>
          </a:p>
        </p:txBody>
      </p:sp>
      <p:cxnSp>
        <p:nvCxnSpPr>
          <p:cNvPr id="107" name="Straight Connector 106">
            <a:extLst>
              <a:ext uri="{FF2B5EF4-FFF2-40B4-BE49-F238E27FC236}">
                <a16:creationId xmlns:a16="http://schemas.microsoft.com/office/drawing/2014/main" id="{39C59EEE-5962-12B0-9429-CA3F4E585410}"/>
              </a:ext>
            </a:extLst>
          </p:cNvPr>
          <p:cNvCxnSpPr>
            <a:cxnSpLocks/>
          </p:cNvCxnSpPr>
          <p:nvPr/>
        </p:nvCxnSpPr>
        <p:spPr>
          <a:xfrm>
            <a:off x="6647603" y="3683517"/>
            <a:ext cx="203202" cy="121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46282897-9A20-ED07-FB9E-72DE7861C289}"/>
              </a:ext>
            </a:extLst>
          </p:cNvPr>
          <p:cNvCxnSpPr>
            <a:cxnSpLocks/>
          </p:cNvCxnSpPr>
          <p:nvPr/>
        </p:nvCxnSpPr>
        <p:spPr>
          <a:xfrm flipH="1">
            <a:off x="6330473" y="3688031"/>
            <a:ext cx="217714" cy="121600"/>
          </a:xfrm>
          <a:prstGeom prst="line">
            <a:avLst/>
          </a:prstGeom>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E94349BB-F173-8FDC-4A94-BF4BE0283E9F}"/>
              </a:ext>
            </a:extLst>
          </p:cNvPr>
          <p:cNvSpPr txBox="1"/>
          <p:nvPr/>
        </p:nvSpPr>
        <p:spPr>
          <a:xfrm>
            <a:off x="6182705" y="3748831"/>
            <a:ext cx="256625" cy="369332"/>
          </a:xfrm>
          <a:prstGeom prst="rect">
            <a:avLst/>
          </a:prstGeom>
          <a:noFill/>
        </p:spPr>
        <p:txBody>
          <a:bodyPr wrap="square" rtlCol="0">
            <a:spAutoFit/>
          </a:bodyPr>
          <a:lstStyle/>
          <a:p>
            <a:r>
              <a:rPr lang="en-US" dirty="0"/>
              <a:t>F</a:t>
            </a:r>
          </a:p>
        </p:txBody>
      </p:sp>
      <p:sp>
        <p:nvSpPr>
          <p:cNvPr id="110" name="TextBox 109">
            <a:extLst>
              <a:ext uri="{FF2B5EF4-FFF2-40B4-BE49-F238E27FC236}">
                <a16:creationId xmlns:a16="http://schemas.microsoft.com/office/drawing/2014/main" id="{00D73A51-FD40-01FA-F0CB-94BECAB18F81}"/>
              </a:ext>
            </a:extLst>
          </p:cNvPr>
          <p:cNvSpPr txBox="1"/>
          <p:nvPr/>
        </p:nvSpPr>
        <p:spPr>
          <a:xfrm>
            <a:off x="6708327" y="3752174"/>
            <a:ext cx="309700" cy="369332"/>
          </a:xfrm>
          <a:prstGeom prst="rect">
            <a:avLst/>
          </a:prstGeom>
          <a:noFill/>
        </p:spPr>
        <p:txBody>
          <a:bodyPr wrap="none" rtlCol="0">
            <a:spAutoFit/>
          </a:bodyPr>
          <a:lstStyle/>
          <a:p>
            <a:r>
              <a:rPr lang="en-US" dirty="0"/>
              <a:t>B</a:t>
            </a:r>
          </a:p>
        </p:txBody>
      </p:sp>
      <p:cxnSp>
        <p:nvCxnSpPr>
          <p:cNvPr id="111" name="Straight Connector 110">
            <a:extLst>
              <a:ext uri="{FF2B5EF4-FFF2-40B4-BE49-F238E27FC236}">
                <a16:creationId xmlns:a16="http://schemas.microsoft.com/office/drawing/2014/main" id="{3D7E3C20-3DE9-7419-3348-7F7FD634BC52}"/>
              </a:ext>
            </a:extLst>
          </p:cNvPr>
          <p:cNvCxnSpPr>
            <a:cxnSpLocks/>
          </p:cNvCxnSpPr>
          <p:nvPr/>
        </p:nvCxnSpPr>
        <p:spPr>
          <a:xfrm>
            <a:off x="7398589" y="3680920"/>
            <a:ext cx="203202" cy="121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2ED2343-70C8-7BB3-E4FD-5D10045A632B}"/>
              </a:ext>
            </a:extLst>
          </p:cNvPr>
          <p:cNvCxnSpPr>
            <a:cxnSpLocks/>
          </p:cNvCxnSpPr>
          <p:nvPr/>
        </p:nvCxnSpPr>
        <p:spPr>
          <a:xfrm flipH="1">
            <a:off x="7081459" y="3685434"/>
            <a:ext cx="217714" cy="121600"/>
          </a:xfrm>
          <a:prstGeom prst="line">
            <a:avLst/>
          </a:prstGeom>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A1C1EB76-1FDC-1EAC-DEC5-5362F858DD4F}"/>
              </a:ext>
            </a:extLst>
          </p:cNvPr>
          <p:cNvSpPr txBox="1"/>
          <p:nvPr/>
        </p:nvSpPr>
        <p:spPr>
          <a:xfrm>
            <a:off x="6933691" y="3746234"/>
            <a:ext cx="256625" cy="369332"/>
          </a:xfrm>
          <a:prstGeom prst="rect">
            <a:avLst/>
          </a:prstGeom>
          <a:noFill/>
        </p:spPr>
        <p:txBody>
          <a:bodyPr wrap="square" rtlCol="0">
            <a:spAutoFit/>
          </a:bodyPr>
          <a:lstStyle/>
          <a:p>
            <a:r>
              <a:rPr lang="en-US" dirty="0"/>
              <a:t>F</a:t>
            </a:r>
          </a:p>
        </p:txBody>
      </p:sp>
      <p:sp>
        <p:nvSpPr>
          <p:cNvPr id="114" name="TextBox 113">
            <a:extLst>
              <a:ext uri="{FF2B5EF4-FFF2-40B4-BE49-F238E27FC236}">
                <a16:creationId xmlns:a16="http://schemas.microsoft.com/office/drawing/2014/main" id="{D19814A4-549E-57B4-E220-9F23201D7AA0}"/>
              </a:ext>
            </a:extLst>
          </p:cNvPr>
          <p:cNvSpPr txBox="1"/>
          <p:nvPr/>
        </p:nvSpPr>
        <p:spPr>
          <a:xfrm>
            <a:off x="7459313" y="3749577"/>
            <a:ext cx="309700" cy="369332"/>
          </a:xfrm>
          <a:prstGeom prst="rect">
            <a:avLst/>
          </a:prstGeom>
          <a:noFill/>
        </p:spPr>
        <p:txBody>
          <a:bodyPr wrap="none" rtlCol="0">
            <a:spAutoFit/>
          </a:bodyPr>
          <a:lstStyle/>
          <a:p>
            <a:r>
              <a:rPr lang="en-US" dirty="0"/>
              <a:t>B</a:t>
            </a:r>
          </a:p>
        </p:txBody>
      </p:sp>
      <p:cxnSp>
        <p:nvCxnSpPr>
          <p:cNvPr id="119" name="Straight Connector 118">
            <a:extLst>
              <a:ext uri="{FF2B5EF4-FFF2-40B4-BE49-F238E27FC236}">
                <a16:creationId xmlns:a16="http://schemas.microsoft.com/office/drawing/2014/main" id="{D82205B9-B8EC-0CA4-307D-9BCD391214A3}"/>
              </a:ext>
            </a:extLst>
          </p:cNvPr>
          <p:cNvCxnSpPr>
            <a:cxnSpLocks/>
          </p:cNvCxnSpPr>
          <p:nvPr/>
        </p:nvCxnSpPr>
        <p:spPr>
          <a:xfrm>
            <a:off x="8725465" y="3620120"/>
            <a:ext cx="203202" cy="121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160D731A-F1AB-7FEC-CE44-1F619384908A}"/>
              </a:ext>
            </a:extLst>
          </p:cNvPr>
          <p:cNvCxnSpPr>
            <a:cxnSpLocks/>
          </p:cNvCxnSpPr>
          <p:nvPr/>
        </p:nvCxnSpPr>
        <p:spPr>
          <a:xfrm flipH="1">
            <a:off x="8408335" y="3624634"/>
            <a:ext cx="217714" cy="121600"/>
          </a:xfrm>
          <a:prstGeom prst="line">
            <a:avLst/>
          </a:prstGeom>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B9FDE23E-54BA-5718-4479-BEF0CF76D019}"/>
              </a:ext>
            </a:extLst>
          </p:cNvPr>
          <p:cNvSpPr txBox="1"/>
          <p:nvPr/>
        </p:nvSpPr>
        <p:spPr>
          <a:xfrm>
            <a:off x="8260567" y="3685434"/>
            <a:ext cx="256625" cy="369332"/>
          </a:xfrm>
          <a:prstGeom prst="rect">
            <a:avLst/>
          </a:prstGeom>
          <a:noFill/>
        </p:spPr>
        <p:txBody>
          <a:bodyPr wrap="square" rtlCol="0">
            <a:spAutoFit/>
          </a:bodyPr>
          <a:lstStyle/>
          <a:p>
            <a:r>
              <a:rPr lang="en-US" dirty="0"/>
              <a:t>F</a:t>
            </a:r>
          </a:p>
        </p:txBody>
      </p:sp>
      <p:sp>
        <p:nvSpPr>
          <p:cNvPr id="122" name="TextBox 121">
            <a:extLst>
              <a:ext uri="{FF2B5EF4-FFF2-40B4-BE49-F238E27FC236}">
                <a16:creationId xmlns:a16="http://schemas.microsoft.com/office/drawing/2014/main" id="{5DE760F0-101E-AE7A-7557-7DBDF8AD6336}"/>
              </a:ext>
            </a:extLst>
          </p:cNvPr>
          <p:cNvSpPr txBox="1"/>
          <p:nvPr/>
        </p:nvSpPr>
        <p:spPr>
          <a:xfrm>
            <a:off x="8786189" y="3688777"/>
            <a:ext cx="309700" cy="369332"/>
          </a:xfrm>
          <a:prstGeom prst="rect">
            <a:avLst/>
          </a:prstGeom>
          <a:noFill/>
        </p:spPr>
        <p:txBody>
          <a:bodyPr wrap="none" rtlCol="0">
            <a:spAutoFit/>
          </a:bodyPr>
          <a:lstStyle/>
          <a:p>
            <a:r>
              <a:rPr lang="en-US" dirty="0"/>
              <a:t>B</a:t>
            </a:r>
          </a:p>
        </p:txBody>
      </p:sp>
      <p:cxnSp>
        <p:nvCxnSpPr>
          <p:cNvPr id="123" name="Straight Connector 122">
            <a:extLst>
              <a:ext uri="{FF2B5EF4-FFF2-40B4-BE49-F238E27FC236}">
                <a16:creationId xmlns:a16="http://schemas.microsoft.com/office/drawing/2014/main" id="{01C72E8A-B379-6671-23B3-957F1C8EB146}"/>
              </a:ext>
            </a:extLst>
          </p:cNvPr>
          <p:cNvCxnSpPr>
            <a:cxnSpLocks/>
          </p:cNvCxnSpPr>
          <p:nvPr/>
        </p:nvCxnSpPr>
        <p:spPr>
          <a:xfrm>
            <a:off x="9476451" y="3617523"/>
            <a:ext cx="203202" cy="121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F86E9E57-E0A2-C03E-5BB3-C00EF44D03C0}"/>
              </a:ext>
            </a:extLst>
          </p:cNvPr>
          <p:cNvCxnSpPr>
            <a:cxnSpLocks/>
          </p:cNvCxnSpPr>
          <p:nvPr/>
        </p:nvCxnSpPr>
        <p:spPr>
          <a:xfrm flipH="1">
            <a:off x="9159321" y="3622037"/>
            <a:ext cx="217714" cy="121600"/>
          </a:xfrm>
          <a:prstGeom prst="line">
            <a:avLst/>
          </a:prstGeom>
        </p:spPr>
        <p:style>
          <a:lnRef idx="1">
            <a:schemeClr val="accent1"/>
          </a:lnRef>
          <a:fillRef idx="0">
            <a:schemeClr val="accent1"/>
          </a:fillRef>
          <a:effectRef idx="0">
            <a:schemeClr val="accent1"/>
          </a:effectRef>
          <a:fontRef idx="minor">
            <a:schemeClr val="tx1"/>
          </a:fontRef>
        </p:style>
      </p:cxnSp>
      <p:sp>
        <p:nvSpPr>
          <p:cNvPr id="125" name="TextBox 124">
            <a:extLst>
              <a:ext uri="{FF2B5EF4-FFF2-40B4-BE49-F238E27FC236}">
                <a16:creationId xmlns:a16="http://schemas.microsoft.com/office/drawing/2014/main" id="{EB710DF3-3AEA-DF07-D3CA-17EEAC519A63}"/>
              </a:ext>
            </a:extLst>
          </p:cNvPr>
          <p:cNvSpPr txBox="1"/>
          <p:nvPr/>
        </p:nvSpPr>
        <p:spPr>
          <a:xfrm>
            <a:off x="9011553" y="3682837"/>
            <a:ext cx="256625" cy="369332"/>
          </a:xfrm>
          <a:prstGeom prst="rect">
            <a:avLst/>
          </a:prstGeom>
          <a:noFill/>
        </p:spPr>
        <p:txBody>
          <a:bodyPr wrap="square" rtlCol="0">
            <a:spAutoFit/>
          </a:bodyPr>
          <a:lstStyle/>
          <a:p>
            <a:r>
              <a:rPr lang="en-US" dirty="0"/>
              <a:t>F</a:t>
            </a:r>
          </a:p>
        </p:txBody>
      </p:sp>
      <p:sp>
        <p:nvSpPr>
          <p:cNvPr id="126" name="TextBox 125">
            <a:extLst>
              <a:ext uri="{FF2B5EF4-FFF2-40B4-BE49-F238E27FC236}">
                <a16:creationId xmlns:a16="http://schemas.microsoft.com/office/drawing/2014/main" id="{1130D8EE-69DC-C586-4B34-20D937CA6A6A}"/>
              </a:ext>
            </a:extLst>
          </p:cNvPr>
          <p:cNvSpPr txBox="1"/>
          <p:nvPr/>
        </p:nvSpPr>
        <p:spPr>
          <a:xfrm>
            <a:off x="9537175" y="3686180"/>
            <a:ext cx="309700" cy="369332"/>
          </a:xfrm>
          <a:prstGeom prst="rect">
            <a:avLst/>
          </a:prstGeom>
          <a:noFill/>
        </p:spPr>
        <p:txBody>
          <a:bodyPr wrap="none" rtlCol="0">
            <a:spAutoFit/>
          </a:bodyPr>
          <a:lstStyle/>
          <a:p>
            <a:r>
              <a:rPr lang="en-US" dirty="0"/>
              <a:t>B</a:t>
            </a:r>
          </a:p>
        </p:txBody>
      </p:sp>
      <p:sp>
        <p:nvSpPr>
          <p:cNvPr id="127" name="TextBox 126">
            <a:extLst>
              <a:ext uri="{FF2B5EF4-FFF2-40B4-BE49-F238E27FC236}">
                <a16:creationId xmlns:a16="http://schemas.microsoft.com/office/drawing/2014/main" id="{5EC5C4C3-8DB3-9E15-0F4A-BED8CB4DDFFC}"/>
              </a:ext>
            </a:extLst>
          </p:cNvPr>
          <p:cNvSpPr txBox="1"/>
          <p:nvPr/>
        </p:nvSpPr>
        <p:spPr>
          <a:xfrm>
            <a:off x="293038" y="3041272"/>
            <a:ext cx="1721129" cy="2862322"/>
          </a:xfrm>
          <a:prstGeom prst="rect">
            <a:avLst/>
          </a:prstGeom>
          <a:noFill/>
        </p:spPr>
        <p:txBody>
          <a:bodyPr wrap="square" rtlCol="0">
            <a:spAutoFit/>
          </a:bodyPr>
          <a:lstStyle/>
          <a:p>
            <a:r>
              <a:rPr lang="en-US" dirty="0"/>
              <a:t>2^4=16 probabilities,</a:t>
            </a:r>
          </a:p>
          <a:p>
            <a:endParaRPr lang="en-US" dirty="0"/>
          </a:p>
          <a:p>
            <a:r>
              <a:rPr lang="en-US" dirty="0"/>
              <a:t>Pick the guess with the highest probability</a:t>
            </a:r>
          </a:p>
          <a:p>
            <a:endParaRPr lang="en-US" dirty="0"/>
          </a:p>
          <a:p>
            <a:r>
              <a:rPr lang="en-US" dirty="0"/>
              <a:t>Not feasible to do for long runs!!!</a:t>
            </a:r>
          </a:p>
        </p:txBody>
      </p:sp>
    </p:spTree>
    <p:extLst>
      <p:ext uri="{BB962C8B-B14F-4D97-AF65-F5344CB8AC3E}">
        <p14:creationId xmlns:p14="http://schemas.microsoft.com/office/powerpoint/2010/main" val="19431597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4F253-89E7-0465-DAF4-6D73C0D5F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E57CFA-E0D0-5101-9B09-B3F74A8D964B}"/>
              </a:ext>
            </a:extLst>
          </p:cNvPr>
          <p:cNvSpPr>
            <a:spLocks noGrp="1"/>
          </p:cNvSpPr>
          <p:nvPr>
            <p:ph type="title"/>
          </p:nvPr>
        </p:nvSpPr>
        <p:spPr/>
        <p:txBody>
          <a:bodyPr>
            <a:normAutofit fontScale="90000"/>
          </a:bodyPr>
          <a:lstStyle/>
          <a:p>
            <a:r>
              <a:rPr lang="en-US" dirty="0"/>
              <a:t>Hidden Markov Models</a:t>
            </a:r>
          </a:p>
        </p:txBody>
      </p:sp>
      <p:sp>
        <p:nvSpPr>
          <p:cNvPr id="3" name="Content Placeholder 2">
            <a:extLst>
              <a:ext uri="{FF2B5EF4-FFF2-40B4-BE49-F238E27FC236}">
                <a16:creationId xmlns:a16="http://schemas.microsoft.com/office/drawing/2014/main" id="{8AB317FA-5AC5-854C-F5F8-6D1821D54B7C}"/>
              </a:ext>
            </a:extLst>
          </p:cNvPr>
          <p:cNvSpPr>
            <a:spLocks noGrp="1"/>
          </p:cNvSpPr>
          <p:nvPr>
            <p:ph idx="1"/>
          </p:nvPr>
        </p:nvSpPr>
        <p:spPr>
          <a:xfrm>
            <a:off x="598620" y="1596540"/>
            <a:ext cx="10972800" cy="5124935"/>
          </a:xfrm>
        </p:spPr>
        <p:txBody>
          <a:bodyPr>
            <a:normAutofit/>
          </a:bodyPr>
          <a:lstStyle/>
          <a:p>
            <a:r>
              <a:rPr lang="en-US" dirty="0"/>
              <a:t>Use Viterbi algorithm for long runs</a:t>
            </a:r>
          </a:p>
          <a:p>
            <a:pPr lvl="1"/>
            <a:r>
              <a:rPr lang="en-US" dirty="0">
                <a:cs typeface="Courier New" panose="02070309020205020404" pitchFamily="49" charset="0"/>
              </a:rPr>
              <a:t>Input: HMM and the sequence: </a:t>
            </a:r>
            <a:r>
              <a:rPr lang="en-US" dirty="0">
                <a:latin typeface="Courier New" panose="02070309020205020404" pitchFamily="49" charset="0"/>
                <a:cs typeface="Courier New" panose="02070309020205020404" pitchFamily="49" charset="0"/>
              </a:rPr>
              <a:t>HHTH…</a:t>
            </a:r>
          </a:p>
          <a:p>
            <a:pPr marL="457200" lvl="1" indent="0">
              <a:buNone/>
            </a:pPr>
            <a:endParaRPr lang="en-US" dirty="0">
              <a:cs typeface="Courier New" panose="02070309020205020404" pitchFamily="49" charset="0"/>
            </a:endParaRPr>
          </a:p>
          <a:p>
            <a:pPr marL="457200" lvl="1" indent="0">
              <a:buNone/>
            </a:pPr>
            <a:endParaRPr lang="en-US" dirty="0">
              <a:cs typeface="Courier New" panose="02070309020205020404" pitchFamily="49" charset="0"/>
            </a:endParaRPr>
          </a:p>
          <a:p>
            <a:pPr lvl="1"/>
            <a:endParaRPr lang="en-US" dirty="0">
              <a:cs typeface="Courier New" panose="02070309020205020404" pitchFamily="49" charset="0"/>
            </a:endParaRPr>
          </a:p>
          <a:p>
            <a:pPr lvl="1"/>
            <a:endParaRPr lang="en-US" dirty="0">
              <a:cs typeface="Courier New" panose="02070309020205020404" pitchFamily="49" charset="0"/>
            </a:endParaRPr>
          </a:p>
          <a:p>
            <a:pPr lvl="1"/>
            <a:endParaRPr lang="en-US" dirty="0">
              <a:cs typeface="Courier New" panose="02070309020205020404" pitchFamily="49" charset="0"/>
            </a:endParaRPr>
          </a:p>
          <a:p>
            <a:pPr lvl="1"/>
            <a:r>
              <a:rPr lang="en-US" dirty="0">
                <a:cs typeface="Courier New" panose="02070309020205020404" pitchFamily="49" charset="0"/>
              </a:rPr>
              <a:t>Output: a state sequence with maximum probability: </a:t>
            </a:r>
            <a:r>
              <a:rPr lang="en-US" dirty="0">
                <a:latin typeface="Courier New" panose="02070309020205020404" pitchFamily="49" charset="0"/>
                <a:cs typeface="Courier New" panose="02070309020205020404" pitchFamily="49" charset="0"/>
              </a:rPr>
              <a:t>FFBB…</a:t>
            </a: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p>
          <a:p>
            <a:endParaRPr lang="en-US" dirty="0"/>
          </a:p>
          <a:p>
            <a:endParaRPr lang="en-US" dirty="0"/>
          </a:p>
          <a:p>
            <a:endParaRPr lang="en-US" dirty="0"/>
          </a:p>
          <a:p>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ACD9757B-DB65-DE71-4327-8D5194508DA9}"/>
              </a:ext>
            </a:extLst>
          </p:cNvPr>
          <p:cNvSpPr>
            <a:spLocks noGrp="1"/>
          </p:cNvSpPr>
          <p:nvPr>
            <p:ph type="sldNum" sz="quarter" idx="12"/>
          </p:nvPr>
        </p:nvSpPr>
        <p:spPr/>
        <p:txBody>
          <a:bodyPr/>
          <a:lstStyle/>
          <a:p>
            <a:fld id="{B82CCC60-E8CD-4174-8B1A-7DF615B22EEF}" type="slidenum">
              <a:rPr lang="en-US" smtClean="0"/>
              <a:pPr/>
              <a:t>55</a:t>
            </a:fld>
            <a:endParaRPr lang="en-US"/>
          </a:p>
        </p:txBody>
      </p:sp>
      <p:sp>
        <p:nvSpPr>
          <p:cNvPr id="5" name="Oval 4">
            <a:extLst>
              <a:ext uri="{FF2B5EF4-FFF2-40B4-BE49-F238E27FC236}">
                <a16:creationId xmlns:a16="http://schemas.microsoft.com/office/drawing/2014/main" id="{5038FF10-107A-4C95-6B8F-542808F2A0CD}"/>
              </a:ext>
            </a:extLst>
          </p:cNvPr>
          <p:cNvSpPr/>
          <p:nvPr/>
        </p:nvSpPr>
        <p:spPr>
          <a:xfrm>
            <a:off x="1821382" y="3218542"/>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54732E7-07DF-738E-6014-B81CE824F0DF}"/>
              </a:ext>
            </a:extLst>
          </p:cNvPr>
          <p:cNvSpPr/>
          <p:nvPr/>
        </p:nvSpPr>
        <p:spPr>
          <a:xfrm>
            <a:off x="4782297" y="3218542"/>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A115967F-B6B0-C776-C325-78C6F3F98FAD}"/>
                  </a:ext>
                </a:extLst>
              </p14:cNvPr>
              <p14:cNvContentPartPr/>
              <p14:nvPr/>
            </p14:nvContentPartPr>
            <p14:xfrm>
              <a:off x="2517960" y="2941582"/>
              <a:ext cx="2343600" cy="472680"/>
            </p14:xfrm>
          </p:contentPart>
        </mc:Choice>
        <mc:Fallback xmlns="">
          <p:pic>
            <p:nvPicPr>
              <p:cNvPr id="7" name="Ink 6">
                <a:extLst>
                  <a:ext uri="{FF2B5EF4-FFF2-40B4-BE49-F238E27FC236}">
                    <a16:creationId xmlns:a16="http://schemas.microsoft.com/office/drawing/2014/main" id="{A115967F-B6B0-C776-C325-78C6F3F98FAD}"/>
                  </a:ext>
                </a:extLst>
              </p:cNvPr>
              <p:cNvPicPr/>
              <p:nvPr/>
            </p:nvPicPr>
            <p:blipFill>
              <a:blip r:embed="rId3"/>
              <a:stretch>
                <a:fillRect/>
              </a:stretch>
            </p:blipFill>
            <p:spPr>
              <a:xfrm>
                <a:off x="2511839" y="2935462"/>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6E8DB9AE-9DED-841B-6A7C-A4CD94033AD8}"/>
                  </a:ext>
                </a:extLst>
              </p14:cNvPr>
              <p14:cNvContentPartPr/>
              <p14:nvPr/>
            </p14:nvContentPartPr>
            <p14:xfrm>
              <a:off x="2519400" y="4060102"/>
              <a:ext cx="2502720" cy="400320"/>
            </p14:xfrm>
          </p:contentPart>
        </mc:Choice>
        <mc:Fallback xmlns="">
          <p:pic>
            <p:nvPicPr>
              <p:cNvPr id="8" name="Ink 7">
                <a:extLst>
                  <a:ext uri="{FF2B5EF4-FFF2-40B4-BE49-F238E27FC236}">
                    <a16:creationId xmlns:a16="http://schemas.microsoft.com/office/drawing/2014/main" id="{6E8DB9AE-9DED-841B-6A7C-A4CD94033AD8}"/>
                  </a:ext>
                </a:extLst>
              </p:cNvPr>
              <p:cNvPicPr/>
              <p:nvPr/>
            </p:nvPicPr>
            <p:blipFill>
              <a:blip r:embed="rId5"/>
              <a:stretch>
                <a:fillRect/>
              </a:stretch>
            </p:blipFill>
            <p:spPr>
              <a:xfrm>
                <a:off x="2513280" y="4053982"/>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DFC824E5-1878-9F08-65A5-85A7B106A254}"/>
                  </a:ext>
                </a:extLst>
              </p14:cNvPr>
              <p14:cNvContentPartPr/>
              <p14:nvPr/>
            </p14:nvContentPartPr>
            <p14:xfrm>
              <a:off x="5580120" y="3087742"/>
              <a:ext cx="1329840" cy="1373040"/>
            </p14:xfrm>
          </p:contentPart>
        </mc:Choice>
        <mc:Fallback xmlns="">
          <p:pic>
            <p:nvPicPr>
              <p:cNvPr id="9" name="Ink 8">
                <a:extLst>
                  <a:ext uri="{FF2B5EF4-FFF2-40B4-BE49-F238E27FC236}">
                    <a16:creationId xmlns:a16="http://schemas.microsoft.com/office/drawing/2014/main" id="{DFC824E5-1878-9F08-65A5-85A7B106A254}"/>
                  </a:ext>
                </a:extLst>
              </p:cNvPr>
              <p:cNvPicPr/>
              <p:nvPr/>
            </p:nvPicPr>
            <p:blipFill>
              <a:blip r:embed="rId7"/>
              <a:stretch>
                <a:fillRect/>
              </a:stretch>
            </p:blipFill>
            <p:spPr>
              <a:xfrm>
                <a:off x="5574000" y="3081622"/>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32D41D02-7C53-37CE-3D83-5D114FC54EE6}"/>
                  </a:ext>
                </a:extLst>
              </p14:cNvPr>
              <p14:cNvContentPartPr/>
              <p14:nvPr/>
            </p14:nvContentPartPr>
            <p14:xfrm>
              <a:off x="587640" y="2899102"/>
              <a:ext cx="1371600" cy="1343880"/>
            </p14:xfrm>
          </p:contentPart>
        </mc:Choice>
        <mc:Fallback xmlns="">
          <p:pic>
            <p:nvPicPr>
              <p:cNvPr id="10" name="Ink 9">
                <a:extLst>
                  <a:ext uri="{FF2B5EF4-FFF2-40B4-BE49-F238E27FC236}">
                    <a16:creationId xmlns:a16="http://schemas.microsoft.com/office/drawing/2014/main" id="{32D41D02-7C53-37CE-3D83-5D114FC54EE6}"/>
                  </a:ext>
                </a:extLst>
              </p:cNvPr>
              <p:cNvPicPr/>
              <p:nvPr/>
            </p:nvPicPr>
            <p:blipFill>
              <a:blip r:embed="rId9"/>
              <a:stretch>
                <a:fillRect/>
              </a:stretch>
            </p:blipFill>
            <p:spPr>
              <a:xfrm>
                <a:off x="581520" y="2892982"/>
                <a:ext cx="1383840" cy="1356120"/>
              </a:xfrm>
              <a:prstGeom prst="rect">
                <a:avLst/>
              </a:prstGeom>
            </p:spPr>
          </p:pic>
        </mc:Fallback>
      </mc:AlternateContent>
      <p:sp>
        <p:nvSpPr>
          <p:cNvPr id="11" name="TextBox 10">
            <a:extLst>
              <a:ext uri="{FF2B5EF4-FFF2-40B4-BE49-F238E27FC236}">
                <a16:creationId xmlns:a16="http://schemas.microsoft.com/office/drawing/2014/main" id="{A3CA6EC5-03AB-A87F-9D63-5E75D3619AE1}"/>
              </a:ext>
            </a:extLst>
          </p:cNvPr>
          <p:cNvSpPr txBox="1"/>
          <p:nvPr/>
        </p:nvSpPr>
        <p:spPr>
          <a:xfrm>
            <a:off x="3294348" y="2558627"/>
            <a:ext cx="476412" cy="369332"/>
          </a:xfrm>
          <a:prstGeom prst="rect">
            <a:avLst/>
          </a:prstGeom>
          <a:noFill/>
        </p:spPr>
        <p:txBody>
          <a:bodyPr wrap="none" rtlCol="0">
            <a:spAutoFit/>
          </a:bodyPr>
          <a:lstStyle/>
          <a:p>
            <a:r>
              <a:rPr lang="en-US" dirty="0"/>
              <a:t>0.2</a:t>
            </a:r>
          </a:p>
        </p:txBody>
      </p:sp>
      <p:sp>
        <p:nvSpPr>
          <p:cNvPr id="12" name="TextBox 11">
            <a:extLst>
              <a:ext uri="{FF2B5EF4-FFF2-40B4-BE49-F238E27FC236}">
                <a16:creationId xmlns:a16="http://schemas.microsoft.com/office/drawing/2014/main" id="{98985412-90C4-5868-BB41-94101C59E7DE}"/>
              </a:ext>
            </a:extLst>
          </p:cNvPr>
          <p:cNvSpPr txBox="1"/>
          <p:nvPr/>
        </p:nvSpPr>
        <p:spPr>
          <a:xfrm>
            <a:off x="3294348" y="4617067"/>
            <a:ext cx="476412" cy="369332"/>
          </a:xfrm>
          <a:prstGeom prst="rect">
            <a:avLst/>
          </a:prstGeom>
          <a:noFill/>
        </p:spPr>
        <p:txBody>
          <a:bodyPr wrap="none" rtlCol="0">
            <a:spAutoFit/>
          </a:bodyPr>
          <a:lstStyle/>
          <a:p>
            <a:r>
              <a:rPr lang="en-US" dirty="0"/>
              <a:t>0.2</a:t>
            </a:r>
          </a:p>
        </p:txBody>
      </p:sp>
      <p:sp>
        <p:nvSpPr>
          <p:cNvPr id="13" name="TextBox 12">
            <a:extLst>
              <a:ext uri="{FF2B5EF4-FFF2-40B4-BE49-F238E27FC236}">
                <a16:creationId xmlns:a16="http://schemas.microsoft.com/office/drawing/2014/main" id="{44685EB9-4E25-29D8-BC1C-4D85EAF4477D}"/>
              </a:ext>
            </a:extLst>
          </p:cNvPr>
          <p:cNvSpPr txBox="1"/>
          <p:nvPr/>
        </p:nvSpPr>
        <p:spPr>
          <a:xfrm>
            <a:off x="6081906" y="2656490"/>
            <a:ext cx="476412" cy="369332"/>
          </a:xfrm>
          <a:prstGeom prst="rect">
            <a:avLst/>
          </a:prstGeom>
          <a:noFill/>
        </p:spPr>
        <p:txBody>
          <a:bodyPr wrap="none" rtlCol="0">
            <a:spAutoFit/>
          </a:bodyPr>
          <a:lstStyle/>
          <a:p>
            <a:r>
              <a:rPr lang="en-US" dirty="0"/>
              <a:t>0.8</a:t>
            </a:r>
          </a:p>
        </p:txBody>
      </p:sp>
      <p:sp>
        <p:nvSpPr>
          <p:cNvPr id="14" name="TextBox 13">
            <a:extLst>
              <a:ext uri="{FF2B5EF4-FFF2-40B4-BE49-F238E27FC236}">
                <a16:creationId xmlns:a16="http://schemas.microsoft.com/office/drawing/2014/main" id="{E022A640-9A05-46AC-3404-B665E2C7C971}"/>
              </a:ext>
            </a:extLst>
          </p:cNvPr>
          <p:cNvSpPr txBox="1"/>
          <p:nvPr/>
        </p:nvSpPr>
        <p:spPr>
          <a:xfrm>
            <a:off x="1035234" y="2529770"/>
            <a:ext cx="476412" cy="369332"/>
          </a:xfrm>
          <a:prstGeom prst="rect">
            <a:avLst/>
          </a:prstGeom>
          <a:noFill/>
        </p:spPr>
        <p:txBody>
          <a:bodyPr wrap="none" rtlCol="0">
            <a:spAutoFit/>
          </a:bodyPr>
          <a:lstStyle/>
          <a:p>
            <a:r>
              <a:rPr lang="en-US" dirty="0"/>
              <a:t>0.8</a:t>
            </a:r>
          </a:p>
        </p:txBody>
      </p:sp>
      <p:sp>
        <p:nvSpPr>
          <p:cNvPr id="15" name="TextBox 14">
            <a:extLst>
              <a:ext uri="{FF2B5EF4-FFF2-40B4-BE49-F238E27FC236}">
                <a16:creationId xmlns:a16="http://schemas.microsoft.com/office/drawing/2014/main" id="{FF78BA12-5779-380B-B815-80A9BE84ED46}"/>
              </a:ext>
            </a:extLst>
          </p:cNvPr>
          <p:cNvSpPr txBox="1"/>
          <p:nvPr/>
        </p:nvSpPr>
        <p:spPr>
          <a:xfrm>
            <a:off x="1857494" y="3483819"/>
            <a:ext cx="827662" cy="369332"/>
          </a:xfrm>
          <a:prstGeom prst="rect">
            <a:avLst/>
          </a:prstGeom>
          <a:noFill/>
        </p:spPr>
        <p:txBody>
          <a:bodyPr wrap="none" rtlCol="0">
            <a:spAutoFit/>
          </a:bodyPr>
          <a:lstStyle/>
          <a:p>
            <a:r>
              <a:rPr lang="en-US" dirty="0"/>
              <a:t>Fair (F)</a:t>
            </a:r>
          </a:p>
        </p:txBody>
      </p:sp>
      <p:sp>
        <p:nvSpPr>
          <p:cNvPr id="16" name="TextBox 15">
            <a:extLst>
              <a:ext uri="{FF2B5EF4-FFF2-40B4-BE49-F238E27FC236}">
                <a16:creationId xmlns:a16="http://schemas.microsoft.com/office/drawing/2014/main" id="{F8DB8FBA-2792-5873-D2FD-004660DA78C8}"/>
              </a:ext>
            </a:extLst>
          </p:cNvPr>
          <p:cNvSpPr txBox="1"/>
          <p:nvPr/>
        </p:nvSpPr>
        <p:spPr>
          <a:xfrm>
            <a:off x="4807009" y="3483819"/>
            <a:ext cx="881973" cy="369332"/>
          </a:xfrm>
          <a:prstGeom prst="rect">
            <a:avLst/>
          </a:prstGeom>
          <a:noFill/>
        </p:spPr>
        <p:txBody>
          <a:bodyPr wrap="none" rtlCol="0">
            <a:spAutoFit/>
          </a:bodyPr>
          <a:lstStyle/>
          <a:p>
            <a:r>
              <a:rPr lang="en-US" dirty="0"/>
              <a:t>Bias (B)</a:t>
            </a:r>
          </a:p>
        </p:txBody>
      </p:sp>
    </p:spTree>
    <p:extLst>
      <p:ext uri="{BB962C8B-B14F-4D97-AF65-F5344CB8AC3E}">
        <p14:creationId xmlns:p14="http://schemas.microsoft.com/office/powerpoint/2010/main" val="21314171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02AD2-4470-E3A7-6098-7F8431AEF2A5}"/>
              </a:ext>
            </a:extLst>
          </p:cNvPr>
          <p:cNvSpPr>
            <a:spLocks noGrp="1"/>
          </p:cNvSpPr>
          <p:nvPr>
            <p:ph type="title"/>
          </p:nvPr>
        </p:nvSpPr>
        <p:spPr/>
        <p:txBody>
          <a:bodyPr>
            <a:normAutofit fontScale="90000"/>
          </a:bodyPr>
          <a:lstStyle/>
          <a:p>
            <a:r>
              <a:rPr lang="en-US" dirty="0"/>
              <a:t>Gene finding with HMMs</a:t>
            </a:r>
          </a:p>
        </p:txBody>
      </p:sp>
      <p:sp>
        <p:nvSpPr>
          <p:cNvPr id="3" name="Content Placeholder 2">
            <a:extLst>
              <a:ext uri="{FF2B5EF4-FFF2-40B4-BE49-F238E27FC236}">
                <a16:creationId xmlns:a16="http://schemas.microsoft.com/office/drawing/2014/main" id="{3BDB5289-F96A-3ABB-8FA2-895A3D3DF6DC}"/>
              </a:ext>
            </a:extLst>
          </p:cNvPr>
          <p:cNvSpPr>
            <a:spLocks noGrp="1"/>
          </p:cNvSpPr>
          <p:nvPr>
            <p:ph idx="1"/>
          </p:nvPr>
        </p:nvSpPr>
        <p:spPr>
          <a:xfrm>
            <a:off x="598620" y="1596540"/>
            <a:ext cx="10972800" cy="4978431"/>
          </a:xfrm>
        </p:spPr>
        <p:txBody>
          <a:bodyPr/>
          <a:lstStyle/>
          <a:p>
            <a:r>
              <a:rPr lang="en-US" dirty="0"/>
              <a:t>We know the sequence of a genome, how can we find where the coding sequences are?</a:t>
            </a:r>
            <a:br>
              <a:rPr lang="en-US" dirty="0"/>
            </a:br>
            <a:r>
              <a:rPr lang="en-US" dirty="0"/>
              <a:t>AGA</a:t>
            </a:r>
            <a:r>
              <a:rPr lang="en-US" dirty="0">
                <a:solidFill>
                  <a:srgbClr val="FF0000"/>
                </a:solidFill>
              </a:rPr>
              <a:t>ATGGATAGATAG</a:t>
            </a:r>
            <a:r>
              <a:rPr lang="en-US" dirty="0"/>
              <a:t>GATAATA</a:t>
            </a:r>
            <a:r>
              <a:rPr lang="en-US" dirty="0">
                <a:solidFill>
                  <a:srgbClr val="FF0000"/>
                </a:solidFill>
              </a:rPr>
              <a:t>ATGGGAAATTGA</a:t>
            </a:r>
            <a:r>
              <a:rPr lang="en-US" dirty="0"/>
              <a:t>TTTAAATTTA  --?</a:t>
            </a:r>
          </a:p>
          <a:p>
            <a:endParaRPr lang="en-US" dirty="0"/>
          </a:p>
          <a:p>
            <a:r>
              <a:rPr lang="en-US" dirty="0"/>
              <a:t>The coding/noncoding regions are </a:t>
            </a:r>
            <a:r>
              <a:rPr lang="en-US" i="1" dirty="0"/>
              <a:t>hidden states </a:t>
            </a:r>
            <a:r>
              <a:rPr lang="en-US" dirty="0"/>
              <a:t>(like the coins)</a:t>
            </a:r>
          </a:p>
          <a:p>
            <a:r>
              <a:rPr lang="en-US" dirty="0"/>
              <a:t>Patterns of letters within coding and noncoding sequences </a:t>
            </a:r>
            <a:r>
              <a:rPr lang="en-US" i="1" dirty="0"/>
              <a:t>differ</a:t>
            </a:r>
            <a:endParaRPr lang="en-US" dirty="0"/>
          </a:p>
          <a:p>
            <a:r>
              <a:rPr lang="en-US" dirty="0"/>
              <a:t>We can use a closely related genome to:</a:t>
            </a:r>
          </a:p>
          <a:p>
            <a:pPr lvl="1"/>
            <a:r>
              <a:rPr lang="en-US" dirty="0"/>
              <a:t>compute patterns for coding/noncoding sequence -- these are our </a:t>
            </a:r>
            <a:r>
              <a:rPr lang="en-US" i="1" dirty="0"/>
              <a:t>emission probabilities</a:t>
            </a:r>
          </a:p>
          <a:p>
            <a:pPr lvl="1"/>
            <a:r>
              <a:rPr lang="en-US" dirty="0"/>
              <a:t>compute transition probabilities between coding/noncoding states</a:t>
            </a:r>
          </a:p>
        </p:txBody>
      </p:sp>
      <p:sp>
        <p:nvSpPr>
          <p:cNvPr id="4" name="Slide Number Placeholder 3">
            <a:extLst>
              <a:ext uri="{FF2B5EF4-FFF2-40B4-BE49-F238E27FC236}">
                <a16:creationId xmlns:a16="http://schemas.microsoft.com/office/drawing/2014/main" id="{42C7FC57-277B-DD7F-3E83-B27DB898CE9F}"/>
              </a:ext>
            </a:extLst>
          </p:cNvPr>
          <p:cNvSpPr>
            <a:spLocks noGrp="1"/>
          </p:cNvSpPr>
          <p:nvPr>
            <p:ph type="sldNum" sz="quarter" idx="12"/>
          </p:nvPr>
        </p:nvSpPr>
        <p:spPr/>
        <p:txBody>
          <a:bodyPr/>
          <a:lstStyle/>
          <a:p>
            <a:fld id="{B82CCC60-E8CD-4174-8B1A-7DF615B22EEF}" type="slidenum">
              <a:rPr lang="en-US" smtClean="0"/>
              <a:pPr/>
              <a:t>56</a:t>
            </a:fld>
            <a:endParaRPr lang="en-US"/>
          </a:p>
        </p:txBody>
      </p:sp>
    </p:spTree>
    <p:extLst>
      <p:ext uri="{BB962C8B-B14F-4D97-AF65-F5344CB8AC3E}">
        <p14:creationId xmlns:p14="http://schemas.microsoft.com/office/powerpoint/2010/main" val="323728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6AC69-F640-3672-34EE-74554EC743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980898-19B7-76FE-4AFE-5E15260480CE}"/>
              </a:ext>
            </a:extLst>
          </p:cNvPr>
          <p:cNvSpPr>
            <a:spLocks noGrp="1"/>
          </p:cNvSpPr>
          <p:nvPr>
            <p:ph type="title"/>
          </p:nvPr>
        </p:nvSpPr>
        <p:spPr/>
        <p:txBody>
          <a:bodyPr>
            <a:normAutofit fontScale="90000"/>
          </a:bodyPr>
          <a:lstStyle/>
          <a:p>
            <a:r>
              <a:rPr lang="en-US" dirty="0"/>
              <a:t>Gene finding with HMMs</a:t>
            </a:r>
          </a:p>
        </p:txBody>
      </p:sp>
      <p:sp>
        <p:nvSpPr>
          <p:cNvPr id="3" name="Content Placeholder 2">
            <a:extLst>
              <a:ext uri="{FF2B5EF4-FFF2-40B4-BE49-F238E27FC236}">
                <a16:creationId xmlns:a16="http://schemas.microsoft.com/office/drawing/2014/main" id="{E5603A78-2368-9F29-197B-E45A2D94E023}"/>
              </a:ext>
            </a:extLst>
          </p:cNvPr>
          <p:cNvSpPr>
            <a:spLocks noGrp="1"/>
          </p:cNvSpPr>
          <p:nvPr>
            <p:ph idx="1"/>
          </p:nvPr>
        </p:nvSpPr>
        <p:spPr>
          <a:xfrm>
            <a:off x="598620" y="1596540"/>
            <a:ext cx="10972800" cy="5261460"/>
          </a:xfrm>
        </p:spPr>
        <p:txBody>
          <a:bodyPr>
            <a:normAutofit fontScale="85000" lnSpcReduction="20000"/>
          </a:bodyPr>
          <a:lstStyle/>
          <a:p>
            <a:r>
              <a:rPr lang="en-US" dirty="0"/>
              <a:t>Closely related annotated genome:</a:t>
            </a:r>
            <a:br>
              <a:rPr lang="en-US" dirty="0"/>
            </a:br>
            <a:r>
              <a:rPr lang="en-US" dirty="0"/>
              <a:t>AGA</a:t>
            </a:r>
            <a:r>
              <a:rPr lang="en-US" dirty="0">
                <a:solidFill>
                  <a:srgbClr val="FF0000"/>
                </a:solidFill>
              </a:rPr>
              <a:t>ATGGGTAGATAG</a:t>
            </a:r>
            <a:r>
              <a:rPr lang="en-US" dirty="0"/>
              <a:t>GATCATA</a:t>
            </a:r>
            <a:r>
              <a:rPr lang="en-US" dirty="0">
                <a:solidFill>
                  <a:srgbClr val="FF0000"/>
                </a:solidFill>
              </a:rPr>
              <a:t>ATGGCAAATTGA</a:t>
            </a:r>
            <a:r>
              <a:rPr lang="en-US" dirty="0"/>
              <a:t>TTTATATTTA </a:t>
            </a:r>
          </a:p>
          <a:p>
            <a:r>
              <a:rPr lang="en-US" dirty="0"/>
              <a:t>Assume a model:</a:t>
            </a:r>
          </a:p>
          <a:p>
            <a:endParaRPr lang="en-US" dirty="0"/>
          </a:p>
          <a:p>
            <a:endParaRPr lang="en-US" dirty="0"/>
          </a:p>
          <a:p>
            <a:endParaRPr lang="en-US" dirty="0"/>
          </a:p>
          <a:p>
            <a:endParaRPr lang="en-US" dirty="0"/>
          </a:p>
          <a:p>
            <a:endParaRPr lang="en-US" dirty="0"/>
          </a:p>
          <a:p>
            <a:r>
              <a:rPr lang="en-US" dirty="0"/>
              <a:t>44 letters, 2 coding-&gt;non-coding and 2 non-coding-&gt; coding transitions</a:t>
            </a:r>
          </a:p>
          <a:p>
            <a:r>
              <a:rPr lang="en-US" i="1" dirty="0"/>
              <a:t>Train</a:t>
            </a:r>
            <a:r>
              <a:rPr lang="en-US" dirty="0"/>
              <a:t> the model by computing emission probabilities:</a:t>
            </a:r>
          </a:p>
          <a:p>
            <a:pPr lvl="1"/>
            <a:r>
              <a:rPr lang="en-US" dirty="0"/>
              <a:t>Coding: A:9/24, C:1/24, G:8/24, T:6/24</a:t>
            </a:r>
          </a:p>
          <a:p>
            <a:pPr lvl="1"/>
            <a:r>
              <a:rPr lang="en-US" dirty="0"/>
              <a:t>Noncoding: A:8/20, C:1/20, G:2/20, T:9/20</a:t>
            </a:r>
          </a:p>
          <a:p>
            <a:r>
              <a:rPr lang="en-US" dirty="0"/>
              <a:t>Use Viterbi algorithm to figure out most likely sequence of states (N or C) given the model and emission probabilities; label the letters </a:t>
            </a:r>
          </a:p>
        </p:txBody>
      </p:sp>
      <p:sp>
        <p:nvSpPr>
          <p:cNvPr id="4" name="Slide Number Placeholder 3">
            <a:extLst>
              <a:ext uri="{FF2B5EF4-FFF2-40B4-BE49-F238E27FC236}">
                <a16:creationId xmlns:a16="http://schemas.microsoft.com/office/drawing/2014/main" id="{4C13829D-62A4-4F36-C414-30BCB30BD578}"/>
              </a:ext>
            </a:extLst>
          </p:cNvPr>
          <p:cNvSpPr>
            <a:spLocks noGrp="1"/>
          </p:cNvSpPr>
          <p:nvPr>
            <p:ph type="sldNum" sz="quarter" idx="12"/>
          </p:nvPr>
        </p:nvSpPr>
        <p:spPr/>
        <p:txBody>
          <a:bodyPr/>
          <a:lstStyle/>
          <a:p>
            <a:fld id="{B82CCC60-E8CD-4174-8B1A-7DF615B22EEF}" type="slidenum">
              <a:rPr lang="en-US" smtClean="0"/>
              <a:pPr/>
              <a:t>57</a:t>
            </a:fld>
            <a:endParaRPr lang="en-US"/>
          </a:p>
        </p:txBody>
      </p:sp>
      <p:sp>
        <p:nvSpPr>
          <p:cNvPr id="5" name="Oval 4">
            <a:extLst>
              <a:ext uri="{FF2B5EF4-FFF2-40B4-BE49-F238E27FC236}">
                <a16:creationId xmlns:a16="http://schemas.microsoft.com/office/drawing/2014/main" id="{AB9D89AB-EA6A-1F39-E4D1-D4C51956D421}"/>
              </a:ext>
            </a:extLst>
          </p:cNvPr>
          <p:cNvSpPr/>
          <p:nvPr/>
        </p:nvSpPr>
        <p:spPr>
          <a:xfrm>
            <a:off x="6770753" y="2754818"/>
            <a:ext cx="899886" cy="899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E7AF0C9-E395-9EC2-D538-788120EB9A03}"/>
              </a:ext>
            </a:extLst>
          </p:cNvPr>
          <p:cNvSpPr/>
          <p:nvPr/>
        </p:nvSpPr>
        <p:spPr>
          <a:xfrm>
            <a:off x="9731668" y="2754818"/>
            <a:ext cx="899886" cy="899886"/>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AAFF7EFF-ABAF-19F4-3A77-BC3AD834F069}"/>
                  </a:ext>
                </a:extLst>
              </p14:cNvPr>
              <p14:cNvContentPartPr/>
              <p14:nvPr/>
            </p14:nvContentPartPr>
            <p14:xfrm>
              <a:off x="7467331" y="2477858"/>
              <a:ext cx="2343600" cy="472680"/>
            </p14:xfrm>
          </p:contentPart>
        </mc:Choice>
        <mc:Fallback xmlns="">
          <p:pic>
            <p:nvPicPr>
              <p:cNvPr id="7" name="Ink 6">
                <a:extLst>
                  <a:ext uri="{FF2B5EF4-FFF2-40B4-BE49-F238E27FC236}">
                    <a16:creationId xmlns:a16="http://schemas.microsoft.com/office/drawing/2014/main" id="{AAFF7EFF-ABAF-19F4-3A77-BC3AD834F069}"/>
                  </a:ext>
                </a:extLst>
              </p:cNvPr>
              <p:cNvPicPr/>
              <p:nvPr/>
            </p:nvPicPr>
            <p:blipFill>
              <a:blip r:embed="rId3"/>
              <a:stretch>
                <a:fillRect/>
              </a:stretch>
            </p:blipFill>
            <p:spPr>
              <a:xfrm>
                <a:off x="7461210" y="2471738"/>
                <a:ext cx="2355842" cy="48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6C479AC8-80E6-FC31-7D49-3AE0F71873D8}"/>
                  </a:ext>
                </a:extLst>
              </p14:cNvPr>
              <p14:cNvContentPartPr/>
              <p14:nvPr/>
            </p14:nvContentPartPr>
            <p14:xfrm>
              <a:off x="7468771" y="3596378"/>
              <a:ext cx="2502720" cy="400320"/>
            </p14:xfrm>
          </p:contentPart>
        </mc:Choice>
        <mc:Fallback xmlns="">
          <p:pic>
            <p:nvPicPr>
              <p:cNvPr id="8" name="Ink 7">
                <a:extLst>
                  <a:ext uri="{FF2B5EF4-FFF2-40B4-BE49-F238E27FC236}">
                    <a16:creationId xmlns:a16="http://schemas.microsoft.com/office/drawing/2014/main" id="{6C479AC8-80E6-FC31-7D49-3AE0F71873D8}"/>
                  </a:ext>
                </a:extLst>
              </p:cNvPr>
              <p:cNvPicPr/>
              <p:nvPr/>
            </p:nvPicPr>
            <p:blipFill>
              <a:blip r:embed="rId5"/>
              <a:stretch>
                <a:fillRect/>
              </a:stretch>
            </p:blipFill>
            <p:spPr>
              <a:xfrm>
                <a:off x="7462651" y="3590258"/>
                <a:ext cx="25149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1613E774-4061-239B-26B6-96B72909AF0D}"/>
                  </a:ext>
                </a:extLst>
              </p14:cNvPr>
              <p14:cNvContentPartPr/>
              <p14:nvPr/>
            </p14:nvContentPartPr>
            <p14:xfrm>
              <a:off x="10529491" y="2624018"/>
              <a:ext cx="1329840" cy="1373040"/>
            </p14:xfrm>
          </p:contentPart>
        </mc:Choice>
        <mc:Fallback xmlns="">
          <p:pic>
            <p:nvPicPr>
              <p:cNvPr id="9" name="Ink 8">
                <a:extLst>
                  <a:ext uri="{FF2B5EF4-FFF2-40B4-BE49-F238E27FC236}">
                    <a16:creationId xmlns:a16="http://schemas.microsoft.com/office/drawing/2014/main" id="{1613E774-4061-239B-26B6-96B72909AF0D}"/>
                  </a:ext>
                </a:extLst>
              </p:cNvPr>
              <p:cNvPicPr/>
              <p:nvPr/>
            </p:nvPicPr>
            <p:blipFill>
              <a:blip r:embed="rId7"/>
              <a:stretch>
                <a:fillRect/>
              </a:stretch>
            </p:blipFill>
            <p:spPr>
              <a:xfrm>
                <a:off x="10523371" y="2617898"/>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CDEFFE29-C076-070C-461D-52BA77EB6362}"/>
                  </a:ext>
                </a:extLst>
              </p14:cNvPr>
              <p14:cNvContentPartPr/>
              <p14:nvPr/>
            </p14:nvContentPartPr>
            <p14:xfrm>
              <a:off x="5537011" y="2435378"/>
              <a:ext cx="1371600" cy="1343880"/>
            </p14:xfrm>
          </p:contentPart>
        </mc:Choice>
        <mc:Fallback xmlns="">
          <p:pic>
            <p:nvPicPr>
              <p:cNvPr id="10" name="Ink 9">
                <a:extLst>
                  <a:ext uri="{FF2B5EF4-FFF2-40B4-BE49-F238E27FC236}">
                    <a16:creationId xmlns:a16="http://schemas.microsoft.com/office/drawing/2014/main" id="{CDEFFE29-C076-070C-461D-52BA77EB6362}"/>
                  </a:ext>
                </a:extLst>
              </p:cNvPr>
              <p:cNvPicPr/>
              <p:nvPr/>
            </p:nvPicPr>
            <p:blipFill>
              <a:blip r:embed="rId9"/>
              <a:stretch>
                <a:fillRect/>
              </a:stretch>
            </p:blipFill>
            <p:spPr>
              <a:xfrm>
                <a:off x="5530891" y="2429258"/>
                <a:ext cx="1383840" cy="1356120"/>
              </a:xfrm>
              <a:prstGeom prst="rect">
                <a:avLst/>
              </a:prstGeom>
            </p:spPr>
          </p:pic>
        </mc:Fallback>
      </mc:AlternateContent>
      <p:sp>
        <p:nvSpPr>
          <p:cNvPr id="11" name="TextBox 10">
            <a:extLst>
              <a:ext uri="{FF2B5EF4-FFF2-40B4-BE49-F238E27FC236}">
                <a16:creationId xmlns:a16="http://schemas.microsoft.com/office/drawing/2014/main" id="{2F423B44-7238-F22F-F7D1-13914ACE33F9}"/>
              </a:ext>
            </a:extLst>
          </p:cNvPr>
          <p:cNvSpPr txBox="1"/>
          <p:nvPr/>
        </p:nvSpPr>
        <p:spPr>
          <a:xfrm>
            <a:off x="8243719" y="2094903"/>
            <a:ext cx="625492" cy="369332"/>
          </a:xfrm>
          <a:prstGeom prst="rect">
            <a:avLst/>
          </a:prstGeom>
          <a:noFill/>
        </p:spPr>
        <p:txBody>
          <a:bodyPr wrap="none" rtlCol="0">
            <a:spAutoFit/>
          </a:bodyPr>
          <a:lstStyle/>
          <a:p>
            <a:r>
              <a:rPr lang="en-US" dirty="0"/>
              <a:t>1/22</a:t>
            </a:r>
          </a:p>
        </p:txBody>
      </p:sp>
      <p:sp>
        <p:nvSpPr>
          <p:cNvPr id="12" name="TextBox 11">
            <a:extLst>
              <a:ext uri="{FF2B5EF4-FFF2-40B4-BE49-F238E27FC236}">
                <a16:creationId xmlns:a16="http://schemas.microsoft.com/office/drawing/2014/main" id="{CE0FE142-0C7E-E30F-BC28-91029A1E4C39}"/>
              </a:ext>
            </a:extLst>
          </p:cNvPr>
          <p:cNvSpPr txBox="1"/>
          <p:nvPr/>
        </p:nvSpPr>
        <p:spPr>
          <a:xfrm>
            <a:off x="8243719" y="4153343"/>
            <a:ext cx="625492" cy="369332"/>
          </a:xfrm>
          <a:prstGeom prst="rect">
            <a:avLst/>
          </a:prstGeom>
          <a:noFill/>
        </p:spPr>
        <p:txBody>
          <a:bodyPr wrap="none" rtlCol="0">
            <a:spAutoFit/>
          </a:bodyPr>
          <a:lstStyle/>
          <a:p>
            <a:r>
              <a:rPr lang="en-US" dirty="0"/>
              <a:t>1/22</a:t>
            </a:r>
          </a:p>
        </p:txBody>
      </p:sp>
      <p:sp>
        <p:nvSpPr>
          <p:cNvPr id="13" name="TextBox 12">
            <a:extLst>
              <a:ext uri="{FF2B5EF4-FFF2-40B4-BE49-F238E27FC236}">
                <a16:creationId xmlns:a16="http://schemas.microsoft.com/office/drawing/2014/main" id="{C82245E6-446F-D6DD-D873-912928473E08}"/>
              </a:ext>
            </a:extLst>
          </p:cNvPr>
          <p:cNvSpPr txBox="1"/>
          <p:nvPr/>
        </p:nvSpPr>
        <p:spPr>
          <a:xfrm>
            <a:off x="10823155" y="2250712"/>
            <a:ext cx="742511" cy="369332"/>
          </a:xfrm>
          <a:prstGeom prst="rect">
            <a:avLst/>
          </a:prstGeom>
          <a:noFill/>
        </p:spPr>
        <p:txBody>
          <a:bodyPr wrap="none" rtlCol="0">
            <a:spAutoFit/>
          </a:bodyPr>
          <a:lstStyle/>
          <a:p>
            <a:r>
              <a:rPr lang="en-US" dirty="0"/>
              <a:t>21/22</a:t>
            </a:r>
          </a:p>
        </p:txBody>
      </p:sp>
      <p:sp>
        <p:nvSpPr>
          <p:cNvPr id="14" name="TextBox 13">
            <a:extLst>
              <a:ext uri="{FF2B5EF4-FFF2-40B4-BE49-F238E27FC236}">
                <a16:creationId xmlns:a16="http://schemas.microsoft.com/office/drawing/2014/main" id="{D8F17330-0991-BB74-4E7D-D1CDA5DDEEC4}"/>
              </a:ext>
            </a:extLst>
          </p:cNvPr>
          <p:cNvSpPr txBox="1"/>
          <p:nvPr/>
        </p:nvSpPr>
        <p:spPr>
          <a:xfrm>
            <a:off x="5800335" y="2108526"/>
            <a:ext cx="742511" cy="369332"/>
          </a:xfrm>
          <a:prstGeom prst="rect">
            <a:avLst/>
          </a:prstGeom>
          <a:noFill/>
        </p:spPr>
        <p:txBody>
          <a:bodyPr wrap="none" rtlCol="0">
            <a:spAutoFit/>
          </a:bodyPr>
          <a:lstStyle/>
          <a:p>
            <a:r>
              <a:rPr lang="en-US" dirty="0"/>
              <a:t>21/22</a:t>
            </a:r>
          </a:p>
        </p:txBody>
      </p:sp>
      <p:sp>
        <p:nvSpPr>
          <p:cNvPr id="15" name="TextBox 14">
            <a:extLst>
              <a:ext uri="{FF2B5EF4-FFF2-40B4-BE49-F238E27FC236}">
                <a16:creationId xmlns:a16="http://schemas.microsoft.com/office/drawing/2014/main" id="{64316D95-D1D9-C44D-88FA-F6DF5E9246E2}"/>
              </a:ext>
            </a:extLst>
          </p:cNvPr>
          <p:cNvSpPr txBox="1"/>
          <p:nvPr/>
        </p:nvSpPr>
        <p:spPr>
          <a:xfrm>
            <a:off x="6835154" y="2877737"/>
            <a:ext cx="835485" cy="646331"/>
          </a:xfrm>
          <a:prstGeom prst="rect">
            <a:avLst/>
          </a:prstGeom>
          <a:noFill/>
        </p:spPr>
        <p:txBody>
          <a:bodyPr wrap="none" rtlCol="0">
            <a:spAutoFit/>
          </a:bodyPr>
          <a:lstStyle/>
          <a:p>
            <a:r>
              <a:rPr lang="en-US" dirty="0"/>
              <a:t>Coding</a:t>
            </a:r>
            <a:br>
              <a:rPr lang="en-US" dirty="0"/>
            </a:br>
            <a:r>
              <a:rPr lang="en-US" dirty="0"/>
              <a:t>(C)</a:t>
            </a:r>
          </a:p>
        </p:txBody>
      </p:sp>
      <p:sp>
        <p:nvSpPr>
          <p:cNvPr id="16" name="TextBox 15">
            <a:extLst>
              <a:ext uri="{FF2B5EF4-FFF2-40B4-BE49-F238E27FC236}">
                <a16:creationId xmlns:a16="http://schemas.microsoft.com/office/drawing/2014/main" id="{2951EE45-B1D7-2130-A400-516514C91402}"/>
              </a:ext>
            </a:extLst>
          </p:cNvPr>
          <p:cNvSpPr txBox="1"/>
          <p:nvPr/>
        </p:nvSpPr>
        <p:spPr>
          <a:xfrm>
            <a:off x="9860544" y="2731374"/>
            <a:ext cx="807913" cy="923330"/>
          </a:xfrm>
          <a:prstGeom prst="rect">
            <a:avLst/>
          </a:prstGeom>
          <a:noFill/>
        </p:spPr>
        <p:txBody>
          <a:bodyPr wrap="none" rtlCol="0">
            <a:spAutoFit/>
          </a:bodyPr>
          <a:lstStyle/>
          <a:p>
            <a:r>
              <a:rPr lang="en-US" dirty="0"/>
              <a:t>Non-</a:t>
            </a:r>
            <a:br>
              <a:rPr lang="en-US" dirty="0"/>
            </a:br>
            <a:r>
              <a:rPr lang="en-US" dirty="0"/>
              <a:t>coding</a:t>
            </a:r>
            <a:br>
              <a:rPr lang="en-US" dirty="0"/>
            </a:br>
            <a:r>
              <a:rPr lang="en-US" dirty="0"/>
              <a:t>(N)</a:t>
            </a:r>
          </a:p>
        </p:txBody>
      </p:sp>
    </p:spTree>
    <p:extLst>
      <p:ext uri="{BB962C8B-B14F-4D97-AF65-F5344CB8AC3E}">
        <p14:creationId xmlns:p14="http://schemas.microsoft.com/office/powerpoint/2010/main" val="16970971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7383B-57E8-8426-E9B2-F8B08888C8F8}"/>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1E004E40-D459-3413-C789-D3A6249A7A21}"/>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DF3AC70A-40B1-7BE0-0F13-CC7563BB660D}"/>
              </a:ext>
            </a:extLst>
          </p:cNvPr>
          <p:cNvSpPr>
            <a:spLocks noGrp="1"/>
          </p:cNvSpPr>
          <p:nvPr>
            <p:ph type="sldNum" sz="quarter" idx="12"/>
          </p:nvPr>
        </p:nvSpPr>
        <p:spPr/>
        <p:txBody>
          <a:bodyPr/>
          <a:lstStyle/>
          <a:p>
            <a:fld id="{B82CCC60-E8CD-4174-8B1A-7DF615B22EEF}" type="slidenum">
              <a:rPr lang="en-US" smtClean="0"/>
              <a:pPr/>
              <a:t>58</a:t>
            </a:fld>
            <a:endParaRPr lang="en-US"/>
          </a:p>
        </p:txBody>
      </p:sp>
    </p:spTree>
    <p:extLst>
      <p:ext uri="{BB962C8B-B14F-4D97-AF65-F5344CB8AC3E}">
        <p14:creationId xmlns:p14="http://schemas.microsoft.com/office/powerpoint/2010/main" val="7021895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91BA9-51AC-D3CF-5415-3A7693BA9A77}"/>
              </a:ext>
            </a:extLst>
          </p:cNvPr>
          <p:cNvSpPr>
            <a:spLocks noGrp="1"/>
          </p:cNvSpPr>
          <p:nvPr>
            <p:ph type="title"/>
          </p:nvPr>
        </p:nvSpPr>
        <p:spPr/>
        <p:txBody>
          <a:bodyPr>
            <a:normAutofit fontScale="90000"/>
          </a:bodyPr>
          <a:lstStyle/>
          <a:p>
            <a:r>
              <a:rPr lang="en-US" dirty="0"/>
              <a:t>Variant Calling</a:t>
            </a:r>
          </a:p>
        </p:txBody>
      </p:sp>
      <p:sp>
        <p:nvSpPr>
          <p:cNvPr id="3" name="Content Placeholder 2">
            <a:extLst>
              <a:ext uri="{FF2B5EF4-FFF2-40B4-BE49-F238E27FC236}">
                <a16:creationId xmlns:a16="http://schemas.microsoft.com/office/drawing/2014/main" id="{6424252B-75A5-A091-0B21-1EB810DA9B0E}"/>
              </a:ext>
            </a:extLst>
          </p:cNvPr>
          <p:cNvSpPr>
            <a:spLocks noGrp="1"/>
          </p:cNvSpPr>
          <p:nvPr>
            <p:ph idx="1"/>
          </p:nvPr>
        </p:nvSpPr>
        <p:spPr/>
        <p:txBody>
          <a:bodyPr>
            <a:normAutofit lnSpcReduction="10000"/>
          </a:bodyPr>
          <a:lstStyle/>
          <a:p>
            <a:r>
              <a:rPr lang="en-US" b="1" dirty="0"/>
              <a:t>Sequencing: </a:t>
            </a:r>
            <a:r>
              <a:rPr lang="en-US" dirty="0"/>
              <a:t>A DNA sample is sequenced to generate a large number of short reads containing genetic information. </a:t>
            </a:r>
          </a:p>
          <a:p>
            <a:r>
              <a:rPr lang="en-US" b="1" dirty="0"/>
              <a:t>Alignment:</a:t>
            </a:r>
            <a:r>
              <a:rPr lang="en-US" dirty="0"/>
              <a:t> The generated short reads are aligned (mapped) to a known reference genome. </a:t>
            </a:r>
          </a:p>
          <a:p>
            <a:r>
              <a:rPr lang="en-US" b="1" dirty="0"/>
              <a:t>Variant Identification: </a:t>
            </a:r>
            <a:r>
              <a:rPr lang="en-US" dirty="0"/>
              <a:t>Bioinformatic algorithms compare the aligned reads to the reference to identify positions where they differ, indicating a variant. </a:t>
            </a:r>
          </a:p>
          <a:p>
            <a:r>
              <a:rPr lang="en-US" b="1" dirty="0"/>
              <a:t>Variant Call Formatting: </a:t>
            </a:r>
            <a:r>
              <a:rPr lang="en-US" dirty="0"/>
              <a:t>The identified variants are compiled into a standardized Variant Call Format (VCF) file. </a:t>
            </a:r>
          </a:p>
        </p:txBody>
      </p:sp>
      <p:sp>
        <p:nvSpPr>
          <p:cNvPr id="4" name="Slide Number Placeholder 3">
            <a:extLst>
              <a:ext uri="{FF2B5EF4-FFF2-40B4-BE49-F238E27FC236}">
                <a16:creationId xmlns:a16="http://schemas.microsoft.com/office/drawing/2014/main" id="{58A8F257-5324-DBC6-ACAF-B703C251F65F}"/>
              </a:ext>
            </a:extLst>
          </p:cNvPr>
          <p:cNvSpPr>
            <a:spLocks noGrp="1"/>
          </p:cNvSpPr>
          <p:nvPr>
            <p:ph type="sldNum" sz="quarter" idx="12"/>
          </p:nvPr>
        </p:nvSpPr>
        <p:spPr/>
        <p:txBody>
          <a:bodyPr/>
          <a:lstStyle/>
          <a:p>
            <a:fld id="{B82CCC60-E8CD-4174-8B1A-7DF615B22EEF}" type="slidenum">
              <a:rPr lang="en-US" smtClean="0"/>
              <a:pPr/>
              <a:t>59</a:t>
            </a:fld>
            <a:endParaRPr lang="en-US"/>
          </a:p>
        </p:txBody>
      </p:sp>
    </p:spTree>
    <p:extLst>
      <p:ext uri="{BB962C8B-B14F-4D97-AF65-F5344CB8AC3E}">
        <p14:creationId xmlns:p14="http://schemas.microsoft.com/office/powerpoint/2010/main" val="5826609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B672D-A435-BC83-72AA-E32D227F60BD}"/>
              </a:ext>
            </a:extLst>
          </p:cNvPr>
          <p:cNvSpPr>
            <a:spLocks noGrp="1"/>
          </p:cNvSpPr>
          <p:nvPr>
            <p:ph type="title"/>
          </p:nvPr>
        </p:nvSpPr>
        <p:spPr/>
        <p:txBody>
          <a:bodyPr>
            <a:normAutofit fontScale="90000"/>
          </a:bodyPr>
          <a:lstStyle/>
          <a:p>
            <a:r>
              <a:rPr lang="en-US" dirty="0"/>
              <a:t>Types of variants</a:t>
            </a:r>
          </a:p>
        </p:txBody>
      </p:sp>
      <p:sp>
        <p:nvSpPr>
          <p:cNvPr id="3" name="Content Placeholder 2">
            <a:extLst>
              <a:ext uri="{FF2B5EF4-FFF2-40B4-BE49-F238E27FC236}">
                <a16:creationId xmlns:a16="http://schemas.microsoft.com/office/drawing/2014/main" id="{2B1184CE-5E86-958A-1224-B2F8288EB7E6}"/>
              </a:ext>
            </a:extLst>
          </p:cNvPr>
          <p:cNvSpPr>
            <a:spLocks noGrp="1"/>
          </p:cNvSpPr>
          <p:nvPr>
            <p:ph idx="1"/>
          </p:nvPr>
        </p:nvSpPr>
        <p:spPr/>
        <p:txBody>
          <a:bodyPr/>
          <a:lstStyle/>
          <a:p>
            <a:r>
              <a:rPr lang="en-US" b="1" dirty="0"/>
              <a:t>Single Nucleotide Variants (SNVs): </a:t>
            </a:r>
            <a:r>
              <a:rPr lang="en-US" dirty="0"/>
              <a:t>A change in a single DNA base pair, such as a single nucleotide polymorphism (SNP).</a:t>
            </a:r>
          </a:p>
          <a:p>
            <a:r>
              <a:rPr lang="en-US" b="1" dirty="0"/>
              <a:t>Insertions/Deletions (Indels):</a:t>
            </a:r>
            <a:r>
              <a:rPr lang="en-US" dirty="0"/>
              <a:t> Short segments of DNA that are inserted or deleted.</a:t>
            </a:r>
          </a:p>
          <a:p>
            <a:r>
              <a:rPr lang="en-US" b="1" dirty="0"/>
              <a:t>Structural Variants (SVs): </a:t>
            </a:r>
            <a:r>
              <a:rPr lang="en-US" dirty="0"/>
              <a:t>Larger-scale changes to the genome, including deletions, duplications, inversions, and translocations.</a:t>
            </a:r>
          </a:p>
        </p:txBody>
      </p:sp>
      <p:sp>
        <p:nvSpPr>
          <p:cNvPr id="4" name="Slide Number Placeholder 3">
            <a:extLst>
              <a:ext uri="{FF2B5EF4-FFF2-40B4-BE49-F238E27FC236}">
                <a16:creationId xmlns:a16="http://schemas.microsoft.com/office/drawing/2014/main" id="{7680CDBB-CABE-DADA-9F90-7C41BDB5D374}"/>
              </a:ext>
            </a:extLst>
          </p:cNvPr>
          <p:cNvSpPr>
            <a:spLocks noGrp="1"/>
          </p:cNvSpPr>
          <p:nvPr>
            <p:ph type="sldNum" sz="quarter" idx="12"/>
          </p:nvPr>
        </p:nvSpPr>
        <p:spPr/>
        <p:txBody>
          <a:bodyPr/>
          <a:lstStyle/>
          <a:p>
            <a:fld id="{B82CCC60-E8CD-4174-8B1A-7DF615B22EEF}" type="slidenum">
              <a:rPr lang="en-US" smtClean="0"/>
              <a:pPr/>
              <a:t>60</a:t>
            </a:fld>
            <a:endParaRPr lang="en-US"/>
          </a:p>
        </p:txBody>
      </p:sp>
    </p:spTree>
    <p:extLst>
      <p:ext uri="{BB962C8B-B14F-4D97-AF65-F5344CB8AC3E}">
        <p14:creationId xmlns:p14="http://schemas.microsoft.com/office/powerpoint/2010/main" val="8979606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DEB4F-9DB9-B8C4-DCFA-CBAE516F9E21}"/>
              </a:ext>
            </a:extLst>
          </p:cNvPr>
          <p:cNvSpPr>
            <a:spLocks noGrp="1"/>
          </p:cNvSpPr>
          <p:nvPr>
            <p:ph type="title"/>
          </p:nvPr>
        </p:nvSpPr>
        <p:spPr/>
        <p:txBody>
          <a:bodyPr>
            <a:normAutofit fontScale="90000"/>
          </a:bodyPr>
          <a:lstStyle/>
          <a:p>
            <a:r>
              <a:rPr lang="en-US" dirty="0"/>
              <a:t>Why variant calling is important</a:t>
            </a:r>
          </a:p>
        </p:txBody>
      </p:sp>
      <p:sp>
        <p:nvSpPr>
          <p:cNvPr id="3" name="Content Placeholder 2">
            <a:extLst>
              <a:ext uri="{FF2B5EF4-FFF2-40B4-BE49-F238E27FC236}">
                <a16:creationId xmlns:a16="http://schemas.microsoft.com/office/drawing/2014/main" id="{AC86A152-31BF-4E55-AF0D-73795B258635}"/>
              </a:ext>
            </a:extLst>
          </p:cNvPr>
          <p:cNvSpPr>
            <a:spLocks noGrp="1"/>
          </p:cNvSpPr>
          <p:nvPr>
            <p:ph idx="1"/>
          </p:nvPr>
        </p:nvSpPr>
        <p:spPr/>
        <p:txBody>
          <a:bodyPr/>
          <a:lstStyle/>
          <a:p>
            <a:r>
              <a:rPr lang="en-US" b="1" dirty="0"/>
              <a:t>Disease Research: </a:t>
            </a:r>
            <a:r>
              <a:rPr lang="en-US" dirty="0"/>
              <a:t>Variant calling helps identify genetic mutations associated with various diseases, including cancer. </a:t>
            </a:r>
          </a:p>
          <a:p>
            <a:r>
              <a:rPr lang="en-US" b="1" dirty="0"/>
              <a:t>Clinical Diagnostics: </a:t>
            </a:r>
            <a:r>
              <a:rPr lang="en-US" dirty="0"/>
              <a:t>It provides data for diagnosing genetic conditions and understanding individual predispositions to common health problems. </a:t>
            </a:r>
          </a:p>
          <a:p>
            <a:r>
              <a:rPr lang="en-US" b="1" dirty="0"/>
              <a:t>Evolutionary Studies: </a:t>
            </a:r>
            <a:r>
              <a:rPr lang="en-US" dirty="0"/>
              <a:t>Comparing variants across populations helps researchers understand evolutionary relationships and genetic diversity. </a:t>
            </a:r>
          </a:p>
        </p:txBody>
      </p:sp>
      <p:sp>
        <p:nvSpPr>
          <p:cNvPr id="4" name="Slide Number Placeholder 3">
            <a:extLst>
              <a:ext uri="{FF2B5EF4-FFF2-40B4-BE49-F238E27FC236}">
                <a16:creationId xmlns:a16="http://schemas.microsoft.com/office/drawing/2014/main" id="{1C15619B-34FD-33B8-1746-F3746FA338C0}"/>
              </a:ext>
            </a:extLst>
          </p:cNvPr>
          <p:cNvSpPr>
            <a:spLocks noGrp="1"/>
          </p:cNvSpPr>
          <p:nvPr>
            <p:ph type="sldNum" sz="quarter" idx="12"/>
          </p:nvPr>
        </p:nvSpPr>
        <p:spPr/>
        <p:txBody>
          <a:bodyPr/>
          <a:lstStyle/>
          <a:p>
            <a:fld id="{B82CCC60-E8CD-4174-8B1A-7DF615B22EEF}" type="slidenum">
              <a:rPr lang="en-US" smtClean="0"/>
              <a:pPr/>
              <a:t>61</a:t>
            </a:fld>
            <a:endParaRPr lang="en-US"/>
          </a:p>
        </p:txBody>
      </p:sp>
    </p:spTree>
    <p:extLst>
      <p:ext uri="{BB962C8B-B14F-4D97-AF65-F5344CB8AC3E}">
        <p14:creationId xmlns:p14="http://schemas.microsoft.com/office/powerpoint/2010/main" val="20168717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14952</TotalTime>
  <Words>3842</Words>
  <Application>Microsoft Office PowerPoint</Application>
  <PresentationFormat>Widescreen</PresentationFormat>
  <Paragraphs>625</Paragraphs>
  <Slides>61</Slides>
  <Notes>3</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61</vt:i4>
      </vt:variant>
    </vt:vector>
  </HeadingPairs>
  <TitlesOfParts>
    <vt:vector size="74" baseType="lpstr">
      <vt:lpstr>Batang</vt:lpstr>
      <vt:lpstr>AdvTT6489ba6c</vt:lpstr>
      <vt:lpstr>Arial</vt:lpstr>
      <vt:lpstr>Calibri</vt:lpstr>
      <vt:lpstr>Cambria Math</vt:lpstr>
      <vt:lpstr>Courier New</vt:lpstr>
      <vt:lpstr>CourierNewPSMT</vt:lpstr>
      <vt:lpstr>Roboto</vt:lpstr>
      <vt:lpstr>Times</vt:lpstr>
      <vt:lpstr>Times New Roman</vt:lpstr>
      <vt:lpstr>Trebuchet MS</vt:lpstr>
      <vt:lpstr>Office Theme</vt:lpstr>
      <vt:lpstr>Equation</vt:lpstr>
      <vt:lpstr>PowerPoint Presentation</vt:lpstr>
      <vt:lpstr>Lab #5: Jaccard similarity</vt:lpstr>
      <vt:lpstr>Jaccard similarity example</vt:lpstr>
      <vt:lpstr>Assembly of aligned RNA-seq data</vt:lpstr>
      <vt:lpstr>Assembly of aligned RNA-seq data</vt:lpstr>
      <vt:lpstr>Assembly of aligned RNA-seq data</vt:lpstr>
      <vt:lpstr>Assembly of aligned RNA-seq data</vt:lpstr>
      <vt:lpstr>Assembly of aligned RNA-seq data</vt:lpstr>
      <vt:lpstr>Evaluating transcript assembly</vt:lpstr>
      <vt:lpstr>Common reference annotation databases</vt:lpstr>
      <vt:lpstr>Benchmark transcriptome</vt:lpstr>
      <vt:lpstr>Transcriptome assembly metrics</vt:lpstr>
      <vt:lpstr>Assembly metrics based on benchmark</vt:lpstr>
      <vt:lpstr>Measures of correctness</vt:lpstr>
      <vt:lpstr>Sensitivity and Specificity</vt:lpstr>
      <vt:lpstr>Intron chain</vt:lpstr>
      <vt:lpstr>Nucleotide level accuracy</vt:lpstr>
      <vt:lpstr>Exon level accuracy</vt:lpstr>
      <vt:lpstr>Transcript level accuracy</vt:lpstr>
      <vt:lpstr>gffread, gffcompare and trmap</vt:lpstr>
      <vt:lpstr>gffread, gffcompare and trmap</vt:lpstr>
      <vt:lpstr>gffread, gffcompare and trmap</vt:lpstr>
      <vt:lpstr>gffread, gffcompare and trmap</vt:lpstr>
      <vt:lpstr>gffcompare of two annotations</vt:lpstr>
      <vt:lpstr>gffcompare of two annotations</vt:lpstr>
      <vt:lpstr>Ab initio gene finding</vt:lpstr>
      <vt:lpstr>Machine learning algorithms</vt:lpstr>
      <vt:lpstr>Markov chains and HMMs</vt:lpstr>
      <vt:lpstr>Positional Probabilities</vt:lpstr>
      <vt:lpstr>Positional probabilities</vt:lpstr>
      <vt:lpstr>Example</vt:lpstr>
      <vt:lpstr>Splice site patterns</vt:lpstr>
      <vt:lpstr>Using PWM to evaluate pattern</vt:lpstr>
      <vt:lpstr>PPM vs PWM</vt:lpstr>
      <vt:lpstr>Scoring with PWMs</vt:lpstr>
      <vt:lpstr>PWM score</vt:lpstr>
      <vt:lpstr>Drawback of PWMs</vt:lpstr>
      <vt:lpstr>Markov chain</vt:lpstr>
      <vt:lpstr>Markov model</vt:lpstr>
      <vt:lpstr>Markov model</vt:lpstr>
      <vt:lpstr>Markov model</vt:lpstr>
      <vt:lpstr>Markov chain</vt:lpstr>
      <vt:lpstr>Training Markov chain</vt:lpstr>
      <vt:lpstr>Computing Markov chain probability matrix</vt:lpstr>
      <vt:lpstr>Estimation of negative hypothesis</vt:lpstr>
      <vt:lpstr>Extend to Markov chain of arbitrary order</vt:lpstr>
      <vt:lpstr>How to choose the order of Markov chain</vt:lpstr>
      <vt:lpstr>Hidden Markov Models</vt:lpstr>
      <vt:lpstr>Hidden Markov Models</vt:lpstr>
      <vt:lpstr>The game</vt:lpstr>
      <vt:lpstr>Hidden Markov Models</vt:lpstr>
      <vt:lpstr>Hidden Markov Models</vt:lpstr>
      <vt:lpstr>Hidden Markov Models</vt:lpstr>
      <vt:lpstr>Hidden Markov Models</vt:lpstr>
      <vt:lpstr>Hidden Markov Models</vt:lpstr>
      <vt:lpstr>Gene finding with HMMs</vt:lpstr>
      <vt:lpstr>Gene finding with HMMs</vt:lpstr>
      <vt:lpstr>Viterbi algorithm for HMMs</vt:lpstr>
      <vt:lpstr>Variant Calling</vt:lpstr>
      <vt:lpstr>Types of variants</vt:lpstr>
      <vt:lpstr>Why variant calling is important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catsuser</cp:lastModifiedBy>
  <cp:revision>82</cp:revision>
  <dcterms:created xsi:type="dcterms:W3CDTF">2013-08-21T19:17:07Z</dcterms:created>
  <dcterms:modified xsi:type="dcterms:W3CDTF">2025-11-03T13:57:00Z</dcterms:modified>
</cp:coreProperties>
</file>