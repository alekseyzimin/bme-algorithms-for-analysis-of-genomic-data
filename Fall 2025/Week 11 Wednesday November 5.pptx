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2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898" r:id="rId2"/>
    <p:sldId id="899" r:id="rId3"/>
    <p:sldId id="861" r:id="rId4"/>
    <p:sldId id="902" r:id="rId5"/>
    <p:sldId id="901" r:id="rId6"/>
    <p:sldId id="903" r:id="rId7"/>
    <p:sldId id="862" r:id="rId8"/>
    <p:sldId id="870" r:id="rId9"/>
    <p:sldId id="863" r:id="rId10"/>
    <p:sldId id="8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8ACF"/>
    <a:srgbClr val="D68B1C"/>
    <a:srgbClr val="BE0260"/>
    <a:srgbClr val="D0005E"/>
    <a:srgbClr val="D09622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27" autoAdjust="0"/>
    <p:restoredTop sz="93721" autoAdjust="0"/>
  </p:normalViewPr>
  <p:slideViewPr>
    <p:cSldViewPr snapToGrid="0">
      <p:cViewPr varScale="1">
        <p:scale>
          <a:sx n="99" d="100"/>
          <a:sy n="99" d="100"/>
        </p:scale>
        <p:origin x="24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sey Zimin" userId="7f2637d0bc515791" providerId="LiveId" clId="{8553A319-8433-4677-8F80-E28D63617D4C}"/>
    <pc:docChg chg="delSld">
      <pc:chgData name="Aleksey Zimin" userId="7f2637d0bc515791" providerId="LiveId" clId="{8553A319-8433-4677-8F80-E28D63617D4C}" dt="2025-11-05T14:26:58.521" v="1" actId="47"/>
      <pc:docMkLst>
        <pc:docMk/>
      </pc:docMkLst>
      <pc:sldChg chg="del">
        <pc:chgData name="Aleksey Zimin" userId="7f2637d0bc515791" providerId="LiveId" clId="{8553A319-8433-4677-8F80-E28D63617D4C}" dt="2025-11-05T14:26:48.494" v="0" actId="47"/>
        <pc:sldMkLst>
          <pc:docMk/>
          <pc:sldMk cId="1052403946" sldId="272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582660925" sldId="557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897960614" sldId="559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2016871750" sldId="560"/>
        </pc:sldMkLst>
      </pc:sldChg>
      <pc:sldChg chg="del">
        <pc:chgData name="Aleksey Zimin" userId="7f2637d0bc515791" providerId="LiveId" clId="{8553A319-8433-4677-8F80-E28D63617D4C}" dt="2025-11-05T14:26:48.494" v="0" actId="47"/>
        <pc:sldMkLst>
          <pc:docMk/>
          <pc:sldMk cId="3059937519" sldId="811"/>
        </pc:sldMkLst>
      </pc:sldChg>
      <pc:sldChg chg="del">
        <pc:chgData name="Aleksey Zimin" userId="7f2637d0bc515791" providerId="LiveId" clId="{8553A319-8433-4677-8F80-E28D63617D4C}" dt="2025-11-05T14:26:48.494" v="0" actId="47"/>
        <pc:sldMkLst>
          <pc:docMk/>
          <pc:sldMk cId="763290966" sldId="841"/>
        </pc:sldMkLst>
      </pc:sldChg>
      <pc:sldChg chg="del">
        <pc:chgData name="Aleksey Zimin" userId="7f2637d0bc515791" providerId="LiveId" clId="{8553A319-8433-4677-8F80-E28D63617D4C}" dt="2025-11-05T14:26:48.494" v="0" actId="47"/>
        <pc:sldMkLst>
          <pc:docMk/>
          <pc:sldMk cId="523482158" sldId="851"/>
        </pc:sldMkLst>
      </pc:sldChg>
      <pc:sldChg chg="del">
        <pc:chgData name="Aleksey Zimin" userId="7f2637d0bc515791" providerId="LiveId" clId="{8553A319-8433-4677-8F80-E28D63617D4C}" dt="2025-11-05T14:26:48.494" v="0" actId="47"/>
        <pc:sldMkLst>
          <pc:docMk/>
          <pc:sldMk cId="2628352046" sldId="852"/>
        </pc:sldMkLst>
      </pc:sldChg>
      <pc:sldChg chg="del">
        <pc:chgData name="Aleksey Zimin" userId="7f2637d0bc515791" providerId="LiveId" clId="{8553A319-8433-4677-8F80-E28D63617D4C}" dt="2025-11-05T14:26:48.494" v="0" actId="47"/>
        <pc:sldMkLst>
          <pc:docMk/>
          <pc:sldMk cId="688161546" sldId="853"/>
        </pc:sldMkLst>
      </pc:sldChg>
      <pc:sldChg chg="del">
        <pc:chgData name="Aleksey Zimin" userId="7f2637d0bc515791" providerId="LiveId" clId="{8553A319-8433-4677-8F80-E28D63617D4C}" dt="2025-11-05T14:26:48.494" v="0" actId="47"/>
        <pc:sldMkLst>
          <pc:docMk/>
          <pc:sldMk cId="1582605635" sldId="854"/>
        </pc:sldMkLst>
      </pc:sldChg>
      <pc:sldChg chg="del">
        <pc:chgData name="Aleksey Zimin" userId="7f2637d0bc515791" providerId="LiveId" clId="{8553A319-8433-4677-8F80-E28D63617D4C}" dt="2025-11-05T14:26:48.494" v="0" actId="47"/>
        <pc:sldMkLst>
          <pc:docMk/>
          <pc:sldMk cId="2893015969" sldId="855"/>
        </pc:sldMkLst>
      </pc:sldChg>
      <pc:sldChg chg="del">
        <pc:chgData name="Aleksey Zimin" userId="7f2637d0bc515791" providerId="LiveId" clId="{8553A319-8433-4677-8F80-E28D63617D4C}" dt="2025-11-05T14:26:48.494" v="0" actId="47"/>
        <pc:sldMkLst>
          <pc:docMk/>
          <pc:sldMk cId="2155246616" sldId="856"/>
        </pc:sldMkLst>
      </pc:sldChg>
      <pc:sldChg chg="del">
        <pc:chgData name="Aleksey Zimin" userId="7f2637d0bc515791" providerId="LiveId" clId="{8553A319-8433-4677-8F80-E28D63617D4C}" dt="2025-11-05T14:26:48.494" v="0" actId="47"/>
        <pc:sldMkLst>
          <pc:docMk/>
          <pc:sldMk cId="140951592" sldId="857"/>
        </pc:sldMkLst>
      </pc:sldChg>
      <pc:sldChg chg="del">
        <pc:chgData name="Aleksey Zimin" userId="7f2637d0bc515791" providerId="LiveId" clId="{8553A319-8433-4677-8F80-E28D63617D4C}" dt="2025-11-05T14:26:48.494" v="0" actId="47"/>
        <pc:sldMkLst>
          <pc:docMk/>
          <pc:sldMk cId="3851234347" sldId="858"/>
        </pc:sldMkLst>
      </pc:sldChg>
      <pc:sldChg chg="del">
        <pc:chgData name="Aleksey Zimin" userId="7f2637d0bc515791" providerId="LiveId" clId="{8553A319-8433-4677-8F80-E28D63617D4C}" dt="2025-11-05T14:26:48.494" v="0" actId="47"/>
        <pc:sldMkLst>
          <pc:docMk/>
          <pc:sldMk cId="2509772218" sldId="859"/>
        </pc:sldMkLst>
      </pc:sldChg>
      <pc:sldChg chg="del">
        <pc:chgData name="Aleksey Zimin" userId="7f2637d0bc515791" providerId="LiveId" clId="{8553A319-8433-4677-8F80-E28D63617D4C}" dt="2025-11-05T14:26:48.494" v="0" actId="47"/>
        <pc:sldMkLst>
          <pc:docMk/>
          <pc:sldMk cId="3349687225" sldId="860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2634646025" sldId="865"/>
        </pc:sldMkLst>
      </pc:sldChg>
      <pc:sldChg chg="del">
        <pc:chgData name="Aleksey Zimin" userId="7f2637d0bc515791" providerId="LiveId" clId="{8553A319-8433-4677-8F80-E28D63617D4C}" dt="2025-11-05T14:26:48.494" v="0" actId="47"/>
        <pc:sldMkLst>
          <pc:docMk/>
          <pc:sldMk cId="3640467478" sldId="866"/>
        </pc:sldMkLst>
      </pc:sldChg>
      <pc:sldChg chg="del">
        <pc:chgData name="Aleksey Zimin" userId="7f2637d0bc515791" providerId="LiveId" clId="{8553A319-8433-4677-8F80-E28D63617D4C}" dt="2025-11-05T14:26:48.494" v="0" actId="47"/>
        <pc:sldMkLst>
          <pc:docMk/>
          <pc:sldMk cId="749512955" sldId="868"/>
        </pc:sldMkLst>
      </pc:sldChg>
      <pc:sldChg chg="del">
        <pc:chgData name="Aleksey Zimin" userId="7f2637d0bc515791" providerId="LiveId" clId="{8553A319-8433-4677-8F80-E28D63617D4C}" dt="2025-11-05T14:26:48.494" v="0" actId="47"/>
        <pc:sldMkLst>
          <pc:docMk/>
          <pc:sldMk cId="1007581351" sldId="869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3261130923" sldId="871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415209501" sldId="872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3041595195" sldId="873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841664835" sldId="874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749756353" sldId="875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1943159719" sldId="876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2131417150" sldId="877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323728444" sldId="878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1697097188" sldId="879"/>
        </pc:sldMkLst>
      </pc:sldChg>
      <pc:sldChg chg="del">
        <pc:chgData name="Aleksey Zimin" userId="7f2637d0bc515791" providerId="LiveId" clId="{8553A319-8433-4677-8F80-E28D63617D4C}" dt="2025-11-05T14:26:48.494" v="0" actId="47"/>
        <pc:sldMkLst>
          <pc:docMk/>
          <pc:sldMk cId="1972945173" sldId="880"/>
        </pc:sldMkLst>
      </pc:sldChg>
      <pc:sldChg chg="del">
        <pc:chgData name="Aleksey Zimin" userId="7f2637d0bc515791" providerId="LiveId" clId="{8553A319-8433-4677-8F80-E28D63617D4C}" dt="2025-11-05T14:26:48.494" v="0" actId="47"/>
        <pc:sldMkLst>
          <pc:docMk/>
          <pc:sldMk cId="1888440136" sldId="881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702189588" sldId="882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1452179586" sldId="883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3549718570" sldId="884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941793736" sldId="885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2352345771" sldId="886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3197633200" sldId="887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2537798046" sldId="888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1574673349" sldId="890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3699968443" sldId="891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752308720" sldId="892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872453536" sldId="893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2702561878" sldId="894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1526773716" sldId="895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2253551215" sldId="896"/>
        </pc:sldMkLst>
      </pc:sldChg>
      <pc:sldChg chg="del">
        <pc:chgData name="Aleksey Zimin" userId="7f2637d0bc515791" providerId="LiveId" clId="{8553A319-8433-4677-8F80-E28D63617D4C}" dt="2025-11-05T14:26:58.521" v="1" actId="47"/>
        <pc:sldMkLst>
          <pc:docMk/>
          <pc:sldMk cId="512676943" sldId="897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03:36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1900 24575,'-7'1'0,"1"0"0,-1 1 0,1 0 0,-1 0 0,1 0 0,-12 7 0,-12 4 0,-163 41 0,156-46 0,0-2 0,0-1 0,-51-1 0,55-5 0,-152-7 0,162 5 0,0-1 0,1-1 0,-1-1 0,1-1 0,-42-19 0,37 12 0,1 0 0,1-2 0,0-1 0,1-1 0,0-1 0,2-1 0,0-1 0,2-1 0,-21-27 0,19 20 0,2-1 0,1-1 0,1-1 0,-15-38 0,24 46 0,1 0 0,1 0 0,1-1 0,1 0 0,1 0 0,0-45 0,6-538 0,-1 592 0,1 1 0,0 0 0,1 0 0,1 0 0,0 0 0,1 1 0,11-23 0,1 3 0,41-60 0,-27 51 0,1 2 0,3 2 0,0 1 0,45-35 0,-60 56 0,1 0 0,1 2 0,0 1 0,1 0 0,1 2 0,0 0 0,44-13 0,3-1 0,-44 15 0,0 2 0,34-8 0,-61 17 0,48-10 0,0 2 0,79-2 0,-47 9 0,109 4 0,-160 3 0,-1 0 0,0 2 0,0 1 0,0 1 0,50 27 0,-59-28 0,1 3 0,-1 1 0,0 0 0,-1 1 0,0 2 0,24 26 0,-1-2 0,-26-25 0,-1 0 0,0 2 0,-1-1 0,-1 2 0,-1 0 0,17 34 0,-9-6 0,24 83 0,-39-114 0,1 0 0,0-1 0,0 0 0,2-1 0,0 1 0,14 20 0,-21-34 0,1 0 0,-1 0 0,0 0 0,1 0 0,-1 0 0,0 0 0,1 0 0,-1 0 0,0 0 0,1 0 0,-1-1 0,0 1 0,0 0 0,1 0 0,-1 0 0,0 0 0,1-1 0,-1 1 0,0 0 0,0 0 0,1 0 0,-1-1 0,0 1 0,0 0 0,0-1 0,0 1 0,1 0 0,-1 0 0,0-1 0,0 1 0,0 0 0,0-1 0,0 1 0,0 0 0,0-1 0,0 1 0,0 0 0,0-1 0,0 1 0,0 0 0,0-1 0,0 1 0,0 0 0,0-1 0,0 1 0,0 0 0,0-1 0,1-19 0,-3-199 0,3 286 0,-3 88 0,2-153 0,0 1 0,0-1 0,0 1 0,0-1 0,-1 1 0,0-1 0,1 0 0,-1 1 0,0-1 0,0 1 0,0-1 0,0 0 0,-1 0 0,1 0 0,-1 0 0,-1 2 0,2-3 0,-1 0 0,1-1 0,0 1 0,-1-1 0,1 0 0,-1 1 0,1-1 0,-1 0 0,1 0 0,-1 0 0,1 0 0,-1 0 0,1 0 0,-1 0 0,1-1 0,0 1 0,-1-1 0,1 1 0,-1-1 0,1 1 0,0-1 0,-1 0 0,1 1 0,0-1 0,0 0 0,0 0 0,-1 0 0,0-2 0,-20-12 0,12 10 0,1-1 0,0-1 0,0 1 0,1-1 0,-1-1 0,2 0 0,-1 0 0,1 0 0,-11-18 0,74 85 0,-27-27-1365,-15-20-5461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10:56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1900 24575,'-7'1'0,"1"0"0,-1 1 0,1 0 0,-1 0 0,1 0 0,-12 7 0,-12 4 0,-163 41 0,156-46 0,0-2 0,0-1 0,-51-1 0,55-5 0,-152-7 0,162 5 0,0-1 0,1-1 0,-1-1 0,1-1 0,-42-19 0,37 12 0,1 0 0,1-2 0,0-1 0,1-1 0,0-1 0,2-1 0,0-1 0,2-1 0,-21-27 0,19 20 0,2-1 0,1-1 0,1-1 0,-15-38 0,24 46 0,1 0 0,1 0 0,1-1 0,1 0 0,1 0 0,0-45 0,6-538 0,-1 592 0,1 1 0,0 0 0,1 0 0,1 0 0,0 0 0,1 1 0,11-23 0,1 3 0,41-60 0,-27 51 0,1 2 0,3 2 0,0 1 0,45-35 0,-60 56 0,1 0 0,1 2 0,0 1 0,1 0 0,1 2 0,0 0 0,44-13 0,3-1 0,-44 15 0,0 2 0,34-8 0,-61 17 0,48-10 0,0 2 0,79-2 0,-47 9 0,109 4 0,-160 3 0,-1 0 0,0 2 0,0 1 0,0 1 0,50 27 0,-59-28 0,1 3 0,-1 1 0,0 0 0,-1 1 0,0 2 0,24 26 0,-1-2 0,-26-25 0,-1 0 0,0 2 0,-1-1 0,-1 2 0,-1 0 0,17 34 0,-9-6 0,24 83 0,-39-114 0,1 0 0,0-1 0,0 0 0,2-1 0,0 1 0,14 20 0,-21-34 0,1 0 0,-1 0 0,0 0 0,1 0 0,-1 0 0,0 0 0,1 0 0,-1 0 0,0 0 0,1 0 0,-1-1 0,0 1 0,0 0 0,1 0 0,-1 0 0,0 0 0,1-1 0,-1 1 0,0 0 0,0 0 0,1 0 0,-1-1 0,0 1 0,0 0 0,0-1 0,0 1 0,1 0 0,-1 0 0,0-1 0,0 1 0,0 0 0,0-1 0,0 1 0,0 0 0,0-1 0,0 1 0,0 0 0,0-1 0,0 1 0,0 0 0,0-1 0,0 1 0,0 0 0,0-1 0,0 1 0,0 0 0,0-1 0,1-19 0,-3-199 0,3 286 0,-3 88 0,2-153 0,0 1 0,0-1 0,0 1 0,0-1 0,-1 1 0,0-1 0,1 0 0,-1 1 0,0-1 0,0 1 0,0-1 0,0 0 0,-1 0 0,1 0 0,-1 0 0,-1 2 0,2-3 0,-1 0 0,1-1 0,0 1 0,-1-1 0,1 0 0,-1 1 0,1-1 0,-1 0 0,1 0 0,-1 0 0,1 0 0,-1 0 0,1 0 0,-1 0 0,1-1 0,0 1 0,-1-1 0,1 1 0,-1-1 0,1 1 0,0-1 0,-1 0 0,1 1 0,0-1 0,0 0 0,0 0 0,-1 0 0,0-2 0,-20-12 0,12 10 0,1-1 0,0-1 0,0 1 0,1-1 0,-1-1 0,2 0 0,-1 0 0,1 0 0,-11-18 0,74 85 0,-27-27-1365,-15-20-5461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11:15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1900 24575,'-7'1'0,"1"0"0,-1 1 0,1 0 0,-1 0 0,1 0 0,-12 7 0,-12 4 0,-163 41 0,156-46 0,0-2 0,0-1 0,-51-1 0,55-5 0,-152-7 0,162 5 0,0-1 0,1-1 0,-1-1 0,1-1 0,-42-19 0,37 12 0,1 0 0,1-2 0,0-1 0,1-1 0,0-1 0,2-1 0,0-1 0,2-1 0,-21-27 0,19 20 0,2-1 0,1-1 0,1-1 0,-15-38 0,24 46 0,1 0 0,1 0 0,1-1 0,1 0 0,1 0 0,0-45 0,6-538 0,-1 592 0,1 1 0,0 0 0,1 0 0,1 0 0,0 0 0,1 1 0,11-23 0,1 3 0,41-60 0,-27 51 0,1 2 0,3 2 0,0 1 0,45-35 0,-60 56 0,1 0 0,1 2 0,0 1 0,1 0 0,1 2 0,0 0 0,44-13 0,3-1 0,-44 15 0,0 2 0,34-8 0,-61 17 0,48-10 0,0 2 0,79-2 0,-47 9 0,109 4 0,-160 3 0,-1 0 0,0 2 0,0 1 0,0 1 0,50 27 0,-59-28 0,1 3 0,-1 1 0,0 0 0,-1 1 0,0 2 0,24 26 0,-1-2 0,-26-25 0,-1 0 0,0 2 0,-1-1 0,-1 2 0,-1 0 0,17 34 0,-9-6 0,24 83 0,-39-114 0,1 0 0,0-1 0,0 0 0,2-1 0,0 1 0,14 20 0,-21-34 0,1 0 0,-1 0 0,0 0 0,1 0 0,-1 0 0,0 0 0,1 0 0,-1 0 0,0 0 0,1 0 0,-1-1 0,0 1 0,0 0 0,1 0 0,-1 0 0,0 0 0,1-1 0,-1 1 0,0 0 0,0 0 0,1 0 0,-1-1 0,0 1 0,0 0 0,0-1 0,0 1 0,1 0 0,-1 0 0,0-1 0,0 1 0,0 0 0,0-1 0,0 1 0,0 0 0,0-1 0,0 1 0,0 0 0,0-1 0,0 1 0,0 0 0,0-1 0,0 1 0,0 0 0,0-1 0,0 1 0,0 0 0,0-1 0,1-19 0,-3-199 0,3 286 0,-3 88 0,2-153 0,0 1 0,0-1 0,0 1 0,0-1 0,-1 1 0,0-1 0,1 0 0,-1 1 0,0-1 0,0 1 0,0-1 0,0 0 0,-1 0 0,1 0 0,-1 0 0,-1 2 0,2-3 0,-1 0 0,1-1 0,0 1 0,-1-1 0,1 0 0,-1 1 0,1-1 0,-1 0 0,1 0 0,-1 0 0,1 0 0,-1 0 0,1 0 0,-1 0 0,1-1 0,0 1 0,-1-1 0,1 1 0,-1-1 0,1 1 0,0-1 0,-1 0 0,1 1 0,0-1 0,0 0 0,0 0 0,-1 0 0,0-2 0,-20-12 0,12 10 0,1-1 0,0-1 0,0 1 0,1-1 0,-1-1 0,2 0 0,-1 0 0,1 0 0,-11-18 0,74 85 0,-27-27-1365,-15-20-5461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11:31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1900 24575,'-7'1'0,"1"0"0,-1 1 0,1 0 0,-1 0 0,1 0 0,-12 7 0,-12 4 0,-163 41 0,156-46 0,0-2 0,0-1 0,-51-1 0,55-5 0,-152-7 0,162 5 0,0-1 0,1-1 0,-1-1 0,1-1 0,-42-19 0,37 12 0,1 0 0,1-2 0,0-1 0,1-1 0,0-1 0,2-1 0,0-1 0,2-1 0,-21-27 0,19 20 0,2-1 0,1-1 0,1-1 0,-15-38 0,24 46 0,1 0 0,1 0 0,1-1 0,1 0 0,1 0 0,0-45 0,6-538 0,-1 592 0,1 1 0,0 0 0,1 0 0,1 0 0,0 0 0,1 1 0,11-23 0,1 3 0,41-60 0,-27 51 0,1 2 0,3 2 0,0 1 0,45-35 0,-60 56 0,1 0 0,1 2 0,0 1 0,1 0 0,1 2 0,0 0 0,44-13 0,3-1 0,-44 15 0,0 2 0,34-8 0,-61 17 0,48-10 0,0 2 0,79-2 0,-47 9 0,109 4 0,-160 3 0,-1 0 0,0 2 0,0 1 0,0 1 0,50 27 0,-59-28 0,1 3 0,-1 1 0,0 0 0,-1 1 0,0 2 0,24 26 0,-1-2 0,-26-25 0,-1 0 0,0 2 0,-1-1 0,-1 2 0,-1 0 0,17 34 0,-9-6 0,24 83 0,-39-114 0,1 0 0,0-1 0,0 0 0,2-1 0,0 1 0,14 20 0,-21-34 0,1 0 0,-1 0 0,0 0 0,1 0 0,-1 0 0,0 0 0,1 0 0,-1 0 0,0 0 0,1 0 0,-1-1 0,0 1 0,0 0 0,1 0 0,-1 0 0,0 0 0,1-1 0,-1 1 0,0 0 0,0 0 0,1 0 0,-1-1 0,0 1 0,0 0 0,0-1 0,0 1 0,1 0 0,-1 0 0,0-1 0,0 1 0,0 0 0,0-1 0,0 1 0,0 0 0,0-1 0,0 1 0,0 0 0,0-1 0,0 1 0,0 0 0,0-1 0,0 1 0,0 0 0,0-1 0,0 1 0,0 0 0,0-1 0,1-19 0,-3-199 0,3 286 0,-3 88 0,2-153 0,0 1 0,0-1 0,0 1 0,0-1 0,-1 1 0,0-1 0,1 0 0,-1 1 0,0-1 0,0 1 0,0-1 0,0 0 0,-1 0 0,1 0 0,-1 0 0,-1 2 0,2-3 0,-1 0 0,1-1 0,0 1 0,-1-1 0,1 0 0,-1 1 0,1-1 0,-1 0 0,1 0 0,-1 0 0,1 0 0,-1 0 0,1 0 0,-1 0 0,1-1 0,0 1 0,-1-1 0,1 1 0,-1-1 0,1 1 0,0-1 0,-1 0 0,1 1 0,0-1 0,0 0 0,0 0 0,-1 0 0,0-2 0,-20-12 0,12 10 0,1-1 0,0-1 0,0 1 0,1-1 0,-1-1 0,2 0 0,-1 0 0,1 0 0,-11-18 0,74 85 0,-27-27-1365,-15-20-5461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03:36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1900 24575,'-7'1'0,"1"0"0,-1 1 0,1 0 0,-1 0 0,1 0 0,-12 7 0,-12 4 0,-163 41 0,156-46 0,0-2 0,0-1 0,-51-1 0,55-5 0,-152-7 0,162 5 0,0-1 0,1-1 0,-1-1 0,1-1 0,-42-19 0,37 12 0,1 0 0,1-2 0,0-1 0,1-1 0,0-1 0,2-1 0,0-1 0,2-1 0,-21-27 0,19 20 0,2-1 0,1-1 0,1-1 0,-15-38 0,24 46 0,1 0 0,1 0 0,1-1 0,1 0 0,1 0 0,0-45 0,6-538 0,-1 592 0,1 1 0,0 0 0,1 0 0,1 0 0,0 0 0,1 1 0,11-23 0,1 3 0,41-60 0,-27 51 0,1 2 0,3 2 0,0 1 0,45-35 0,-60 56 0,1 0 0,1 2 0,0 1 0,1 0 0,1 2 0,0 0 0,44-13 0,3-1 0,-44 15 0,0 2 0,34-8 0,-61 17 0,48-10 0,0 2 0,79-2 0,-47 9 0,109 4 0,-160 3 0,-1 0 0,0 2 0,0 1 0,0 1 0,50 27 0,-59-28 0,1 3 0,-1 1 0,0 0 0,-1 1 0,0 2 0,24 26 0,-1-2 0,-26-25 0,-1 0 0,0 2 0,-1-1 0,-1 2 0,-1 0 0,17 34 0,-9-6 0,24 83 0,-39-114 0,1 0 0,0-1 0,0 0 0,2-1 0,0 1 0,14 20 0,-21-34 0,1 0 0,-1 0 0,0 0 0,1 0 0,-1 0 0,0 0 0,1 0 0,-1 0 0,0 0 0,1 0 0,-1-1 0,0 1 0,0 0 0,1 0 0,-1 0 0,0 0 0,1-1 0,-1 1 0,0 0 0,0 0 0,1 0 0,-1-1 0,0 1 0,0 0 0,0-1 0,0 1 0,1 0 0,-1 0 0,0-1 0,0 1 0,0 0 0,0-1 0,0 1 0,0 0 0,0-1 0,0 1 0,0 0 0,0-1 0,0 1 0,0 0 0,0-1 0,0 1 0,0 0 0,0-1 0,0 1 0,0 0 0,0-1 0,1-19 0,-3-199 0,3 286 0,-3 88 0,2-153 0,0 1 0,0-1 0,0 1 0,0-1 0,-1 1 0,0-1 0,1 0 0,-1 1 0,0-1 0,0 1 0,0-1 0,0 0 0,-1 0 0,1 0 0,-1 0 0,-1 2 0,2-3 0,-1 0 0,1-1 0,0 1 0,-1-1 0,1 0 0,-1 1 0,1-1 0,-1 0 0,1 0 0,-1 0 0,1 0 0,-1 0 0,1 0 0,-1 0 0,1-1 0,0 1 0,-1-1 0,1 1 0,-1-1 0,1 1 0,0-1 0,-1 0 0,1 1 0,0-1 0,0 0 0,0 0 0,-1 0 0,0-2 0,-20-12 0,12 10 0,1-1 0,0-1 0,0 1 0,1-1 0,-1-1 0,2 0 0,-1 0 0,1 0 0,-11-18 0,74 85 0,-27-27-1365,-15-20-5461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10:56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1900 24575,'-7'1'0,"1"0"0,-1 1 0,1 0 0,-1 0 0,1 0 0,-12 7 0,-12 4 0,-163 41 0,156-46 0,0-2 0,0-1 0,-51-1 0,55-5 0,-152-7 0,162 5 0,0-1 0,1-1 0,-1-1 0,1-1 0,-42-19 0,37 12 0,1 0 0,1-2 0,0-1 0,1-1 0,0-1 0,2-1 0,0-1 0,2-1 0,-21-27 0,19 20 0,2-1 0,1-1 0,1-1 0,-15-38 0,24 46 0,1 0 0,1 0 0,1-1 0,1 0 0,1 0 0,0-45 0,6-538 0,-1 592 0,1 1 0,0 0 0,1 0 0,1 0 0,0 0 0,1 1 0,11-23 0,1 3 0,41-60 0,-27 51 0,1 2 0,3 2 0,0 1 0,45-35 0,-60 56 0,1 0 0,1 2 0,0 1 0,1 0 0,1 2 0,0 0 0,44-13 0,3-1 0,-44 15 0,0 2 0,34-8 0,-61 17 0,48-10 0,0 2 0,79-2 0,-47 9 0,109 4 0,-160 3 0,-1 0 0,0 2 0,0 1 0,0 1 0,50 27 0,-59-28 0,1 3 0,-1 1 0,0 0 0,-1 1 0,0 2 0,24 26 0,-1-2 0,-26-25 0,-1 0 0,0 2 0,-1-1 0,-1 2 0,-1 0 0,17 34 0,-9-6 0,24 83 0,-39-114 0,1 0 0,0-1 0,0 0 0,2-1 0,0 1 0,14 20 0,-21-34 0,1 0 0,-1 0 0,0 0 0,1 0 0,-1 0 0,0 0 0,1 0 0,-1 0 0,0 0 0,1 0 0,-1-1 0,0 1 0,0 0 0,1 0 0,-1 0 0,0 0 0,1-1 0,-1 1 0,0 0 0,0 0 0,1 0 0,-1-1 0,0 1 0,0 0 0,0-1 0,0 1 0,1 0 0,-1 0 0,0-1 0,0 1 0,0 0 0,0-1 0,0 1 0,0 0 0,0-1 0,0 1 0,0 0 0,0-1 0,0 1 0,0 0 0,0-1 0,0 1 0,0 0 0,0-1 0,0 1 0,0 0 0,0-1 0,1-19 0,-3-199 0,3 286 0,-3 88 0,2-153 0,0 1 0,0-1 0,0 1 0,0-1 0,-1 1 0,0-1 0,1 0 0,-1 1 0,0-1 0,0 1 0,0-1 0,0 0 0,-1 0 0,1 0 0,-1 0 0,-1 2 0,2-3 0,-1 0 0,1-1 0,0 1 0,-1-1 0,1 0 0,-1 1 0,1-1 0,-1 0 0,1 0 0,-1 0 0,1 0 0,-1 0 0,1 0 0,-1 0 0,1-1 0,0 1 0,-1-1 0,1 1 0,-1-1 0,1 1 0,0-1 0,-1 0 0,1 1 0,0-1 0,0 0 0,0 0 0,-1 0 0,0-2 0,-20-12 0,12 10 0,1-1 0,0-1 0,0 1 0,1-1 0,-1-1 0,2 0 0,-1 0 0,1 0 0,-11-18 0,74 85 0,-27-27-1365,-15-20-5461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11:15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1900 24575,'-7'1'0,"1"0"0,-1 1 0,1 0 0,-1 0 0,1 0 0,-12 7 0,-12 4 0,-163 41 0,156-46 0,0-2 0,0-1 0,-51-1 0,55-5 0,-152-7 0,162 5 0,0-1 0,1-1 0,-1-1 0,1-1 0,-42-19 0,37 12 0,1 0 0,1-2 0,0-1 0,1-1 0,0-1 0,2-1 0,0-1 0,2-1 0,-21-27 0,19 20 0,2-1 0,1-1 0,1-1 0,-15-38 0,24 46 0,1 0 0,1 0 0,1-1 0,1 0 0,1 0 0,0-45 0,6-538 0,-1 592 0,1 1 0,0 0 0,1 0 0,1 0 0,0 0 0,1 1 0,11-23 0,1 3 0,41-60 0,-27 51 0,1 2 0,3 2 0,0 1 0,45-35 0,-60 56 0,1 0 0,1 2 0,0 1 0,1 0 0,1 2 0,0 0 0,44-13 0,3-1 0,-44 15 0,0 2 0,34-8 0,-61 17 0,48-10 0,0 2 0,79-2 0,-47 9 0,109 4 0,-160 3 0,-1 0 0,0 2 0,0 1 0,0 1 0,50 27 0,-59-28 0,1 3 0,-1 1 0,0 0 0,-1 1 0,0 2 0,24 26 0,-1-2 0,-26-25 0,-1 0 0,0 2 0,-1-1 0,-1 2 0,-1 0 0,17 34 0,-9-6 0,24 83 0,-39-114 0,1 0 0,0-1 0,0 0 0,2-1 0,0 1 0,14 20 0,-21-34 0,1 0 0,-1 0 0,0 0 0,1 0 0,-1 0 0,0 0 0,1 0 0,-1 0 0,0 0 0,1 0 0,-1-1 0,0 1 0,0 0 0,1 0 0,-1 0 0,0 0 0,1-1 0,-1 1 0,0 0 0,0 0 0,1 0 0,-1-1 0,0 1 0,0 0 0,0-1 0,0 1 0,1 0 0,-1 0 0,0-1 0,0 1 0,0 0 0,0-1 0,0 1 0,0 0 0,0-1 0,0 1 0,0 0 0,0-1 0,0 1 0,0 0 0,0-1 0,0 1 0,0 0 0,0-1 0,0 1 0,0 0 0,0-1 0,1-19 0,-3-199 0,3 286 0,-3 88 0,2-153 0,0 1 0,0-1 0,0 1 0,0-1 0,-1 1 0,0-1 0,1 0 0,-1 1 0,0-1 0,0 1 0,0-1 0,0 0 0,-1 0 0,1 0 0,-1 0 0,-1 2 0,2-3 0,-1 0 0,1-1 0,0 1 0,-1-1 0,1 0 0,-1 1 0,1-1 0,-1 0 0,1 0 0,-1 0 0,1 0 0,-1 0 0,1 0 0,-1 0 0,1-1 0,0 1 0,-1-1 0,1 1 0,-1-1 0,1 1 0,0-1 0,-1 0 0,1 1 0,0-1 0,0 0 0,0 0 0,-1 0 0,0-2 0,-20-12 0,12 10 0,1-1 0,0-1 0,0 1 0,1-1 0,-1-1 0,2 0 0,-1 0 0,1 0 0,-11-18 0,74 85 0,-27-27-1365,-15-20-5461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11:31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1900 24575,'-7'1'0,"1"0"0,-1 1 0,1 0 0,-1 0 0,1 0 0,-12 7 0,-12 4 0,-163 41 0,156-46 0,0-2 0,0-1 0,-51-1 0,55-5 0,-152-7 0,162 5 0,0-1 0,1-1 0,-1-1 0,1-1 0,-42-19 0,37 12 0,1 0 0,1-2 0,0-1 0,1-1 0,0-1 0,2-1 0,0-1 0,2-1 0,-21-27 0,19 20 0,2-1 0,1-1 0,1-1 0,-15-38 0,24 46 0,1 0 0,1 0 0,1-1 0,1 0 0,1 0 0,0-45 0,6-538 0,-1 592 0,1 1 0,0 0 0,1 0 0,1 0 0,0 0 0,1 1 0,11-23 0,1 3 0,41-60 0,-27 51 0,1 2 0,3 2 0,0 1 0,45-35 0,-60 56 0,1 0 0,1 2 0,0 1 0,1 0 0,1 2 0,0 0 0,44-13 0,3-1 0,-44 15 0,0 2 0,34-8 0,-61 17 0,48-10 0,0 2 0,79-2 0,-47 9 0,109 4 0,-160 3 0,-1 0 0,0 2 0,0 1 0,0 1 0,50 27 0,-59-28 0,1 3 0,-1 1 0,0 0 0,-1 1 0,0 2 0,24 26 0,-1-2 0,-26-25 0,-1 0 0,0 2 0,-1-1 0,-1 2 0,-1 0 0,17 34 0,-9-6 0,24 83 0,-39-114 0,1 0 0,0-1 0,0 0 0,2-1 0,0 1 0,14 20 0,-21-34 0,1 0 0,-1 0 0,0 0 0,1 0 0,-1 0 0,0 0 0,1 0 0,-1 0 0,0 0 0,1 0 0,-1-1 0,0 1 0,0 0 0,1 0 0,-1 0 0,0 0 0,1-1 0,-1 1 0,0 0 0,0 0 0,1 0 0,-1-1 0,0 1 0,0 0 0,0-1 0,0 1 0,1 0 0,-1 0 0,0-1 0,0 1 0,0 0 0,0-1 0,0 1 0,0 0 0,0-1 0,0 1 0,0 0 0,0-1 0,0 1 0,0 0 0,0-1 0,0 1 0,0 0 0,0-1 0,0 1 0,0 0 0,0-1 0,1-19 0,-3-199 0,3 286 0,-3 88 0,2-153 0,0 1 0,0-1 0,0 1 0,0-1 0,-1 1 0,0-1 0,1 0 0,-1 1 0,0-1 0,0 1 0,0-1 0,0 0 0,-1 0 0,1 0 0,-1 0 0,-1 2 0,2-3 0,-1 0 0,1-1 0,0 1 0,-1-1 0,1 0 0,-1 1 0,1-1 0,-1 0 0,1 0 0,-1 0 0,1 0 0,-1 0 0,1 0 0,-1 0 0,1-1 0,0 1 0,-1-1 0,1 1 0,-1-1 0,1 1 0,0-1 0,-1 0 0,1 1 0,0-1 0,0 0 0,0 0 0,-1 0 0,0-2 0,-20-12 0,12 10 0,1-1 0,0-1 0,0 1 0,1-1 0,-1-1 0,2 0 0,-1 0 0,1 0 0,-11-18 0,74 85 0,-27-27-1365,-15-20-5461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07:52:50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870 788 24575,'1'-3'0,"0"0"0,0 0 0,0 1 0,0-1 0,0 0 0,1 1 0,-1-1 0,1 1 0,0 0 0,2-3 0,10-15 0,-5-3 0,0-1 0,-1 0 0,-1 0 0,-2 0 0,0-1 0,-2 0 0,0 0 0,-2-35 0,0 41 0,-1-1 0,-1 1 0,-1 0 0,-1 0 0,-1 0 0,0 0 0,-1 1 0,-13-31 0,11 34 0,-1 1 0,0 0 0,0 0 0,-2 1 0,1 0 0,-2 1 0,0 0 0,0 0 0,-1 1 0,0 1 0,-1 0 0,0 1 0,-1 0 0,0 1 0,-16-7 0,-10-1 0,-1 2 0,0 2 0,-1 1 0,-49-6 0,45 8 0,29 6 0,1 0 0,-1 0 0,-17 1 0,29 2 0,0 0 0,0 0 0,0 1 0,1 0 0,-1 0 0,0 0 0,1 1 0,-1-1 0,1 1 0,-1 0 0,1 0 0,0 1 0,0-1 0,-8 7 0,-8 9 0,1 1 0,0 0 0,2 1 0,0 1 0,-18 31 0,26-37 0,2 1 0,0-1 0,1 1 0,0 1 0,1-1 0,1 1 0,1-1 0,0 1 0,0 26 0,2 294 0,3-163 0,3-188 0,1-1 0,0 2 0,1-1 0,1 1 0,11-16 0,-12 19 0,3-3 0,-8 14 0,-2 0 0,-1 1 0,0-1 0,0 0 0,0 0 0,0 0 0,0 1 0,0-1 0,0 0 0,-1 0 0,1 0 0,0-1 0,-1 1 0,1 0 0,0 0 0,-2 0 0,-3 2 0,0-1 0,0 0 0,0 0 0,0-1 0,0 0 0,0 0 0,-1 0 0,-9 0 0,13-2 0,1 1 0,0 0 0,0 0 0,-1-1 0,1 0 0,0 1 0,0-1 0,0 0 0,0 0 0,0 0 0,0 0 0,0 0 0,0 0 0,1-1 0,-1 1 0,0-1 0,1 1 0,-1-1 0,1 0 0,-1 0 0,1 1 0,0-1 0,0 0 0,0 0 0,0 0 0,0 0 0,-1-3 0,-3-16 0,0 0 0,-4-31 0,12 100 0,-2-27 0,0 0 0,1 0 0,1 0 0,10 35 0,-13-55 0,0 0 0,0-1 0,0 1 0,0 0 0,0-1 0,1 1 0,-1 0 0,0-1 0,1 1 0,-1 0 0,1-1 0,-1 1 0,0 0 0,1-1 0,-1 1 0,1-1 0,-1 1 0,1-1 0,0 1 0,-1-1 0,1 0 0,0 1 0,-1-1 0,1 0 0,0 1 0,-1-1 0,1 0 0,0 0 0,-1 0 0,1 0 0,0 1 0,0-1 0,-1 0 0,2 0 0,0-1 0,0 0 0,0 0 0,0 0 0,-1-1 0,1 1 0,0 0 0,-1-1 0,1 1 0,-1-1 0,1 1 0,-1-1 0,2-1 0,28-53 0,-17 14 0,-2 3 0,-14 70 0,-2-2 0,-4 21 0,-15 52 0,24-101 0,-1-1 0,-1 1 0,1 0 0,0-1 0,0 1 0,0-1 0,0 1 0,0-1 0,0 1 0,-1 0 0,1-1 0,0 1 0,0-1 0,-1 1 0,1-1 0,0 1 0,-1-1 0,1 0 0,-1 1 0,1-1 0,0 1 0,-1-1 0,1 0 0,-1 1 0,1-1 0,-1 0 0,1 0 0,-1 1 0,0-1 0,1 0 0,-1 0 0,1 0 0,-1 0 0,1 1 0,-1-1 0,0 0 0,1 0 0,-1 0 0,1 0 0,-2-1 0,0 0 0,0 0 0,0-1 0,0 1 0,0-1 0,0 0 0,0 0 0,0 1 0,1-1 0,-1 0 0,-1-3 0,-28-55 0,25 39 0,2 0 0,-3-24 0,8 64 0,0-1 0,1 1 0,1-1 0,0 0 0,2 0 0,0 0 0,15 34 0,-20-52 0,0 1 0,0-1 0,1 1 0,-1-1 0,0 1 0,0-1 0,1 1 0,-1-1 0,0 1 0,1-1 0,-1 1 0,0-1 0,1 1 0,-1-1 0,1 0 0,-1 1 0,1-1 0,-1 0 0,1 1 0,-1-1 0,1 0 0,-1 0 0,1 1 0,-1-1 0,1 0 0,-1 0 0,1 0 0,0 0 0,-1 0 0,1 0 0,-1 0 0,1 0 0,0 0 0,-1 0 0,1 0 0,-1 0 0,2-1 0,14-19 0,5-36 0,-16 34 0,-2 0 0,2-27 0,-5 31 0,2 1 0,0-1 0,1 1 0,9-29 0,-10 40 0,9-17 0,-7 23 0,-2 17 0,-2 13 0,-1 1 0,-5 32 0,5-51 0,-2 0 0,1 0 0,-2 0 0,0 0 0,0 0 0,-1-1 0,-12 22 0,17-33 0,-1 1 0,1 0 0,0-1 0,-1 1 0,1 0 0,-1-1 0,1 1 0,-1-1 0,1 1 0,-1-1 0,0 1 0,1-1 0,-1 1 0,1-1 0,-1 1 0,0-1 0,1 0 0,-1 1 0,0-1 0,0 0 0,1 0 0,-1 1 0,0-1 0,0 0 0,1 0 0,-1 0 0,0 0 0,0 0 0,1 0 0,-2-1 0,0 1 0,1-1 0,-1 0 0,1 0 0,0 0 0,0 0 0,-1 0 0,1-1 0,0 1 0,0 0 0,0 0 0,0-1 0,0 1 0,0-3 0,-18-45 0,12 19-341,2 1 0,1-1-1,-1-50 1,5 62-6485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04:11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61B90-1233-4265-A8E1-4CB85DE126F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13FD6-7C7B-4426-BFC4-490AC0CFB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77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13FD6-7C7B-4426-BFC4-490AC0CFBE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72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C1BD8-BCC8-C0EF-A9DF-C9DD97B1B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4DDA73-1811-089C-435B-4F57048422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0D8221-502F-E885-72EA-55CAE9B87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FC282-F475-4084-534F-F11AEBF729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13FD6-7C7B-4426-BFC4-490AC0CFBE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770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8620" y="1138426"/>
            <a:ext cx="10363200" cy="13743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38293" y="4650641"/>
            <a:ext cx="8534400" cy="1374345"/>
          </a:xfrm>
        </p:spPr>
        <p:txBody>
          <a:bodyPr>
            <a:normAutofit/>
          </a:bodyPr>
          <a:lstStyle>
            <a:lvl1pPr marL="0" indent="0" algn="r">
              <a:buNone/>
              <a:defRPr sz="2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</a:p>
          <a:p>
            <a:r>
              <a:rPr lang="en-US" dirty="0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3EFF-6084-460D-96FA-2FA787A98816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680310"/>
            <a:ext cx="10972800" cy="45811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3918803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F86A1-0F17-41D8-9FFA-9520AF33BFC6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081" y="527605"/>
            <a:ext cx="9354927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D0005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082" y="1138425"/>
            <a:ext cx="9354927" cy="4275740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92F4-087A-4F4C-9829-F340F0646973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0BFE-E826-4B70-BF6B-3710B05194AF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182DA-5425-42F9-BDB8-0DBDA15B981E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527605"/>
            <a:ext cx="10972800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620" y="1596539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620" y="2226402"/>
            <a:ext cx="5386917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2388" y="1596539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2388" y="2226402"/>
            <a:ext cx="5389033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B7164-C7F7-495E-9D5F-43BBDEBECF81}" type="datetime1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C5AB8-78AA-4DA3-952F-F5057D2DAAA5}" type="datetime1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CB869-D2D8-4282-A525-D63712C1B900}" type="datetime1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8CF58-29B0-4D31-BE55-D9C1F05848B7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2F8-B2BD-4E07-9A92-E5080B238DFA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8673-6F42-4090-A040-176AF0E6DEAE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5288-B7FB-4510-97B0-C840A6671DDD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584950" y="1574800"/>
            <a:ext cx="4762500" cy="464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4550" y="1574800"/>
            <a:ext cx="5111750" cy="4648200"/>
          </a:xfrm>
          <a:prstGeom prst="rect">
            <a:avLst/>
          </a:prstGeom>
        </p:spPr>
        <p:txBody>
          <a:bodyPr/>
          <a:lstStyle>
            <a:lvl1pPr marL="279400" indent="-279400">
              <a:spcBef>
                <a:spcPts val="2250"/>
              </a:spcBef>
              <a:defRPr sz="1900"/>
            </a:lvl1pPr>
            <a:lvl2pPr marL="558800" indent="-279400">
              <a:spcBef>
                <a:spcPts val="2250"/>
              </a:spcBef>
              <a:defRPr sz="1900"/>
            </a:lvl2pPr>
            <a:lvl3pPr marL="838200" indent="-279400">
              <a:spcBef>
                <a:spcPts val="2250"/>
              </a:spcBef>
              <a:defRPr sz="1900"/>
            </a:lvl3pPr>
            <a:lvl4pPr marL="1117600" indent="-279400">
              <a:spcBef>
                <a:spcPts val="2250"/>
              </a:spcBef>
              <a:defRPr sz="1900"/>
            </a:lvl4pPr>
            <a:lvl5pPr marL="1397000" indent="-279400">
              <a:spcBef>
                <a:spcPts val="2250"/>
              </a:spcBef>
              <a:defRPr sz="19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939126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607208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889000"/>
            <a:ext cx="10502900" cy="508000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9427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8395F-151A-4402-98B5-C84E535B9AEF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5" r:id="rId13"/>
    <p:sldLayoutId id="2147483666" r:id="rId14"/>
    <p:sldLayoutId id="2147483667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7" Type="http://schemas.openxmlformats.org/officeDocument/2006/relationships/customXml" Target="../ink/ink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customXml" Target="../ink/ink6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1.png"/><Relationship Id="rId4" Type="http://schemas.openxmlformats.org/officeDocument/2006/relationships/customXml" Target="../ink/ink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01830-2F22-BD90-EAE8-288CE00FE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2E52E-C178-5C96-DEF5-6B9A6F59E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20" y="136524"/>
            <a:ext cx="6658828" cy="1001901"/>
          </a:xfrm>
        </p:spPr>
        <p:txBody>
          <a:bodyPr>
            <a:normAutofit/>
          </a:bodyPr>
          <a:lstStyle/>
          <a:p>
            <a:r>
              <a:rPr lang="en-US" dirty="0"/>
              <a:t>Training Markov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9CE8A-8961-BF4E-40DE-A60A651AE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8126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Training Markov chain involves estimating transition probability matrix from the data under a given model</a:t>
            </a:r>
          </a:p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order Markov chain for DNA: the probability of the next letter depends only on the previous letter in the pattern</a:t>
            </a:r>
          </a:p>
          <a:p>
            <a:r>
              <a:rPr lang="en-US" dirty="0"/>
              <a:t>One can estimate transition probabilities by counting all tuples </a:t>
            </a:r>
            <a:r>
              <a:rPr lang="en-US" i="1" dirty="0"/>
              <a:t>T</a:t>
            </a:r>
            <a:r>
              <a:rPr lang="en-US" i="1" baseline="-25000" dirty="0"/>
              <a:t>i</a:t>
            </a:r>
            <a:r>
              <a:rPr lang="en-US" dirty="0"/>
              <a:t>=(“AA”,”AC”,”AG”,”AT”,”CA”,....,”TT”) in the DNA data, and dividing the count of each tuple starting with A, C, G, T by the total number of </a:t>
            </a:r>
            <a:r>
              <a:rPr lang="en-US" i="1" dirty="0"/>
              <a:t>T</a:t>
            </a:r>
            <a:r>
              <a:rPr lang="en-US" i="1" baseline="-25000" dirty="0"/>
              <a:t>i</a:t>
            </a:r>
            <a:r>
              <a:rPr lang="en-US" dirty="0"/>
              <a:t> starting with A, C, G and 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                                                                                                                         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A  C  G  T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A .1 .4 .4 .1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From  C .2 .2 .3 .3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G .4 .4 .1 .1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T .5 .1 .2 .2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</a:t>
            </a:r>
            <a:r>
              <a:rPr lang="en-US" dirty="0">
                <a:cs typeface="Courier New" panose="02070309020205020404" pitchFamily="49" charset="0"/>
              </a:rPr>
              <a:t>rows must add up to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D7956-B3FD-B407-50A8-4BC58896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4D88730-55CE-1903-FE19-C1BBC06C1308}"/>
              </a:ext>
            </a:extLst>
          </p:cNvPr>
          <p:cNvSpPr/>
          <p:nvPr/>
        </p:nvSpPr>
        <p:spPr>
          <a:xfrm>
            <a:off x="3012707" y="4292867"/>
            <a:ext cx="567891" cy="5582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61674E9-B7A4-E483-C0E4-1A2493297659}"/>
              </a:ext>
            </a:extLst>
          </p:cNvPr>
          <p:cNvSpPr/>
          <p:nvPr/>
        </p:nvSpPr>
        <p:spPr>
          <a:xfrm>
            <a:off x="4945780" y="4292867"/>
            <a:ext cx="567891" cy="5582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6E1422-10F4-B173-60AD-CC5AAD789030}"/>
              </a:ext>
            </a:extLst>
          </p:cNvPr>
          <p:cNvSpPr/>
          <p:nvPr/>
        </p:nvSpPr>
        <p:spPr>
          <a:xfrm>
            <a:off x="3012706" y="5638799"/>
            <a:ext cx="567891" cy="5582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1F1BB44-55C3-790B-8096-680B2C6C3776}"/>
              </a:ext>
            </a:extLst>
          </p:cNvPr>
          <p:cNvSpPr/>
          <p:nvPr/>
        </p:nvSpPr>
        <p:spPr>
          <a:xfrm>
            <a:off x="4945779" y="5638799"/>
            <a:ext cx="567891" cy="5582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F530CA4-291D-38A6-389D-70042A9E178C}"/>
              </a:ext>
            </a:extLst>
          </p:cNvPr>
          <p:cNvCxnSpPr>
            <a:cxnSpLocks/>
          </p:cNvCxnSpPr>
          <p:nvPr/>
        </p:nvCxnSpPr>
        <p:spPr>
          <a:xfrm>
            <a:off x="3647975" y="4629751"/>
            <a:ext cx="1212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E1B286-7046-5E13-08D3-A3A9851766F4}"/>
              </a:ext>
            </a:extLst>
          </p:cNvPr>
          <p:cNvCxnSpPr>
            <a:stCxn id="6" idx="5"/>
            <a:endCxn id="10" idx="1"/>
          </p:cNvCxnSpPr>
          <p:nvPr/>
        </p:nvCxnSpPr>
        <p:spPr>
          <a:xfrm>
            <a:off x="3497432" y="4769377"/>
            <a:ext cx="1531513" cy="951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809807-A0AC-755E-BA42-837D89BA896B}"/>
              </a:ext>
            </a:extLst>
          </p:cNvPr>
          <p:cNvCxnSpPr>
            <a:cxnSpLocks/>
          </p:cNvCxnSpPr>
          <p:nvPr/>
        </p:nvCxnSpPr>
        <p:spPr>
          <a:xfrm>
            <a:off x="3158109" y="4851133"/>
            <a:ext cx="0" cy="787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F949105-0B45-D33B-883D-5C2A583F7E38}"/>
                  </a:ext>
                </a:extLst>
              </p14:cNvPr>
              <p14:cNvContentPartPr/>
              <p14:nvPr/>
            </p14:nvContentPartPr>
            <p14:xfrm>
              <a:off x="2482029" y="4051326"/>
              <a:ext cx="676080" cy="723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F949105-0B45-D33B-883D-5C2A583F7E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75909" y="4045206"/>
                <a:ext cx="688320" cy="735480"/>
              </a:xfrm>
              <a:prstGeom prst="rect">
                <a:avLst/>
              </a:prstGeom>
            </p:spPr>
          </p:pic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2B51CC2-844B-F65A-331D-E5AAC5DDE0F5}"/>
              </a:ext>
            </a:extLst>
          </p:cNvPr>
          <p:cNvCxnSpPr>
            <a:cxnSpLocks/>
          </p:cNvCxnSpPr>
          <p:nvPr/>
        </p:nvCxnSpPr>
        <p:spPr>
          <a:xfrm flipH="1">
            <a:off x="3647975" y="4494998"/>
            <a:ext cx="1212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0C22E34-9B1A-6FF9-6722-C167D1206891}"/>
              </a:ext>
            </a:extLst>
          </p:cNvPr>
          <p:cNvCxnSpPr>
            <a:cxnSpLocks/>
          </p:cNvCxnSpPr>
          <p:nvPr/>
        </p:nvCxnSpPr>
        <p:spPr>
          <a:xfrm>
            <a:off x="3647975" y="5966059"/>
            <a:ext cx="1212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8AB1EB7-16F2-4116-B746-63ED3F3884C1}"/>
              </a:ext>
            </a:extLst>
          </p:cNvPr>
          <p:cNvCxnSpPr>
            <a:cxnSpLocks/>
          </p:cNvCxnSpPr>
          <p:nvPr/>
        </p:nvCxnSpPr>
        <p:spPr>
          <a:xfrm flipH="1">
            <a:off x="3647975" y="5831306"/>
            <a:ext cx="1212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F97A8D2-5B10-8B5C-2225-A87F6194982F}"/>
              </a:ext>
            </a:extLst>
          </p:cNvPr>
          <p:cNvCxnSpPr>
            <a:cxnSpLocks/>
          </p:cNvCxnSpPr>
          <p:nvPr/>
        </p:nvCxnSpPr>
        <p:spPr>
          <a:xfrm flipV="1">
            <a:off x="3368842" y="4851133"/>
            <a:ext cx="0" cy="730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10613DD-C423-8427-5E95-70334430298D}"/>
              </a:ext>
            </a:extLst>
          </p:cNvPr>
          <p:cNvCxnSpPr>
            <a:cxnSpLocks/>
          </p:cNvCxnSpPr>
          <p:nvPr/>
        </p:nvCxnSpPr>
        <p:spPr>
          <a:xfrm>
            <a:off x="5110734" y="4851133"/>
            <a:ext cx="0" cy="787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B846A1B-05DF-02B3-5569-A3A9C1CECF20}"/>
              </a:ext>
            </a:extLst>
          </p:cNvPr>
          <p:cNvCxnSpPr>
            <a:cxnSpLocks/>
          </p:cNvCxnSpPr>
          <p:nvPr/>
        </p:nvCxnSpPr>
        <p:spPr>
          <a:xfrm flipV="1">
            <a:off x="5321467" y="4851133"/>
            <a:ext cx="0" cy="730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3CB235E-5115-5714-4CFE-743E54F28F07}"/>
                  </a:ext>
                </a:extLst>
              </p14:cNvPr>
              <p14:cNvContentPartPr/>
              <p14:nvPr/>
            </p14:nvContentPartPr>
            <p14:xfrm rot="8239620">
              <a:off x="5477077" y="4039666"/>
              <a:ext cx="676080" cy="7232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3CB235E-5115-5714-4CFE-743E54F28F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8239620">
                <a:off x="5470957" y="4033546"/>
                <a:ext cx="688320" cy="73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613518A-7DB2-48FB-6968-443E937B063A}"/>
                  </a:ext>
                </a:extLst>
              </p14:cNvPr>
              <p14:cNvContentPartPr/>
              <p14:nvPr/>
            </p14:nvContentPartPr>
            <p14:xfrm rot="18253453">
              <a:off x="2427902" y="5830613"/>
              <a:ext cx="676080" cy="723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613518A-7DB2-48FB-6968-443E937B06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18253453">
                <a:off x="2421782" y="5824493"/>
                <a:ext cx="688320" cy="73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9FAC484-E233-B2DC-7236-C3766353B3B8}"/>
                  </a:ext>
                </a:extLst>
              </p14:cNvPr>
              <p14:cNvContentPartPr/>
              <p14:nvPr/>
            </p14:nvContentPartPr>
            <p14:xfrm rot="11019232">
              <a:off x="5397562" y="5874122"/>
              <a:ext cx="676080" cy="7232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9FAC484-E233-B2DC-7236-C3766353B3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11019232">
                <a:off x="5391442" y="5868002"/>
                <a:ext cx="688320" cy="735480"/>
              </a:xfrm>
              <a:prstGeom prst="rect">
                <a:avLst/>
              </a:prstGeom>
            </p:spPr>
          </p:pic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ACF8FDB-9316-7911-73BB-1103E226018A}"/>
              </a:ext>
            </a:extLst>
          </p:cNvPr>
          <p:cNvCxnSpPr>
            <a:cxnSpLocks/>
          </p:cNvCxnSpPr>
          <p:nvPr/>
        </p:nvCxnSpPr>
        <p:spPr>
          <a:xfrm flipH="1" flipV="1">
            <a:off x="3497432" y="4896290"/>
            <a:ext cx="1398592" cy="872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DB94326-5DF3-E91F-2C87-131B174A124A}"/>
              </a:ext>
            </a:extLst>
          </p:cNvPr>
          <p:cNvCxnSpPr>
            <a:cxnSpLocks/>
          </p:cNvCxnSpPr>
          <p:nvPr/>
        </p:nvCxnSpPr>
        <p:spPr>
          <a:xfrm flipV="1">
            <a:off x="3611205" y="4780724"/>
            <a:ext cx="1284819" cy="903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3BFF766-5FE9-0276-534A-876E4A9322B2}"/>
              </a:ext>
            </a:extLst>
          </p:cNvPr>
          <p:cNvCxnSpPr>
            <a:cxnSpLocks/>
          </p:cNvCxnSpPr>
          <p:nvPr/>
        </p:nvCxnSpPr>
        <p:spPr>
          <a:xfrm flipH="1">
            <a:off x="3630352" y="4904130"/>
            <a:ext cx="1315427" cy="864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66C14CA-88FE-1B7F-478F-6E161B35006D}"/>
              </a:ext>
            </a:extLst>
          </p:cNvPr>
          <p:cNvCxnSpPr>
            <a:cxnSpLocks/>
          </p:cNvCxnSpPr>
          <p:nvPr/>
        </p:nvCxnSpPr>
        <p:spPr>
          <a:xfrm>
            <a:off x="8835222" y="4689548"/>
            <a:ext cx="24042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6E53995-9AB7-7CAF-24E4-BC605C1D4478}"/>
              </a:ext>
            </a:extLst>
          </p:cNvPr>
          <p:cNvCxnSpPr>
            <a:cxnSpLocks/>
          </p:cNvCxnSpPr>
          <p:nvPr/>
        </p:nvCxnSpPr>
        <p:spPr>
          <a:xfrm>
            <a:off x="9140833" y="4351347"/>
            <a:ext cx="0" cy="1614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495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A4562-32A5-47EA-41DF-D9039FF14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983D-5AB3-5723-9340-BBD4D5C4A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20" y="136524"/>
            <a:ext cx="6658828" cy="1001901"/>
          </a:xfrm>
        </p:spPr>
        <p:txBody>
          <a:bodyPr>
            <a:normAutofit/>
          </a:bodyPr>
          <a:lstStyle/>
          <a:p>
            <a:r>
              <a:rPr lang="en-US" dirty="0"/>
              <a:t>Scoring with Markov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4D584-A877-B46B-2BDD-8844F77B3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8126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Imagine sequence AGCG, all starting probabilities are equal to 0.25.  Its probability under this Markov model is P = 0.25*0.4*0.4*0.3=0.012</a:t>
            </a:r>
          </a:p>
          <a:p>
            <a:r>
              <a:rPr lang="en-US" dirty="0"/>
              <a:t>Probability that this sequence has ben generated from a random walk is 0.25</a:t>
            </a:r>
            <a:r>
              <a:rPr lang="en-US" baseline="30000" dirty="0"/>
              <a:t>4</a:t>
            </a:r>
            <a:r>
              <a:rPr lang="en-US" dirty="0"/>
              <a:t> = 0.00390625</a:t>
            </a:r>
          </a:p>
          <a:p>
            <a:r>
              <a:rPr lang="en-US" dirty="0"/>
              <a:t>You can compare probabilities between different Markov chain models to see which model is more likely to have generated the pattern </a:t>
            </a:r>
            <a:br>
              <a:rPr lang="en-US" dirty="0"/>
            </a:br>
            <a:r>
              <a:rPr lang="en-US" dirty="0"/>
              <a:t>                                                                                                                               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A  C  G  T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A .1 .4 .4 .1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Model 1     From  C .2 .2 .3 .3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G .4 .4 .1 .1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T .5 .1 .2 .2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/>
              <a:t>                                                                                                                                     </a:t>
            </a:r>
            <a:br>
              <a:rPr lang="en-US" dirty="0"/>
            </a:br>
            <a:r>
              <a:rPr lang="en-US" dirty="0"/>
              <a:t>                                                                                                                                     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A   C   G   T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A .25 .25 .25 .25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Model 2     From  C .25 .25 .25 .25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(random walk)        G .25 .25 .25 .25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T .25 .25 .25 .25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/>
              <a:t>                                                                    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7D4E3-FB67-AB3C-18D7-C21E0ED26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012A8A2-7B59-9583-E70B-A8BBD1DB760D}"/>
              </a:ext>
            </a:extLst>
          </p:cNvPr>
          <p:cNvSpPr/>
          <p:nvPr/>
        </p:nvSpPr>
        <p:spPr>
          <a:xfrm>
            <a:off x="834405" y="3536235"/>
            <a:ext cx="567891" cy="5582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99FAF67-3970-E829-844D-FFB7DDFBE3BF}"/>
              </a:ext>
            </a:extLst>
          </p:cNvPr>
          <p:cNvSpPr/>
          <p:nvPr/>
        </p:nvSpPr>
        <p:spPr>
          <a:xfrm>
            <a:off x="2767478" y="3536235"/>
            <a:ext cx="567891" cy="5582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C1D808-FD07-ECC4-51C1-161FE711A8EC}"/>
              </a:ext>
            </a:extLst>
          </p:cNvPr>
          <p:cNvSpPr/>
          <p:nvPr/>
        </p:nvSpPr>
        <p:spPr>
          <a:xfrm>
            <a:off x="834404" y="4882167"/>
            <a:ext cx="567891" cy="5582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E840975-F43F-D221-DAF2-3FA3E262660F}"/>
              </a:ext>
            </a:extLst>
          </p:cNvPr>
          <p:cNvSpPr/>
          <p:nvPr/>
        </p:nvSpPr>
        <p:spPr>
          <a:xfrm>
            <a:off x="2767477" y="4882167"/>
            <a:ext cx="567891" cy="5582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F3E9D12-5D8A-018F-F65A-CF780E368CE3}"/>
              </a:ext>
            </a:extLst>
          </p:cNvPr>
          <p:cNvCxnSpPr>
            <a:cxnSpLocks/>
          </p:cNvCxnSpPr>
          <p:nvPr/>
        </p:nvCxnSpPr>
        <p:spPr>
          <a:xfrm>
            <a:off x="1469673" y="3873119"/>
            <a:ext cx="1212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2E4DC2-8C6E-BE9B-7D9A-EAAB4CEAE969}"/>
              </a:ext>
            </a:extLst>
          </p:cNvPr>
          <p:cNvCxnSpPr>
            <a:stCxn id="6" idx="5"/>
            <a:endCxn id="10" idx="1"/>
          </p:cNvCxnSpPr>
          <p:nvPr/>
        </p:nvCxnSpPr>
        <p:spPr>
          <a:xfrm>
            <a:off x="1319130" y="4012745"/>
            <a:ext cx="1531513" cy="951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AB5E933-91BB-5398-BDBA-1A49671895DF}"/>
              </a:ext>
            </a:extLst>
          </p:cNvPr>
          <p:cNvCxnSpPr>
            <a:cxnSpLocks/>
          </p:cNvCxnSpPr>
          <p:nvPr/>
        </p:nvCxnSpPr>
        <p:spPr>
          <a:xfrm>
            <a:off x="979807" y="4094501"/>
            <a:ext cx="0" cy="787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7564B40-3474-D2D5-A753-80979674E91C}"/>
                  </a:ext>
                </a:extLst>
              </p14:cNvPr>
              <p14:cNvContentPartPr/>
              <p14:nvPr/>
            </p14:nvContentPartPr>
            <p14:xfrm>
              <a:off x="303727" y="3294694"/>
              <a:ext cx="676080" cy="723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7564B40-3474-D2D5-A753-80979674E9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7604" y="3288577"/>
                <a:ext cx="688327" cy="735474"/>
              </a:xfrm>
              <a:prstGeom prst="rect">
                <a:avLst/>
              </a:prstGeom>
            </p:spPr>
          </p:pic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3096DD1-4E22-73D8-B014-16FA7D8EC284}"/>
              </a:ext>
            </a:extLst>
          </p:cNvPr>
          <p:cNvCxnSpPr>
            <a:cxnSpLocks/>
          </p:cNvCxnSpPr>
          <p:nvPr/>
        </p:nvCxnSpPr>
        <p:spPr>
          <a:xfrm flipH="1">
            <a:off x="1469673" y="3738366"/>
            <a:ext cx="1212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0ACC0FA-F7DD-F775-B632-6C806D860BEE}"/>
              </a:ext>
            </a:extLst>
          </p:cNvPr>
          <p:cNvCxnSpPr>
            <a:cxnSpLocks/>
          </p:cNvCxnSpPr>
          <p:nvPr/>
        </p:nvCxnSpPr>
        <p:spPr>
          <a:xfrm>
            <a:off x="1469673" y="5209427"/>
            <a:ext cx="1212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870B382-BE0B-77CE-FB18-C76AA0235664}"/>
              </a:ext>
            </a:extLst>
          </p:cNvPr>
          <p:cNvCxnSpPr>
            <a:cxnSpLocks/>
          </p:cNvCxnSpPr>
          <p:nvPr/>
        </p:nvCxnSpPr>
        <p:spPr>
          <a:xfrm flipH="1">
            <a:off x="1469673" y="5074674"/>
            <a:ext cx="1212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0E98C20-80EC-AF53-2F19-3814E32D310B}"/>
              </a:ext>
            </a:extLst>
          </p:cNvPr>
          <p:cNvCxnSpPr>
            <a:cxnSpLocks/>
          </p:cNvCxnSpPr>
          <p:nvPr/>
        </p:nvCxnSpPr>
        <p:spPr>
          <a:xfrm flipV="1">
            <a:off x="1190540" y="4094501"/>
            <a:ext cx="0" cy="730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E27F4A9-E0E1-88FE-188E-D61674976C5D}"/>
              </a:ext>
            </a:extLst>
          </p:cNvPr>
          <p:cNvCxnSpPr>
            <a:cxnSpLocks/>
          </p:cNvCxnSpPr>
          <p:nvPr/>
        </p:nvCxnSpPr>
        <p:spPr>
          <a:xfrm>
            <a:off x="2932432" y="4094501"/>
            <a:ext cx="0" cy="787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08DF921-36C7-DB95-9BA8-5A737AA962BA}"/>
              </a:ext>
            </a:extLst>
          </p:cNvPr>
          <p:cNvCxnSpPr>
            <a:cxnSpLocks/>
          </p:cNvCxnSpPr>
          <p:nvPr/>
        </p:nvCxnSpPr>
        <p:spPr>
          <a:xfrm flipV="1">
            <a:off x="3143165" y="4094501"/>
            <a:ext cx="0" cy="730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99367F5-72F6-1F10-94D1-AC3562320F55}"/>
                  </a:ext>
                </a:extLst>
              </p14:cNvPr>
              <p14:cNvContentPartPr/>
              <p14:nvPr/>
            </p14:nvContentPartPr>
            <p14:xfrm rot="8239620">
              <a:off x="3298775" y="3283034"/>
              <a:ext cx="676080" cy="7232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99367F5-72F6-1F10-94D1-AC3562320F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8239620">
                <a:off x="3292652" y="3276917"/>
                <a:ext cx="688327" cy="7354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243284D-89D7-C818-5E11-F04932EF5D6A}"/>
                  </a:ext>
                </a:extLst>
              </p14:cNvPr>
              <p14:cNvContentPartPr/>
              <p14:nvPr/>
            </p14:nvContentPartPr>
            <p14:xfrm rot="18253453">
              <a:off x="249600" y="5073981"/>
              <a:ext cx="676080" cy="723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243284D-89D7-C818-5E11-F04932EF5D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18253453">
                <a:off x="243477" y="5067864"/>
                <a:ext cx="688327" cy="7354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339E501-BD7A-3E1A-04A5-09336F8EBFB5}"/>
                  </a:ext>
                </a:extLst>
              </p14:cNvPr>
              <p14:cNvContentPartPr/>
              <p14:nvPr/>
            </p14:nvContentPartPr>
            <p14:xfrm rot="11019232">
              <a:off x="3219260" y="5117490"/>
              <a:ext cx="676080" cy="7232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339E501-BD7A-3E1A-04A5-09336F8EBF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11019232">
                <a:off x="3213137" y="5111373"/>
                <a:ext cx="688327" cy="735474"/>
              </a:xfrm>
              <a:prstGeom prst="rect">
                <a:avLst/>
              </a:prstGeom>
            </p:spPr>
          </p:pic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F668BCA-890A-21E9-D316-C0E0CE0A80B4}"/>
              </a:ext>
            </a:extLst>
          </p:cNvPr>
          <p:cNvCxnSpPr>
            <a:cxnSpLocks/>
          </p:cNvCxnSpPr>
          <p:nvPr/>
        </p:nvCxnSpPr>
        <p:spPr>
          <a:xfrm flipH="1" flipV="1">
            <a:off x="1319130" y="4139658"/>
            <a:ext cx="1398592" cy="872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34D845D-58C7-6C13-D3CC-07B54692751A}"/>
              </a:ext>
            </a:extLst>
          </p:cNvPr>
          <p:cNvCxnSpPr>
            <a:cxnSpLocks/>
          </p:cNvCxnSpPr>
          <p:nvPr/>
        </p:nvCxnSpPr>
        <p:spPr>
          <a:xfrm flipV="1">
            <a:off x="1432903" y="4024092"/>
            <a:ext cx="1284819" cy="903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A79EF97-00D7-8D08-8121-C77B5B81D10E}"/>
              </a:ext>
            </a:extLst>
          </p:cNvPr>
          <p:cNvCxnSpPr>
            <a:cxnSpLocks/>
          </p:cNvCxnSpPr>
          <p:nvPr/>
        </p:nvCxnSpPr>
        <p:spPr>
          <a:xfrm flipH="1">
            <a:off x="1452050" y="4147498"/>
            <a:ext cx="1315427" cy="864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E188676-2728-DB3A-865C-39C679CB1E25}"/>
              </a:ext>
            </a:extLst>
          </p:cNvPr>
          <p:cNvCxnSpPr>
            <a:cxnSpLocks/>
          </p:cNvCxnSpPr>
          <p:nvPr/>
        </p:nvCxnSpPr>
        <p:spPr>
          <a:xfrm>
            <a:off x="7509959" y="3434006"/>
            <a:ext cx="20769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BE28165-703F-50B1-AFFE-6326C6E7A967}"/>
              </a:ext>
            </a:extLst>
          </p:cNvPr>
          <p:cNvCxnSpPr>
            <a:cxnSpLocks/>
          </p:cNvCxnSpPr>
          <p:nvPr/>
        </p:nvCxnSpPr>
        <p:spPr>
          <a:xfrm>
            <a:off x="7826741" y="3209970"/>
            <a:ext cx="0" cy="12107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B53A1F-5215-7E33-ABC2-E4912E7AEA54}"/>
              </a:ext>
            </a:extLst>
          </p:cNvPr>
          <p:cNvCxnSpPr>
            <a:cxnSpLocks/>
          </p:cNvCxnSpPr>
          <p:nvPr/>
        </p:nvCxnSpPr>
        <p:spPr>
          <a:xfrm>
            <a:off x="7832760" y="4952708"/>
            <a:ext cx="0" cy="12107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EC310AF-9D32-22C4-EE7F-BB6E5353A57C}"/>
              </a:ext>
            </a:extLst>
          </p:cNvPr>
          <p:cNvCxnSpPr>
            <a:cxnSpLocks/>
          </p:cNvCxnSpPr>
          <p:nvPr/>
        </p:nvCxnSpPr>
        <p:spPr>
          <a:xfrm>
            <a:off x="7509959" y="5161300"/>
            <a:ext cx="27507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257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437D8-7DD7-C7AD-D3ED-0A62003EA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20" y="136524"/>
            <a:ext cx="6658828" cy="1001901"/>
          </a:xfrm>
        </p:spPr>
        <p:txBody>
          <a:bodyPr>
            <a:normAutofit/>
          </a:bodyPr>
          <a:lstStyle/>
          <a:p>
            <a:r>
              <a:rPr lang="en-US" dirty="0"/>
              <a:t>Markov Weight Array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E0587-976A-8645-BAF8-D412EA4D0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8126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Weight Array Matrix (WAM) is a specific kind of Markov chain model that incorporates </a:t>
            </a:r>
            <a:r>
              <a:rPr lang="en-US" b="1" dirty="0"/>
              <a:t>positions</a:t>
            </a:r>
            <a:r>
              <a:rPr lang="en-US" dirty="0"/>
              <a:t> within the pattern</a:t>
            </a:r>
          </a:p>
          <a:p>
            <a:endParaRPr lang="en-US" dirty="0"/>
          </a:p>
          <a:p>
            <a:r>
              <a:rPr lang="en-US" dirty="0"/>
              <a:t>WAM works better than PWM in scoring patterns because it incorporates Markov chain transition probabilities: the probability of each letter depends </a:t>
            </a:r>
            <a:r>
              <a:rPr lang="en-US" b="1" dirty="0"/>
              <a:t>both</a:t>
            </a:r>
            <a:r>
              <a:rPr lang="en-US" dirty="0"/>
              <a:t> on the </a:t>
            </a:r>
            <a:r>
              <a:rPr lang="en-US" b="1" dirty="0"/>
              <a:t>position</a:t>
            </a:r>
            <a:r>
              <a:rPr lang="en-US" dirty="0"/>
              <a:t> and on the previous one (or more) letters</a:t>
            </a:r>
          </a:p>
          <a:p>
            <a:endParaRPr lang="en-US" dirty="0"/>
          </a:p>
          <a:p>
            <a:r>
              <a:rPr lang="en-US" dirty="0"/>
              <a:t>The Markov process weights change from one position to another within the pattern</a:t>
            </a:r>
          </a:p>
          <a:p>
            <a:endParaRPr lang="en-US" dirty="0"/>
          </a:p>
          <a:p>
            <a:r>
              <a:rPr lang="en-US" dirty="0"/>
              <a:t>For the first order Markov process we need 16 weights at each position</a:t>
            </a:r>
          </a:p>
          <a:p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53488-16C5-7D26-0C1B-1EC0AA7C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05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CBA8B-9259-2D6E-A91D-05614BD54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PWM vs WAM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24C53-053A-062B-6B99-4EB1209BC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4054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PWM -- probabilities of observing each letter at a given position only depend on the position in the pattern:</a:t>
            </a:r>
            <a:br>
              <a:rPr lang="en-US" dirty="0"/>
            </a:br>
            <a:r>
              <a:rPr lang="en-US" dirty="0"/>
              <a:t>123456789</a:t>
            </a:r>
            <a:br>
              <a:rPr lang="en-US" dirty="0"/>
            </a:br>
            <a:r>
              <a:rPr lang="en-US" dirty="0"/>
              <a:t>G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ATGAGA</a:t>
            </a:r>
            <a:br>
              <a:rPr lang="en-US" dirty="0"/>
            </a:br>
            <a:r>
              <a:rPr lang="en-US" sz="2000" dirty="0"/>
              <a:t>here the probability of seeing A at the position 2 is a number that only depends on the position (2)</a:t>
            </a:r>
          </a:p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order Markov WAM -- probabilities of observing each letter at a given position depend on the position in the pattern and on the previous letter:</a:t>
            </a:r>
            <a:br>
              <a:rPr lang="en-US" dirty="0"/>
            </a:br>
            <a:r>
              <a:rPr lang="en-US" dirty="0"/>
              <a:t>123456789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00B050"/>
                </a:solidFill>
              </a:rPr>
              <a:t>G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ATGAGA</a:t>
            </a:r>
            <a:br>
              <a:rPr lang="en-US" dirty="0"/>
            </a:br>
            <a:r>
              <a:rPr lang="en-US" sz="2000" dirty="0"/>
              <a:t>here the probability of seeing A at the position 2 is a number that depends on the position (2) and on the previous letter (G)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C43A7-AB39-633C-1C2E-CF1A14FDA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5E75B9D-65F8-8335-CF76-F7D2EE6CC642}"/>
                  </a:ext>
                </a:extLst>
              </p14:cNvPr>
              <p14:cNvContentPartPr/>
              <p14:nvPr/>
            </p14:nvContentPartPr>
            <p14:xfrm>
              <a:off x="1065754" y="5173914"/>
              <a:ext cx="343080" cy="342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5E75B9D-65F8-8335-CF76-F7D2EE6CC6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9634" y="5167794"/>
                <a:ext cx="355320" cy="35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8939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3BD98-E5AC-078E-8FE9-2E031E734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5AA75-2D34-19C3-67A1-0E6236707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20" y="136524"/>
            <a:ext cx="6658828" cy="1001901"/>
          </a:xfrm>
        </p:spPr>
        <p:txBody>
          <a:bodyPr>
            <a:normAutofit/>
          </a:bodyPr>
          <a:lstStyle/>
          <a:p>
            <a:r>
              <a:rPr lang="en-US" dirty="0"/>
              <a:t>Markov Weight Array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89B3A-38E8-7A0E-1E13-FE8DE2D33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81262"/>
          </a:xfrm>
        </p:spPr>
        <p:txBody>
          <a:bodyPr>
            <a:normAutofit/>
          </a:bodyPr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order Markov WAM based on on the 1</a:t>
            </a:r>
            <a:r>
              <a:rPr lang="en-US" baseline="30000" dirty="0"/>
              <a:t>st</a:t>
            </a:r>
            <a:r>
              <a:rPr lang="en-US" dirty="0"/>
              <a:t> order Markov chain</a:t>
            </a:r>
          </a:p>
          <a:p>
            <a:r>
              <a:rPr lang="en-US" dirty="0"/>
              <a:t>Computation of probabilities is the same as for the Positional Probabilities, except the alphabet is tuples (AA,AC,AG,AT,CA,....,TT), size=16</a:t>
            </a:r>
          </a:p>
          <a:p>
            <a:r>
              <a:rPr lang="en-US" dirty="0"/>
              <a:t>Let each tuple be        . Estimate from the data probabilities for every      ; for a pattern of length </a:t>
            </a:r>
            <a:r>
              <a:rPr lang="en-US" i="1" dirty="0"/>
              <a:t>n</a:t>
            </a:r>
            <a:r>
              <a:rPr lang="en-US" dirty="0"/>
              <a:t>, the              matrix will have dimensions </a:t>
            </a:r>
            <a:r>
              <a:rPr lang="en-US" i="1" dirty="0"/>
              <a:t>16 </a:t>
            </a:r>
            <a:r>
              <a:rPr lang="en-US" dirty="0"/>
              <a:t>by </a:t>
            </a:r>
            <a:r>
              <a:rPr lang="en-US" i="1" dirty="0"/>
              <a:t>(n-1)</a:t>
            </a:r>
          </a:p>
          <a:p>
            <a:pPr marL="0" indent="0">
              <a:buNone/>
            </a:pPr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26F49-7E2E-A712-0696-AB586EFA5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DA5B8B-0AAD-041B-19F0-6E77511BBFCA}"/>
                  </a:ext>
                </a:extLst>
              </p:cNvPr>
              <p:cNvSpPr txBox="1"/>
              <p:nvPr/>
            </p:nvSpPr>
            <p:spPr>
              <a:xfrm>
                <a:off x="4963743" y="3846715"/>
                <a:ext cx="1474234" cy="739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DA5B8B-0AAD-041B-19F0-6E77511BB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743" y="3846715"/>
                <a:ext cx="1474234" cy="7394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318F84-24CA-D2E6-4ABE-2909459256F5}"/>
                  </a:ext>
                </a:extLst>
              </p:cNvPr>
              <p:cNvSpPr txBox="1"/>
              <p:nvPr/>
            </p:nvSpPr>
            <p:spPr>
              <a:xfrm>
                <a:off x="10414305" y="3390839"/>
                <a:ext cx="147423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318F84-24CA-D2E6-4ABE-290945925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4305" y="3390839"/>
                <a:ext cx="1474234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63BE1F-D971-12E0-5FCA-0638AC190084}"/>
                  </a:ext>
                </a:extLst>
              </p:cNvPr>
              <p:cNvSpPr txBox="1"/>
              <p:nvPr/>
            </p:nvSpPr>
            <p:spPr>
              <a:xfrm>
                <a:off x="3099692" y="3390840"/>
                <a:ext cx="147423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63BE1F-D971-12E0-5FCA-0638AC190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9692" y="3390840"/>
                <a:ext cx="1474234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18D31BC-AD0B-FE9A-369F-55708E1DC6C7}"/>
                  </a:ext>
                </a:extLst>
              </p:cNvPr>
              <p:cNvSpPr txBox="1"/>
              <p:nvPr/>
            </p:nvSpPr>
            <p:spPr>
              <a:xfrm>
                <a:off x="2024743" y="4752770"/>
                <a:ext cx="6096000" cy="16035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𝐴𝐴</m:t>
                                    </m:r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𝐴𝐴</m:t>
                                    </m:r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...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18D31BC-AD0B-FE9A-369F-55708E1DC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743" y="4752770"/>
                <a:ext cx="6096000" cy="16035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1334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CCE10-6DAD-808F-B2CC-C4FC0722C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Markov Weight Array 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47209-E7F3-AE34-8EF5-8AA76657C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B9A40F-DC97-079E-4832-D6ADA0639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84" y="2140220"/>
            <a:ext cx="1474234" cy="44979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92957A-6AFA-E6EE-BFF0-F9711B300A73}"/>
                  </a:ext>
                </a:extLst>
              </p:cNvPr>
              <p:cNvSpPr txBox="1"/>
              <p:nvPr/>
            </p:nvSpPr>
            <p:spPr>
              <a:xfrm>
                <a:off x="3396342" y="4924327"/>
                <a:ext cx="6096000" cy="16035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𝐴𝐴</m:t>
                                    </m:r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𝐴𝐴</m:t>
                                    </m:r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...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92957A-6AFA-E6EE-BFF0-F9711B300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342" y="4924327"/>
                <a:ext cx="6096000" cy="16035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EF1DA1-24B5-1D51-BA5A-1E2BC82DC350}"/>
                  </a:ext>
                </a:extLst>
              </p:cNvPr>
              <p:cNvSpPr txBox="1"/>
              <p:nvPr/>
            </p:nvSpPr>
            <p:spPr>
              <a:xfrm>
                <a:off x="2222426" y="1789867"/>
                <a:ext cx="9417690" cy="700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r>
                      <a:rPr lang="en-US" sz="28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800" dirty="0"/>
                  <a:t> are now AA,AC,AG,… </a:t>
                </a:r>
                <a:r>
                  <a:rPr lang="en-US" sz="2800" dirty="0" err="1"/>
                  <a:t>etc</a:t>
                </a:r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EF1DA1-24B5-1D51-BA5A-1E2BC82DC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426" y="1789867"/>
                <a:ext cx="9417690" cy="700705"/>
              </a:xfrm>
              <a:prstGeom prst="rect">
                <a:avLst/>
              </a:prstGeom>
              <a:blipFill>
                <a:blip r:embed="rId4"/>
                <a:stretch>
                  <a:fillRect r="-972" b="-1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1AF165-9D0F-D604-FD7A-805D7293C929}"/>
                  </a:ext>
                </a:extLst>
              </p:cNvPr>
              <p:cNvSpPr txBox="1"/>
              <p:nvPr/>
            </p:nvSpPr>
            <p:spPr>
              <a:xfrm>
                <a:off x="2986279" y="2490262"/>
                <a:ext cx="5863771" cy="1051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𝑖𝑓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𝑖𝑓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1AF165-9D0F-D604-FD7A-805D7293C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279" y="2490262"/>
                <a:ext cx="5863771" cy="10515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0A98365-AF25-B956-D750-35857C7CA3FA}"/>
              </a:ext>
            </a:extLst>
          </p:cNvPr>
          <p:cNvSpPr txBox="1"/>
          <p:nvPr/>
        </p:nvSpPr>
        <p:spPr>
          <a:xfrm>
            <a:off x="2206169" y="3618351"/>
            <a:ext cx="90423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idea is the same as for positional probabilities, but now you are working with tuples of letters:  e.g. instead of counting how many times you’ve seen A, C, G or T in the first position, you count how many times you’ve seen AA, AC,…. in the first position, </a:t>
            </a:r>
            <a:r>
              <a:rPr lang="en-US" sz="2000" dirty="0" err="1"/>
              <a:t>etc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7832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A2E4A-9C03-C24C-7D44-6DDB30C62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8DCA8-073B-2BCE-940F-3DFA29F35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20" y="136524"/>
            <a:ext cx="6658828" cy="1001901"/>
          </a:xfrm>
        </p:spPr>
        <p:txBody>
          <a:bodyPr>
            <a:normAutofit/>
          </a:bodyPr>
          <a:lstStyle/>
          <a:p>
            <a:r>
              <a:rPr lang="en-US" dirty="0"/>
              <a:t>Scoring pattern with Markov WAM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53E0F9-6B84-78E0-8AA7-8A09E45285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8620" y="1596540"/>
                <a:ext cx="10972800" cy="497751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Convert probabilities to weights by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, </a:t>
                </a:r>
                <a:r>
                  <a:rPr lang="en-US" i="1" dirty="0"/>
                  <a:t>k=16</a:t>
                </a:r>
                <a:br>
                  <a:rPr lang="en-US" i="1" dirty="0"/>
                </a:br>
                <a:br>
                  <a:rPr lang="en-US" i="1" dirty="0"/>
                </a:br>
                <a:endParaRPr lang="en-US" i="1" dirty="0"/>
              </a:p>
              <a:p>
                <a:endParaRPr lang="en-US" i="1" dirty="0"/>
              </a:p>
              <a:p>
                <a:r>
                  <a:rPr lang="en-US" dirty="0"/>
                  <a:t>Score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dirty="0"/>
                  <a:t>, where </a:t>
                </a:r>
                <a:br>
                  <a:rPr lang="en-US" dirty="0"/>
                </a:br>
                <a:r>
                  <a:rPr lang="en-US" i="1" dirty="0"/>
                  <a:t>S</a:t>
                </a:r>
                <a:r>
                  <a:rPr lang="en-US" dirty="0"/>
                  <a:t> is the string being scored, </a:t>
                </a:r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r>
                  <a:rPr lang="en-US" dirty="0"/>
                  <a:t> is the positional weight of the first letter (starting log probability)</a:t>
                </a:r>
                <a:br>
                  <a:rPr lang="en-US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r>
                  <a:rPr lang="en-US" dirty="0"/>
                  <a:t> is the positional score of tuple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starting at position </a:t>
                </a:r>
                <a:r>
                  <a:rPr lang="en-US" i="1" dirty="0"/>
                  <a:t>j (j=1,...,n-1) </a:t>
                </a:r>
                <a:r>
                  <a:rPr lang="en-US" dirty="0"/>
                  <a:t>The sum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dirty="0"/>
                  <a:t> is of the positional weights for all tuples of letters in the pattern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53E0F9-6B84-78E0-8AA7-8A09E45285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8620" y="1596540"/>
                <a:ext cx="10972800" cy="4977515"/>
              </a:xfrm>
              <a:blipFill>
                <a:blip r:embed="rId2"/>
                <a:stretch>
                  <a:fillRect l="-1000" t="-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B5A9E-0BFF-C3E2-CC3D-5D1A2C40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DD4042-8A43-3B28-FB99-A424D208671D}"/>
                  </a:ext>
                </a:extLst>
              </p:cNvPr>
              <p:cNvSpPr txBox="1"/>
              <p:nvPr/>
            </p:nvSpPr>
            <p:spPr>
              <a:xfrm>
                <a:off x="2345892" y="2149649"/>
                <a:ext cx="4797907" cy="1350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  <m:r>
                        <a:rPr lang="en-US" sz="3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DD4042-8A43-3B28-FB99-A424D2086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5892" y="2149649"/>
                <a:ext cx="4797907" cy="13509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9AA2238-149C-70C6-B1BC-E94DD206EFD6}"/>
                  </a:ext>
                </a:extLst>
              </p14:cNvPr>
              <p14:cNvContentPartPr/>
              <p14:nvPr/>
            </p14:nvContentPartPr>
            <p14:xfrm>
              <a:off x="1886229" y="1125606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9AA2238-149C-70C6-B1BC-E94DD206EFD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80109" y="1119486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3782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C9B29-5164-3CD4-9FEC-7379FC421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Estimation of negative 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DFBAF-8918-9EF7-DB9F-8779A3510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3328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Weight Array or Markov chain score is related to the probability that the Markov process(es) generated the pattern</a:t>
            </a:r>
          </a:p>
          <a:p>
            <a:endParaRPr lang="en-US" dirty="0"/>
          </a:p>
          <a:p>
            <a:r>
              <a:rPr lang="en-US" dirty="0"/>
              <a:t>One can compare it to the “negative” hypothesis -- score under a model trained on randomly chosen “invalid” patterns: genome sequences of length </a:t>
            </a:r>
            <a:r>
              <a:rPr lang="en-US" i="1" dirty="0"/>
              <a:t>n </a:t>
            </a:r>
            <a:r>
              <a:rPr lang="en-US" dirty="0"/>
              <a:t>that are not valid patterns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reasonable assumption is that for the negative hypothesis all probabilities are the same, so the sum of the weights is 0 (zero), thus a score above zero indicates a match to the pattern</a:t>
            </a:r>
          </a:p>
          <a:p>
            <a:pPr lvl="1"/>
            <a:r>
              <a:rPr lang="en-US" dirty="0"/>
              <a:t>Genomes with strong GC-bias (more G’s and C’s compared to A’s and T’s) fail that assumption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705A7-24B7-EB37-75D6-6ECDDAC53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161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55D9D-9CFA-E3E5-F3E9-76BB0B94B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988" y="420428"/>
            <a:ext cx="10972800" cy="458115"/>
          </a:xfrm>
        </p:spPr>
        <p:txBody>
          <a:bodyPr>
            <a:normAutofit fontScale="90000"/>
          </a:bodyPr>
          <a:lstStyle/>
          <a:p>
            <a:r>
              <a:rPr lang="en-US" dirty="0"/>
              <a:t>Extend to arbitrary order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14B6AC-11A8-4B13-35A2-65F3080A20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8620" y="1596540"/>
                <a:ext cx="10972800" cy="4948639"/>
              </a:xfrm>
            </p:spPr>
            <p:txBody>
              <a:bodyPr/>
              <a:lstStyle/>
              <a:p>
                <a:r>
                  <a:rPr lang="en-US" dirty="0"/>
                  <a:t>To compute Weight Array scoring matrix of arbitrary order, </a:t>
                </a:r>
                <a:r>
                  <a:rPr lang="en-US" i="1" dirty="0"/>
                  <a:t>O</a:t>
                </a:r>
                <a:r>
                  <a:rPr lang="en-US" dirty="0"/>
                  <a:t>, we need to:</a:t>
                </a:r>
              </a:p>
              <a:p>
                <a:pPr lvl="1"/>
                <a:r>
                  <a:rPr lang="en-US" dirty="0"/>
                  <a:t>Use the training data to compute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r>
                  <a:rPr lang="en-US" dirty="0"/>
                  <a:t>, dimensions </a:t>
                </a:r>
                <a:r>
                  <a:rPr lang="en-US" i="1" dirty="0"/>
                  <a:t>4^(O+1) by (n – O)</a:t>
                </a:r>
                <a:endParaRPr lang="en-US" dirty="0"/>
              </a:p>
              <a:p>
                <a:pPr lvl="1"/>
                <a:r>
                  <a:rPr lang="en-US" dirty="0"/>
                  <a:t>Convert 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Compute additional (starting) weights for the pattern corresponding to </a:t>
                </a:r>
                <a:r>
                  <a:rPr lang="en-US" i="1" dirty="0"/>
                  <a:t>O </a:t>
                </a:r>
                <a:r>
                  <a:rPr lang="en-US" dirty="0"/>
                  <a:t>letters</a:t>
                </a:r>
              </a:p>
              <a:p>
                <a:pPr lvl="1"/>
                <a:r>
                  <a:rPr lang="en-US" dirty="0"/>
                  <a:t>Score is the sum of the above scores for the pattern being scored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14B6AC-11A8-4B13-35A2-65F3080A20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8620" y="1596540"/>
                <a:ext cx="10972800" cy="4948639"/>
              </a:xfrm>
              <a:blipFill>
                <a:blip r:embed="rId2"/>
                <a:stretch>
                  <a:fillRect l="-1000" t="-1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5D1DB-CDC8-196F-B209-A0AE42841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A5BDDE-0405-DA21-B4BA-46E66DDFB1FF}"/>
                  </a:ext>
                </a:extLst>
              </p:cNvPr>
              <p:cNvSpPr txBox="1"/>
              <p:nvPr/>
            </p:nvSpPr>
            <p:spPr>
              <a:xfrm>
                <a:off x="2745492" y="2960234"/>
                <a:ext cx="7684099" cy="11106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1/(4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A5BDDE-0405-DA21-B4BA-46E66DDFB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492" y="2960234"/>
                <a:ext cx="7684099" cy="11106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1479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5DCC-C520-670E-6642-CE9D0E71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612" y="297417"/>
            <a:ext cx="6658828" cy="896116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choose the order of Markov chain or WAM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50CE74-1411-C091-C2D9-3D46CF9D22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8620" y="1596540"/>
                <a:ext cx="10972800" cy="475981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In general Weight Array or Markov chain model of the higher order performs better </a:t>
                </a:r>
              </a:p>
              <a:p>
                <a:r>
                  <a:rPr lang="en-US" dirty="0"/>
                  <a:t>The number of coefficients is:</a:t>
                </a:r>
              </a:p>
              <a:p>
                <a:pPr lvl="1"/>
                <a:r>
                  <a:rPr lang="en-US" dirty="0"/>
                  <a:t>WAM: </a:t>
                </a:r>
                <a:r>
                  <a:rPr lang="en-US" i="1" dirty="0"/>
                  <a:t>4^(O+1) * (n – O),</a:t>
                </a:r>
              </a:p>
              <a:p>
                <a:pPr lvl="1"/>
                <a:r>
                  <a:rPr lang="en-US" dirty="0"/>
                  <a:t>Markov chain: </a:t>
                </a:r>
                <a:r>
                  <a:rPr lang="en-US" i="1" dirty="0"/>
                  <a:t>4^(O+1), </a:t>
                </a:r>
                <a:br>
                  <a:rPr lang="en-US" i="1" dirty="0"/>
                </a:br>
                <a:r>
                  <a:rPr lang="en-US" i="1" dirty="0"/>
                  <a:t>both increase exponentially </a:t>
                </a:r>
                <a:r>
                  <a:rPr lang="en-US" dirty="0"/>
                  <a:t>with increasing </a:t>
                </a:r>
                <a:r>
                  <a:rPr lang="en-US" i="1" dirty="0"/>
                  <a:t>O</a:t>
                </a:r>
                <a:endParaRPr lang="en-US" dirty="0"/>
              </a:p>
              <a:p>
                <a:r>
                  <a:rPr lang="en-US" dirty="0"/>
                  <a:t>The standard error in each coefficient is proportional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, where </a:t>
                </a:r>
                <a:r>
                  <a:rPr lang="en-US" i="1" dirty="0"/>
                  <a:t>N</a:t>
                </a:r>
                <a:r>
                  <a:rPr lang="en-US" dirty="0"/>
                  <a:t> is the number of patterns or state transitions in the training data set, for large </a:t>
                </a:r>
                <a:r>
                  <a:rPr lang="en-US" i="1" dirty="0"/>
                  <a:t>N</a:t>
                </a:r>
                <a:endParaRPr lang="ru-RU" i="1" dirty="0"/>
              </a:p>
              <a:p>
                <a:r>
                  <a:rPr lang="en-US" dirty="0"/>
                  <a:t>We need </a:t>
                </a:r>
                <a:r>
                  <a:rPr lang="en-US" i="1" dirty="0"/>
                  <a:t>N &gt;&gt; 4^(O+1)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50CE74-1411-C091-C2D9-3D46CF9D22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8620" y="1596540"/>
                <a:ext cx="10972800" cy="4759811"/>
              </a:xfrm>
              <a:blipFill>
                <a:blip r:embed="rId2"/>
                <a:stretch>
                  <a:fillRect l="-1000" t="-21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447D2-5BB9-1AD7-0A7A-5BA1484BB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40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15380</TotalTime>
  <Words>1125</Words>
  <Application>Microsoft Office PowerPoint</Application>
  <PresentationFormat>Widescreen</PresentationFormat>
  <Paragraphs>81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 Math</vt:lpstr>
      <vt:lpstr>Courier New</vt:lpstr>
      <vt:lpstr>Trebuchet MS</vt:lpstr>
      <vt:lpstr>Office Theme</vt:lpstr>
      <vt:lpstr>Training Markov chain</vt:lpstr>
      <vt:lpstr>Scoring with Markov chain</vt:lpstr>
      <vt:lpstr>Markov Weight Array Matrix</vt:lpstr>
      <vt:lpstr>PWM vs WAM</vt:lpstr>
      <vt:lpstr>Markov Weight Array Matrix</vt:lpstr>
      <vt:lpstr>Markov Weight Array Matrix</vt:lpstr>
      <vt:lpstr>Scoring pattern with Markov WAM</vt:lpstr>
      <vt:lpstr>Estimation of negative hypothesis</vt:lpstr>
      <vt:lpstr>Extend to arbitrary order</vt:lpstr>
      <vt:lpstr>How to choose the order of Markov chain or WAM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Aleksey Zimin</cp:lastModifiedBy>
  <cp:revision>89</cp:revision>
  <dcterms:created xsi:type="dcterms:W3CDTF">2013-08-21T19:17:07Z</dcterms:created>
  <dcterms:modified xsi:type="dcterms:W3CDTF">2025-11-05T14:26:59Z</dcterms:modified>
</cp:coreProperties>
</file>